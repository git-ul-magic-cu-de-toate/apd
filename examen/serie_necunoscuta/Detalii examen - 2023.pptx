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6858000" cx="9144000"/>
  <p:notesSz cx="6699250" cy="9836150"/>
  <p:embeddedFontLst>
    <p:embeddedFont>
      <p:font typeface="Merriweather Sans"/>
      <p:regular r:id="rId14"/>
      <p:bold r:id="rId15"/>
      <p:italic r:id="rId16"/>
      <p:boldItalic r:id="rId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4319">
          <p15:clr>
            <a:srgbClr val="A4A3A4"/>
          </p15:clr>
        </p15:guide>
        <p15:guide id="2" pos="213">
          <p15:clr>
            <a:srgbClr val="A4A3A4"/>
          </p15:clr>
        </p15:guide>
        <p15:guide id="3" pos="5565">
          <p15:clr>
            <a:srgbClr val="A4A3A4"/>
          </p15:clr>
        </p15:guide>
      </p15:sldGuideLst>
    </p:ext>
    <p:ext uri="http://customooxmlschemas.google.com/">
      <go:slidesCustomData xmlns:go="http://customooxmlschemas.google.com/" r:id="rId18" roundtripDataSignature="AMtx7mgMpGJU+syZd76jOKjStpdlnnKJS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4319" orient="horz"/>
        <p:guide pos="213"/>
        <p:guide pos="5565"/>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MerriweatherSans-bold.fntdata"/><Relationship Id="rId14" Type="http://schemas.openxmlformats.org/officeDocument/2006/relationships/font" Target="fonts/MerriweatherSans-regular.fntdata"/><Relationship Id="rId17" Type="http://schemas.openxmlformats.org/officeDocument/2006/relationships/font" Target="fonts/MerriweatherSans-boldItalic.fntdata"/><Relationship Id="rId16" Type="http://schemas.openxmlformats.org/officeDocument/2006/relationships/font" Target="fonts/MerriweatherSans-italic.fntdata"/><Relationship Id="rId5" Type="http://schemas.openxmlformats.org/officeDocument/2006/relationships/notesMaster" Target="notesMasters/notesMaster1.xml"/><Relationship Id="rId6" Type="http://schemas.openxmlformats.org/officeDocument/2006/relationships/slide" Target="slides/slide1.xml"/><Relationship Id="rId18" Type="http://customschemas.google.com/relationships/presentationmetadata" Target="meta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1"/>
            <a:ext cx="2901950" cy="492125"/>
          </a:xfrm>
          <a:prstGeom prst="rect">
            <a:avLst/>
          </a:prstGeom>
          <a:noFill/>
          <a:ln>
            <a:noFill/>
          </a:ln>
        </p:spPr>
        <p:txBody>
          <a:bodyPr anchorCtr="0" anchor="t" bIns="47225" lIns="94475" spcFirstLastPara="1" rIns="94475" wrap="square" tIns="47225">
            <a:noAutofit/>
          </a:bodyPr>
          <a:lstStyle>
            <a:lvl1pPr lvl="0" marR="0" rtl="0" algn="l">
              <a:spcBef>
                <a:spcPts val="0"/>
              </a:spcBef>
              <a:spcAft>
                <a:spcPts val="0"/>
              </a:spcAft>
              <a:buSzPts val="1400"/>
              <a:buNone/>
              <a:defRPr b="0" i="0" sz="13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797300" y="1"/>
            <a:ext cx="2901950" cy="492125"/>
          </a:xfrm>
          <a:prstGeom prst="rect">
            <a:avLst/>
          </a:prstGeom>
          <a:noFill/>
          <a:ln>
            <a:noFill/>
          </a:ln>
        </p:spPr>
        <p:txBody>
          <a:bodyPr anchorCtr="0" anchor="t" bIns="47225" lIns="94475" spcFirstLastPara="1" rIns="94475" wrap="square" tIns="47225">
            <a:noAutofit/>
          </a:bodyPr>
          <a:lstStyle>
            <a:lvl1pPr lvl="0" marR="0" rtl="0" algn="r">
              <a:spcBef>
                <a:spcPts val="0"/>
              </a:spcBef>
              <a:spcAft>
                <a:spcPts val="0"/>
              </a:spcAft>
              <a:buSzPts val="1400"/>
              <a:buNone/>
              <a:defRPr b="0" i="0" sz="13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890588" y="738188"/>
            <a:ext cx="4919662" cy="3690937"/>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893764" y="4672013"/>
            <a:ext cx="4911725" cy="4425950"/>
          </a:xfrm>
          <a:prstGeom prst="rect">
            <a:avLst/>
          </a:prstGeom>
          <a:noFill/>
          <a:ln>
            <a:noFill/>
          </a:ln>
        </p:spPr>
        <p:txBody>
          <a:bodyPr anchorCtr="0" anchor="t" bIns="47225" lIns="94475" spcFirstLastPara="1" rIns="94475" wrap="square" tIns="47225">
            <a:noAutofit/>
          </a:bodyPr>
          <a:lstStyle>
            <a:lvl1pPr indent="-228600" lvl="0" marL="4572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345614"/>
            <a:ext cx="2901950" cy="490537"/>
          </a:xfrm>
          <a:prstGeom prst="rect">
            <a:avLst/>
          </a:prstGeom>
          <a:noFill/>
          <a:ln>
            <a:noFill/>
          </a:ln>
        </p:spPr>
        <p:txBody>
          <a:bodyPr anchorCtr="0" anchor="b" bIns="47225" lIns="94475" spcFirstLastPara="1" rIns="94475" wrap="square" tIns="47225">
            <a:noAutofit/>
          </a:bodyPr>
          <a:lstStyle>
            <a:lvl1pPr lvl="0" marR="0" rtl="0" algn="l">
              <a:spcBef>
                <a:spcPts val="0"/>
              </a:spcBef>
              <a:spcAft>
                <a:spcPts val="0"/>
              </a:spcAft>
              <a:buSzPts val="1400"/>
              <a:buNone/>
              <a:defRPr b="0" i="0" sz="13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797300" y="9345614"/>
            <a:ext cx="2901950" cy="490537"/>
          </a:xfrm>
          <a:prstGeom prst="rect">
            <a:avLst/>
          </a:prstGeom>
          <a:noFill/>
          <a:ln>
            <a:noFill/>
          </a:ln>
        </p:spPr>
        <p:txBody>
          <a:bodyPr anchorCtr="0" anchor="b" bIns="47225" lIns="94475" spcFirstLastPara="1" rIns="94475" wrap="square" tIns="47225">
            <a:noAutofit/>
          </a:bodyPr>
          <a:lstStyle/>
          <a:p>
            <a:pPr indent="0" lvl="0" marL="0" marR="0" rtl="0" algn="r">
              <a:spcBef>
                <a:spcPts val="0"/>
              </a:spcBef>
              <a:spcAft>
                <a:spcPts val="0"/>
              </a:spcAft>
              <a:buNone/>
            </a:pPr>
            <a:fld id="{00000000-1234-1234-1234-123412341234}" type="slidenum">
              <a:rPr b="0" i="0" lang="en-US" sz="1300" u="none" cap="none" strike="noStrike">
                <a:solidFill>
                  <a:schemeClr val="dk1"/>
                </a:solidFill>
                <a:latin typeface="Arial"/>
                <a:ea typeface="Arial"/>
                <a:cs typeface="Arial"/>
                <a:sym typeface="Arial"/>
              </a:rPr>
              <a:t>‹#›</a:t>
            </a:fld>
            <a:endParaRPr b="0" i="0" sz="13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893764" y="4672013"/>
            <a:ext cx="4911725" cy="4425950"/>
          </a:xfrm>
          <a:prstGeom prst="rect">
            <a:avLst/>
          </a:prstGeom>
        </p:spPr>
        <p:txBody>
          <a:bodyPr anchorCtr="0" anchor="t" bIns="47225" lIns="94475" spcFirstLastPara="1" rIns="94475" wrap="square" tIns="47225">
            <a:noAutofit/>
          </a:bodyPr>
          <a:lstStyle/>
          <a:p>
            <a:pPr indent="0" lvl="0" marL="0" rtl="0" algn="l">
              <a:spcBef>
                <a:spcPts val="360"/>
              </a:spcBef>
              <a:spcAft>
                <a:spcPts val="0"/>
              </a:spcAft>
              <a:buNone/>
            </a:pPr>
            <a:r>
              <a:t/>
            </a:r>
            <a:endParaRPr/>
          </a:p>
        </p:txBody>
      </p:sp>
      <p:sp>
        <p:nvSpPr>
          <p:cNvPr id="86" name="Google Shape;86;p1:notes"/>
          <p:cNvSpPr/>
          <p:nvPr>
            <p:ph idx="2" type="sldImg"/>
          </p:nvPr>
        </p:nvSpPr>
        <p:spPr>
          <a:xfrm>
            <a:off x="890588" y="738188"/>
            <a:ext cx="4919662" cy="36909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893764" y="4672013"/>
            <a:ext cx="4911725" cy="4425950"/>
          </a:xfrm>
          <a:prstGeom prst="rect">
            <a:avLst/>
          </a:prstGeom>
        </p:spPr>
        <p:txBody>
          <a:bodyPr anchorCtr="0" anchor="t" bIns="47225" lIns="94475" spcFirstLastPara="1" rIns="94475" wrap="square" tIns="47225">
            <a:noAutofit/>
          </a:bodyPr>
          <a:lstStyle/>
          <a:p>
            <a:pPr indent="0" lvl="0" marL="0" rtl="0" algn="l">
              <a:spcBef>
                <a:spcPts val="360"/>
              </a:spcBef>
              <a:spcAft>
                <a:spcPts val="0"/>
              </a:spcAft>
              <a:buNone/>
            </a:pPr>
            <a:r>
              <a:t/>
            </a:r>
            <a:endParaRPr/>
          </a:p>
        </p:txBody>
      </p:sp>
      <p:sp>
        <p:nvSpPr>
          <p:cNvPr id="91" name="Google Shape;91;p2:notes"/>
          <p:cNvSpPr/>
          <p:nvPr>
            <p:ph idx="2" type="sldImg"/>
          </p:nvPr>
        </p:nvSpPr>
        <p:spPr>
          <a:xfrm>
            <a:off x="890588" y="738188"/>
            <a:ext cx="4919662" cy="36909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3:notes"/>
          <p:cNvSpPr txBox="1"/>
          <p:nvPr>
            <p:ph idx="1" type="body"/>
          </p:nvPr>
        </p:nvSpPr>
        <p:spPr>
          <a:xfrm>
            <a:off x="893764" y="4672013"/>
            <a:ext cx="4911725" cy="4425950"/>
          </a:xfrm>
          <a:prstGeom prst="rect">
            <a:avLst/>
          </a:prstGeom>
        </p:spPr>
        <p:txBody>
          <a:bodyPr anchorCtr="0" anchor="t" bIns="47225" lIns="94475" spcFirstLastPara="1" rIns="94475" wrap="square" tIns="47225">
            <a:noAutofit/>
          </a:bodyPr>
          <a:lstStyle/>
          <a:p>
            <a:pPr indent="0" lvl="0" marL="0" rtl="0" algn="l">
              <a:spcBef>
                <a:spcPts val="360"/>
              </a:spcBef>
              <a:spcAft>
                <a:spcPts val="0"/>
              </a:spcAft>
              <a:buNone/>
            </a:pPr>
            <a:r>
              <a:t/>
            </a:r>
            <a:endParaRPr/>
          </a:p>
        </p:txBody>
      </p:sp>
      <p:sp>
        <p:nvSpPr>
          <p:cNvPr id="97" name="Google Shape;97;p3:notes"/>
          <p:cNvSpPr/>
          <p:nvPr>
            <p:ph idx="2" type="sldImg"/>
          </p:nvPr>
        </p:nvSpPr>
        <p:spPr>
          <a:xfrm>
            <a:off x="890588" y="738188"/>
            <a:ext cx="4919662" cy="36909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4:notes"/>
          <p:cNvSpPr txBox="1"/>
          <p:nvPr>
            <p:ph idx="1" type="body"/>
          </p:nvPr>
        </p:nvSpPr>
        <p:spPr>
          <a:xfrm>
            <a:off x="893764" y="4672013"/>
            <a:ext cx="4911725" cy="4425950"/>
          </a:xfrm>
          <a:prstGeom prst="rect">
            <a:avLst/>
          </a:prstGeom>
        </p:spPr>
        <p:txBody>
          <a:bodyPr anchorCtr="0" anchor="t" bIns="47225" lIns="94475" spcFirstLastPara="1" rIns="94475" wrap="square" tIns="47225">
            <a:noAutofit/>
          </a:bodyPr>
          <a:lstStyle/>
          <a:p>
            <a:pPr indent="0" lvl="0" marL="0" rtl="0" algn="l">
              <a:spcBef>
                <a:spcPts val="360"/>
              </a:spcBef>
              <a:spcAft>
                <a:spcPts val="0"/>
              </a:spcAft>
              <a:buNone/>
            </a:pPr>
            <a:r>
              <a:t/>
            </a:r>
            <a:endParaRPr/>
          </a:p>
        </p:txBody>
      </p:sp>
      <p:sp>
        <p:nvSpPr>
          <p:cNvPr id="108" name="Google Shape;108;p4:notes"/>
          <p:cNvSpPr/>
          <p:nvPr>
            <p:ph idx="2" type="sldImg"/>
          </p:nvPr>
        </p:nvSpPr>
        <p:spPr>
          <a:xfrm>
            <a:off x="890588" y="738188"/>
            <a:ext cx="4919662" cy="36909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5:notes"/>
          <p:cNvSpPr txBox="1"/>
          <p:nvPr>
            <p:ph idx="1" type="body"/>
          </p:nvPr>
        </p:nvSpPr>
        <p:spPr>
          <a:xfrm>
            <a:off x="893764" y="4672013"/>
            <a:ext cx="4911725" cy="4425950"/>
          </a:xfrm>
          <a:prstGeom prst="rect">
            <a:avLst/>
          </a:prstGeom>
        </p:spPr>
        <p:txBody>
          <a:bodyPr anchorCtr="0" anchor="t" bIns="47225" lIns="94475" spcFirstLastPara="1" rIns="94475" wrap="square" tIns="47225">
            <a:noAutofit/>
          </a:bodyPr>
          <a:lstStyle/>
          <a:p>
            <a:pPr indent="0" lvl="0" marL="0" rtl="0" algn="l">
              <a:spcBef>
                <a:spcPts val="360"/>
              </a:spcBef>
              <a:spcAft>
                <a:spcPts val="0"/>
              </a:spcAft>
              <a:buNone/>
            </a:pPr>
            <a:r>
              <a:t/>
            </a:r>
            <a:endParaRPr/>
          </a:p>
        </p:txBody>
      </p:sp>
      <p:sp>
        <p:nvSpPr>
          <p:cNvPr id="115" name="Google Shape;115;p5:notes"/>
          <p:cNvSpPr/>
          <p:nvPr>
            <p:ph idx="2" type="sldImg"/>
          </p:nvPr>
        </p:nvSpPr>
        <p:spPr>
          <a:xfrm>
            <a:off x="890588" y="738188"/>
            <a:ext cx="4919662" cy="36909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6:notes"/>
          <p:cNvSpPr txBox="1"/>
          <p:nvPr>
            <p:ph idx="1" type="body"/>
          </p:nvPr>
        </p:nvSpPr>
        <p:spPr>
          <a:xfrm>
            <a:off x="893764" y="4672013"/>
            <a:ext cx="4911725" cy="4425950"/>
          </a:xfrm>
          <a:prstGeom prst="rect">
            <a:avLst/>
          </a:prstGeom>
        </p:spPr>
        <p:txBody>
          <a:bodyPr anchorCtr="0" anchor="t" bIns="47225" lIns="94475" spcFirstLastPara="1" rIns="94475" wrap="square" tIns="47225">
            <a:noAutofit/>
          </a:bodyPr>
          <a:lstStyle/>
          <a:p>
            <a:pPr indent="0" lvl="0" marL="0" rtl="0" algn="l">
              <a:spcBef>
                <a:spcPts val="360"/>
              </a:spcBef>
              <a:spcAft>
                <a:spcPts val="0"/>
              </a:spcAft>
              <a:buNone/>
            </a:pPr>
            <a:r>
              <a:t/>
            </a:r>
            <a:endParaRPr/>
          </a:p>
        </p:txBody>
      </p:sp>
      <p:sp>
        <p:nvSpPr>
          <p:cNvPr id="121" name="Google Shape;121;p6:notes"/>
          <p:cNvSpPr/>
          <p:nvPr>
            <p:ph idx="2" type="sldImg"/>
          </p:nvPr>
        </p:nvSpPr>
        <p:spPr>
          <a:xfrm>
            <a:off x="890588" y="738188"/>
            <a:ext cx="4919662" cy="36909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7:notes"/>
          <p:cNvSpPr txBox="1"/>
          <p:nvPr>
            <p:ph idx="1" type="body"/>
          </p:nvPr>
        </p:nvSpPr>
        <p:spPr>
          <a:xfrm>
            <a:off x="893764" y="4672013"/>
            <a:ext cx="4911725" cy="4425950"/>
          </a:xfrm>
          <a:prstGeom prst="rect">
            <a:avLst/>
          </a:prstGeom>
        </p:spPr>
        <p:txBody>
          <a:bodyPr anchorCtr="0" anchor="t" bIns="47225" lIns="94475" spcFirstLastPara="1" rIns="94475" wrap="square" tIns="47225">
            <a:noAutofit/>
          </a:bodyPr>
          <a:lstStyle/>
          <a:p>
            <a:pPr indent="0" lvl="0" marL="0" rtl="0" algn="l">
              <a:spcBef>
                <a:spcPts val="360"/>
              </a:spcBef>
              <a:spcAft>
                <a:spcPts val="0"/>
              </a:spcAft>
              <a:buNone/>
            </a:pPr>
            <a:r>
              <a:t/>
            </a:r>
            <a:endParaRPr/>
          </a:p>
        </p:txBody>
      </p:sp>
      <p:sp>
        <p:nvSpPr>
          <p:cNvPr id="129" name="Google Shape;129;p7:notes"/>
          <p:cNvSpPr/>
          <p:nvPr>
            <p:ph idx="2" type="sldImg"/>
          </p:nvPr>
        </p:nvSpPr>
        <p:spPr>
          <a:xfrm>
            <a:off x="890588" y="738188"/>
            <a:ext cx="4919662" cy="36909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8:notes"/>
          <p:cNvSpPr txBox="1"/>
          <p:nvPr>
            <p:ph idx="1" type="body"/>
          </p:nvPr>
        </p:nvSpPr>
        <p:spPr>
          <a:xfrm>
            <a:off x="893764" y="4672013"/>
            <a:ext cx="4911725" cy="4425950"/>
          </a:xfrm>
          <a:prstGeom prst="rect">
            <a:avLst/>
          </a:prstGeom>
        </p:spPr>
        <p:txBody>
          <a:bodyPr anchorCtr="0" anchor="t" bIns="47225" lIns="94475" spcFirstLastPara="1" rIns="94475" wrap="square" tIns="47225">
            <a:noAutofit/>
          </a:bodyPr>
          <a:lstStyle/>
          <a:p>
            <a:pPr indent="0" lvl="0" marL="0" rtl="0" algn="l">
              <a:spcBef>
                <a:spcPts val="360"/>
              </a:spcBef>
              <a:spcAft>
                <a:spcPts val="0"/>
              </a:spcAft>
              <a:buNone/>
            </a:pPr>
            <a:r>
              <a:t/>
            </a:r>
            <a:endParaRPr/>
          </a:p>
        </p:txBody>
      </p:sp>
      <p:sp>
        <p:nvSpPr>
          <p:cNvPr id="136" name="Google Shape;136;p8:notes"/>
          <p:cNvSpPr/>
          <p:nvPr>
            <p:ph idx="2" type="sldImg"/>
          </p:nvPr>
        </p:nvSpPr>
        <p:spPr>
          <a:xfrm>
            <a:off x="890588" y="738188"/>
            <a:ext cx="4919662" cy="36909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5.png"/><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1" type="obj">
  <p:cSld name="OBJECT">
    <p:spTree>
      <p:nvGrpSpPr>
        <p:cNvPr id="17" name="Shape 17"/>
        <p:cNvGrpSpPr/>
        <p:nvPr/>
      </p:nvGrpSpPr>
      <p:grpSpPr>
        <a:xfrm>
          <a:off x="0" y="0"/>
          <a:ext cx="0" cy="0"/>
          <a:chOff x="0" y="0"/>
          <a:chExt cx="0" cy="0"/>
        </a:xfrm>
      </p:grpSpPr>
      <p:sp>
        <p:nvSpPr>
          <p:cNvPr id="18" name="Google Shape;18;p10"/>
          <p:cNvSpPr txBox="1"/>
          <p:nvPr>
            <p:ph type="title"/>
          </p:nvPr>
        </p:nvSpPr>
        <p:spPr>
          <a:xfrm>
            <a:off x="314325" y="622300"/>
            <a:ext cx="8515350" cy="458788"/>
          </a:xfrm>
          <a:prstGeom prst="rect">
            <a:avLst/>
          </a:prstGeom>
          <a:noFill/>
          <a:ln>
            <a:noFill/>
          </a:ln>
        </p:spPr>
        <p:txBody>
          <a:bodyPr anchorCtr="0" anchor="t" bIns="45700" lIns="0" spcFirstLastPara="1" rIns="0" wrap="square" tIns="45700">
            <a:noAutofit/>
          </a:bodyPr>
          <a:lstStyle>
            <a:lvl1pPr lvl="0" algn="ctr">
              <a:lnSpc>
                <a:spcPct val="95000"/>
              </a:lnSpc>
              <a:spcBef>
                <a:spcPts val="0"/>
              </a:spcBef>
              <a:spcAft>
                <a:spcPts val="0"/>
              </a:spcAft>
              <a:buSzPts val="1400"/>
              <a:buNone/>
              <a:defRPr/>
            </a:lvl1pPr>
            <a:lvl2pPr lvl="1" algn="ctr">
              <a:lnSpc>
                <a:spcPct val="95000"/>
              </a:lnSpc>
              <a:spcBef>
                <a:spcPts val="0"/>
              </a:spcBef>
              <a:spcAft>
                <a:spcPts val="0"/>
              </a:spcAft>
              <a:buSzPts val="1400"/>
              <a:buNone/>
              <a:defRPr/>
            </a:lvl2pPr>
            <a:lvl3pPr lvl="2" algn="ctr">
              <a:lnSpc>
                <a:spcPct val="95000"/>
              </a:lnSpc>
              <a:spcBef>
                <a:spcPts val="0"/>
              </a:spcBef>
              <a:spcAft>
                <a:spcPts val="0"/>
              </a:spcAft>
              <a:buSzPts val="1400"/>
              <a:buNone/>
              <a:defRPr/>
            </a:lvl3pPr>
            <a:lvl4pPr lvl="3" algn="ctr">
              <a:lnSpc>
                <a:spcPct val="95000"/>
              </a:lnSpc>
              <a:spcBef>
                <a:spcPts val="0"/>
              </a:spcBef>
              <a:spcAft>
                <a:spcPts val="0"/>
              </a:spcAft>
              <a:buSzPts val="1400"/>
              <a:buNone/>
              <a:defRPr/>
            </a:lvl4pPr>
            <a:lvl5pPr lvl="4" algn="ctr">
              <a:lnSpc>
                <a:spcPct val="95000"/>
              </a:lnSpc>
              <a:spcBef>
                <a:spcPts val="0"/>
              </a:spcBef>
              <a:spcAft>
                <a:spcPts val="0"/>
              </a:spcAft>
              <a:buSzPts val="1400"/>
              <a:buNone/>
              <a:defRPr/>
            </a:lvl5pPr>
            <a:lvl6pPr lvl="5" algn="l">
              <a:lnSpc>
                <a:spcPct val="95000"/>
              </a:lnSpc>
              <a:spcBef>
                <a:spcPts val="0"/>
              </a:spcBef>
              <a:spcAft>
                <a:spcPts val="0"/>
              </a:spcAft>
              <a:buSzPts val="1400"/>
              <a:buNone/>
              <a:defRPr/>
            </a:lvl6pPr>
            <a:lvl7pPr lvl="6" algn="l">
              <a:lnSpc>
                <a:spcPct val="95000"/>
              </a:lnSpc>
              <a:spcBef>
                <a:spcPts val="0"/>
              </a:spcBef>
              <a:spcAft>
                <a:spcPts val="0"/>
              </a:spcAft>
              <a:buSzPts val="1400"/>
              <a:buNone/>
              <a:defRPr/>
            </a:lvl7pPr>
            <a:lvl8pPr lvl="7" algn="l">
              <a:lnSpc>
                <a:spcPct val="95000"/>
              </a:lnSpc>
              <a:spcBef>
                <a:spcPts val="0"/>
              </a:spcBef>
              <a:spcAft>
                <a:spcPts val="0"/>
              </a:spcAft>
              <a:buSzPts val="1400"/>
              <a:buNone/>
              <a:defRPr/>
            </a:lvl8pPr>
            <a:lvl9pPr lvl="8" algn="l">
              <a:lnSpc>
                <a:spcPct val="95000"/>
              </a:lnSpc>
              <a:spcBef>
                <a:spcPts val="0"/>
              </a:spcBef>
              <a:spcAft>
                <a:spcPts val="0"/>
              </a:spcAft>
              <a:buSzPts val="1400"/>
              <a:buNone/>
              <a:defRPr/>
            </a:lvl9pPr>
          </a:lstStyle>
          <a:p/>
        </p:txBody>
      </p:sp>
      <p:sp>
        <p:nvSpPr>
          <p:cNvPr id="19" name="Google Shape;19;p10"/>
          <p:cNvSpPr txBox="1"/>
          <p:nvPr>
            <p:ph idx="1" type="body"/>
          </p:nvPr>
        </p:nvSpPr>
        <p:spPr>
          <a:xfrm>
            <a:off x="319088" y="1323975"/>
            <a:ext cx="8524875" cy="5091113"/>
          </a:xfrm>
          <a:prstGeom prst="rect">
            <a:avLst/>
          </a:prstGeom>
          <a:noFill/>
          <a:ln>
            <a:noFill/>
          </a:ln>
        </p:spPr>
        <p:txBody>
          <a:bodyPr anchorCtr="0" anchor="t" bIns="45700" lIns="0" spcFirstLastPara="1" rIns="0" wrap="square" tIns="45700">
            <a:noAutofit/>
          </a:bodyPr>
          <a:lstStyle>
            <a:lvl1pPr indent="-342900" lvl="0" marL="457200" algn="l">
              <a:spcBef>
                <a:spcPts val="720"/>
              </a:spcBef>
              <a:spcAft>
                <a:spcPts val="0"/>
              </a:spcAft>
              <a:buSzPts val="1800"/>
              <a:buChar char="▪"/>
              <a:defRPr/>
            </a:lvl1pPr>
            <a:lvl2pPr indent="-355600" lvl="1" marL="914400" algn="l">
              <a:spcBef>
                <a:spcPts val="800"/>
              </a:spcBef>
              <a:spcAft>
                <a:spcPts val="0"/>
              </a:spcAft>
              <a:buSzPts val="2000"/>
              <a:buChar char="‒"/>
              <a:defRPr/>
            </a:lvl2pPr>
            <a:lvl3pPr indent="-342900" lvl="2" marL="1371600" algn="l">
              <a:spcBef>
                <a:spcPts val="720"/>
              </a:spcBef>
              <a:spcAft>
                <a:spcPts val="0"/>
              </a:spcAft>
              <a:buSzPts val="1800"/>
              <a:buChar char="o"/>
              <a:defRPr/>
            </a:lvl3pPr>
            <a:lvl4pPr indent="-330200" lvl="3" marL="1828800" algn="l">
              <a:spcBef>
                <a:spcPts val="640"/>
              </a:spcBef>
              <a:spcAft>
                <a:spcPts val="0"/>
              </a:spcAft>
              <a:buSzPts val="1600"/>
              <a:buChar char="‒"/>
              <a:defRPr/>
            </a:lvl4pPr>
            <a:lvl5pPr indent="-330200" lvl="4" marL="2286000" algn="l">
              <a:spcBef>
                <a:spcPts val="640"/>
              </a:spcBef>
              <a:spcAft>
                <a:spcPts val="0"/>
              </a:spcAft>
              <a:buSzPts val="1600"/>
              <a:buChar char="▪"/>
              <a:defRPr/>
            </a:lvl5pPr>
            <a:lvl6pPr indent="-342900" lvl="5" marL="2743200" algn="l">
              <a:spcBef>
                <a:spcPts val="720"/>
              </a:spcBef>
              <a:spcAft>
                <a:spcPts val="0"/>
              </a:spcAft>
              <a:buSzPts val="1800"/>
              <a:buChar char="▪"/>
              <a:defRPr/>
            </a:lvl6pPr>
            <a:lvl7pPr indent="-342900" lvl="6" marL="3200400" algn="l">
              <a:spcBef>
                <a:spcPts val="720"/>
              </a:spcBef>
              <a:spcAft>
                <a:spcPts val="0"/>
              </a:spcAft>
              <a:buSzPts val="1800"/>
              <a:buChar char="▪"/>
              <a:defRPr/>
            </a:lvl7pPr>
            <a:lvl8pPr indent="-342900" lvl="7" marL="3657600" algn="l">
              <a:spcBef>
                <a:spcPts val="720"/>
              </a:spcBef>
              <a:spcAft>
                <a:spcPts val="0"/>
              </a:spcAft>
              <a:buSzPts val="1800"/>
              <a:buChar char="▪"/>
              <a:defRPr/>
            </a:lvl8pPr>
            <a:lvl9pPr indent="-342900" lvl="8" marL="4114800" algn="l">
              <a:spcBef>
                <a:spcPts val="720"/>
              </a:spcBef>
              <a:spcAft>
                <a:spcPts val="0"/>
              </a:spcAft>
              <a:buSzPts val="1800"/>
              <a:buChar char="▪"/>
              <a:defRPr/>
            </a:lvl9pPr>
          </a:lstStyle>
          <a:p/>
        </p:txBody>
      </p:sp>
      <p:sp>
        <p:nvSpPr>
          <p:cNvPr id="20" name="Google Shape;20;p10"/>
          <p:cNvSpPr txBox="1"/>
          <p:nvPr>
            <p:ph idx="11" type="ftr"/>
          </p:nvPr>
        </p:nvSpPr>
        <p:spPr>
          <a:xfrm>
            <a:off x="314325" y="6605587"/>
            <a:ext cx="6735763" cy="252413"/>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solidFill>
                  <a:srgbClr val="7F7F7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bg>
      <p:bgPr>
        <a:blipFill>
          <a:blip r:embed="rId2">
            <a:alphaModFix/>
          </a:blip>
          <a:stretch>
            <a:fillRect/>
          </a:stretch>
        </a:blipFill>
      </p:bgPr>
    </p:bg>
    <p:spTree>
      <p:nvGrpSpPr>
        <p:cNvPr id="21" name="Shape 21"/>
        <p:cNvGrpSpPr/>
        <p:nvPr/>
      </p:nvGrpSpPr>
      <p:grpSpPr>
        <a:xfrm>
          <a:off x="0" y="0"/>
          <a:ext cx="0" cy="0"/>
          <a:chOff x="0" y="0"/>
          <a:chExt cx="0" cy="0"/>
        </a:xfrm>
      </p:grpSpPr>
      <p:pic>
        <p:nvPicPr>
          <p:cNvPr descr="D:\cipsm\Catedra\Logo CS\A&amp;C-logo-RO-gradient.png" id="22" name="Google Shape;22;p11"/>
          <p:cNvPicPr preferRelativeResize="0"/>
          <p:nvPr/>
        </p:nvPicPr>
        <p:blipFill rotWithShape="1">
          <a:blip r:embed="rId3">
            <a:alphaModFix/>
          </a:blip>
          <a:srcRect b="0" l="0" r="0" t="0"/>
          <a:stretch/>
        </p:blipFill>
        <p:spPr>
          <a:xfrm>
            <a:off x="1971675" y="4692651"/>
            <a:ext cx="2600325" cy="1138238"/>
          </a:xfrm>
          <a:prstGeom prst="rect">
            <a:avLst/>
          </a:prstGeom>
          <a:noFill/>
          <a:ln>
            <a:noFill/>
          </a:ln>
        </p:spPr>
      </p:pic>
      <p:pic>
        <p:nvPicPr>
          <p:cNvPr descr="D:\cipsm\Catedra\Logo CS\logo_upb_small.png" id="23" name="Google Shape;23;p11"/>
          <p:cNvPicPr preferRelativeResize="0"/>
          <p:nvPr/>
        </p:nvPicPr>
        <p:blipFill rotWithShape="1">
          <a:blip r:embed="rId4">
            <a:alphaModFix/>
          </a:blip>
          <a:srcRect b="0" l="0" r="0" t="0"/>
          <a:stretch/>
        </p:blipFill>
        <p:spPr>
          <a:xfrm>
            <a:off x="7437438" y="42863"/>
            <a:ext cx="1265237" cy="1265237"/>
          </a:xfrm>
          <a:prstGeom prst="rect">
            <a:avLst/>
          </a:prstGeom>
          <a:noFill/>
          <a:ln>
            <a:noFill/>
          </a:ln>
        </p:spPr>
      </p:pic>
      <p:sp>
        <p:nvSpPr>
          <p:cNvPr id="24" name="Google Shape;24;p11"/>
          <p:cNvSpPr txBox="1"/>
          <p:nvPr>
            <p:ph type="ctrTitle"/>
          </p:nvPr>
        </p:nvSpPr>
        <p:spPr>
          <a:xfrm>
            <a:off x="2581275" y="1639888"/>
            <a:ext cx="6081713" cy="909637"/>
          </a:xfrm>
          <a:prstGeom prst="rect">
            <a:avLst/>
          </a:prstGeom>
          <a:noFill/>
          <a:ln>
            <a:noFill/>
          </a:ln>
        </p:spPr>
        <p:txBody>
          <a:bodyPr anchorCtr="0" anchor="b" bIns="45700" lIns="91425" spcFirstLastPara="1" rIns="91425" wrap="square" tIns="45700">
            <a:noAutofit/>
          </a:bodyPr>
          <a:lstStyle>
            <a:lvl1pPr lvl="0" algn="ctr">
              <a:lnSpc>
                <a:spcPct val="95000"/>
              </a:lnSpc>
              <a:spcBef>
                <a:spcPts val="0"/>
              </a:spcBef>
              <a:spcAft>
                <a:spcPts val="0"/>
              </a:spcAft>
              <a:buSzPts val="1400"/>
              <a:buNone/>
              <a:defRPr sz="2800">
                <a:solidFill>
                  <a:schemeClr val="lt1"/>
                </a:solidFill>
              </a:defRPr>
            </a:lvl1pPr>
            <a:lvl2pPr lvl="1" algn="ctr">
              <a:lnSpc>
                <a:spcPct val="95000"/>
              </a:lnSpc>
              <a:spcBef>
                <a:spcPts val="0"/>
              </a:spcBef>
              <a:spcAft>
                <a:spcPts val="0"/>
              </a:spcAft>
              <a:buSzPts val="1400"/>
              <a:buNone/>
              <a:defRPr/>
            </a:lvl2pPr>
            <a:lvl3pPr lvl="2" algn="ctr">
              <a:lnSpc>
                <a:spcPct val="95000"/>
              </a:lnSpc>
              <a:spcBef>
                <a:spcPts val="0"/>
              </a:spcBef>
              <a:spcAft>
                <a:spcPts val="0"/>
              </a:spcAft>
              <a:buSzPts val="1400"/>
              <a:buNone/>
              <a:defRPr/>
            </a:lvl3pPr>
            <a:lvl4pPr lvl="3" algn="ctr">
              <a:lnSpc>
                <a:spcPct val="95000"/>
              </a:lnSpc>
              <a:spcBef>
                <a:spcPts val="0"/>
              </a:spcBef>
              <a:spcAft>
                <a:spcPts val="0"/>
              </a:spcAft>
              <a:buSzPts val="1400"/>
              <a:buNone/>
              <a:defRPr/>
            </a:lvl4pPr>
            <a:lvl5pPr lvl="4" algn="ctr">
              <a:lnSpc>
                <a:spcPct val="95000"/>
              </a:lnSpc>
              <a:spcBef>
                <a:spcPts val="0"/>
              </a:spcBef>
              <a:spcAft>
                <a:spcPts val="0"/>
              </a:spcAft>
              <a:buSzPts val="1400"/>
              <a:buNone/>
              <a:defRPr/>
            </a:lvl5pPr>
            <a:lvl6pPr lvl="5" algn="l">
              <a:lnSpc>
                <a:spcPct val="95000"/>
              </a:lnSpc>
              <a:spcBef>
                <a:spcPts val="0"/>
              </a:spcBef>
              <a:spcAft>
                <a:spcPts val="0"/>
              </a:spcAft>
              <a:buSzPts val="1400"/>
              <a:buNone/>
              <a:defRPr/>
            </a:lvl6pPr>
            <a:lvl7pPr lvl="6" algn="l">
              <a:lnSpc>
                <a:spcPct val="95000"/>
              </a:lnSpc>
              <a:spcBef>
                <a:spcPts val="0"/>
              </a:spcBef>
              <a:spcAft>
                <a:spcPts val="0"/>
              </a:spcAft>
              <a:buSzPts val="1400"/>
              <a:buNone/>
              <a:defRPr/>
            </a:lvl7pPr>
            <a:lvl8pPr lvl="7" algn="l">
              <a:lnSpc>
                <a:spcPct val="95000"/>
              </a:lnSpc>
              <a:spcBef>
                <a:spcPts val="0"/>
              </a:spcBef>
              <a:spcAft>
                <a:spcPts val="0"/>
              </a:spcAft>
              <a:buSzPts val="1400"/>
              <a:buNone/>
              <a:defRPr/>
            </a:lvl8pPr>
            <a:lvl9pPr lvl="8" algn="l">
              <a:lnSpc>
                <a:spcPct val="95000"/>
              </a:lnSpc>
              <a:spcBef>
                <a:spcPts val="0"/>
              </a:spcBef>
              <a:spcAft>
                <a:spcPts val="0"/>
              </a:spcAft>
              <a:buSzPts val="1400"/>
              <a:buNone/>
              <a:defRPr/>
            </a:lvl9pPr>
          </a:lstStyle>
          <a:p/>
        </p:txBody>
      </p:sp>
      <p:sp>
        <p:nvSpPr>
          <p:cNvPr id="25" name="Google Shape;25;p11"/>
          <p:cNvSpPr txBox="1"/>
          <p:nvPr>
            <p:ph idx="1" type="subTitle"/>
          </p:nvPr>
        </p:nvSpPr>
        <p:spPr>
          <a:xfrm>
            <a:off x="2581275" y="2547938"/>
            <a:ext cx="6088063" cy="90487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2400"/>
              <a:buFont typeface="Noto Sans Symbols"/>
              <a:buNone/>
              <a:defRPr b="1">
                <a:solidFill>
                  <a:schemeClr val="lt1"/>
                </a:solidFill>
              </a:defRPr>
            </a:lvl1pPr>
            <a:lvl2pPr lvl="1" algn="l">
              <a:spcBef>
                <a:spcPts val="720"/>
              </a:spcBef>
              <a:spcAft>
                <a:spcPts val="0"/>
              </a:spcAft>
              <a:buSzPts val="1800"/>
              <a:buChar char="‒"/>
              <a:defRPr/>
            </a:lvl2pPr>
            <a:lvl3pPr lvl="2" algn="l">
              <a:spcBef>
                <a:spcPts val="720"/>
              </a:spcBef>
              <a:spcAft>
                <a:spcPts val="0"/>
              </a:spcAft>
              <a:buSzPts val="1800"/>
              <a:buChar char="o"/>
              <a:defRPr/>
            </a:lvl3pPr>
            <a:lvl4pPr lvl="3" algn="l">
              <a:spcBef>
                <a:spcPts val="720"/>
              </a:spcBef>
              <a:spcAft>
                <a:spcPts val="0"/>
              </a:spcAft>
              <a:buSzPts val="1800"/>
              <a:buChar char="‒"/>
              <a:defRPr/>
            </a:lvl4pPr>
            <a:lvl5pPr lvl="4" algn="l">
              <a:spcBef>
                <a:spcPts val="720"/>
              </a:spcBef>
              <a:spcAft>
                <a:spcPts val="0"/>
              </a:spcAft>
              <a:buSzPts val="1800"/>
              <a:buChar char="▪"/>
              <a:defRPr/>
            </a:lvl5pPr>
            <a:lvl6pPr lvl="5" algn="l">
              <a:spcBef>
                <a:spcPts val="720"/>
              </a:spcBef>
              <a:spcAft>
                <a:spcPts val="0"/>
              </a:spcAft>
              <a:buSzPts val="1800"/>
              <a:buChar char="▪"/>
              <a:defRPr/>
            </a:lvl6pPr>
            <a:lvl7pPr lvl="6" algn="l">
              <a:spcBef>
                <a:spcPts val="720"/>
              </a:spcBef>
              <a:spcAft>
                <a:spcPts val="0"/>
              </a:spcAft>
              <a:buSzPts val="1800"/>
              <a:buChar char="▪"/>
              <a:defRPr/>
            </a:lvl7pPr>
            <a:lvl8pPr lvl="7" algn="l">
              <a:spcBef>
                <a:spcPts val="720"/>
              </a:spcBef>
              <a:spcAft>
                <a:spcPts val="0"/>
              </a:spcAft>
              <a:buSzPts val="1800"/>
              <a:buChar char="▪"/>
              <a:defRPr/>
            </a:lvl8pPr>
            <a:lvl9pPr lvl="8" algn="l">
              <a:spcBef>
                <a:spcPts val="720"/>
              </a:spcBef>
              <a:spcAft>
                <a:spcPts val="0"/>
              </a:spcAft>
              <a:buSzPts val="1800"/>
              <a:buChar char="▪"/>
              <a:defRPr/>
            </a:lvl9pPr>
          </a:lstStyle>
          <a:p/>
        </p:txBody>
      </p:sp>
      <p:sp>
        <p:nvSpPr>
          <p:cNvPr id="26" name="Google Shape;26;p11"/>
          <p:cNvSpPr txBox="1"/>
          <p:nvPr>
            <p:ph idx="11" type="ftr"/>
          </p:nvPr>
        </p:nvSpPr>
        <p:spPr>
          <a:xfrm>
            <a:off x="314325" y="6500192"/>
            <a:ext cx="3086100" cy="41099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2"/>
          <p:cNvSpPr txBox="1"/>
          <p:nvPr>
            <p:ph type="title"/>
          </p:nvPr>
        </p:nvSpPr>
        <p:spPr>
          <a:xfrm>
            <a:off x="722313" y="4406900"/>
            <a:ext cx="7772400" cy="1362075"/>
          </a:xfrm>
          <a:prstGeom prst="rect">
            <a:avLst/>
          </a:prstGeom>
          <a:noFill/>
          <a:ln>
            <a:noFill/>
          </a:ln>
        </p:spPr>
        <p:txBody>
          <a:bodyPr anchorCtr="0" anchor="t" bIns="45700" lIns="0" spcFirstLastPara="1" rIns="0" wrap="square" tIns="45700">
            <a:noAutofit/>
          </a:bodyPr>
          <a:lstStyle>
            <a:lvl1pPr lvl="0" algn="ctr">
              <a:lnSpc>
                <a:spcPct val="95000"/>
              </a:lnSpc>
              <a:spcBef>
                <a:spcPts val="0"/>
              </a:spcBef>
              <a:spcAft>
                <a:spcPts val="0"/>
              </a:spcAft>
              <a:buSzPts val="1400"/>
              <a:buNone/>
              <a:defRPr b="1" sz="4000" cap="none"/>
            </a:lvl1pPr>
            <a:lvl2pPr lvl="1" algn="ctr">
              <a:lnSpc>
                <a:spcPct val="95000"/>
              </a:lnSpc>
              <a:spcBef>
                <a:spcPts val="0"/>
              </a:spcBef>
              <a:spcAft>
                <a:spcPts val="0"/>
              </a:spcAft>
              <a:buSzPts val="1400"/>
              <a:buNone/>
              <a:defRPr/>
            </a:lvl2pPr>
            <a:lvl3pPr lvl="2" algn="ctr">
              <a:lnSpc>
                <a:spcPct val="95000"/>
              </a:lnSpc>
              <a:spcBef>
                <a:spcPts val="0"/>
              </a:spcBef>
              <a:spcAft>
                <a:spcPts val="0"/>
              </a:spcAft>
              <a:buSzPts val="1400"/>
              <a:buNone/>
              <a:defRPr/>
            </a:lvl3pPr>
            <a:lvl4pPr lvl="3" algn="ctr">
              <a:lnSpc>
                <a:spcPct val="95000"/>
              </a:lnSpc>
              <a:spcBef>
                <a:spcPts val="0"/>
              </a:spcBef>
              <a:spcAft>
                <a:spcPts val="0"/>
              </a:spcAft>
              <a:buSzPts val="1400"/>
              <a:buNone/>
              <a:defRPr/>
            </a:lvl4pPr>
            <a:lvl5pPr lvl="4" algn="ctr">
              <a:lnSpc>
                <a:spcPct val="95000"/>
              </a:lnSpc>
              <a:spcBef>
                <a:spcPts val="0"/>
              </a:spcBef>
              <a:spcAft>
                <a:spcPts val="0"/>
              </a:spcAft>
              <a:buSzPts val="1400"/>
              <a:buNone/>
              <a:defRPr/>
            </a:lvl5pPr>
            <a:lvl6pPr lvl="5" algn="l">
              <a:lnSpc>
                <a:spcPct val="95000"/>
              </a:lnSpc>
              <a:spcBef>
                <a:spcPts val="0"/>
              </a:spcBef>
              <a:spcAft>
                <a:spcPts val="0"/>
              </a:spcAft>
              <a:buSzPts val="1400"/>
              <a:buNone/>
              <a:defRPr/>
            </a:lvl6pPr>
            <a:lvl7pPr lvl="6" algn="l">
              <a:lnSpc>
                <a:spcPct val="95000"/>
              </a:lnSpc>
              <a:spcBef>
                <a:spcPts val="0"/>
              </a:spcBef>
              <a:spcAft>
                <a:spcPts val="0"/>
              </a:spcAft>
              <a:buSzPts val="1400"/>
              <a:buNone/>
              <a:defRPr/>
            </a:lvl7pPr>
            <a:lvl8pPr lvl="7" algn="l">
              <a:lnSpc>
                <a:spcPct val="95000"/>
              </a:lnSpc>
              <a:spcBef>
                <a:spcPts val="0"/>
              </a:spcBef>
              <a:spcAft>
                <a:spcPts val="0"/>
              </a:spcAft>
              <a:buSzPts val="1400"/>
              <a:buNone/>
              <a:defRPr/>
            </a:lvl8pPr>
            <a:lvl9pPr lvl="8" algn="l">
              <a:lnSpc>
                <a:spcPct val="95000"/>
              </a:lnSpc>
              <a:spcBef>
                <a:spcPts val="0"/>
              </a:spcBef>
              <a:spcAft>
                <a:spcPts val="0"/>
              </a:spcAft>
              <a:buSzPts val="1400"/>
              <a:buNone/>
              <a:defRPr/>
            </a:lvl9pPr>
          </a:lstStyle>
          <a:p/>
        </p:txBody>
      </p:sp>
      <p:sp>
        <p:nvSpPr>
          <p:cNvPr id="29" name="Google Shape;29;p12"/>
          <p:cNvSpPr txBox="1"/>
          <p:nvPr>
            <p:ph idx="1" type="body"/>
          </p:nvPr>
        </p:nvSpPr>
        <p:spPr>
          <a:xfrm>
            <a:off x="722313" y="2906713"/>
            <a:ext cx="7772400" cy="1500187"/>
          </a:xfrm>
          <a:prstGeom prst="rect">
            <a:avLst/>
          </a:prstGeom>
          <a:noFill/>
          <a:ln>
            <a:noFill/>
          </a:ln>
        </p:spPr>
        <p:txBody>
          <a:bodyPr anchorCtr="0" anchor="b" bIns="45700" lIns="0" spcFirstLastPara="1" rIns="0" wrap="square" tIns="45700">
            <a:noAutofit/>
          </a:bodyPr>
          <a:lstStyle>
            <a:lvl1pPr indent="-228600" lvl="0" marL="457200" algn="ctr">
              <a:spcBef>
                <a:spcPts val="800"/>
              </a:spcBef>
              <a:spcAft>
                <a:spcPts val="0"/>
              </a:spcAft>
              <a:buSzPts val="2000"/>
              <a:buNone/>
              <a:defRPr sz="2000"/>
            </a:lvl1pPr>
            <a:lvl2pPr indent="-228600" lvl="1" marL="914400" algn="l">
              <a:spcBef>
                <a:spcPts val="720"/>
              </a:spcBef>
              <a:spcAft>
                <a:spcPts val="0"/>
              </a:spcAft>
              <a:buSzPts val="1800"/>
              <a:buNone/>
              <a:defRPr sz="1800"/>
            </a:lvl2pPr>
            <a:lvl3pPr indent="-228600" lvl="2" marL="1371600" algn="l">
              <a:spcBef>
                <a:spcPts val="640"/>
              </a:spcBef>
              <a:spcAft>
                <a:spcPts val="0"/>
              </a:spcAft>
              <a:buSzPts val="1600"/>
              <a:buNone/>
              <a:defRPr sz="1600"/>
            </a:lvl3pPr>
            <a:lvl4pPr indent="-228600" lvl="3" marL="1828800" algn="l">
              <a:spcBef>
                <a:spcPts val="560"/>
              </a:spcBef>
              <a:spcAft>
                <a:spcPts val="0"/>
              </a:spcAft>
              <a:buSzPts val="1400"/>
              <a:buNone/>
              <a:defRPr sz="1400"/>
            </a:lvl4pPr>
            <a:lvl5pPr indent="-228600" lvl="4" marL="2286000" algn="l">
              <a:spcBef>
                <a:spcPts val="560"/>
              </a:spcBef>
              <a:spcAft>
                <a:spcPts val="0"/>
              </a:spcAft>
              <a:buSzPts val="1400"/>
              <a:buNone/>
              <a:defRPr sz="1400"/>
            </a:lvl5pPr>
            <a:lvl6pPr indent="-228600" lvl="5" marL="2743200" algn="l">
              <a:spcBef>
                <a:spcPts val="560"/>
              </a:spcBef>
              <a:spcAft>
                <a:spcPts val="0"/>
              </a:spcAft>
              <a:buSzPts val="1400"/>
              <a:buNone/>
              <a:defRPr sz="1400"/>
            </a:lvl6pPr>
            <a:lvl7pPr indent="-228600" lvl="6" marL="3200400" algn="l">
              <a:spcBef>
                <a:spcPts val="560"/>
              </a:spcBef>
              <a:spcAft>
                <a:spcPts val="0"/>
              </a:spcAft>
              <a:buSzPts val="1400"/>
              <a:buNone/>
              <a:defRPr sz="1400"/>
            </a:lvl7pPr>
            <a:lvl8pPr indent="-228600" lvl="7" marL="3657600" algn="l">
              <a:spcBef>
                <a:spcPts val="560"/>
              </a:spcBef>
              <a:spcAft>
                <a:spcPts val="0"/>
              </a:spcAft>
              <a:buSzPts val="1400"/>
              <a:buNone/>
              <a:defRPr sz="1400"/>
            </a:lvl8pPr>
            <a:lvl9pPr indent="-228600" lvl="8" marL="4114800" algn="l">
              <a:spcBef>
                <a:spcPts val="560"/>
              </a:spcBef>
              <a:spcAft>
                <a:spcPts val="0"/>
              </a:spcAft>
              <a:buSzPts val="1400"/>
              <a:buNone/>
              <a:defRPr sz="1400"/>
            </a:lvl9pPr>
          </a:lstStyle>
          <a:p/>
        </p:txBody>
      </p:sp>
      <p:sp>
        <p:nvSpPr>
          <p:cNvPr id="30" name="Google Shape;30;p12"/>
          <p:cNvSpPr txBox="1"/>
          <p:nvPr>
            <p:ph idx="10" type="dt"/>
          </p:nvPr>
        </p:nvSpPr>
        <p:spPr>
          <a:xfrm>
            <a:off x="319088" y="6588125"/>
            <a:ext cx="944562" cy="252413"/>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31" name="Google Shape;31;p12"/>
          <p:cNvSpPr txBox="1"/>
          <p:nvPr>
            <p:ph idx="12" type="sldNum"/>
          </p:nvPr>
        </p:nvSpPr>
        <p:spPr>
          <a:xfrm>
            <a:off x="1271588" y="6588125"/>
            <a:ext cx="827087" cy="252413"/>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spcAft>
                <a:spcPts val="0"/>
              </a:spcAft>
              <a:buNone/>
              <a:defRPr sz="1800">
                <a:solidFill>
                  <a:schemeClr val="dk1"/>
                </a:solidFill>
                <a:latin typeface="Arial"/>
                <a:ea typeface="Arial"/>
                <a:cs typeface="Arial"/>
                <a:sym typeface="Arial"/>
              </a:defRPr>
            </a:lvl1pPr>
            <a:lvl2pPr indent="0" lvl="1" marL="0" marR="0" rtl="0" algn="l">
              <a:spcBef>
                <a:spcPts val="0"/>
              </a:spcBef>
              <a:spcAft>
                <a:spcPts val="0"/>
              </a:spcAft>
              <a:buNone/>
              <a:defRPr sz="1800">
                <a:solidFill>
                  <a:schemeClr val="dk1"/>
                </a:solidFill>
                <a:latin typeface="Arial"/>
                <a:ea typeface="Arial"/>
                <a:cs typeface="Arial"/>
                <a:sym typeface="Arial"/>
              </a:defRPr>
            </a:lvl2pPr>
            <a:lvl3pPr indent="0" lvl="2" marL="0" marR="0" rtl="0" algn="l">
              <a:spcBef>
                <a:spcPts val="0"/>
              </a:spcBef>
              <a:spcAft>
                <a:spcPts val="0"/>
              </a:spcAft>
              <a:buNone/>
              <a:defRPr sz="1800">
                <a:solidFill>
                  <a:schemeClr val="dk1"/>
                </a:solidFill>
                <a:latin typeface="Arial"/>
                <a:ea typeface="Arial"/>
                <a:cs typeface="Arial"/>
                <a:sym typeface="Arial"/>
              </a:defRPr>
            </a:lvl3pPr>
            <a:lvl4pPr indent="0" lvl="3" marL="0" marR="0" rtl="0" algn="l">
              <a:spcBef>
                <a:spcPts val="0"/>
              </a:spcBef>
              <a:spcAft>
                <a:spcPts val="0"/>
              </a:spcAft>
              <a:buNone/>
              <a:defRPr sz="1800">
                <a:solidFill>
                  <a:schemeClr val="dk1"/>
                </a:solidFill>
                <a:latin typeface="Arial"/>
                <a:ea typeface="Arial"/>
                <a:cs typeface="Arial"/>
                <a:sym typeface="Arial"/>
              </a:defRPr>
            </a:lvl4pPr>
            <a:lvl5pPr indent="0" lvl="4" marL="0" marR="0" rtl="0" algn="l">
              <a:spcBef>
                <a:spcPts val="0"/>
              </a:spcBef>
              <a:spcAft>
                <a:spcPts val="0"/>
              </a:spcAft>
              <a:buNone/>
              <a:defRPr sz="1800">
                <a:solidFill>
                  <a:schemeClr val="dk1"/>
                </a:solidFill>
                <a:latin typeface="Arial"/>
                <a:ea typeface="Arial"/>
                <a:cs typeface="Arial"/>
                <a:sym typeface="Arial"/>
              </a:defRPr>
            </a:lvl5pPr>
            <a:lvl6pPr indent="0" lvl="5" marL="0" marR="0" rtl="0" algn="l">
              <a:spcBef>
                <a:spcPts val="0"/>
              </a:spcBef>
              <a:spcAft>
                <a:spcPts val="0"/>
              </a:spcAft>
              <a:buNone/>
              <a:defRPr sz="1800">
                <a:solidFill>
                  <a:schemeClr val="dk1"/>
                </a:solidFill>
                <a:latin typeface="Arial"/>
                <a:ea typeface="Arial"/>
                <a:cs typeface="Arial"/>
                <a:sym typeface="Arial"/>
              </a:defRPr>
            </a:lvl6pPr>
            <a:lvl7pPr indent="0" lvl="6" marL="0" marR="0" rtl="0" algn="l">
              <a:spcBef>
                <a:spcPts val="0"/>
              </a:spcBef>
              <a:spcAft>
                <a:spcPts val="0"/>
              </a:spcAft>
              <a:buNone/>
              <a:defRPr sz="1800">
                <a:solidFill>
                  <a:schemeClr val="dk1"/>
                </a:solidFill>
                <a:latin typeface="Arial"/>
                <a:ea typeface="Arial"/>
                <a:cs typeface="Arial"/>
                <a:sym typeface="Arial"/>
              </a:defRPr>
            </a:lvl7pPr>
            <a:lvl8pPr indent="0" lvl="7" marL="0" marR="0" rtl="0" algn="l">
              <a:spcBef>
                <a:spcPts val="0"/>
              </a:spcBef>
              <a:spcAft>
                <a:spcPts val="0"/>
              </a:spcAft>
              <a:buNone/>
              <a:defRPr sz="1800">
                <a:solidFill>
                  <a:schemeClr val="dk1"/>
                </a:solidFill>
                <a:latin typeface="Arial"/>
                <a:ea typeface="Arial"/>
                <a:cs typeface="Arial"/>
                <a:sym typeface="Arial"/>
              </a:defRPr>
            </a:lvl8pPr>
            <a:lvl9pPr indent="0" lvl="8" marL="0" marR="0" rtl="0" algn="l">
              <a:spcBef>
                <a:spcPts val="0"/>
              </a:spcBef>
              <a:spcAft>
                <a:spcPts val="0"/>
              </a:spcAft>
              <a:buNone/>
              <a:defRPr sz="1800">
                <a:solidFill>
                  <a:schemeClr val="dk1"/>
                </a:solidFill>
                <a:latin typeface="Arial"/>
                <a:ea typeface="Arial"/>
                <a:cs typeface="Arial"/>
                <a:sym typeface="Arial"/>
              </a:defRPr>
            </a:lvl9pPr>
          </a:lstStyle>
          <a:p>
            <a:pPr indent="0" lvl="0" marL="0" rtl="0" algn="l">
              <a:spcBef>
                <a:spcPts val="0"/>
              </a:spcBef>
              <a:spcAft>
                <a:spcPts val="0"/>
              </a:spcAft>
              <a:buNone/>
            </a:pPr>
            <a:r>
              <a:rPr lang="en-US"/>
              <a:t>Page </a:t>
            </a:r>
            <a:fld id="{00000000-1234-1234-1234-123412341234}" type="slidenum">
              <a:rPr lang="en-US"/>
              <a:t>‹#›</a:t>
            </a:fld>
            <a:endParaRPr/>
          </a:p>
        </p:txBody>
      </p:sp>
      <p:sp>
        <p:nvSpPr>
          <p:cNvPr id="32" name="Google Shape;32;p12"/>
          <p:cNvSpPr txBox="1"/>
          <p:nvPr>
            <p:ph idx="11" type="ftr"/>
          </p:nvPr>
        </p:nvSpPr>
        <p:spPr>
          <a:xfrm>
            <a:off x="314325" y="6595048"/>
            <a:ext cx="6735763" cy="25241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3"/>
          <p:cNvSpPr txBox="1"/>
          <p:nvPr>
            <p:ph type="title"/>
          </p:nvPr>
        </p:nvSpPr>
        <p:spPr>
          <a:xfrm>
            <a:off x="314325" y="622300"/>
            <a:ext cx="8515350" cy="458788"/>
          </a:xfrm>
          <a:prstGeom prst="rect">
            <a:avLst/>
          </a:prstGeom>
          <a:noFill/>
          <a:ln>
            <a:noFill/>
          </a:ln>
        </p:spPr>
        <p:txBody>
          <a:bodyPr anchorCtr="0" anchor="t" bIns="45700" lIns="0" spcFirstLastPara="1" rIns="0" wrap="square" tIns="45700">
            <a:noAutofit/>
          </a:bodyPr>
          <a:lstStyle>
            <a:lvl1pPr lvl="0" algn="ctr">
              <a:lnSpc>
                <a:spcPct val="95000"/>
              </a:lnSpc>
              <a:spcBef>
                <a:spcPts val="0"/>
              </a:spcBef>
              <a:spcAft>
                <a:spcPts val="0"/>
              </a:spcAft>
              <a:buSzPts val="1400"/>
              <a:buNone/>
              <a:defRPr/>
            </a:lvl1pPr>
            <a:lvl2pPr lvl="1" algn="ctr">
              <a:lnSpc>
                <a:spcPct val="95000"/>
              </a:lnSpc>
              <a:spcBef>
                <a:spcPts val="0"/>
              </a:spcBef>
              <a:spcAft>
                <a:spcPts val="0"/>
              </a:spcAft>
              <a:buSzPts val="1400"/>
              <a:buNone/>
              <a:defRPr/>
            </a:lvl2pPr>
            <a:lvl3pPr lvl="2" algn="ctr">
              <a:lnSpc>
                <a:spcPct val="95000"/>
              </a:lnSpc>
              <a:spcBef>
                <a:spcPts val="0"/>
              </a:spcBef>
              <a:spcAft>
                <a:spcPts val="0"/>
              </a:spcAft>
              <a:buSzPts val="1400"/>
              <a:buNone/>
              <a:defRPr/>
            </a:lvl3pPr>
            <a:lvl4pPr lvl="3" algn="ctr">
              <a:lnSpc>
                <a:spcPct val="95000"/>
              </a:lnSpc>
              <a:spcBef>
                <a:spcPts val="0"/>
              </a:spcBef>
              <a:spcAft>
                <a:spcPts val="0"/>
              </a:spcAft>
              <a:buSzPts val="1400"/>
              <a:buNone/>
              <a:defRPr/>
            </a:lvl4pPr>
            <a:lvl5pPr lvl="4" algn="ctr">
              <a:lnSpc>
                <a:spcPct val="95000"/>
              </a:lnSpc>
              <a:spcBef>
                <a:spcPts val="0"/>
              </a:spcBef>
              <a:spcAft>
                <a:spcPts val="0"/>
              </a:spcAft>
              <a:buSzPts val="1400"/>
              <a:buNone/>
              <a:defRPr/>
            </a:lvl5pPr>
            <a:lvl6pPr lvl="5" algn="l">
              <a:lnSpc>
                <a:spcPct val="95000"/>
              </a:lnSpc>
              <a:spcBef>
                <a:spcPts val="0"/>
              </a:spcBef>
              <a:spcAft>
                <a:spcPts val="0"/>
              </a:spcAft>
              <a:buSzPts val="1400"/>
              <a:buNone/>
              <a:defRPr/>
            </a:lvl6pPr>
            <a:lvl7pPr lvl="6" algn="l">
              <a:lnSpc>
                <a:spcPct val="95000"/>
              </a:lnSpc>
              <a:spcBef>
                <a:spcPts val="0"/>
              </a:spcBef>
              <a:spcAft>
                <a:spcPts val="0"/>
              </a:spcAft>
              <a:buSzPts val="1400"/>
              <a:buNone/>
              <a:defRPr/>
            </a:lvl7pPr>
            <a:lvl8pPr lvl="7" algn="l">
              <a:lnSpc>
                <a:spcPct val="95000"/>
              </a:lnSpc>
              <a:spcBef>
                <a:spcPts val="0"/>
              </a:spcBef>
              <a:spcAft>
                <a:spcPts val="0"/>
              </a:spcAft>
              <a:buSzPts val="1400"/>
              <a:buNone/>
              <a:defRPr/>
            </a:lvl8pPr>
            <a:lvl9pPr lvl="8" algn="l">
              <a:lnSpc>
                <a:spcPct val="95000"/>
              </a:lnSpc>
              <a:spcBef>
                <a:spcPts val="0"/>
              </a:spcBef>
              <a:spcAft>
                <a:spcPts val="0"/>
              </a:spcAft>
              <a:buSzPts val="1400"/>
              <a:buNone/>
              <a:defRPr/>
            </a:lvl9pPr>
          </a:lstStyle>
          <a:p/>
        </p:txBody>
      </p:sp>
      <p:sp>
        <p:nvSpPr>
          <p:cNvPr id="35" name="Google Shape;35;p13"/>
          <p:cNvSpPr txBox="1"/>
          <p:nvPr>
            <p:ph idx="1" type="body"/>
          </p:nvPr>
        </p:nvSpPr>
        <p:spPr>
          <a:xfrm>
            <a:off x="319088" y="1879600"/>
            <a:ext cx="4186237" cy="4029075"/>
          </a:xfrm>
          <a:prstGeom prst="rect">
            <a:avLst/>
          </a:prstGeom>
          <a:noFill/>
          <a:ln>
            <a:noFill/>
          </a:ln>
        </p:spPr>
        <p:txBody>
          <a:bodyPr anchorCtr="0" anchor="t" bIns="45700" lIns="0" spcFirstLastPara="1" rIns="0" wrap="square" tIns="45700">
            <a:noAutofit/>
          </a:bodyPr>
          <a:lstStyle>
            <a:lvl1pPr indent="-406400" lvl="0" marL="457200" algn="l">
              <a:spcBef>
                <a:spcPts val="1120"/>
              </a:spcBef>
              <a:spcAft>
                <a:spcPts val="0"/>
              </a:spcAft>
              <a:buSzPts val="2800"/>
              <a:buChar char="▪"/>
              <a:defRPr sz="2800"/>
            </a:lvl1pPr>
            <a:lvl2pPr indent="-381000" lvl="1" marL="914400" algn="l">
              <a:spcBef>
                <a:spcPts val="960"/>
              </a:spcBef>
              <a:spcAft>
                <a:spcPts val="0"/>
              </a:spcAft>
              <a:buSzPts val="2400"/>
              <a:buChar char="‒"/>
              <a:defRPr sz="2400"/>
            </a:lvl2pPr>
            <a:lvl3pPr indent="-355600" lvl="2" marL="1371600" algn="l">
              <a:spcBef>
                <a:spcPts val="800"/>
              </a:spcBef>
              <a:spcAft>
                <a:spcPts val="0"/>
              </a:spcAft>
              <a:buSzPts val="2000"/>
              <a:buChar char="o"/>
              <a:defRPr sz="2000"/>
            </a:lvl3pPr>
            <a:lvl4pPr indent="-342900" lvl="3" marL="1828800" algn="l">
              <a:spcBef>
                <a:spcPts val="720"/>
              </a:spcBef>
              <a:spcAft>
                <a:spcPts val="0"/>
              </a:spcAft>
              <a:buSzPts val="1800"/>
              <a:buChar char="‒"/>
              <a:defRPr sz="1800"/>
            </a:lvl4pPr>
            <a:lvl5pPr indent="-342900" lvl="4" marL="2286000" algn="l">
              <a:spcBef>
                <a:spcPts val="720"/>
              </a:spcBef>
              <a:spcAft>
                <a:spcPts val="0"/>
              </a:spcAft>
              <a:buSzPts val="1800"/>
              <a:buChar char="▪"/>
              <a:defRPr sz="1800"/>
            </a:lvl5pPr>
            <a:lvl6pPr indent="-342900" lvl="5" marL="2743200" algn="l">
              <a:spcBef>
                <a:spcPts val="720"/>
              </a:spcBef>
              <a:spcAft>
                <a:spcPts val="0"/>
              </a:spcAft>
              <a:buSzPts val="1800"/>
              <a:buChar char="▪"/>
              <a:defRPr sz="1800"/>
            </a:lvl6pPr>
            <a:lvl7pPr indent="-342900" lvl="6" marL="3200400" algn="l">
              <a:spcBef>
                <a:spcPts val="720"/>
              </a:spcBef>
              <a:spcAft>
                <a:spcPts val="0"/>
              </a:spcAft>
              <a:buSzPts val="1800"/>
              <a:buChar char="▪"/>
              <a:defRPr sz="1800"/>
            </a:lvl7pPr>
            <a:lvl8pPr indent="-342900" lvl="7" marL="3657600" algn="l">
              <a:spcBef>
                <a:spcPts val="720"/>
              </a:spcBef>
              <a:spcAft>
                <a:spcPts val="0"/>
              </a:spcAft>
              <a:buSzPts val="1800"/>
              <a:buChar char="▪"/>
              <a:defRPr sz="1800"/>
            </a:lvl8pPr>
            <a:lvl9pPr indent="-342900" lvl="8" marL="4114800" algn="l">
              <a:spcBef>
                <a:spcPts val="720"/>
              </a:spcBef>
              <a:spcAft>
                <a:spcPts val="0"/>
              </a:spcAft>
              <a:buSzPts val="1800"/>
              <a:buChar char="▪"/>
              <a:defRPr sz="1800"/>
            </a:lvl9pPr>
          </a:lstStyle>
          <a:p/>
        </p:txBody>
      </p:sp>
      <p:sp>
        <p:nvSpPr>
          <p:cNvPr id="36" name="Google Shape;36;p13"/>
          <p:cNvSpPr txBox="1"/>
          <p:nvPr>
            <p:ph idx="2" type="body"/>
          </p:nvPr>
        </p:nvSpPr>
        <p:spPr>
          <a:xfrm>
            <a:off x="4657725" y="1879600"/>
            <a:ext cx="4186238" cy="4029075"/>
          </a:xfrm>
          <a:prstGeom prst="rect">
            <a:avLst/>
          </a:prstGeom>
          <a:noFill/>
          <a:ln>
            <a:noFill/>
          </a:ln>
        </p:spPr>
        <p:txBody>
          <a:bodyPr anchorCtr="0" anchor="t" bIns="45700" lIns="0" spcFirstLastPara="1" rIns="0" wrap="square" tIns="45700">
            <a:noAutofit/>
          </a:bodyPr>
          <a:lstStyle>
            <a:lvl1pPr indent="-406400" lvl="0" marL="457200" algn="l">
              <a:spcBef>
                <a:spcPts val="1120"/>
              </a:spcBef>
              <a:spcAft>
                <a:spcPts val="0"/>
              </a:spcAft>
              <a:buSzPts val="2800"/>
              <a:buChar char="▪"/>
              <a:defRPr sz="2800"/>
            </a:lvl1pPr>
            <a:lvl2pPr indent="-381000" lvl="1" marL="914400" algn="l">
              <a:spcBef>
                <a:spcPts val="960"/>
              </a:spcBef>
              <a:spcAft>
                <a:spcPts val="0"/>
              </a:spcAft>
              <a:buSzPts val="2400"/>
              <a:buChar char="‒"/>
              <a:defRPr sz="2400"/>
            </a:lvl2pPr>
            <a:lvl3pPr indent="-355600" lvl="2" marL="1371600" algn="l">
              <a:spcBef>
                <a:spcPts val="800"/>
              </a:spcBef>
              <a:spcAft>
                <a:spcPts val="0"/>
              </a:spcAft>
              <a:buSzPts val="2000"/>
              <a:buChar char="o"/>
              <a:defRPr sz="2000"/>
            </a:lvl3pPr>
            <a:lvl4pPr indent="-342900" lvl="3" marL="1828800" algn="l">
              <a:spcBef>
                <a:spcPts val="720"/>
              </a:spcBef>
              <a:spcAft>
                <a:spcPts val="0"/>
              </a:spcAft>
              <a:buSzPts val="1800"/>
              <a:buChar char="‒"/>
              <a:defRPr sz="1800"/>
            </a:lvl4pPr>
            <a:lvl5pPr indent="-342900" lvl="4" marL="2286000" algn="l">
              <a:spcBef>
                <a:spcPts val="720"/>
              </a:spcBef>
              <a:spcAft>
                <a:spcPts val="0"/>
              </a:spcAft>
              <a:buSzPts val="1800"/>
              <a:buChar char="▪"/>
              <a:defRPr sz="1800"/>
            </a:lvl5pPr>
            <a:lvl6pPr indent="-342900" lvl="5" marL="2743200" algn="l">
              <a:spcBef>
                <a:spcPts val="720"/>
              </a:spcBef>
              <a:spcAft>
                <a:spcPts val="0"/>
              </a:spcAft>
              <a:buSzPts val="1800"/>
              <a:buChar char="▪"/>
              <a:defRPr sz="1800"/>
            </a:lvl6pPr>
            <a:lvl7pPr indent="-342900" lvl="6" marL="3200400" algn="l">
              <a:spcBef>
                <a:spcPts val="720"/>
              </a:spcBef>
              <a:spcAft>
                <a:spcPts val="0"/>
              </a:spcAft>
              <a:buSzPts val="1800"/>
              <a:buChar char="▪"/>
              <a:defRPr sz="1800"/>
            </a:lvl7pPr>
            <a:lvl8pPr indent="-342900" lvl="7" marL="3657600" algn="l">
              <a:spcBef>
                <a:spcPts val="720"/>
              </a:spcBef>
              <a:spcAft>
                <a:spcPts val="0"/>
              </a:spcAft>
              <a:buSzPts val="1800"/>
              <a:buChar char="▪"/>
              <a:defRPr sz="1800"/>
            </a:lvl8pPr>
            <a:lvl9pPr indent="-342900" lvl="8" marL="4114800" algn="l">
              <a:spcBef>
                <a:spcPts val="720"/>
              </a:spcBef>
              <a:spcAft>
                <a:spcPts val="0"/>
              </a:spcAft>
              <a:buSzPts val="1800"/>
              <a:buChar char="▪"/>
              <a:defRPr sz="1800"/>
            </a:lvl9pPr>
          </a:lstStyle>
          <a:p/>
        </p:txBody>
      </p:sp>
      <p:sp>
        <p:nvSpPr>
          <p:cNvPr id="37" name="Google Shape;37;p13"/>
          <p:cNvSpPr txBox="1"/>
          <p:nvPr>
            <p:ph idx="10" type="dt"/>
          </p:nvPr>
        </p:nvSpPr>
        <p:spPr>
          <a:xfrm>
            <a:off x="319088" y="6588125"/>
            <a:ext cx="944562" cy="252413"/>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38" name="Google Shape;38;p13"/>
          <p:cNvSpPr txBox="1"/>
          <p:nvPr>
            <p:ph idx="12" type="sldNum"/>
          </p:nvPr>
        </p:nvSpPr>
        <p:spPr>
          <a:xfrm>
            <a:off x="1271588" y="6588125"/>
            <a:ext cx="827087" cy="252413"/>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spcAft>
                <a:spcPts val="0"/>
              </a:spcAft>
              <a:buNone/>
              <a:defRPr sz="1800">
                <a:solidFill>
                  <a:schemeClr val="dk1"/>
                </a:solidFill>
                <a:latin typeface="Arial"/>
                <a:ea typeface="Arial"/>
                <a:cs typeface="Arial"/>
                <a:sym typeface="Arial"/>
              </a:defRPr>
            </a:lvl1pPr>
            <a:lvl2pPr indent="0" lvl="1" marL="0" marR="0" rtl="0" algn="l">
              <a:spcBef>
                <a:spcPts val="0"/>
              </a:spcBef>
              <a:spcAft>
                <a:spcPts val="0"/>
              </a:spcAft>
              <a:buNone/>
              <a:defRPr sz="1800">
                <a:solidFill>
                  <a:schemeClr val="dk1"/>
                </a:solidFill>
                <a:latin typeface="Arial"/>
                <a:ea typeface="Arial"/>
                <a:cs typeface="Arial"/>
                <a:sym typeface="Arial"/>
              </a:defRPr>
            </a:lvl2pPr>
            <a:lvl3pPr indent="0" lvl="2" marL="0" marR="0" rtl="0" algn="l">
              <a:spcBef>
                <a:spcPts val="0"/>
              </a:spcBef>
              <a:spcAft>
                <a:spcPts val="0"/>
              </a:spcAft>
              <a:buNone/>
              <a:defRPr sz="1800">
                <a:solidFill>
                  <a:schemeClr val="dk1"/>
                </a:solidFill>
                <a:latin typeface="Arial"/>
                <a:ea typeface="Arial"/>
                <a:cs typeface="Arial"/>
                <a:sym typeface="Arial"/>
              </a:defRPr>
            </a:lvl3pPr>
            <a:lvl4pPr indent="0" lvl="3" marL="0" marR="0" rtl="0" algn="l">
              <a:spcBef>
                <a:spcPts val="0"/>
              </a:spcBef>
              <a:spcAft>
                <a:spcPts val="0"/>
              </a:spcAft>
              <a:buNone/>
              <a:defRPr sz="1800">
                <a:solidFill>
                  <a:schemeClr val="dk1"/>
                </a:solidFill>
                <a:latin typeface="Arial"/>
                <a:ea typeface="Arial"/>
                <a:cs typeface="Arial"/>
                <a:sym typeface="Arial"/>
              </a:defRPr>
            </a:lvl4pPr>
            <a:lvl5pPr indent="0" lvl="4" marL="0" marR="0" rtl="0" algn="l">
              <a:spcBef>
                <a:spcPts val="0"/>
              </a:spcBef>
              <a:spcAft>
                <a:spcPts val="0"/>
              </a:spcAft>
              <a:buNone/>
              <a:defRPr sz="1800">
                <a:solidFill>
                  <a:schemeClr val="dk1"/>
                </a:solidFill>
                <a:latin typeface="Arial"/>
                <a:ea typeface="Arial"/>
                <a:cs typeface="Arial"/>
                <a:sym typeface="Arial"/>
              </a:defRPr>
            </a:lvl5pPr>
            <a:lvl6pPr indent="0" lvl="5" marL="0" marR="0" rtl="0" algn="l">
              <a:spcBef>
                <a:spcPts val="0"/>
              </a:spcBef>
              <a:spcAft>
                <a:spcPts val="0"/>
              </a:spcAft>
              <a:buNone/>
              <a:defRPr sz="1800">
                <a:solidFill>
                  <a:schemeClr val="dk1"/>
                </a:solidFill>
                <a:latin typeface="Arial"/>
                <a:ea typeface="Arial"/>
                <a:cs typeface="Arial"/>
                <a:sym typeface="Arial"/>
              </a:defRPr>
            </a:lvl6pPr>
            <a:lvl7pPr indent="0" lvl="6" marL="0" marR="0" rtl="0" algn="l">
              <a:spcBef>
                <a:spcPts val="0"/>
              </a:spcBef>
              <a:spcAft>
                <a:spcPts val="0"/>
              </a:spcAft>
              <a:buNone/>
              <a:defRPr sz="1800">
                <a:solidFill>
                  <a:schemeClr val="dk1"/>
                </a:solidFill>
                <a:latin typeface="Arial"/>
                <a:ea typeface="Arial"/>
                <a:cs typeface="Arial"/>
                <a:sym typeface="Arial"/>
              </a:defRPr>
            </a:lvl7pPr>
            <a:lvl8pPr indent="0" lvl="7" marL="0" marR="0" rtl="0" algn="l">
              <a:spcBef>
                <a:spcPts val="0"/>
              </a:spcBef>
              <a:spcAft>
                <a:spcPts val="0"/>
              </a:spcAft>
              <a:buNone/>
              <a:defRPr sz="1800">
                <a:solidFill>
                  <a:schemeClr val="dk1"/>
                </a:solidFill>
                <a:latin typeface="Arial"/>
                <a:ea typeface="Arial"/>
                <a:cs typeface="Arial"/>
                <a:sym typeface="Arial"/>
              </a:defRPr>
            </a:lvl8pPr>
            <a:lvl9pPr indent="0" lvl="8" marL="0" marR="0" rtl="0" algn="l">
              <a:spcBef>
                <a:spcPts val="0"/>
              </a:spcBef>
              <a:spcAft>
                <a:spcPts val="0"/>
              </a:spcAft>
              <a:buNone/>
              <a:defRPr sz="1800">
                <a:solidFill>
                  <a:schemeClr val="dk1"/>
                </a:solidFill>
                <a:latin typeface="Arial"/>
                <a:ea typeface="Arial"/>
                <a:cs typeface="Arial"/>
                <a:sym typeface="Arial"/>
              </a:defRPr>
            </a:lvl9pPr>
          </a:lstStyle>
          <a:p>
            <a:pPr indent="0" lvl="0" marL="0" rtl="0" algn="l">
              <a:spcBef>
                <a:spcPts val="0"/>
              </a:spcBef>
              <a:spcAft>
                <a:spcPts val="0"/>
              </a:spcAft>
              <a:buNone/>
            </a:pPr>
            <a:r>
              <a:rPr lang="en-US"/>
              <a:t>Page </a:t>
            </a:r>
            <a:fld id="{00000000-1234-1234-1234-123412341234}" type="slidenum">
              <a:rPr lang="en-US"/>
              <a:t>‹#›</a:t>
            </a:fld>
            <a:endParaRPr/>
          </a:p>
        </p:txBody>
      </p:sp>
      <p:sp>
        <p:nvSpPr>
          <p:cNvPr id="39" name="Google Shape;39;p13"/>
          <p:cNvSpPr txBox="1"/>
          <p:nvPr>
            <p:ph idx="11" type="ftr"/>
          </p:nvPr>
        </p:nvSpPr>
        <p:spPr>
          <a:xfrm>
            <a:off x="314325" y="6595048"/>
            <a:ext cx="6735763" cy="25241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4"/>
          <p:cNvSpPr txBox="1"/>
          <p:nvPr>
            <p:ph type="title"/>
          </p:nvPr>
        </p:nvSpPr>
        <p:spPr>
          <a:xfrm>
            <a:off x="457200" y="691978"/>
            <a:ext cx="8229600" cy="725660"/>
          </a:xfrm>
          <a:prstGeom prst="rect">
            <a:avLst/>
          </a:prstGeom>
          <a:noFill/>
          <a:ln>
            <a:noFill/>
          </a:ln>
        </p:spPr>
        <p:txBody>
          <a:bodyPr anchorCtr="0" anchor="t" bIns="45700" lIns="0" spcFirstLastPara="1" rIns="0" wrap="square" tIns="45700">
            <a:noAutofit/>
          </a:bodyPr>
          <a:lstStyle>
            <a:lvl1pPr lvl="0" algn="ctr">
              <a:lnSpc>
                <a:spcPct val="95000"/>
              </a:lnSpc>
              <a:spcBef>
                <a:spcPts val="0"/>
              </a:spcBef>
              <a:spcAft>
                <a:spcPts val="0"/>
              </a:spcAft>
              <a:buSzPts val="1400"/>
              <a:buNone/>
              <a:defRPr/>
            </a:lvl1pPr>
            <a:lvl2pPr lvl="1" algn="ctr">
              <a:lnSpc>
                <a:spcPct val="95000"/>
              </a:lnSpc>
              <a:spcBef>
                <a:spcPts val="0"/>
              </a:spcBef>
              <a:spcAft>
                <a:spcPts val="0"/>
              </a:spcAft>
              <a:buSzPts val="1400"/>
              <a:buNone/>
              <a:defRPr/>
            </a:lvl2pPr>
            <a:lvl3pPr lvl="2" algn="ctr">
              <a:lnSpc>
                <a:spcPct val="95000"/>
              </a:lnSpc>
              <a:spcBef>
                <a:spcPts val="0"/>
              </a:spcBef>
              <a:spcAft>
                <a:spcPts val="0"/>
              </a:spcAft>
              <a:buSzPts val="1400"/>
              <a:buNone/>
              <a:defRPr/>
            </a:lvl3pPr>
            <a:lvl4pPr lvl="3" algn="ctr">
              <a:lnSpc>
                <a:spcPct val="95000"/>
              </a:lnSpc>
              <a:spcBef>
                <a:spcPts val="0"/>
              </a:spcBef>
              <a:spcAft>
                <a:spcPts val="0"/>
              </a:spcAft>
              <a:buSzPts val="1400"/>
              <a:buNone/>
              <a:defRPr/>
            </a:lvl4pPr>
            <a:lvl5pPr lvl="4" algn="ctr">
              <a:lnSpc>
                <a:spcPct val="95000"/>
              </a:lnSpc>
              <a:spcBef>
                <a:spcPts val="0"/>
              </a:spcBef>
              <a:spcAft>
                <a:spcPts val="0"/>
              </a:spcAft>
              <a:buSzPts val="1400"/>
              <a:buNone/>
              <a:defRPr/>
            </a:lvl5pPr>
            <a:lvl6pPr lvl="5" algn="l">
              <a:lnSpc>
                <a:spcPct val="95000"/>
              </a:lnSpc>
              <a:spcBef>
                <a:spcPts val="0"/>
              </a:spcBef>
              <a:spcAft>
                <a:spcPts val="0"/>
              </a:spcAft>
              <a:buSzPts val="1400"/>
              <a:buNone/>
              <a:defRPr/>
            </a:lvl6pPr>
            <a:lvl7pPr lvl="6" algn="l">
              <a:lnSpc>
                <a:spcPct val="95000"/>
              </a:lnSpc>
              <a:spcBef>
                <a:spcPts val="0"/>
              </a:spcBef>
              <a:spcAft>
                <a:spcPts val="0"/>
              </a:spcAft>
              <a:buSzPts val="1400"/>
              <a:buNone/>
              <a:defRPr/>
            </a:lvl7pPr>
            <a:lvl8pPr lvl="7" algn="l">
              <a:lnSpc>
                <a:spcPct val="95000"/>
              </a:lnSpc>
              <a:spcBef>
                <a:spcPts val="0"/>
              </a:spcBef>
              <a:spcAft>
                <a:spcPts val="0"/>
              </a:spcAft>
              <a:buSzPts val="1400"/>
              <a:buNone/>
              <a:defRPr/>
            </a:lvl8pPr>
            <a:lvl9pPr lvl="8" algn="l">
              <a:lnSpc>
                <a:spcPct val="95000"/>
              </a:lnSpc>
              <a:spcBef>
                <a:spcPts val="0"/>
              </a:spcBef>
              <a:spcAft>
                <a:spcPts val="0"/>
              </a:spcAft>
              <a:buSzPts val="1400"/>
              <a:buNone/>
              <a:defRPr/>
            </a:lvl9pPr>
          </a:lstStyle>
          <a:p/>
        </p:txBody>
      </p:sp>
      <p:sp>
        <p:nvSpPr>
          <p:cNvPr id="42" name="Google Shape;42;p14"/>
          <p:cNvSpPr txBox="1"/>
          <p:nvPr>
            <p:ph idx="1" type="body"/>
          </p:nvPr>
        </p:nvSpPr>
        <p:spPr>
          <a:xfrm>
            <a:off x="148281" y="1535113"/>
            <a:ext cx="4349107" cy="639762"/>
          </a:xfrm>
          <a:prstGeom prst="rect">
            <a:avLst/>
          </a:prstGeom>
          <a:noFill/>
          <a:ln>
            <a:noFill/>
          </a:ln>
        </p:spPr>
        <p:txBody>
          <a:bodyPr anchorCtr="0" anchor="b" bIns="45700" lIns="0" spcFirstLastPara="1" rIns="0" wrap="square" tIns="45700">
            <a:noAutofit/>
          </a:bodyPr>
          <a:lstStyle>
            <a:lvl1pPr indent="-228600" lvl="0" marL="457200" algn="l">
              <a:spcBef>
                <a:spcPts val="960"/>
              </a:spcBef>
              <a:spcAft>
                <a:spcPts val="0"/>
              </a:spcAft>
              <a:buSzPts val="2400"/>
              <a:buNone/>
              <a:defRPr b="1" sz="2400"/>
            </a:lvl1pPr>
            <a:lvl2pPr indent="-228600" lvl="1" marL="914400" algn="l">
              <a:spcBef>
                <a:spcPts val="800"/>
              </a:spcBef>
              <a:spcAft>
                <a:spcPts val="0"/>
              </a:spcAft>
              <a:buSzPts val="2000"/>
              <a:buNone/>
              <a:defRPr b="1" sz="2000"/>
            </a:lvl2pPr>
            <a:lvl3pPr indent="-228600" lvl="2" marL="1371600" algn="l">
              <a:spcBef>
                <a:spcPts val="720"/>
              </a:spcBef>
              <a:spcAft>
                <a:spcPts val="0"/>
              </a:spcAft>
              <a:buSzPts val="1800"/>
              <a:buNone/>
              <a:defRPr b="1" sz="1800"/>
            </a:lvl3pPr>
            <a:lvl4pPr indent="-228600" lvl="3" marL="1828800" algn="l">
              <a:spcBef>
                <a:spcPts val="640"/>
              </a:spcBef>
              <a:spcAft>
                <a:spcPts val="0"/>
              </a:spcAft>
              <a:buSzPts val="1600"/>
              <a:buNone/>
              <a:defRPr b="1" sz="1600"/>
            </a:lvl4pPr>
            <a:lvl5pPr indent="-228600" lvl="4" marL="2286000" algn="l">
              <a:spcBef>
                <a:spcPts val="640"/>
              </a:spcBef>
              <a:spcAft>
                <a:spcPts val="0"/>
              </a:spcAft>
              <a:buSzPts val="1600"/>
              <a:buNone/>
              <a:defRPr b="1" sz="1600"/>
            </a:lvl5pPr>
            <a:lvl6pPr indent="-228600" lvl="5" marL="2743200" algn="l">
              <a:spcBef>
                <a:spcPts val="640"/>
              </a:spcBef>
              <a:spcAft>
                <a:spcPts val="0"/>
              </a:spcAft>
              <a:buSzPts val="1600"/>
              <a:buNone/>
              <a:defRPr b="1" sz="1600"/>
            </a:lvl6pPr>
            <a:lvl7pPr indent="-228600" lvl="6" marL="3200400" algn="l">
              <a:spcBef>
                <a:spcPts val="640"/>
              </a:spcBef>
              <a:spcAft>
                <a:spcPts val="0"/>
              </a:spcAft>
              <a:buSzPts val="1600"/>
              <a:buNone/>
              <a:defRPr b="1" sz="1600"/>
            </a:lvl7pPr>
            <a:lvl8pPr indent="-228600" lvl="7" marL="3657600" algn="l">
              <a:spcBef>
                <a:spcPts val="640"/>
              </a:spcBef>
              <a:spcAft>
                <a:spcPts val="0"/>
              </a:spcAft>
              <a:buSzPts val="1600"/>
              <a:buNone/>
              <a:defRPr b="1" sz="1600"/>
            </a:lvl8pPr>
            <a:lvl9pPr indent="-228600" lvl="8" marL="4114800" algn="l">
              <a:spcBef>
                <a:spcPts val="640"/>
              </a:spcBef>
              <a:spcAft>
                <a:spcPts val="0"/>
              </a:spcAft>
              <a:buSzPts val="1600"/>
              <a:buNone/>
              <a:defRPr b="1" sz="1600"/>
            </a:lvl9pPr>
          </a:lstStyle>
          <a:p/>
        </p:txBody>
      </p:sp>
      <p:sp>
        <p:nvSpPr>
          <p:cNvPr id="43" name="Google Shape;43;p14"/>
          <p:cNvSpPr txBox="1"/>
          <p:nvPr>
            <p:ph idx="2" type="body"/>
          </p:nvPr>
        </p:nvSpPr>
        <p:spPr>
          <a:xfrm>
            <a:off x="135924" y="2174875"/>
            <a:ext cx="4361464" cy="3951288"/>
          </a:xfrm>
          <a:prstGeom prst="rect">
            <a:avLst/>
          </a:prstGeom>
          <a:noFill/>
          <a:ln>
            <a:noFill/>
          </a:ln>
        </p:spPr>
        <p:txBody>
          <a:bodyPr anchorCtr="0" anchor="t" bIns="45700" lIns="0" spcFirstLastPara="1" rIns="0" wrap="square" tIns="45700">
            <a:noAutofit/>
          </a:bodyPr>
          <a:lstStyle>
            <a:lvl1pPr indent="-381000" lvl="0" marL="457200" algn="l">
              <a:spcBef>
                <a:spcPts val="960"/>
              </a:spcBef>
              <a:spcAft>
                <a:spcPts val="0"/>
              </a:spcAft>
              <a:buSzPts val="2400"/>
              <a:buChar char="▪"/>
              <a:defRPr sz="2400"/>
            </a:lvl1pPr>
            <a:lvl2pPr indent="-355600" lvl="1" marL="914400" algn="l">
              <a:spcBef>
                <a:spcPts val="800"/>
              </a:spcBef>
              <a:spcAft>
                <a:spcPts val="0"/>
              </a:spcAft>
              <a:buSzPts val="2000"/>
              <a:buChar char="‒"/>
              <a:defRPr sz="2000"/>
            </a:lvl2pPr>
            <a:lvl3pPr indent="-342900" lvl="2" marL="1371600" algn="l">
              <a:spcBef>
                <a:spcPts val="720"/>
              </a:spcBef>
              <a:spcAft>
                <a:spcPts val="0"/>
              </a:spcAft>
              <a:buSzPts val="1800"/>
              <a:buChar char="o"/>
              <a:defRPr sz="1800"/>
            </a:lvl3pPr>
            <a:lvl4pPr indent="-330200" lvl="3" marL="1828800" algn="l">
              <a:spcBef>
                <a:spcPts val="640"/>
              </a:spcBef>
              <a:spcAft>
                <a:spcPts val="0"/>
              </a:spcAft>
              <a:buSzPts val="1600"/>
              <a:buChar char="‒"/>
              <a:defRPr sz="1600"/>
            </a:lvl4pPr>
            <a:lvl5pPr indent="-330200" lvl="4" marL="2286000" algn="l">
              <a:spcBef>
                <a:spcPts val="640"/>
              </a:spcBef>
              <a:spcAft>
                <a:spcPts val="0"/>
              </a:spcAft>
              <a:buSzPts val="1600"/>
              <a:buChar char="▪"/>
              <a:defRPr sz="1600"/>
            </a:lvl5pPr>
            <a:lvl6pPr indent="-330200" lvl="5" marL="2743200" algn="l">
              <a:spcBef>
                <a:spcPts val="640"/>
              </a:spcBef>
              <a:spcAft>
                <a:spcPts val="0"/>
              </a:spcAft>
              <a:buSzPts val="1600"/>
              <a:buChar char="▪"/>
              <a:defRPr sz="1600"/>
            </a:lvl6pPr>
            <a:lvl7pPr indent="-330200" lvl="6" marL="3200400" algn="l">
              <a:spcBef>
                <a:spcPts val="640"/>
              </a:spcBef>
              <a:spcAft>
                <a:spcPts val="0"/>
              </a:spcAft>
              <a:buSzPts val="1600"/>
              <a:buChar char="▪"/>
              <a:defRPr sz="1600"/>
            </a:lvl7pPr>
            <a:lvl8pPr indent="-330200" lvl="7" marL="3657600" algn="l">
              <a:spcBef>
                <a:spcPts val="640"/>
              </a:spcBef>
              <a:spcAft>
                <a:spcPts val="0"/>
              </a:spcAft>
              <a:buSzPts val="1600"/>
              <a:buChar char="▪"/>
              <a:defRPr sz="1600"/>
            </a:lvl8pPr>
            <a:lvl9pPr indent="-330200" lvl="8" marL="4114800" algn="l">
              <a:spcBef>
                <a:spcPts val="640"/>
              </a:spcBef>
              <a:spcAft>
                <a:spcPts val="0"/>
              </a:spcAft>
              <a:buSzPts val="1600"/>
              <a:buChar char="▪"/>
              <a:defRPr sz="1600"/>
            </a:lvl9pPr>
          </a:lstStyle>
          <a:p/>
        </p:txBody>
      </p:sp>
      <p:sp>
        <p:nvSpPr>
          <p:cNvPr id="44" name="Google Shape;44;p14"/>
          <p:cNvSpPr txBox="1"/>
          <p:nvPr>
            <p:ph idx="3" type="body"/>
          </p:nvPr>
        </p:nvSpPr>
        <p:spPr>
          <a:xfrm>
            <a:off x="4645025" y="1535113"/>
            <a:ext cx="4325980" cy="639762"/>
          </a:xfrm>
          <a:prstGeom prst="rect">
            <a:avLst/>
          </a:prstGeom>
          <a:noFill/>
          <a:ln>
            <a:noFill/>
          </a:ln>
        </p:spPr>
        <p:txBody>
          <a:bodyPr anchorCtr="0" anchor="b" bIns="45700" lIns="0" spcFirstLastPara="1" rIns="0" wrap="square" tIns="45700">
            <a:noAutofit/>
          </a:bodyPr>
          <a:lstStyle>
            <a:lvl1pPr indent="-228600" lvl="0" marL="457200" algn="l">
              <a:spcBef>
                <a:spcPts val="960"/>
              </a:spcBef>
              <a:spcAft>
                <a:spcPts val="0"/>
              </a:spcAft>
              <a:buSzPts val="2400"/>
              <a:buNone/>
              <a:defRPr b="1" sz="2400"/>
            </a:lvl1pPr>
            <a:lvl2pPr indent="-228600" lvl="1" marL="914400" algn="l">
              <a:spcBef>
                <a:spcPts val="800"/>
              </a:spcBef>
              <a:spcAft>
                <a:spcPts val="0"/>
              </a:spcAft>
              <a:buSzPts val="2000"/>
              <a:buNone/>
              <a:defRPr b="1" sz="2000"/>
            </a:lvl2pPr>
            <a:lvl3pPr indent="-228600" lvl="2" marL="1371600" algn="l">
              <a:spcBef>
                <a:spcPts val="720"/>
              </a:spcBef>
              <a:spcAft>
                <a:spcPts val="0"/>
              </a:spcAft>
              <a:buSzPts val="1800"/>
              <a:buNone/>
              <a:defRPr b="1" sz="1800"/>
            </a:lvl3pPr>
            <a:lvl4pPr indent="-228600" lvl="3" marL="1828800" algn="l">
              <a:spcBef>
                <a:spcPts val="640"/>
              </a:spcBef>
              <a:spcAft>
                <a:spcPts val="0"/>
              </a:spcAft>
              <a:buSzPts val="1600"/>
              <a:buNone/>
              <a:defRPr b="1" sz="1600"/>
            </a:lvl4pPr>
            <a:lvl5pPr indent="-228600" lvl="4" marL="2286000" algn="l">
              <a:spcBef>
                <a:spcPts val="640"/>
              </a:spcBef>
              <a:spcAft>
                <a:spcPts val="0"/>
              </a:spcAft>
              <a:buSzPts val="1600"/>
              <a:buNone/>
              <a:defRPr b="1" sz="1600"/>
            </a:lvl5pPr>
            <a:lvl6pPr indent="-228600" lvl="5" marL="2743200" algn="l">
              <a:spcBef>
                <a:spcPts val="640"/>
              </a:spcBef>
              <a:spcAft>
                <a:spcPts val="0"/>
              </a:spcAft>
              <a:buSzPts val="1600"/>
              <a:buNone/>
              <a:defRPr b="1" sz="1600"/>
            </a:lvl6pPr>
            <a:lvl7pPr indent="-228600" lvl="6" marL="3200400" algn="l">
              <a:spcBef>
                <a:spcPts val="640"/>
              </a:spcBef>
              <a:spcAft>
                <a:spcPts val="0"/>
              </a:spcAft>
              <a:buSzPts val="1600"/>
              <a:buNone/>
              <a:defRPr b="1" sz="1600"/>
            </a:lvl7pPr>
            <a:lvl8pPr indent="-228600" lvl="7" marL="3657600" algn="l">
              <a:spcBef>
                <a:spcPts val="640"/>
              </a:spcBef>
              <a:spcAft>
                <a:spcPts val="0"/>
              </a:spcAft>
              <a:buSzPts val="1600"/>
              <a:buNone/>
              <a:defRPr b="1" sz="1600"/>
            </a:lvl8pPr>
            <a:lvl9pPr indent="-228600" lvl="8" marL="4114800" algn="l">
              <a:spcBef>
                <a:spcPts val="640"/>
              </a:spcBef>
              <a:spcAft>
                <a:spcPts val="0"/>
              </a:spcAft>
              <a:buSzPts val="1600"/>
              <a:buNone/>
              <a:defRPr b="1" sz="1600"/>
            </a:lvl9pPr>
          </a:lstStyle>
          <a:p/>
        </p:txBody>
      </p:sp>
      <p:sp>
        <p:nvSpPr>
          <p:cNvPr id="45" name="Google Shape;45;p14"/>
          <p:cNvSpPr txBox="1"/>
          <p:nvPr>
            <p:ph idx="4" type="body"/>
          </p:nvPr>
        </p:nvSpPr>
        <p:spPr>
          <a:xfrm>
            <a:off x="4645025" y="2174875"/>
            <a:ext cx="4338337" cy="3951288"/>
          </a:xfrm>
          <a:prstGeom prst="rect">
            <a:avLst/>
          </a:prstGeom>
          <a:noFill/>
          <a:ln>
            <a:noFill/>
          </a:ln>
        </p:spPr>
        <p:txBody>
          <a:bodyPr anchorCtr="0" anchor="t" bIns="45700" lIns="0" spcFirstLastPara="1" rIns="0" wrap="square" tIns="45700">
            <a:noAutofit/>
          </a:bodyPr>
          <a:lstStyle>
            <a:lvl1pPr indent="-381000" lvl="0" marL="457200" algn="l">
              <a:spcBef>
                <a:spcPts val="960"/>
              </a:spcBef>
              <a:spcAft>
                <a:spcPts val="0"/>
              </a:spcAft>
              <a:buSzPts val="2400"/>
              <a:buChar char="▪"/>
              <a:defRPr sz="2400"/>
            </a:lvl1pPr>
            <a:lvl2pPr indent="-355600" lvl="1" marL="914400" algn="l">
              <a:spcBef>
                <a:spcPts val="800"/>
              </a:spcBef>
              <a:spcAft>
                <a:spcPts val="0"/>
              </a:spcAft>
              <a:buSzPts val="2000"/>
              <a:buChar char="‒"/>
              <a:defRPr sz="2000"/>
            </a:lvl2pPr>
            <a:lvl3pPr indent="-342900" lvl="2" marL="1371600" algn="l">
              <a:spcBef>
                <a:spcPts val="720"/>
              </a:spcBef>
              <a:spcAft>
                <a:spcPts val="0"/>
              </a:spcAft>
              <a:buSzPts val="1800"/>
              <a:buChar char="o"/>
              <a:defRPr sz="1800"/>
            </a:lvl3pPr>
            <a:lvl4pPr indent="-330200" lvl="3" marL="1828800" algn="l">
              <a:spcBef>
                <a:spcPts val="640"/>
              </a:spcBef>
              <a:spcAft>
                <a:spcPts val="0"/>
              </a:spcAft>
              <a:buSzPts val="1600"/>
              <a:buChar char="‒"/>
              <a:defRPr sz="1600"/>
            </a:lvl4pPr>
            <a:lvl5pPr indent="-330200" lvl="4" marL="2286000" algn="l">
              <a:spcBef>
                <a:spcPts val="640"/>
              </a:spcBef>
              <a:spcAft>
                <a:spcPts val="0"/>
              </a:spcAft>
              <a:buSzPts val="1600"/>
              <a:buChar char="▪"/>
              <a:defRPr sz="1600"/>
            </a:lvl5pPr>
            <a:lvl6pPr indent="-330200" lvl="5" marL="2743200" algn="l">
              <a:spcBef>
                <a:spcPts val="640"/>
              </a:spcBef>
              <a:spcAft>
                <a:spcPts val="0"/>
              </a:spcAft>
              <a:buSzPts val="1600"/>
              <a:buChar char="▪"/>
              <a:defRPr sz="1600"/>
            </a:lvl6pPr>
            <a:lvl7pPr indent="-330200" lvl="6" marL="3200400" algn="l">
              <a:spcBef>
                <a:spcPts val="640"/>
              </a:spcBef>
              <a:spcAft>
                <a:spcPts val="0"/>
              </a:spcAft>
              <a:buSzPts val="1600"/>
              <a:buChar char="▪"/>
              <a:defRPr sz="1600"/>
            </a:lvl7pPr>
            <a:lvl8pPr indent="-330200" lvl="7" marL="3657600" algn="l">
              <a:spcBef>
                <a:spcPts val="640"/>
              </a:spcBef>
              <a:spcAft>
                <a:spcPts val="0"/>
              </a:spcAft>
              <a:buSzPts val="1600"/>
              <a:buChar char="▪"/>
              <a:defRPr sz="1600"/>
            </a:lvl8pPr>
            <a:lvl9pPr indent="-330200" lvl="8" marL="4114800" algn="l">
              <a:spcBef>
                <a:spcPts val="640"/>
              </a:spcBef>
              <a:spcAft>
                <a:spcPts val="0"/>
              </a:spcAft>
              <a:buSzPts val="1600"/>
              <a:buChar char="▪"/>
              <a:defRPr sz="1600"/>
            </a:lvl9pPr>
          </a:lstStyle>
          <a:p/>
        </p:txBody>
      </p:sp>
      <p:sp>
        <p:nvSpPr>
          <p:cNvPr id="46" name="Google Shape;46;p14"/>
          <p:cNvSpPr txBox="1"/>
          <p:nvPr>
            <p:ph idx="10" type="dt"/>
          </p:nvPr>
        </p:nvSpPr>
        <p:spPr>
          <a:xfrm>
            <a:off x="319088" y="6588125"/>
            <a:ext cx="944562" cy="252413"/>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7" name="Google Shape;47;p14"/>
          <p:cNvSpPr txBox="1"/>
          <p:nvPr>
            <p:ph idx="12" type="sldNum"/>
          </p:nvPr>
        </p:nvSpPr>
        <p:spPr>
          <a:xfrm>
            <a:off x="1271588" y="6588125"/>
            <a:ext cx="827087" cy="252413"/>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spcAft>
                <a:spcPts val="0"/>
              </a:spcAft>
              <a:buNone/>
              <a:defRPr sz="1800">
                <a:solidFill>
                  <a:schemeClr val="dk1"/>
                </a:solidFill>
                <a:latin typeface="Arial"/>
                <a:ea typeface="Arial"/>
                <a:cs typeface="Arial"/>
                <a:sym typeface="Arial"/>
              </a:defRPr>
            </a:lvl1pPr>
            <a:lvl2pPr indent="0" lvl="1" marL="0" marR="0" rtl="0" algn="l">
              <a:spcBef>
                <a:spcPts val="0"/>
              </a:spcBef>
              <a:spcAft>
                <a:spcPts val="0"/>
              </a:spcAft>
              <a:buNone/>
              <a:defRPr sz="1800">
                <a:solidFill>
                  <a:schemeClr val="dk1"/>
                </a:solidFill>
                <a:latin typeface="Arial"/>
                <a:ea typeface="Arial"/>
                <a:cs typeface="Arial"/>
                <a:sym typeface="Arial"/>
              </a:defRPr>
            </a:lvl2pPr>
            <a:lvl3pPr indent="0" lvl="2" marL="0" marR="0" rtl="0" algn="l">
              <a:spcBef>
                <a:spcPts val="0"/>
              </a:spcBef>
              <a:spcAft>
                <a:spcPts val="0"/>
              </a:spcAft>
              <a:buNone/>
              <a:defRPr sz="1800">
                <a:solidFill>
                  <a:schemeClr val="dk1"/>
                </a:solidFill>
                <a:latin typeface="Arial"/>
                <a:ea typeface="Arial"/>
                <a:cs typeface="Arial"/>
                <a:sym typeface="Arial"/>
              </a:defRPr>
            </a:lvl3pPr>
            <a:lvl4pPr indent="0" lvl="3" marL="0" marR="0" rtl="0" algn="l">
              <a:spcBef>
                <a:spcPts val="0"/>
              </a:spcBef>
              <a:spcAft>
                <a:spcPts val="0"/>
              </a:spcAft>
              <a:buNone/>
              <a:defRPr sz="1800">
                <a:solidFill>
                  <a:schemeClr val="dk1"/>
                </a:solidFill>
                <a:latin typeface="Arial"/>
                <a:ea typeface="Arial"/>
                <a:cs typeface="Arial"/>
                <a:sym typeface="Arial"/>
              </a:defRPr>
            </a:lvl4pPr>
            <a:lvl5pPr indent="0" lvl="4" marL="0" marR="0" rtl="0" algn="l">
              <a:spcBef>
                <a:spcPts val="0"/>
              </a:spcBef>
              <a:spcAft>
                <a:spcPts val="0"/>
              </a:spcAft>
              <a:buNone/>
              <a:defRPr sz="1800">
                <a:solidFill>
                  <a:schemeClr val="dk1"/>
                </a:solidFill>
                <a:latin typeface="Arial"/>
                <a:ea typeface="Arial"/>
                <a:cs typeface="Arial"/>
                <a:sym typeface="Arial"/>
              </a:defRPr>
            </a:lvl5pPr>
            <a:lvl6pPr indent="0" lvl="5" marL="0" marR="0" rtl="0" algn="l">
              <a:spcBef>
                <a:spcPts val="0"/>
              </a:spcBef>
              <a:spcAft>
                <a:spcPts val="0"/>
              </a:spcAft>
              <a:buNone/>
              <a:defRPr sz="1800">
                <a:solidFill>
                  <a:schemeClr val="dk1"/>
                </a:solidFill>
                <a:latin typeface="Arial"/>
                <a:ea typeface="Arial"/>
                <a:cs typeface="Arial"/>
                <a:sym typeface="Arial"/>
              </a:defRPr>
            </a:lvl6pPr>
            <a:lvl7pPr indent="0" lvl="6" marL="0" marR="0" rtl="0" algn="l">
              <a:spcBef>
                <a:spcPts val="0"/>
              </a:spcBef>
              <a:spcAft>
                <a:spcPts val="0"/>
              </a:spcAft>
              <a:buNone/>
              <a:defRPr sz="1800">
                <a:solidFill>
                  <a:schemeClr val="dk1"/>
                </a:solidFill>
                <a:latin typeface="Arial"/>
                <a:ea typeface="Arial"/>
                <a:cs typeface="Arial"/>
                <a:sym typeface="Arial"/>
              </a:defRPr>
            </a:lvl7pPr>
            <a:lvl8pPr indent="0" lvl="7" marL="0" marR="0" rtl="0" algn="l">
              <a:spcBef>
                <a:spcPts val="0"/>
              </a:spcBef>
              <a:spcAft>
                <a:spcPts val="0"/>
              </a:spcAft>
              <a:buNone/>
              <a:defRPr sz="1800">
                <a:solidFill>
                  <a:schemeClr val="dk1"/>
                </a:solidFill>
                <a:latin typeface="Arial"/>
                <a:ea typeface="Arial"/>
                <a:cs typeface="Arial"/>
                <a:sym typeface="Arial"/>
              </a:defRPr>
            </a:lvl8pPr>
            <a:lvl9pPr indent="0" lvl="8" marL="0" marR="0" rtl="0" algn="l">
              <a:spcBef>
                <a:spcPts val="0"/>
              </a:spcBef>
              <a:spcAft>
                <a:spcPts val="0"/>
              </a:spcAft>
              <a:buNone/>
              <a:defRPr sz="1800">
                <a:solidFill>
                  <a:schemeClr val="dk1"/>
                </a:solidFill>
                <a:latin typeface="Arial"/>
                <a:ea typeface="Arial"/>
                <a:cs typeface="Arial"/>
                <a:sym typeface="Arial"/>
              </a:defRPr>
            </a:lvl9pPr>
          </a:lstStyle>
          <a:p>
            <a:pPr indent="0" lvl="0" marL="0" rtl="0" algn="l">
              <a:spcBef>
                <a:spcPts val="0"/>
              </a:spcBef>
              <a:spcAft>
                <a:spcPts val="0"/>
              </a:spcAft>
              <a:buNone/>
            </a:pPr>
            <a:r>
              <a:rPr lang="en-US"/>
              <a:t>Page </a:t>
            </a:r>
            <a:fld id="{00000000-1234-1234-1234-123412341234}" type="slidenum">
              <a:rPr lang="en-US"/>
              <a:t>‹#›</a:t>
            </a:fld>
            <a:endParaRPr/>
          </a:p>
        </p:txBody>
      </p:sp>
      <p:sp>
        <p:nvSpPr>
          <p:cNvPr id="48" name="Google Shape;48;p14"/>
          <p:cNvSpPr txBox="1"/>
          <p:nvPr>
            <p:ph idx="11" type="ftr"/>
          </p:nvPr>
        </p:nvSpPr>
        <p:spPr>
          <a:xfrm>
            <a:off x="314325" y="6595048"/>
            <a:ext cx="6735763" cy="25241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5"/>
          <p:cNvSpPr txBox="1"/>
          <p:nvPr>
            <p:ph type="title"/>
          </p:nvPr>
        </p:nvSpPr>
        <p:spPr>
          <a:xfrm>
            <a:off x="314325" y="622300"/>
            <a:ext cx="8515350" cy="458788"/>
          </a:xfrm>
          <a:prstGeom prst="rect">
            <a:avLst/>
          </a:prstGeom>
          <a:noFill/>
          <a:ln>
            <a:noFill/>
          </a:ln>
        </p:spPr>
        <p:txBody>
          <a:bodyPr anchorCtr="0" anchor="t" bIns="45700" lIns="0" spcFirstLastPara="1" rIns="0" wrap="square" tIns="45700">
            <a:noAutofit/>
          </a:bodyPr>
          <a:lstStyle>
            <a:lvl1pPr lvl="0" algn="ctr">
              <a:lnSpc>
                <a:spcPct val="95000"/>
              </a:lnSpc>
              <a:spcBef>
                <a:spcPts val="0"/>
              </a:spcBef>
              <a:spcAft>
                <a:spcPts val="0"/>
              </a:spcAft>
              <a:buSzPts val="1400"/>
              <a:buNone/>
              <a:defRPr/>
            </a:lvl1pPr>
            <a:lvl2pPr lvl="1" algn="ctr">
              <a:lnSpc>
                <a:spcPct val="95000"/>
              </a:lnSpc>
              <a:spcBef>
                <a:spcPts val="0"/>
              </a:spcBef>
              <a:spcAft>
                <a:spcPts val="0"/>
              </a:spcAft>
              <a:buSzPts val="1400"/>
              <a:buNone/>
              <a:defRPr/>
            </a:lvl2pPr>
            <a:lvl3pPr lvl="2" algn="ctr">
              <a:lnSpc>
                <a:spcPct val="95000"/>
              </a:lnSpc>
              <a:spcBef>
                <a:spcPts val="0"/>
              </a:spcBef>
              <a:spcAft>
                <a:spcPts val="0"/>
              </a:spcAft>
              <a:buSzPts val="1400"/>
              <a:buNone/>
              <a:defRPr/>
            </a:lvl3pPr>
            <a:lvl4pPr lvl="3" algn="ctr">
              <a:lnSpc>
                <a:spcPct val="95000"/>
              </a:lnSpc>
              <a:spcBef>
                <a:spcPts val="0"/>
              </a:spcBef>
              <a:spcAft>
                <a:spcPts val="0"/>
              </a:spcAft>
              <a:buSzPts val="1400"/>
              <a:buNone/>
              <a:defRPr/>
            </a:lvl4pPr>
            <a:lvl5pPr lvl="4" algn="ctr">
              <a:lnSpc>
                <a:spcPct val="95000"/>
              </a:lnSpc>
              <a:spcBef>
                <a:spcPts val="0"/>
              </a:spcBef>
              <a:spcAft>
                <a:spcPts val="0"/>
              </a:spcAft>
              <a:buSzPts val="1400"/>
              <a:buNone/>
              <a:defRPr/>
            </a:lvl5pPr>
            <a:lvl6pPr lvl="5" algn="l">
              <a:lnSpc>
                <a:spcPct val="95000"/>
              </a:lnSpc>
              <a:spcBef>
                <a:spcPts val="0"/>
              </a:spcBef>
              <a:spcAft>
                <a:spcPts val="0"/>
              </a:spcAft>
              <a:buSzPts val="1400"/>
              <a:buNone/>
              <a:defRPr/>
            </a:lvl6pPr>
            <a:lvl7pPr lvl="6" algn="l">
              <a:lnSpc>
                <a:spcPct val="95000"/>
              </a:lnSpc>
              <a:spcBef>
                <a:spcPts val="0"/>
              </a:spcBef>
              <a:spcAft>
                <a:spcPts val="0"/>
              </a:spcAft>
              <a:buSzPts val="1400"/>
              <a:buNone/>
              <a:defRPr/>
            </a:lvl7pPr>
            <a:lvl8pPr lvl="7" algn="l">
              <a:lnSpc>
                <a:spcPct val="95000"/>
              </a:lnSpc>
              <a:spcBef>
                <a:spcPts val="0"/>
              </a:spcBef>
              <a:spcAft>
                <a:spcPts val="0"/>
              </a:spcAft>
              <a:buSzPts val="1400"/>
              <a:buNone/>
              <a:defRPr/>
            </a:lvl8pPr>
            <a:lvl9pPr lvl="8" algn="l">
              <a:lnSpc>
                <a:spcPct val="95000"/>
              </a:lnSpc>
              <a:spcBef>
                <a:spcPts val="0"/>
              </a:spcBef>
              <a:spcAft>
                <a:spcPts val="0"/>
              </a:spcAft>
              <a:buSzPts val="1400"/>
              <a:buNone/>
              <a:defRPr/>
            </a:lvl9pPr>
          </a:lstStyle>
          <a:p/>
        </p:txBody>
      </p:sp>
      <p:sp>
        <p:nvSpPr>
          <p:cNvPr id="51" name="Google Shape;51;p15"/>
          <p:cNvSpPr txBox="1"/>
          <p:nvPr>
            <p:ph idx="10" type="dt"/>
          </p:nvPr>
        </p:nvSpPr>
        <p:spPr>
          <a:xfrm>
            <a:off x="319088" y="6588125"/>
            <a:ext cx="944562" cy="252413"/>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2" name="Google Shape;52;p15"/>
          <p:cNvSpPr txBox="1"/>
          <p:nvPr>
            <p:ph idx="12" type="sldNum"/>
          </p:nvPr>
        </p:nvSpPr>
        <p:spPr>
          <a:xfrm>
            <a:off x="1271588" y="6588125"/>
            <a:ext cx="827087" cy="252413"/>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spcAft>
                <a:spcPts val="0"/>
              </a:spcAft>
              <a:buNone/>
              <a:defRPr sz="1800">
                <a:solidFill>
                  <a:schemeClr val="dk1"/>
                </a:solidFill>
                <a:latin typeface="Arial"/>
                <a:ea typeface="Arial"/>
                <a:cs typeface="Arial"/>
                <a:sym typeface="Arial"/>
              </a:defRPr>
            </a:lvl1pPr>
            <a:lvl2pPr indent="0" lvl="1" marL="0" marR="0" rtl="0" algn="l">
              <a:spcBef>
                <a:spcPts val="0"/>
              </a:spcBef>
              <a:spcAft>
                <a:spcPts val="0"/>
              </a:spcAft>
              <a:buNone/>
              <a:defRPr sz="1800">
                <a:solidFill>
                  <a:schemeClr val="dk1"/>
                </a:solidFill>
                <a:latin typeface="Arial"/>
                <a:ea typeface="Arial"/>
                <a:cs typeface="Arial"/>
                <a:sym typeface="Arial"/>
              </a:defRPr>
            </a:lvl2pPr>
            <a:lvl3pPr indent="0" lvl="2" marL="0" marR="0" rtl="0" algn="l">
              <a:spcBef>
                <a:spcPts val="0"/>
              </a:spcBef>
              <a:spcAft>
                <a:spcPts val="0"/>
              </a:spcAft>
              <a:buNone/>
              <a:defRPr sz="1800">
                <a:solidFill>
                  <a:schemeClr val="dk1"/>
                </a:solidFill>
                <a:latin typeface="Arial"/>
                <a:ea typeface="Arial"/>
                <a:cs typeface="Arial"/>
                <a:sym typeface="Arial"/>
              </a:defRPr>
            </a:lvl3pPr>
            <a:lvl4pPr indent="0" lvl="3" marL="0" marR="0" rtl="0" algn="l">
              <a:spcBef>
                <a:spcPts val="0"/>
              </a:spcBef>
              <a:spcAft>
                <a:spcPts val="0"/>
              </a:spcAft>
              <a:buNone/>
              <a:defRPr sz="1800">
                <a:solidFill>
                  <a:schemeClr val="dk1"/>
                </a:solidFill>
                <a:latin typeface="Arial"/>
                <a:ea typeface="Arial"/>
                <a:cs typeface="Arial"/>
                <a:sym typeface="Arial"/>
              </a:defRPr>
            </a:lvl4pPr>
            <a:lvl5pPr indent="0" lvl="4" marL="0" marR="0" rtl="0" algn="l">
              <a:spcBef>
                <a:spcPts val="0"/>
              </a:spcBef>
              <a:spcAft>
                <a:spcPts val="0"/>
              </a:spcAft>
              <a:buNone/>
              <a:defRPr sz="1800">
                <a:solidFill>
                  <a:schemeClr val="dk1"/>
                </a:solidFill>
                <a:latin typeface="Arial"/>
                <a:ea typeface="Arial"/>
                <a:cs typeface="Arial"/>
                <a:sym typeface="Arial"/>
              </a:defRPr>
            </a:lvl5pPr>
            <a:lvl6pPr indent="0" lvl="5" marL="0" marR="0" rtl="0" algn="l">
              <a:spcBef>
                <a:spcPts val="0"/>
              </a:spcBef>
              <a:spcAft>
                <a:spcPts val="0"/>
              </a:spcAft>
              <a:buNone/>
              <a:defRPr sz="1800">
                <a:solidFill>
                  <a:schemeClr val="dk1"/>
                </a:solidFill>
                <a:latin typeface="Arial"/>
                <a:ea typeface="Arial"/>
                <a:cs typeface="Arial"/>
                <a:sym typeface="Arial"/>
              </a:defRPr>
            </a:lvl6pPr>
            <a:lvl7pPr indent="0" lvl="6" marL="0" marR="0" rtl="0" algn="l">
              <a:spcBef>
                <a:spcPts val="0"/>
              </a:spcBef>
              <a:spcAft>
                <a:spcPts val="0"/>
              </a:spcAft>
              <a:buNone/>
              <a:defRPr sz="1800">
                <a:solidFill>
                  <a:schemeClr val="dk1"/>
                </a:solidFill>
                <a:latin typeface="Arial"/>
                <a:ea typeface="Arial"/>
                <a:cs typeface="Arial"/>
                <a:sym typeface="Arial"/>
              </a:defRPr>
            </a:lvl7pPr>
            <a:lvl8pPr indent="0" lvl="7" marL="0" marR="0" rtl="0" algn="l">
              <a:spcBef>
                <a:spcPts val="0"/>
              </a:spcBef>
              <a:spcAft>
                <a:spcPts val="0"/>
              </a:spcAft>
              <a:buNone/>
              <a:defRPr sz="1800">
                <a:solidFill>
                  <a:schemeClr val="dk1"/>
                </a:solidFill>
                <a:latin typeface="Arial"/>
                <a:ea typeface="Arial"/>
                <a:cs typeface="Arial"/>
                <a:sym typeface="Arial"/>
              </a:defRPr>
            </a:lvl8pPr>
            <a:lvl9pPr indent="0" lvl="8" marL="0" marR="0" rtl="0" algn="l">
              <a:spcBef>
                <a:spcPts val="0"/>
              </a:spcBef>
              <a:spcAft>
                <a:spcPts val="0"/>
              </a:spcAft>
              <a:buNone/>
              <a:defRPr sz="1800">
                <a:solidFill>
                  <a:schemeClr val="dk1"/>
                </a:solidFill>
                <a:latin typeface="Arial"/>
                <a:ea typeface="Arial"/>
                <a:cs typeface="Arial"/>
                <a:sym typeface="Arial"/>
              </a:defRPr>
            </a:lvl9pPr>
          </a:lstStyle>
          <a:p>
            <a:pPr indent="0" lvl="0" marL="0" rtl="0" algn="l">
              <a:spcBef>
                <a:spcPts val="0"/>
              </a:spcBef>
              <a:spcAft>
                <a:spcPts val="0"/>
              </a:spcAft>
              <a:buNone/>
            </a:pPr>
            <a:r>
              <a:rPr lang="en-US"/>
              <a:t>Page </a:t>
            </a:r>
            <a:fld id="{00000000-1234-1234-1234-123412341234}" type="slidenum">
              <a:rPr lang="en-US"/>
              <a:t>‹#›</a:t>
            </a:fld>
            <a:endParaRPr/>
          </a:p>
        </p:txBody>
      </p:sp>
      <p:sp>
        <p:nvSpPr>
          <p:cNvPr id="53" name="Google Shape;53;p15"/>
          <p:cNvSpPr txBox="1"/>
          <p:nvPr>
            <p:ph idx="11" type="ftr"/>
          </p:nvPr>
        </p:nvSpPr>
        <p:spPr>
          <a:xfrm>
            <a:off x="314325" y="6595048"/>
            <a:ext cx="6735763" cy="25241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16"/>
          <p:cNvSpPr txBox="1"/>
          <p:nvPr>
            <p:ph idx="10" type="dt"/>
          </p:nvPr>
        </p:nvSpPr>
        <p:spPr>
          <a:xfrm>
            <a:off x="319088" y="6588125"/>
            <a:ext cx="944562" cy="252413"/>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6" name="Google Shape;56;p16"/>
          <p:cNvSpPr txBox="1"/>
          <p:nvPr>
            <p:ph idx="12" type="sldNum"/>
          </p:nvPr>
        </p:nvSpPr>
        <p:spPr>
          <a:xfrm>
            <a:off x="1271588" y="6588125"/>
            <a:ext cx="827087" cy="252413"/>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spcAft>
                <a:spcPts val="0"/>
              </a:spcAft>
              <a:buNone/>
              <a:defRPr sz="1800">
                <a:solidFill>
                  <a:schemeClr val="dk1"/>
                </a:solidFill>
                <a:latin typeface="Arial"/>
                <a:ea typeface="Arial"/>
                <a:cs typeface="Arial"/>
                <a:sym typeface="Arial"/>
              </a:defRPr>
            </a:lvl1pPr>
            <a:lvl2pPr indent="0" lvl="1" marL="0" marR="0" rtl="0" algn="l">
              <a:spcBef>
                <a:spcPts val="0"/>
              </a:spcBef>
              <a:spcAft>
                <a:spcPts val="0"/>
              </a:spcAft>
              <a:buNone/>
              <a:defRPr sz="1800">
                <a:solidFill>
                  <a:schemeClr val="dk1"/>
                </a:solidFill>
                <a:latin typeface="Arial"/>
                <a:ea typeface="Arial"/>
                <a:cs typeface="Arial"/>
                <a:sym typeface="Arial"/>
              </a:defRPr>
            </a:lvl2pPr>
            <a:lvl3pPr indent="0" lvl="2" marL="0" marR="0" rtl="0" algn="l">
              <a:spcBef>
                <a:spcPts val="0"/>
              </a:spcBef>
              <a:spcAft>
                <a:spcPts val="0"/>
              </a:spcAft>
              <a:buNone/>
              <a:defRPr sz="1800">
                <a:solidFill>
                  <a:schemeClr val="dk1"/>
                </a:solidFill>
                <a:latin typeface="Arial"/>
                <a:ea typeface="Arial"/>
                <a:cs typeface="Arial"/>
                <a:sym typeface="Arial"/>
              </a:defRPr>
            </a:lvl3pPr>
            <a:lvl4pPr indent="0" lvl="3" marL="0" marR="0" rtl="0" algn="l">
              <a:spcBef>
                <a:spcPts val="0"/>
              </a:spcBef>
              <a:spcAft>
                <a:spcPts val="0"/>
              </a:spcAft>
              <a:buNone/>
              <a:defRPr sz="1800">
                <a:solidFill>
                  <a:schemeClr val="dk1"/>
                </a:solidFill>
                <a:latin typeface="Arial"/>
                <a:ea typeface="Arial"/>
                <a:cs typeface="Arial"/>
                <a:sym typeface="Arial"/>
              </a:defRPr>
            </a:lvl4pPr>
            <a:lvl5pPr indent="0" lvl="4" marL="0" marR="0" rtl="0" algn="l">
              <a:spcBef>
                <a:spcPts val="0"/>
              </a:spcBef>
              <a:spcAft>
                <a:spcPts val="0"/>
              </a:spcAft>
              <a:buNone/>
              <a:defRPr sz="1800">
                <a:solidFill>
                  <a:schemeClr val="dk1"/>
                </a:solidFill>
                <a:latin typeface="Arial"/>
                <a:ea typeface="Arial"/>
                <a:cs typeface="Arial"/>
                <a:sym typeface="Arial"/>
              </a:defRPr>
            </a:lvl5pPr>
            <a:lvl6pPr indent="0" lvl="5" marL="0" marR="0" rtl="0" algn="l">
              <a:spcBef>
                <a:spcPts val="0"/>
              </a:spcBef>
              <a:spcAft>
                <a:spcPts val="0"/>
              </a:spcAft>
              <a:buNone/>
              <a:defRPr sz="1800">
                <a:solidFill>
                  <a:schemeClr val="dk1"/>
                </a:solidFill>
                <a:latin typeface="Arial"/>
                <a:ea typeface="Arial"/>
                <a:cs typeface="Arial"/>
                <a:sym typeface="Arial"/>
              </a:defRPr>
            </a:lvl6pPr>
            <a:lvl7pPr indent="0" lvl="6" marL="0" marR="0" rtl="0" algn="l">
              <a:spcBef>
                <a:spcPts val="0"/>
              </a:spcBef>
              <a:spcAft>
                <a:spcPts val="0"/>
              </a:spcAft>
              <a:buNone/>
              <a:defRPr sz="1800">
                <a:solidFill>
                  <a:schemeClr val="dk1"/>
                </a:solidFill>
                <a:latin typeface="Arial"/>
                <a:ea typeface="Arial"/>
                <a:cs typeface="Arial"/>
                <a:sym typeface="Arial"/>
              </a:defRPr>
            </a:lvl7pPr>
            <a:lvl8pPr indent="0" lvl="7" marL="0" marR="0" rtl="0" algn="l">
              <a:spcBef>
                <a:spcPts val="0"/>
              </a:spcBef>
              <a:spcAft>
                <a:spcPts val="0"/>
              </a:spcAft>
              <a:buNone/>
              <a:defRPr sz="1800">
                <a:solidFill>
                  <a:schemeClr val="dk1"/>
                </a:solidFill>
                <a:latin typeface="Arial"/>
                <a:ea typeface="Arial"/>
                <a:cs typeface="Arial"/>
                <a:sym typeface="Arial"/>
              </a:defRPr>
            </a:lvl8pPr>
            <a:lvl9pPr indent="0" lvl="8" marL="0" marR="0" rtl="0" algn="l">
              <a:spcBef>
                <a:spcPts val="0"/>
              </a:spcBef>
              <a:spcAft>
                <a:spcPts val="0"/>
              </a:spcAft>
              <a:buNone/>
              <a:defRPr sz="1800">
                <a:solidFill>
                  <a:schemeClr val="dk1"/>
                </a:solidFill>
                <a:latin typeface="Arial"/>
                <a:ea typeface="Arial"/>
                <a:cs typeface="Arial"/>
                <a:sym typeface="Arial"/>
              </a:defRPr>
            </a:lvl9pPr>
          </a:lstStyle>
          <a:p>
            <a:pPr indent="0" lvl="0" marL="0" rtl="0" algn="l">
              <a:spcBef>
                <a:spcPts val="0"/>
              </a:spcBef>
              <a:spcAft>
                <a:spcPts val="0"/>
              </a:spcAft>
              <a:buNone/>
            </a:pPr>
            <a:r>
              <a:rPr lang="en-US"/>
              <a:t>Page </a:t>
            </a:r>
            <a:fld id="{00000000-1234-1234-1234-123412341234}" type="slidenum">
              <a:rPr lang="en-US"/>
              <a:t>‹#›</a:t>
            </a:fld>
            <a:endParaRPr/>
          </a:p>
        </p:txBody>
      </p:sp>
      <p:sp>
        <p:nvSpPr>
          <p:cNvPr id="57" name="Google Shape;57;p16"/>
          <p:cNvSpPr txBox="1"/>
          <p:nvPr>
            <p:ph idx="11" type="ftr"/>
          </p:nvPr>
        </p:nvSpPr>
        <p:spPr>
          <a:xfrm>
            <a:off x="314325" y="6595048"/>
            <a:ext cx="6735763" cy="25241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17"/>
          <p:cNvSpPr txBox="1"/>
          <p:nvPr>
            <p:ph type="title"/>
          </p:nvPr>
        </p:nvSpPr>
        <p:spPr>
          <a:xfrm>
            <a:off x="457200" y="546010"/>
            <a:ext cx="3008313" cy="1162050"/>
          </a:xfrm>
          <a:prstGeom prst="rect">
            <a:avLst/>
          </a:prstGeom>
          <a:noFill/>
          <a:ln>
            <a:noFill/>
          </a:ln>
        </p:spPr>
        <p:txBody>
          <a:bodyPr anchorCtr="0" anchor="b" bIns="45700" lIns="0" spcFirstLastPara="1" rIns="0" wrap="square" tIns="45700">
            <a:noAutofit/>
          </a:bodyPr>
          <a:lstStyle>
            <a:lvl1pPr lvl="0" algn="ctr">
              <a:lnSpc>
                <a:spcPct val="95000"/>
              </a:lnSpc>
              <a:spcBef>
                <a:spcPts val="0"/>
              </a:spcBef>
              <a:spcAft>
                <a:spcPts val="0"/>
              </a:spcAft>
              <a:buSzPts val="1400"/>
              <a:buNone/>
              <a:defRPr b="1" sz="2000"/>
            </a:lvl1pPr>
            <a:lvl2pPr lvl="1" algn="ctr">
              <a:lnSpc>
                <a:spcPct val="95000"/>
              </a:lnSpc>
              <a:spcBef>
                <a:spcPts val="0"/>
              </a:spcBef>
              <a:spcAft>
                <a:spcPts val="0"/>
              </a:spcAft>
              <a:buSzPts val="1400"/>
              <a:buNone/>
              <a:defRPr/>
            </a:lvl2pPr>
            <a:lvl3pPr lvl="2" algn="ctr">
              <a:lnSpc>
                <a:spcPct val="95000"/>
              </a:lnSpc>
              <a:spcBef>
                <a:spcPts val="0"/>
              </a:spcBef>
              <a:spcAft>
                <a:spcPts val="0"/>
              </a:spcAft>
              <a:buSzPts val="1400"/>
              <a:buNone/>
              <a:defRPr/>
            </a:lvl3pPr>
            <a:lvl4pPr lvl="3" algn="ctr">
              <a:lnSpc>
                <a:spcPct val="95000"/>
              </a:lnSpc>
              <a:spcBef>
                <a:spcPts val="0"/>
              </a:spcBef>
              <a:spcAft>
                <a:spcPts val="0"/>
              </a:spcAft>
              <a:buSzPts val="1400"/>
              <a:buNone/>
              <a:defRPr/>
            </a:lvl4pPr>
            <a:lvl5pPr lvl="4" algn="ctr">
              <a:lnSpc>
                <a:spcPct val="95000"/>
              </a:lnSpc>
              <a:spcBef>
                <a:spcPts val="0"/>
              </a:spcBef>
              <a:spcAft>
                <a:spcPts val="0"/>
              </a:spcAft>
              <a:buSzPts val="1400"/>
              <a:buNone/>
              <a:defRPr/>
            </a:lvl5pPr>
            <a:lvl6pPr lvl="5" algn="l">
              <a:lnSpc>
                <a:spcPct val="95000"/>
              </a:lnSpc>
              <a:spcBef>
                <a:spcPts val="0"/>
              </a:spcBef>
              <a:spcAft>
                <a:spcPts val="0"/>
              </a:spcAft>
              <a:buSzPts val="1400"/>
              <a:buNone/>
              <a:defRPr/>
            </a:lvl6pPr>
            <a:lvl7pPr lvl="6" algn="l">
              <a:lnSpc>
                <a:spcPct val="95000"/>
              </a:lnSpc>
              <a:spcBef>
                <a:spcPts val="0"/>
              </a:spcBef>
              <a:spcAft>
                <a:spcPts val="0"/>
              </a:spcAft>
              <a:buSzPts val="1400"/>
              <a:buNone/>
              <a:defRPr/>
            </a:lvl7pPr>
            <a:lvl8pPr lvl="7" algn="l">
              <a:lnSpc>
                <a:spcPct val="95000"/>
              </a:lnSpc>
              <a:spcBef>
                <a:spcPts val="0"/>
              </a:spcBef>
              <a:spcAft>
                <a:spcPts val="0"/>
              </a:spcAft>
              <a:buSzPts val="1400"/>
              <a:buNone/>
              <a:defRPr/>
            </a:lvl8pPr>
            <a:lvl9pPr lvl="8" algn="l">
              <a:lnSpc>
                <a:spcPct val="95000"/>
              </a:lnSpc>
              <a:spcBef>
                <a:spcPts val="0"/>
              </a:spcBef>
              <a:spcAft>
                <a:spcPts val="0"/>
              </a:spcAft>
              <a:buSzPts val="1400"/>
              <a:buNone/>
              <a:defRPr/>
            </a:lvl9pPr>
          </a:lstStyle>
          <a:p/>
        </p:txBody>
      </p:sp>
      <p:sp>
        <p:nvSpPr>
          <p:cNvPr id="60" name="Google Shape;60;p17"/>
          <p:cNvSpPr txBox="1"/>
          <p:nvPr>
            <p:ph idx="1" type="body"/>
          </p:nvPr>
        </p:nvSpPr>
        <p:spPr>
          <a:xfrm>
            <a:off x="3575050" y="546010"/>
            <a:ext cx="5111750" cy="5853113"/>
          </a:xfrm>
          <a:prstGeom prst="rect">
            <a:avLst/>
          </a:prstGeom>
          <a:noFill/>
          <a:ln>
            <a:noFill/>
          </a:ln>
        </p:spPr>
        <p:txBody>
          <a:bodyPr anchorCtr="0" anchor="t" bIns="45700" lIns="0" spcFirstLastPara="1" rIns="0" wrap="square" tIns="45700">
            <a:noAutofit/>
          </a:bodyPr>
          <a:lstStyle>
            <a:lvl1pPr indent="-406400" lvl="0" marL="457200" algn="l">
              <a:spcBef>
                <a:spcPts val="1120"/>
              </a:spcBef>
              <a:spcAft>
                <a:spcPts val="0"/>
              </a:spcAft>
              <a:buSzPts val="2800"/>
              <a:buChar char="▪"/>
              <a:defRPr sz="2800"/>
            </a:lvl1pPr>
            <a:lvl2pPr indent="-406400" lvl="1" marL="914400" algn="l">
              <a:spcBef>
                <a:spcPts val="1120"/>
              </a:spcBef>
              <a:spcAft>
                <a:spcPts val="0"/>
              </a:spcAft>
              <a:buSzPts val="2800"/>
              <a:buChar char="‒"/>
              <a:defRPr sz="2800"/>
            </a:lvl2pPr>
            <a:lvl3pPr indent="-381000" lvl="2" marL="1371600" algn="l">
              <a:spcBef>
                <a:spcPts val="960"/>
              </a:spcBef>
              <a:spcAft>
                <a:spcPts val="0"/>
              </a:spcAft>
              <a:buSzPts val="2400"/>
              <a:buChar char="o"/>
              <a:defRPr sz="2400"/>
            </a:lvl3pPr>
            <a:lvl4pPr indent="-355600" lvl="3" marL="1828800" algn="l">
              <a:spcBef>
                <a:spcPts val="800"/>
              </a:spcBef>
              <a:spcAft>
                <a:spcPts val="0"/>
              </a:spcAft>
              <a:buSzPts val="2000"/>
              <a:buChar char="‒"/>
              <a:defRPr sz="2000"/>
            </a:lvl4pPr>
            <a:lvl5pPr indent="-355600" lvl="4" marL="2286000" algn="l">
              <a:spcBef>
                <a:spcPts val="800"/>
              </a:spcBef>
              <a:spcAft>
                <a:spcPts val="0"/>
              </a:spcAft>
              <a:buSzPts val="2000"/>
              <a:buChar char="▪"/>
              <a:defRPr sz="2000"/>
            </a:lvl5pPr>
            <a:lvl6pPr indent="-355600" lvl="5" marL="2743200" algn="l">
              <a:spcBef>
                <a:spcPts val="800"/>
              </a:spcBef>
              <a:spcAft>
                <a:spcPts val="0"/>
              </a:spcAft>
              <a:buSzPts val="2000"/>
              <a:buChar char="▪"/>
              <a:defRPr sz="2000"/>
            </a:lvl6pPr>
            <a:lvl7pPr indent="-355600" lvl="6" marL="3200400" algn="l">
              <a:spcBef>
                <a:spcPts val="800"/>
              </a:spcBef>
              <a:spcAft>
                <a:spcPts val="0"/>
              </a:spcAft>
              <a:buSzPts val="2000"/>
              <a:buChar char="▪"/>
              <a:defRPr sz="2000"/>
            </a:lvl7pPr>
            <a:lvl8pPr indent="-355600" lvl="7" marL="3657600" algn="l">
              <a:spcBef>
                <a:spcPts val="800"/>
              </a:spcBef>
              <a:spcAft>
                <a:spcPts val="0"/>
              </a:spcAft>
              <a:buSzPts val="2000"/>
              <a:buChar char="▪"/>
              <a:defRPr sz="2000"/>
            </a:lvl8pPr>
            <a:lvl9pPr indent="-355600" lvl="8" marL="4114800" algn="l">
              <a:spcBef>
                <a:spcPts val="800"/>
              </a:spcBef>
              <a:spcAft>
                <a:spcPts val="0"/>
              </a:spcAft>
              <a:buSzPts val="2000"/>
              <a:buChar char="▪"/>
              <a:defRPr sz="2000"/>
            </a:lvl9pPr>
          </a:lstStyle>
          <a:p/>
        </p:txBody>
      </p:sp>
      <p:sp>
        <p:nvSpPr>
          <p:cNvPr id="61" name="Google Shape;61;p17"/>
          <p:cNvSpPr txBox="1"/>
          <p:nvPr>
            <p:ph idx="2" type="body"/>
          </p:nvPr>
        </p:nvSpPr>
        <p:spPr>
          <a:xfrm>
            <a:off x="457200" y="1708060"/>
            <a:ext cx="3008313" cy="4691063"/>
          </a:xfrm>
          <a:prstGeom prst="rect">
            <a:avLst/>
          </a:prstGeom>
          <a:noFill/>
          <a:ln>
            <a:noFill/>
          </a:ln>
        </p:spPr>
        <p:txBody>
          <a:bodyPr anchorCtr="0" anchor="t" bIns="45700" lIns="0" spcFirstLastPara="1" rIns="0" wrap="square" tIns="45700">
            <a:noAutofit/>
          </a:bodyPr>
          <a:lstStyle>
            <a:lvl1pPr indent="-228600" lvl="0" marL="457200" algn="l">
              <a:spcBef>
                <a:spcPts val="560"/>
              </a:spcBef>
              <a:spcAft>
                <a:spcPts val="0"/>
              </a:spcAft>
              <a:buSzPts val="1400"/>
              <a:buNone/>
              <a:defRPr sz="1400"/>
            </a:lvl1pPr>
            <a:lvl2pPr indent="-228600" lvl="1" marL="914400" algn="l">
              <a:spcBef>
                <a:spcPts val="480"/>
              </a:spcBef>
              <a:spcAft>
                <a:spcPts val="0"/>
              </a:spcAft>
              <a:buSzPts val="1200"/>
              <a:buNone/>
              <a:defRPr sz="1200"/>
            </a:lvl2pPr>
            <a:lvl3pPr indent="-228600" lvl="2" marL="1371600" algn="l">
              <a:spcBef>
                <a:spcPts val="400"/>
              </a:spcBef>
              <a:spcAft>
                <a:spcPts val="0"/>
              </a:spcAft>
              <a:buSzPts val="1000"/>
              <a:buNone/>
              <a:defRPr sz="1000"/>
            </a:lvl3pPr>
            <a:lvl4pPr indent="-228600" lvl="3" marL="1828800" algn="l">
              <a:spcBef>
                <a:spcPts val="360"/>
              </a:spcBef>
              <a:spcAft>
                <a:spcPts val="0"/>
              </a:spcAft>
              <a:buSzPts val="900"/>
              <a:buNone/>
              <a:defRPr sz="900"/>
            </a:lvl4pPr>
            <a:lvl5pPr indent="-228600" lvl="4" marL="2286000" algn="l">
              <a:spcBef>
                <a:spcPts val="360"/>
              </a:spcBef>
              <a:spcAft>
                <a:spcPts val="0"/>
              </a:spcAft>
              <a:buSzPts val="900"/>
              <a:buNone/>
              <a:defRPr sz="900"/>
            </a:lvl5pPr>
            <a:lvl6pPr indent="-228600" lvl="5" marL="2743200" algn="l">
              <a:spcBef>
                <a:spcPts val="360"/>
              </a:spcBef>
              <a:spcAft>
                <a:spcPts val="0"/>
              </a:spcAft>
              <a:buSzPts val="900"/>
              <a:buNone/>
              <a:defRPr sz="900"/>
            </a:lvl6pPr>
            <a:lvl7pPr indent="-228600" lvl="6" marL="3200400" algn="l">
              <a:spcBef>
                <a:spcPts val="360"/>
              </a:spcBef>
              <a:spcAft>
                <a:spcPts val="0"/>
              </a:spcAft>
              <a:buSzPts val="900"/>
              <a:buNone/>
              <a:defRPr sz="900"/>
            </a:lvl7pPr>
            <a:lvl8pPr indent="-228600" lvl="7" marL="3657600" algn="l">
              <a:spcBef>
                <a:spcPts val="360"/>
              </a:spcBef>
              <a:spcAft>
                <a:spcPts val="0"/>
              </a:spcAft>
              <a:buSzPts val="900"/>
              <a:buNone/>
              <a:defRPr sz="900"/>
            </a:lvl8pPr>
            <a:lvl9pPr indent="-228600" lvl="8" marL="4114800" algn="l">
              <a:spcBef>
                <a:spcPts val="360"/>
              </a:spcBef>
              <a:spcAft>
                <a:spcPts val="0"/>
              </a:spcAft>
              <a:buSzPts val="900"/>
              <a:buNone/>
              <a:defRPr sz="900"/>
            </a:lvl9pPr>
          </a:lstStyle>
          <a:p/>
        </p:txBody>
      </p:sp>
      <p:sp>
        <p:nvSpPr>
          <p:cNvPr id="62" name="Google Shape;62;p17"/>
          <p:cNvSpPr txBox="1"/>
          <p:nvPr>
            <p:ph idx="10" type="dt"/>
          </p:nvPr>
        </p:nvSpPr>
        <p:spPr>
          <a:xfrm>
            <a:off x="319088" y="6588125"/>
            <a:ext cx="944562" cy="252413"/>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63" name="Google Shape;63;p17"/>
          <p:cNvSpPr txBox="1"/>
          <p:nvPr>
            <p:ph idx="12" type="sldNum"/>
          </p:nvPr>
        </p:nvSpPr>
        <p:spPr>
          <a:xfrm>
            <a:off x="1271588" y="6588125"/>
            <a:ext cx="827087" cy="252413"/>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spcAft>
                <a:spcPts val="0"/>
              </a:spcAft>
              <a:buNone/>
              <a:defRPr sz="1800">
                <a:solidFill>
                  <a:schemeClr val="dk1"/>
                </a:solidFill>
                <a:latin typeface="Arial"/>
                <a:ea typeface="Arial"/>
                <a:cs typeface="Arial"/>
                <a:sym typeface="Arial"/>
              </a:defRPr>
            </a:lvl1pPr>
            <a:lvl2pPr indent="0" lvl="1" marL="0" marR="0" rtl="0" algn="l">
              <a:spcBef>
                <a:spcPts val="0"/>
              </a:spcBef>
              <a:spcAft>
                <a:spcPts val="0"/>
              </a:spcAft>
              <a:buNone/>
              <a:defRPr sz="1800">
                <a:solidFill>
                  <a:schemeClr val="dk1"/>
                </a:solidFill>
                <a:latin typeface="Arial"/>
                <a:ea typeface="Arial"/>
                <a:cs typeface="Arial"/>
                <a:sym typeface="Arial"/>
              </a:defRPr>
            </a:lvl2pPr>
            <a:lvl3pPr indent="0" lvl="2" marL="0" marR="0" rtl="0" algn="l">
              <a:spcBef>
                <a:spcPts val="0"/>
              </a:spcBef>
              <a:spcAft>
                <a:spcPts val="0"/>
              </a:spcAft>
              <a:buNone/>
              <a:defRPr sz="1800">
                <a:solidFill>
                  <a:schemeClr val="dk1"/>
                </a:solidFill>
                <a:latin typeface="Arial"/>
                <a:ea typeface="Arial"/>
                <a:cs typeface="Arial"/>
                <a:sym typeface="Arial"/>
              </a:defRPr>
            </a:lvl3pPr>
            <a:lvl4pPr indent="0" lvl="3" marL="0" marR="0" rtl="0" algn="l">
              <a:spcBef>
                <a:spcPts val="0"/>
              </a:spcBef>
              <a:spcAft>
                <a:spcPts val="0"/>
              </a:spcAft>
              <a:buNone/>
              <a:defRPr sz="1800">
                <a:solidFill>
                  <a:schemeClr val="dk1"/>
                </a:solidFill>
                <a:latin typeface="Arial"/>
                <a:ea typeface="Arial"/>
                <a:cs typeface="Arial"/>
                <a:sym typeface="Arial"/>
              </a:defRPr>
            </a:lvl4pPr>
            <a:lvl5pPr indent="0" lvl="4" marL="0" marR="0" rtl="0" algn="l">
              <a:spcBef>
                <a:spcPts val="0"/>
              </a:spcBef>
              <a:spcAft>
                <a:spcPts val="0"/>
              </a:spcAft>
              <a:buNone/>
              <a:defRPr sz="1800">
                <a:solidFill>
                  <a:schemeClr val="dk1"/>
                </a:solidFill>
                <a:latin typeface="Arial"/>
                <a:ea typeface="Arial"/>
                <a:cs typeface="Arial"/>
                <a:sym typeface="Arial"/>
              </a:defRPr>
            </a:lvl5pPr>
            <a:lvl6pPr indent="0" lvl="5" marL="0" marR="0" rtl="0" algn="l">
              <a:spcBef>
                <a:spcPts val="0"/>
              </a:spcBef>
              <a:spcAft>
                <a:spcPts val="0"/>
              </a:spcAft>
              <a:buNone/>
              <a:defRPr sz="1800">
                <a:solidFill>
                  <a:schemeClr val="dk1"/>
                </a:solidFill>
                <a:latin typeface="Arial"/>
                <a:ea typeface="Arial"/>
                <a:cs typeface="Arial"/>
                <a:sym typeface="Arial"/>
              </a:defRPr>
            </a:lvl6pPr>
            <a:lvl7pPr indent="0" lvl="6" marL="0" marR="0" rtl="0" algn="l">
              <a:spcBef>
                <a:spcPts val="0"/>
              </a:spcBef>
              <a:spcAft>
                <a:spcPts val="0"/>
              </a:spcAft>
              <a:buNone/>
              <a:defRPr sz="1800">
                <a:solidFill>
                  <a:schemeClr val="dk1"/>
                </a:solidFill>
                <a:latin typeface="Arial"/>
                <a:ea typeface="Arial"/>
                <a:cs typeface="Arial"/>
                <a:sym typeface="Arial"/>
              </a:defRPr>
            </a:lvl7pPr>
            <a:lvl8pPr indent="0" lvl="7" marL="0" marR="0" rtl="0" algn="l">
              <a:spcBef>
                <a:spcPts val="0"/>
              </a:spcBef>
              <a:spcAft>
                <a:spcPts val="0"/>
              </a:spcAft>
              <a:buNone/>
              <a:defRPr sz="1800">
                <a:solidFill>
                  <a:schemeClr val="dk1"/>
                </a:solidFill>
                <a:latin typeface="Arial"/>
                <a:ea typeface="Arial"/>
                <a:cs typeface="Arial"/>
                <a:sym typeface="Arial"/>
              </a:defRPr>
            </a:lvl8pPr>
            <a:lvl9pPr indent="0" lvl="8" marL="0" marR="0" rtl="0" algn="l">
              <a:spcBef>
                <a:spcPts val="0"/>
              </a:spcBef>
              <a:spcAft>
                <a:spcPts val="0"/>
              </a:spcAft>
              <a:buNone/>
              <a:defRPr sz="1800">
                <a:solidFill>
                  <a:schemeClr val="dk1"/>
                </a:solidFill>
                <a:latin typeface="Arial"/>
                <a:ea typeface="Arial"/>
                <a:cs typeface="Arial"/>
                <a:sym typeface="Arial"/>
              </a:defRPr>
            </a:lvl9pPr>
          </a:lstStyle>
          <a:p>
            <a:pPr indent="0" lvl="0" marL="0" rtl="0" algn="l">
              <a:spcBef>
                <a:spcPts val="0"/>
              </a:spcBef>
              <a:spcAft>
                <a:spcPts val="0"/>
              </a:spcAft>
              <a:buNone/>
            </a:pPr>
            <a:r>
              <a:rPr lang="en-US"/>
              <a:t>Page </a:t>
            </a:r>
            <a:fld id="{00000000-1234-1234-1234-123412341234}" type="slidenum">
              <a:rPr lang="en-US"/>
              <a:t>‹#›</a:t>
            </a:fld>
            <a:endParaRPr/>
          </a:p>
        </p:txBody>
      </p:sp>
      <p:sp>
        <p:nvSpPr>
          <p:cNvPr id="64" name="Google Shape;64;p17"/>
          <p:cNvSpPr txBox="1"/>
          <p:nvPr>
            <p:ph idx="11" type="ftr"/>
          </p:nvPr>
        </p:nvSpPr>
        <p:spPr>
          <a:xfrm>
            <a:off x="314325" y="6595048"/>
            <a:ext cx="6735763" cy="25241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8"/>
          <p:cNvSpPr txBox="1"/>
          <p:nvPr>
            <p:ph type="title"/>
          </p:nvPr>
        </p:nvSpPr>
        <p:spPr>
          <a:xfrm>
            <a:off x="1792288" y="4800600"/>
            <a:ext cx="5486400" cy="566738"/>
          </a:xfrm>
          <a:prstGeom prst="rect">
            <a:avLst/>
          </a:prstGeom>
          <a:noFill/>
          <a:ln>
            <a:noFill/>
          </a:ln>
        </p:spPr>
        <p:txBody>
          <a:bodyPr anchorCtr="0" anchor="b" bIns="45700" lIns="0" spcFirstLastPara="1" rIns="0" wrap="square" tIns="45700">
            <a:noAutofit/>
          </a:bodyPr>
          <a:lstStyle>
            <a:lvl1pPr lvl="0" algn="l">
              <a:lnSpc>
                <a:spcPct val="95000"/>
              </a:lnSpc>
              <a:spcBef>
                <a:spcPts val="0"/>
              </a:spcBef>
              <a:spcAft>
                <a:spcPts val="0"/>
              </a:spcAft>
              <a:buSzPts val="1400"/>
              <a:buNone/>
              <a:defRPr b="1" sz="2000"/>
            </a:lvl1pPr>
            <a:lvl2pPr lvl="1" algn="ctr">
              <a:lnSpc>
                <a:spcPct val="95000"/>
              </a:lnSpc>
              <a:spcBef>
                <a:spcPts val="0"/>
              </a:spcBef>
              <a:spcAft>
                <a:spcPts val="0"/>
              </a:spcAft>
              <a:buSzPts val="1400"/>
              <a:buNone/>
              <a:defRPr/>
            </a:lvl2pPr>
            <a:lvl3pPr lvl="2" algn="ctr">
              <a:lnSpc>
                <a:spcPct val="95000"/>
              </a:lnSpc>
              <a:spcBef>
                <a:spcPts val="0"/>
              </a:spcBef>
              <a:spcAft>
                <a:spcPts val="0"/>
              </a:spcAft>
              <a:buSzPts val="1400"/>
              <a:buNone/>
              <a:defRPr/>
            </a:lvl3pPr>
            <a:lvl4pPr lvl="3" algn="ctr">
              <a:lnSpc>
                <a:spcPct val="95000"/>
              </a:lnSpc>
              <a:spcBef>
                <a:spcPts val="0"/>
              </a:spcBef>
              <a:spcAft>
                <a:spcPts val="0"/>
              </a:spcAft>
              <a:buSzPts val="1400"/>
              <a:buNone/>
              <a:defRPr/>
            </a:lvl4pPr>
            <a:lvl5pPr lvl="4" algn="ctr">
              <a:lnSpc>
                <a:spcPct val="95000"/>
              </a:lnSpc>
              <a:spcBef>
                <a:spcPts val="0"/>
              </a:spcBef>
              <a:spcAft>
                <a:spcPts val="0"/>
              </a:spcAft>
              <a:buSzPts val="1400"/>
              <a:buNone/>
              <a:defRPr/>
            </a:lvl5pPr>
            <a:lvl6pPr lvl="5" algn="l">
              <a:lnSpc>
                <a:spcPct val="95000"/>
              </a:lnSpc>
              <a:spcBef>
                <a:spcPts val="0"/>
              </a:spcBef>
              <a:spcAft>
                <a:spcPts val="0"/>
              </a:spcAft>
              <a:buSzPts val="1400"/>
              <a:buNone/>
              <a:defRPr/>
            </a:lvl6pPr>
            <a:lvl7pPr lvl="6" algn="l">
              <a:lnSpc>
                <a:spcPct val="95000"/>
              </a:lnSpc>
              <a:spcBef>
                <a:spcPts val="0"/>
              </a:spcBef>
              <a:spcAft>
                <a:spcPts val="0"/>
              </a:spcAft>
              <a:buSzPts val="1400"/>
              <a:buNone/>
              <a:defRPr/>
            </a:lvl7pPr>
            <a:lvl8pPr lvl="7" algn="l">
              <a:lnSpc>
                <a:spcPct val="95000"/>
              </a:lnSpc>
              <a:spcBef>
                <a:spcPts val="0"/>
              </a:spcBef>
              <a:spcAft>
                <a:spcPts val="0"/>
              </a:spcAft>
              <a:buSzPts val="1400"/>
              <a:buNone/>
              <a:defRPr/>
            </a:lvl8pPr>
            <a:lvl9pPr lvl="8" algn="l">
              <a:lnSpc>
                <a:spcPct val="95000"/>
              </a:lnSpc>
              <a:spcBef>
                <a:spcPts val="0"/>
              </a:spcBef>
              <a:spcAft>
                <a:spcPts val="0"/>
              </a:spcAft>
              <a:buSzPts val="1400"/>
              <a:buNone/>
              <a:defRPr/>
            </a:lvl9pPr>
          </a:lstStyle>
          <a:p/>
        </p:txBody>
      </p:sp>
      <p:sp>
        <p:nvSpPr>
          <p:cNvPr id="67" name="Google Shape;67;p18"/>
          <p:cNvSpPr/>
          <p:nvPr>
            <p:ph idx="2" type="pic"/>
          </p:nvPr>
        </p:nvSpPr>
        <p:spPr>
          <a:xfrm>
            <a:off x="1792288" y="612775"/>
            <a:ext cx="5486400" cy="4114800"/>
          </a:xfrm>
          <a:prstGeom prst="rect">
            <a:avLst/>
          </a:prstGeom>
          <a:noFill/>
          <a:ln>
            <a:noFill/>
          </a:ln>
        </p:spPr>
      </p:sp>
      <p:sp>
        <p:nvSpPr>
          <p:cNvPr id="68" name="Google Shape;68;p18"/>
          <p:cNvSpPr txBox="1"/>
          <p:nvPr>
            <p:ph idx="1" type="body"/>
          </p:nvPr>
        </p:nvSpPr>
        <p:spPr>
          <a:xfrm>
            <a:off x="1792288" y="5367338"/>
            <a:ext cx="5486400" cy="804862"/>
          </a:xfrm>
          <a:prstGeom prst="rect">
            <a:avLst/>
          </a:prstGeom>
          <a:noFill/>
          <a:ln>
            <a:noFill/>
          </a:ln>
        </p:spPr>
        <p:txBody>
          <a:bodyPr anchorCtr="0" anchor="t" bIns="45700" lIns="0" spcFirstLastPara="1" rIns="0" wrap="square" tIns="45700">
            <a:noAutofit/>
          </a:bodyPr>
          <a:lstStyle>
            <a:lvl1pPr indent="-228600" lvl="0" marL="457200" algn="l">
              <a:spcBef>
                <a:spcPts val="560"/>
              </a:spcBef>
              <a:spcAft>
                <a:spcPts val="0"/>
              </a:spcAft>
              <a:buSzPts val="1400"/>
              <a:buNone/>
              <a:defRPr sz="1400"/>
            </a:lvl1pPr>
            <a:lvl2pPr indent="-228600" lvl="1" marL="914400" algn="l">
              <a:spcBef>
                <a:spcPts val="480"/>
              </a:spcBef>
              <a:spcAft>
                <a:spcPts val="0"/>
              </a:spcAft>
              <a:buSzPts val="1200"/>
              <a:buNone/>
              <a:defRPr sz="1200"/>
            </a:lvl2pPr>
            <a:lvl3pPr indent="-228600" lvl="2" marL="1371600" algn="l">
              <a:spcBef>
                <a:spcPts val="400"/>
              </a:spcBef>
              <a:spcAft>
                <a:spcPts val="0"/>
              </a:spcAft>
              <a:buSzPts val="1000"/>
              <a:buNone/>
              <a:defRPr sz="1000"/>
            </a:lvl3pPr>
            <a:lvl4pPr indent="-228600" lvl="3" marL="1828800" algn="l">
              <a:spcBef>
                <a:spcPts val="360"/>
              </a:spcBef>
              <a:spcAft>
                <a:spcPts val="0"/>
              </a:spcAft>
              <a:buSzPts val="900"/>
              <a:buNone/>
              <a:defRPr sz="900"/>
            </a:lvl4pPr>
            <a:lvl5pPr indent="-228600" lvl="4" marL="2286000" algn="l">
              <a:spcBef>
                <a:spcPts val="360"/>
              </a:spcBef>
              <a:spcAft>
                <a:spcPts val="0"/>
              </a:spcAft>
              <a:buSzPts val="900"/>
              <a:buNone/>
              <a:defRPr sz="900"/>
            </a:lvl5pPr>
            <a:lvl6pPr indent="-228600" lvl="5" marL="2743200" algn="l">
              <a:spcBef>
                <a:spcPts val="360"/>
              </a:spcBef>
              <a:spcAft>
                <a:spcPts val="0"/>
              </a:spcAft>
              <a:buSzPts val="900"/>
              <a:buNone/>
              <a:defRPr sz="900"/>
            </a:lvl6pPr>
            <a:lvl7pPr indent="-228600" lvl="6" marL="3200400" algn="l">
              <a:spcBef>
                <a:spcPts val="360"/>
              </a:spcBef>
              <a:spcAft>
                <a:spcPts val="0"/>
              </a:spcAft>
              <a:buSzPts val="900"/>
              <a:buNone/>
              <a:defRPr sz="900"/>
            </a:lvl7pPr>
            <a:lvl8pPr indent="-228600" lvl="7" marL="3657600" algn="l">
              <a:spcBef>
                <a:spcPts val="360"/>
              </a:spcBef>
              <a:spcAft>
                <a:spcPts val="0"/>
              </a:spcAft>
              <a:buSzPts val="900"/>
              <a:buNone/>
              <a:defRPr sz="900"/>
            </a:lvl8pPr>
            <a:lvl9pPr indent="-228600" lvl="8" marL="4114800" algn="l">
              <a:spcBef>
                <a:spcPts val="360"/>
              </a:spcBef>
              <a:spcAft>
                <a:spcPts val="0"/>
              </a:spcAft>
              <a:buSzPts val="900"/>
              <a:buNone/>
              <a:defRPr sz="900"/>
            </a:lvl9pPr>
          </a:lstStyle>
          <a:p/>
        </p:txBody>
      </p:sp>
      <p:sp>
        <p:nvSpPr>
          <p:cNvPr id="69" name="Google Shape;69;p18"/>
          <p:cNvSpPr txBox="1"/>
          <p:nvPr>
            <p:ph idx="10" type="dt"/>
          </p:nvPr>
        </p:nvSpPr>
        <p:spPr>
          <a:xfrm>
            <a:off x="125413" y="6553200"/>
            <a:ext cx="1079500" cy="2508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70" name="Google Shape;70;p18"/>
          <p:cNvSpPr txBox="1"/>
          <p:nvPr>
            <p:ph idx="12" type="sldNum"/>
          </p:nvPr>
        </p:nvSpPr>
        <p:spPr>
          <a:xfrm>
            <a:off x="1316038" y="6553200"/>
            <a:ext cx="900112" cy="2508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spcAft>
                <a:spcPts val="0"/>
              </a:spcAft>
              <a:buNone/>
              <a:defRPr sz="1800">
                <a:solidFill>
                  <a:schemeClr val="dk1"/>
                </a:solidFill>
                <a:latin typeface="Arial"/>
                <a:ea typeface="Arial"/>
                <a:cs typeface="Arial"/>
                <a:sym typeface="Arial"/>
              </a:defRPr>
            </a:lvl1pPr>
            <a:lvl2pPr indent="0" lvl="1" marL="0" marR="0" rtl="0" algn="l">
              <a:spcBef>
                <a:spcPts val="0"/>
              </a:spcBef>
              <a:spcAft>
                <a:spcPts val="0"/>
              </a:spcAft>
              <a:buNone/>
              <a:defRPr sz="1800">
                <a:solidFill>
                  <a:schemeClr val="dk1"/>
                </a:solidFill>
                <a:latin typeface="Arial"/>
                <a:ea typeface="Arial"/>
                <a:cs typeface="Arial"/>
                <a:sym typeface="Arial"/>
              </a:defRPr>
            </a:lvl2pPr>
            <a:lvl3pPr indent="0" lvl="2" marL="0" marR="0" rtl="0" algn="l">
              <a:spcBef>
                <a:spcPts val="0"/>
              </a:spcBef>
              <a:spcAft>
                <a:spcPts val="0"/>
              </a:spcAft>
              <a:buNone/>
              <a:defRPr sz="1800">
                <a:solidFill>
                  <a:schemeClr val="dk1"/>
                </a:solidFill>
                <a:latin typeface="Arial"/>
                <a:ea typeface="Arial"/>
                <a:cs typeface="Arial"/>
                <a:sym typeface="Arial"/>
              </a:defRPr>
            </a:lvl3pPr>
            <a:lvl4pPr indent="0" lvl="3" marL="0" marR="0" rtl="0" algn="l">
              <a:spcBef>
                <a:spcPts val="0"/>
              </a:spcBef>
              <a:spcAft>
                <a:spcPts val="0"/>
              </a:spcAft>
              <a:buNone/>
              <a:defRPr sz="1800">
                <a:solidFill>
                  <a:schemeClr val="dk1"/>
                </a:solidFill>
                <a:latin typeface="Arial"/>
                <a:ea typeface="Arial"/>
                <a:cs typeface="Arial"/>
                <a:sym typeface="Arial"/>
              </a:defRPr>
            </a:lvl4pPr>
            <a:lvl5pPr indent="0" lvl="4" marL="0" marR="0" rtl="0" algn="l">
              <a:spcBef>
                <a:spcPts val="0"/>
              </a:spcBef>
              <a:spcAft>
                <a:spcPts val="0"/>
              </a:spcAft>
              <a:buNone/>
              <a:defRPr sz="1800">
                <a:solidFill>
                  <a:schemeClr val="dk1"/>
                </a:solidFill>
                <a:latin typeface="Arial"/>
                <a:ea typeface="Arial"/>
                <a:cs typeface="Arial"/>
                <a:sym typeface="Arial"/>
              </a:defRPr>
            </a:lvl5pPr>
            <a:lvl6pPr indent="0" lvl="5" marL="0" marR="0" rtl="0" algn="l">
              <a:spcBef>
                <a:spcPts val="0"/>
              </a:spcBef>
              <a:spcAft>
                <a:spcPts val="0"/>
              </a:spcAft>
              <a:buNone/>
              <a:defRPr sz="1800">
                <a:solidFill>
                  <a:schemeClr val="dk1"/>
                </a:solidFill>
                <a:latin typeface="Arial"/>
                <a:ea typeface="Arial"/>
                <a:cs typeface="Arial"/>
                <a:sym typeface="Arial"/>
              </a:defRPr>
            </a:lvl6pPr>
            <a:lvl7pPr indent="0" lvl="6" marL="0" marR="0" rtl="0" algn="l">
              <a:spcBef>
                <a:spcPts val="0"/>
              </a:spcBef>
              <a:spcAft>
                <a:spcPts val="0"/>
              </a:spcAft>
              <a:buNone/>
              <a:defRPr sz="1800">
                <a:solidFill>
                  <a:schemeClr val="dk1"/>
                </a:solidFill>
                <a:latin typeface="Arial"/>
                <a:ea typeface="Arial"/>
                <a:cs typeface="Arial"/>
                <a:sym typeface="Arial"/>
              </a:defRPr>
            </a:lvl7pPr>
            <a:lvl8pPr indent="0" lvl="7" marL="0" marR="0" rtl="0" algn="l">
              <a:spcBef>
                <a:spcPts val="0"/>
              </a:spcBef>
              <a:spcAft>
                <a:spcPts val="0"/>
              </a:spcAft>
              <a:buNone/>
              <a:defRPr sz="1800">
                <a:solidFill>
                  <a:schemeClr val="dk1"/>
                </a:solidFill>
                <a:latin typeface="Arial"/>
                <a:ea typeface="Arial"/>
                <a:cs typeface="Arial"/>
                <a:sym typeface="Arial"/>
              </a:defRPr>
            </a:lvl8pPr>
            <a:lvl9pPr indent="0" lvl="8" marL="0" marR="0" rtl="0" algn="l">
              <a:spcBef>
                <a:spcPts val="0"/>
              </a:spcBef>
              <a:spcAft>
                <a:spcPts val="0"/>
              </a:spcAft>
              <a:buNone/>
              <a:defRPr sz="1800">
                <a:solidFill>
                  <a:schemeClr val="dk1"/>
                </a:solidFill>
                <a:latin typeface="Arial"/>
                <a:ea typeface="Arial"/>
                <a:cs typeface="Arial"/>
                <a:sym typeface="Arial"/>
              </a:defRPr>
            </a:lvl9pPr>
          </a:lstStyle>
          <a:p>
            <a:pPr indent="0" lvl="0" marL="0" rtl="0" algn="l">
              <a:spcBef>
                <a:spcPts val="0"/>
              </a:spcBef>
              <a:spcAft>
                <a:spcPts val="0"/>
              </a:spcAft>
              <a:buNone/>
            </a:pPr>
            <a:r>
              <a:rPr lang="en-US"/>
              <a:t>Page </a:t>
            </a:r>
            <a:fld id="{00000000-1234-1234-1234-123412341234}" type="slidenum">
              <a:rPr lang="en-US"/>
              <a:t>‹#›</a:t>
            </a:fld>
            <a:endParaRPr/>
          </a:p>
        </p:txBody>
      </p:sp>
      <p:sp>
        <p:nvSpPr>
          <p:cNvPr id="71" name="Google Shape;71;p18"/>
          <p:cNvSpPr txBox="1"/>
          <p:nvPr>
            <p:ph idx="11" type="ftr"/>
          </p:nvPr>
        </p:nvSpPr>
        <p:spPr>
          <a:xfrm>
            <a:off x="2339975" y="6553200"/>
            <a:ext cx="6048375" cy="2508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9"/>
          <p:cNvSpPr txBox="1"/>
          <p:nvPr>
            <p:ph type="title"/>
          </p:nvPr>
        </p:nvSpPr>
        <p:spPr>
          <a:xfrm>
            <a:off x="314325" y="622300"/>
            <a:ext cx="8515350" cy="458788"/>
          </a:xfrm>
          <a:prstGeom prst="rect">
            <a:avLst/>
          </a:prstGeom>
          <a:noFill/>
          <a:ln>
            <a:noFill/>
          </a:ln>
        </p:spPr>
        <p:txBody>
          <a:bodyPr anchorCtr="0" anchor="t" bIns="45700" lIns="0" spcFirstLastPara="1" rIns="0" wrap="square" tIns="45700">
            <a:noAutofit/>
          </a:bodyPr>
          <a:lstStyle>
            <a:lvl1pPr lvl="0" algn="ctr">
              <a:lnSpc>
                <a:spcPct val="95000"/>
              </a:lnSpc>
              <a:spcBef>
                <a:spcPts val="0"/>
              </a:spcBef>
              <a:spcAft>
                <a:spcPts val="0"/>
              </a:spcAft>
              <a:buSzPts val="1400"/>
              <a:buNone/>
              <a:defRPr/>
            </a:lvl1pPr>
            <a:lvl2pPr lvl="1" algn="ctr">
              <a:lnSpc>
                <a:spcPct val="95000"/>
              </a:lnSpc>
              <a:spcBef>
                <a:spcPts val="0"/>
              </a:spcBef>
              <a:spcAft>
                <a:spcPts val="0"/>
              </a:spcAft>
              <a:buSzPts val="1400"/>
              <a:buNone/>
              <a:defRPr/>
            </a:lvl2pPr>
            <a:lvl3pPr lvl="2" algn="ctr">
              <a:lnSpc>
                <a:spcPct val="95000"/>
              </a:lnSpc>
              <a:spcBef>
                <a:spcPts val="0"/>
              </a:spcBef>
              <a:spcAft>
                <a:spcPts val="0"/>
              </a:spcAft>
              <a:buSzPts val="1400"/>
              <a:buNone/>
              <a:defRPr/>
            </a:lvl3pPr>
            <a:lvl4pPr lvl="3" algn="ctr">
              <a:lnSpc>
                <a:spcPct val="95000"/>
              </a:lnSpc>
              <a:spcBef>
                <a:spcPts val="0"/>
              </a:spcBef>
              <a:spcAft>
                <a:spcPts val="0"/>
              </a:spcAft>
              <a:buSzPts val="1400"/>
              <a:buNone/>
              <a:defRPr/>
            </a:lvl4pPr>
            <a:lvl5pPr lvl="4" algn="ctr">
              <a:lnSpc>
                <a:spcPct val="95000"/>
              </a:lnSpc>
              <a:spcBef>
                <a:spcPts val="0"/>
              </a:spcBef>
              <a:spcAft>
                <a:spcPts val="0"/>
              </a:spcAft>
              <a:buSzPts val="1400"/>
              <a:buNone/>
              <a:defRPr/>
            </a:lvl5pPr>
            <a:lvl6pPr lvl="5" algn="l">
              <a:lnSpc>
                <a:spcPct val="95000"/>
              </a:lnSpc>
              <a:spcBef>
                <a:spcPts val="0"/>
              </a:spcBef>
              <a:spcAft>
                <a:spcPts val="0"/>
              </a:spcAft>
              <a:buSzPts val="1400"/>
              <a:buNone/>
              <a:defRPr/>
            </a:lvl6pPr>
            <a:lvl7pPr lvl="6" algn="l">
              <a:lnSpc>
                <a:spcPct val="95000"/>
              </a:lnSpc>
              <a:spcBef>
                <a:spcPts val="0"/>
              </a:spcBef>
              <a:spcAft>
                <a:spcPts val="0"/>
              </a:spcAft>
              <a:buSzPts val="1400"/>
              <a:buNone/>
              <a:defRPr/>
            </a:lvl7pPr>
            <a:lvl8pPr lvl="7" algn="l">
              <a:lnSpc>
                <a:spcPct val="95000"/>
              </a:lnSpc>
              <a:spcBef>
                <a:spcPts val="0"/>
              </a:spcBef>
              <a:spcAft>
                <a:spcPts val="0"/>
              </a:spcAft>
              <a:buSzPts val="1400"/>
              <a:buNone/>
              <a:defRPr/>
            </a:lvl8pPr>
            <a:lvl9pPr lvl="8" algn="l">
              <a:lnSpc>
                <a:spcPct val="95000"/>
              </a:lnSpc>
              <a:spcBef>
                <a:spcPts val="0"/>
              </a:spcBef>
              <a:spcAft>
                <a:spcPts val="0"/>
              </a:spcAft>
              <a:buSzPts val="1400"/>
              <a:buNone/>
              <a:defRPr/>
            </a:lvl9pPr>
          </a:lstStyle>
          <a:p/>
        </p:txBody>
      </p:sp>
      <p:sp>
        <p:nvSpPr>
          <p:cNvPr id="74" name="Google Shape;74;p19"/>
          <p:cNvSpPr txBox="1"/>
          <p:nvPr>
            <p:ph idx="1" type="body"/>
          </p:nvPr>
        </p:nvSpPr>
        <p:spPr>
          <a:xfrm rot="5400000">
            <a:off x="2035969" y="-392906"/>
            <a:ext cx="5091113" cy="8524875"/>
          </a:xfrm>
          <a:prstGeom prst="rect">
            <a:avLst/>
          </a:prstGeom>
          <a:noFill/>
          <a:ln>
            <a:noFill/>
          </a:ln>
        </p:spPr>
        <p:txBody>
          <a:bodyPr anchorCtr="0" anchor="t" bIns="45700" lIns="0" spcFirstLastPara="1" rIns="0" wrap="square" tIns="45700">
            <a:noAutofit/>
          </a:bodyPr>
          <a:lstStyle>
            <a:lvl1pPr indent="-342900" lvl="0" marL="457200" algn="l">
              <a:spcBef>
                <a:spcPts val="720"/>
              </a:spcBef>
              <a:spcAft>
                <a:spcPts val="0"/>
              </a:spcAft>
              <a:buSzPts val="1800"/>
              <a:buChar char="▪"/>
              <a:defRPr/>
            </a:lvl1pPr>
            <a:lvl2pPr indent="-342900" lvl="1" marL="914400" algn="l">
              <a:spcBef>
                <a:spcPts val="720"/>
              </a:spcBef>
              <a:spcAft>
                <a:spcPts val="0"/>
              </a:spcAft>
              <a:buSzPts val="1800"/>
              <a:buChar char="‒"/>
              <a:defRPr/>
            </a:lvl2pPr>
            <a:lvl3pPr indent="-342900" lvl="2" marL="1371600" algn="l">
              <a:spcBef>
                <a:spcPts val="720"/>
              </a:spcBef>
              <a:spcAft>
                <a:spcPts val="0"/>
              </a:spcAft>
              <a:buSzPts val="1800"/>
              <a:buChar char="o"/>
              <a:defRPr/>
            </a:lvl3pPr>
            <a:lvl4pPr indent="-342900" lvl="3" marL="1828800" algn="l">
              <a:spcBef>
                <a:spcPts val="720"/>
              </a:spcBef>
              <a:spcAft>
                <a:spcPts val="0"/>
              </a:spcAft>
              <a:buSzPts val="1800"/>
              <a:buChar char="‒"/>
              <a:defRPr/>
            </a:lvl4pPr>
            <a:lvl5pPr indent="-342900" lvl="4" marL="2286000" algn="l">
              <a:spcBef>
                <a:spcPts val="720"/>
              </a:spcBef>
              <a:spcAft>
                <a:spcPts val="0"/>
              </a:spcAft>
              <a:buSzPts val="1800"/>
              <a:buChar char="▪"/>
              <a:defRPr/>
            </a:lvl5pPr>
            <a:lvl6pPr indent="-342900" lvl="5" marL="2743200" algn="l">
              <a:spcBef>
                <a:spcPts val="720"/>
              </a:spcBef>
              <a:spcAft>
                <a:spcPts val="0"/>
              </a:spcAft>
              <a:buSzPts val="1800"/>
              <a:buChar char="▪"/>
              <a:defRPr/>
            </a:lvl6pPr>
            <a:lvl7pPr indent="-342900" lvl="6" marL="3200400" algn="l">
              <a:spcBef>
                <a:spcPts val="720"/>
              </a:spcBef>
              <a:spcAft>
                <a:spcPts val="0"/>
              </a:spcAft>
              <a:buSzPts val="1800"/>
              <a:buChar char="▪"/>
              <a:defRPr/>
            </a:lvl7pPr>
            <a:lvl8pPr indent="-342900" lvl="7" marL="3657600" algn="l">
              <a:spcBef>
                <a:spcPts val="720"/>
              </a:spcBef>
              <a:spcAft>
                <a:spcPts val="0"/>
              </a:spcAft>
              <a:buSzPts val="1800"/>
              <a:buChar char="▪"/>
              <a:defRPr/>
            </a:lvl8pPr>
            <a:lvl9pPr indent="-342900" lvl="8" marL="4114800" algn="l">
              <a:spcBef>
                <a:spcPts val="720"/>
              </a:spcBef>
              <a:spcAft>
                <a:spcPts val="0"/>
              </a:spcAft>
              <a:buSzPts val="1800"/>
              <a:buChar char="▪"/>
              <a:defRPr/>
            </a:lvl9pPr>
          </a:lstStyle>
          <a:p/>
        </p:txBody>
      </p:sp>
      <p:sp>
        <p:nvSpPr>
          <p:cNvPr id="75" name="Google Shape;75;p19"/>
          <p:cNvSpPr txBox="1"/>
          <p:nvPr>
            <p:ph idx="10" type="dt"/>
          </p:nvPr>
        </p:nvSpPr>
        <p:spPr>
          <a:xfrm>
            <a:off x="319088" y="6588125"/>
            <a:ext cx="944562" cy="252413"/>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76" name="Google Shape;76;p19"/>
          <p:cNvSpPr txBox="1"/>
          <p:nvPr>
            <p:ph idx="12" type="sldNum"/>
          </p:nvPr>
        </p:nvSpPr>
        <p:spPr>
          <a:xfrm>
            <a:off x="1271588" y="6588125"/>
            <a:ext cx="827087" cy="252413"/>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spcAft>
                <a:spcPts val="0"/>
              </a:spcAft>
              <a:buNone/>
              <a:defRPr sz="1800">
                <a:solidFill>
                  <a:schemeClr val="dk1"/>
                </a:solidFill>
                <a:latin typeface="Arial"/>
                <a:ea typeface="Arial"/>
                <a:cs typeface="Arial"/>
                <a:sym typeface="Arial"/>
              </a:defRPr>
            </a:lvl1pPr>
            <a:lvl2pPr indent="0" lvl="1" marL="0" marR="0" rtl="0" algn="l">
              <a:spcBef>
                <a:spcPts val="0"/>
              </a:spcBef>
              <a:spcAft>
                <a:spcPts val="0"/>
              </a:spcAft>
              <a:buNone/>
              <a:defRPr sz="1800">
                <a:solidFill>
                  <a:schemeClr val="dk1"/>
                </a:solidFill>
                <a:latin typeface="Arial"/>
                <a:ea typeface="Arial"/>
                <a:cs typeface="Arial"/>
                <a:sym typeface="Arial"/>
              </a:defRPr>
            </a:lvl2pPr>
            <a:lvl3pPr indent="0" lvl="2" marL="0" marR="0" rtl="0" algn="l">
              <a:spcBef>
                <a:spcPts val="0"/>
              </a:spcBef>
              <a:spcAft>
                <a:spcPts val="0"/>
              </a:spcAft>
              <a:buNone/>
              <a:defRPr sz="1800">
                <a:solidFill>
                  <a:schemeClr val="dk1"/>
                </a:solidFill>
                <a:latin typeface="Arial"/>
                <a:ea typeface="Arial"/>
                <a:cs typeface="Arial"/>
                <a:sym typeface="Arial"/>
              </a:defRPr>
            </a:lvl3pPr>
            <a:lvl4pPr indent="0" lvl="3" marL="0" marR="0" rtl="0" algn="l">
              <a:spcBef>
                <a:spcPts val="0"/>
              </a:spcBef>
              <a:spcAft>
                <a:spcPts val="0"/>
              </a:spcAft>
              <a:buNone/>
              <a:defRPr sz="1800">
                <a:solidFill>
                  <a:schemeClr val="dk1"/>
                </a:solidFill>
                <a:latin typeface="Arial"/>
                <a:ea typeface="Arial"/>
                <a:cs typeface="Arial"/>
                <a:sym typeface="Arial"/>
              </a:defRPr>
            </a:lvl4pPr>
            <a:lvl5pPr indent="0" lvl="4" marL="0" marR="0" rtl="0" algn="l">
              <a:spcBef>
                <a:spcPts val="0"/>
              </a:spcBef>
              <a:spcAft>
                <a:spcPts val="0"/>
              </a:spcAft>
              <a:buNone/>
              <a:defRPr sz="1800">
                <a:solidFill>
                  <a:schemeClr val="dk1"/>
                </a:solidFill>
                <a:latin typeface="Arial"/>
                <a:ea typeface="Arial"/>
                <a:cs typeface="Arial"/>
                <a:sym typeface="Arial"/>
              </a:defRPr>
            </a:lvl5pPr>
            <a:lvl6pPr indent="0" lvl="5" marL="0" marR="0" rtl="0" algn="l">
              <a:spcBef>
                <a:spcPts val="0"/>
              </a:spcBef>
              <a:spcAft>
                <a:spcPts val="0"/>
              </a:spcAft>
              <a:buNone/>
              <a:defRPr sz="1800">
                <a:solidFill>
                  <a:schemeClr val="dk1"/>
                </a:solidFill>
                <a:latin typeface="Arial"/>
                <a:ea typeface="Arial"/>
                <a:cs typeface="Arial"/>
                <a:sym typeface="Arial"/>
              </a:defRPr>
            </a:lvl6pPr>
            <a:lvl7pPr indent="0" lvl="6" marL="0" marR="0" rtl="0" algn="l">
              <a:spcBef>
                <a:spcPts val="0"/>
              </a:spcBef>
              <a:spcAft>
                <a:spcPts val="0"/>
              </a:spcAft>
              <a:buNone/>
              <a:defRPr sz="1800">
                <a:solidFill>
                  <a:schemeClr val="dk1"/>
                </a:solidFill>
                <a:latin typeface="Arial"/>
                <a:ea typeface="Arial"/>
                <a:cs typeface="Arial"/>
                <a:sym typeface="Arial"/>
              </a:defRPr>
            </a:lvl7pPr>
            <a:lvl8pPr indent="0" lvl="7" marL="0" marR="0" rtl="0" algn="l">
              <a:spcBef>
                <a:spcPts val="0"/>
              </a:spcBef>
              <a:spcAft>
                <a:spcPts val="0"/>
              </a:spcAft>
              <a:buNone/>
              <a:defRPr sz="1800">
                <a:solidFill>
                  <a:schemeClr val="dk1"/>
                </a:solidFill>
                <a:latin typeface="Arial"/>
                <a:ea typeface="Arial"/>
                <a:cs typeface="Arial"/>
                <a:sym typeface="Arial"/>
              </a:defRPr>
            </a:lvl8pPr>
            <a:lvl9pPr indent="0" lvl="8" marL="0" marR="0" rtl="0" algn="l">
              <a:spcBef>
                <a:spcPts val="0"/>
              </a:spcBef>
              <a:spcAft>
                <a:spcPts val="0"/>
              </a:spcAft>
              <a:buNone/>
              <a:defRPr sz="1800">
                <a:solidFill>
                  <a:schemeClr val="dk1"/>
                </a:solidFill>
                <a:latin typeface="Arial"/>
                <a:ea typeface="Arial"/>
                <a:cs typeface="Arial"/>
                <a:sym typeface="Arial"/>
              </a:defRPr>
            </a:lvl9pPr>
          </a:lstStyle>
          <a:p>
            <a:pPr indent="0" lvl="0" marL="0" rtl="0" algn="l">
              <a:spcBef>
                <a:spcPts val="0"/>
              </a:spcBef>
              <a:spcAft>
                <a:spcPts val="0"/>
              </a:spcAft>
              <a:buNone/>
            </a:pPr>
            <a:r>
              <a:rPr lang="en-US"/>
              <a:t>Page </a:t>
            </a:r>
            <a:fld id="{00000000-1234-1234-1234-123412341234}" type="slidenum">
              <a:rPr lang="en-US"/>
              <a:t>‹#›</a:t>
            </a:fld>
            <a:endParaRPr/>
          </a:p>
        </p:txBody>
      </p:sp>
      <p:sp>
        <p:nvSpPr>
          <p:cNvPr id="77" name="Google Shape;77;p19"/>
          <p:cNvSpPr txBox="1"/>
          <p:nvPr>
            <p:ph idx="11" type="ftr"/>
          </p:nvPr>
        </p:nvSpPr>
        <p:spPr>
          <a:xfrm>
            <a:off x="314325" y="6595048"/>
            <a:ext cx="6735763" cy="25241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0"/>
          <p:cNvSpPr txBox="1"/>
          <p:nvPr>
            <p:ph type="title"/>
          </p:nvPr>
        </p:nvSpPr>
        <p:spPr>
          <a:xfrm rot="5400000">
            <a:off x="5134769" y="2199481"/>
            <a:ext cx="5286375" cy="2132013"/>
          </a:xfrm>
          <a:prstGeom prst="rect">
            <a:avLst/>
          </a:prstGeom>
          <a:noFill/>
          <a:ln>
            <a:noFill/>
          </a:ln>
        </p:spPr>
        <p:txBody>
          <a:bodyPr anchorCtr="0" anchor="t" bIns="45700" lIns="0" spcFirstLastPara="1" rIns="0" wrap="square" tIns="45700">
            <a:noAutofit/>
          </a:bodyPr>
          <a:lstStyle>
            <a:lvl1pPr lvl="0" algn="ctr">
              <a:lnSpc>
                <a:spcPct val="95000"/>
              </a:lnSpc>
              <a:spcBef>
                <a:spcPts val="0"/>
              </a:spcBef>
              <a:spcAft>
                <a:spcPts val="0"/>
              </a:spcAft>
              <a:buSzPts val="1400"/>
              <a:buNone/>
              <a:defRPr/>
            </a:lvl1pPr>
            <a:lvl2pPr lvl="1" algn="ctr">
              <a:lnSpc>
                <a:spcPct val="95000"/>
              </a:lnSpc>
              <a:spcBef>
                <a:spcPts val="0"/>
              </a:spcBef>
              <a:spcAft>
                <a:spcPts val="0"/>
              </a:spcAft>
              <a:buSzPts val="1400"/>
              <a:buNone/>
              <a:defRPr/>
            </a:lvl2pPr>
            <a:lvl3pPr lvl="2" algn="ctr">
              <a:lnSpc>
                <a:spcPct val="95000"/>
              </a:lnSpc>
              <a:spcBef>
                <a:spcPts val="0"/>
              </a:spcBef>
              <a:spcAft>
                <a:spcPts val="0"/>
              </a:spcAft>
              <a:buSzPts val="1400"/>
              <a:buNone/>
              <a:defRPr/>
            </a:lvl3pPr>
            <a:lvl4pPr lvl="3" algn="ctr">
              <a:lnSpc>
                <a:spcPct val="95000"/>
              </a:lnSpc>
              <a:spcBef>
                <a:spcPts val="0"/>
              </a:spcBef>
              <a:spcAft>
                <a:spcPts val="0"/>
              </a:spcAft>
              <a:buSzPts val="1400"/>
              <a:buNone/>
              <a:defRPr/>
            </a:lvl4pPr>
            <a:lvl5pPr lvl="4" algn="ctr">
              <a:lnSpc>
                <a:spcPct val="95000"/>
              </a:lnSpc>
              <a:spcBef>
                <a:spcPts val="0"/>
              </a:spcBef>
              <a:spcAft>
                <a:spcPts val="0"/>
              </a:spcAft>
              <a:buSzPts val="1400"/>
              <a:buNone/>
              <a:defRPr/>
            </a:lvl5pPr>
            <a:lvl6pPr lvl="5" algn="l">
              <a:lnSpc>
                <a:spcPct val="95000"/>
              </a:lnSpc>
              <a:spcBef>
                <a:spcPts val="0"/>
              </a:spcBef>
              <a:spcAft>
                <a:spcPts val="0"/>
              </a:spcAft>
              <a:buSzPts val="1400"/>
              <a:buNone/>
              <a:defRPr/>
            </a:lvl6pPr>
            <a:lvl7pPr lvl="6" algn="l">
              <a:lnSpc>
                <a:spcPct val="95000"/>
              </a:lnSpc>
              <a:spcBef>
                <a:spcPts val="0"/>
              </a:spcBef>
              <a:spcAft>
                <a:spcPts val="0"/>
              </a:spcAft>
              <a:buSzPts val="1400"/>
              <a:buNone/>
              <a:defRPr/>
            </a:lvl7pPr>
            <a:lvl8pPr lvl="7" algn="l">
              <a:lnSpc>
                <a:spcPct val="95000"/>
              </a:lnSpc>
              <a:spcBef>
                <a:spcPts val="0"/>
              </a:spcBef>
              <a:spcAft>
                <a:spcPts val="0"/>
              </a:spcAft>
              <a:buSzPts val="1400"/>
              <a:buNone/>
              <a:defRPr/>
            </a:lvl8pPr>
            <a:lvl9pPr lvl="8" algn="l">
              <a:lnSpc>
                <a:spcPct val="95000"/>
              </a:lnSpc>
              <a:spcBef>
                <a:spcPts val="0"/>
              </a:spcBef>
              <a:spcAft>
                <a:spcPts val="0"/>
              </a:spcAft>
              <a:buSzPts val="1400"/>
              <a:buNone/>
              <a:defRPr/>
            </a:lvl9pPr>
          </a:lstStyle>
          <a:p/>
        </p:txBody>
      </p:sp>
      <p:sp>
        <p:nvSpPr>
          <p:cNvPr id="80" name="Google Shape;80;p20"/>
          <p:cNvSpPr txBox="1"/>
          <p:nvPr>
            <p:ph idx="1" type="body"/>
          </p:nvPr>
        </p:nvSpPr>
        <p:spPr>
          <a:xfrm rot="5400000">
            <a:off x="793750" y="142875"/>
            <a:ext cx="5286375" cy="6245225"/>
          </a:xfrm>
          <a:prstGeom prst="rect">
            <a:avLst/>
          </a:prstGeom>
          <a:noFill/>
          <a:ln>
            <a:noFill/>
          </a:ln>
        </p:spPr>
        <p:txBody>
          <a:bodyPr anchorCtr="0" anchor="t" bIns="45700" lIns="0" spcFirstLastPara="1" rIns="0" wrap="square" tIns="45700">
            <a:noAutofit/>
          </a:bodyPr>
          <a:lstStyle>
            <a:lvl1pPr indent="-342900" lvl="0" marL="457200" algn="l">
              <a:spcBef>
                <a:spcPts val="720"/>
              </a:spcBef>
              <a:spcAft>
                <a:spcPts val="0"/>
              </a:spcAft>
              <a:buSzPts val="1800"/>
              <a:buChar char="▪"/>
              <a:defRPr/>
            </a:lvl1pPr>
            <a:lvl2pPr indent="-342900" lvl="1" marL="914400" algn="l">
              <a:spcBef>
                <a:spcPts val="720"/>
              </a:spcBef>
              <a:spcAft>
                <a:spcPts val="0"/>
              </a:spcAft>
              <a:buSzPts val="1800"/>
              <a:buChar char="‒"/>
              <a:defRPr/>
            </a:lvl2pPr>
            <a:lvl3pPr indent="-342900" lvl="2" marL="1371600" algn="l">
              <a:spcBef>
                <a:spcPts val="720"/>
              </a:spcBef>
              <a:spcAft>
                <a:spcPts val="0"/>
              </a:spcAft>
              <a:buSzPts val="1800"/>
              <a:buChar char="o"/>
              <a:defRPr/>
            </a:lvl3pPr>
            <a:lvl4pPr indent="-342900" lvl="3" marL="1828800" algn="l">
              <a:spcBef>
                <a:spcPts val="720"/>
              </a:spcBef>
              <a:spcAft>
                <a:spcPts val="0"/>
              </a:spcAft>
              <a:buSzPts val="1800"/>
              <a:buChar char="‒"/>
              <a:defRPr/>
            </a:lvl4pPr>
            <a:lvl5pPr indent="-342900" lvl="4" marL="2286000" algn="l">
              <a:spcBef>
                <a:spcPts val="720"/>
              </a:spcBef>
              <a:spcAft>
                <a:spcPts val="0"/>
              </a:spcAft>
              <a:buSzPts val="1800"/>
              <a:buChar char="▪"/>
              <a:defRPr/>
            </a:lvl5pPr>
            <a:lvl6pPr indent="-342900" lvl="5" marL="2743200" algn="l">
              <a:spcBef>
                <a:spcPts val="720"/>
              </a:spcBef>
              <a:spcAft>
                <a:spcPts val="0"/>
              </a:spcAft>
              <a:buSzPts val="1800"/>
              <a:buChar char="▪"/>
              <a:defRPr/>
            </a:lvl6pPr>
            <a:lvl7pPr indent="-342900" lvl="6" marL="3200400" algn="l">
              <a:spcBef>
                <a:spcPts val="720"/>
              </a:spcBef>
              <a:spcAft>
                <a:spcPts val="0"/>
              </a:spcAft>
              <a:buSzPts val="1800"/>
              <a:buChar char="▪"/>
              <a:defRPr/>
            </a:lvl7pPr>
            <a:lvl8pPr indent="-342900" lvl="7" marL="3657600" algn="l">
              <a:spcBef>
                <a:spcPts val="720"/>
              </a:spcBef>
              <a:spcAft>
                <a:spcPts val="0"/>
              </a:spcAft>
              <a:buSzPts val="1800"/>
              <a:buChar char="▪"/>
              <a:defRPr/>
            </a:lvl8pPr>
            <a:lvl9pPr indent="-342900" lvl="8" marL="4114800" algn="l">
              <a:spcBef>
                <a:spcPts val="720"/>
              </a:spcBef>
              <a:spcAft>
                <a:spcPts val="0"/>
              </a:spcAft>
              <a:buSzPts val="1800"/>
              <a:buChar char="▪"/>
              <a:defRPr/>
            </a:lvl9pPr>
          </a:lstStyle>
          <a:p/>
        </p:txBody>
      </p:sp>
      <p:sp>
        <p:nvSpPr>
          <p:cNvPr id="81" name="Google Shape;81;p20"/>
          <p:cNvSpPr txBox="1"/>
          <p:nvPr>
            <p:ph idx="10" type="dt"/>
          </p:nvPr>
        </p:nvSpPr>
        <p:spPr>
          <a:xfrm>
            <a:off x="319088" y="6588125"/>
            <a:ext cx="944562" cy="252413"/>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2" name="Google Shape;82;p20"/>
          <p:cNvSpPr txBox="1"/>
          <p:nvPr>
            <p:ph idx="12" type="sldNum"/>
          </p:nvPr>
        </p:nvSpPr>
        <p:spPr>
          <a:xfrm>
            <a:off x="1271588" y="6588125"/>
            <a:ext cx="827087" cy="252413"/>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spcAft>
                <a:spcPts val="0"/>
              </a:spcAft>
              <a:buNone/>
              <a:defRPr sz="1800">
                <a:solidFill>
                  <a:schemeClr val="dk1"/>
                </a:solidFill>
                <a:latin typeface="Arial"/>
                <a:ea typeface="Arial"/>
                <a:cs typeface="Arial"/>
                <a:sym typeface="Arial"/>
              </a:defRPr>
            </a:lvl1pPr>
            <a:lvl2pPr indent="0" lvl="1" marL="0" marR="0" rtl="0" algn="l">
              <a:spcBef>
                <a:spcPts val="0"/>
              </a:spcBef>
              <a:spcAft>
                <a:spcPts val="0"/>
              </a:spcAft>
              <a:buNone/>
              <a:defRPr sz="1800">
                <a:solidFill>
                  <a:schemeClr val="dk1"/>
                </a:solidFill>
                <a:latin typeface="Arial"/>
                <a:ea typeface="Arial"/>
                <a:cs typeface="Arial"/>
                <a:sym typeface="Arial"/>
              </a:defRPr>
            </a:lvl2pPr>
            <a:lvl3pPr indent="0" lvl="2" marL="0" marR="0" rtl="0" algn="l">
              <a:spcBef>
                <a:spcPts val="0"/>
              </a:spcBef>
              <a:spcAft>
                <a:spcPts val="0"/>
              </a:spcAft>
              <a:buNone/>
              <a:defRPr sz="1800">
                <a:solidFill>
                  <a:schemeClr val="dk1"/>
                </a:solidFill>
                <a:latin typeface="Arial"/>
                <a:ea typeface="Arial"/>
                <a:cs typeface="Arial"/>
                <a:sym typeface="Arial"/>
              </a:defRPr>
            </a:lvl3pPr>
            <a:lvl4pPr indent="0" lvl="3" marL="0" marR="0" rtl="0" algn="l">
              <a:spcBef>
                <a:spcPts val="0"/>
              </a:spcBef>
              <a:spcAft>
                <a:spcPts val="0"/>
              </a:spcAft>
              <a:buNone/>
              <a:defRPr sz="1800">
                <a:solidFill>
                  <a:schemeClr val="dk1"/>
                </a:solidFill>
                <a:latin typeface="Arial"/>
                <a:ea typeface="Arial"/>
                <a:cs typeface="Arial"/>
                <a:sym typeface="Arial"/>
              </a:defRPr>
            </a:lvl4pPr>
            <a:lvl5pPr indent="0" lvl="4" marL="0" marR="0" rtl="0" algn="l">
              <a:spcBef>
                <a:spcPts val="0"/>
              </a:spcBef>
              <a:spcAft>
                <a:spcPts val="0"/>
              </a:spcAft>
              <a:buNone/>
              <a:defRPr sz="1800">
                <a:solidFill>
                  <a:schemeClr val="dk1"/>
                </a:solidFill>
                <a:latin typeface="Arial"/>
                <a:ea typeface="Arial"/>
                <a:cs typeface="Arial"/>
                <a:sym typeface="Arial"/>
              </a:defRPr>
            </a:lvl5pPr>
            <a:lvl6pPr indent="0" lvl="5" marL="0" marR="0" rtl="0" algn="l">
              <a:spcBef>
                <a:spcPts val="0"/>
              </a:spcBef>
              <a:spcAft>
                <a:spcPts val="0"/>
              </a:spcAft>
              <a:buNone/>
              <a:defRPr sz="1800">
                <a:solidFill>
                  <a:schemeClr val="dk1"/>
                </a:solidFill>
                <a:latin typeface="Arial"/>
                <a:ea typeface="Arial"/>
                <a:cs typeface="Arial"/>
                <a:sym typeface="Arial"/>
              </a:defRPr>
            </a:lvl6pPr>
            <a:lvl7pPr indent="0" lvl="6" marL="0" marR="0" rtl="0" algn="l">
              <a:spcBef>
                <a:spcPts val="0"/>
              </a:spcBef>
              <a:spcAft>
                <a:spcPts val="0"/>
              </a:spcAft>
              <a:buNone/>
              <a:defRPr sz="1800">
                <a:solidFill>
                  <a:schemeClr val="dk1"/>
                </a:solidFill>
                <a:latin typeface="Arial"/>
                <a:ea typeface="Arial"/>
                <a:cs typeface="Arial"/>
                <a:sym typeface="Arial"/>
              </a:defRPr>
            </a:lvl7pPr>
            <a:lvl8pPr indent="0" lvl="7" marL="0" marR="0" rtl="0" algn="l">
              <a:spcBef>
                <a:spcPts val="0"/>
              </a:spcBef>
              <a:spcAft>
                <a:spcPts val="0"/>
              </a:spcAft>
              <a:buNone/>
              <a:defRPr sz="1800">
                <a:solidFill>
                  <a:schemeClr val="dk1"/>
                </a:solidFill>
                <a:latin typeface="Arial"/>
                <a:ea typeface="Arial"/>
                <a:cs typeface="Arial"/>
                <a:sym typeface="Arial"/>
              </a:defRPr>
            </a:lvl8pPr>
            <a:lvl9pPr indent="0" lvl="8" marL="0" marR="0" rtl="0" algn="l">
              <a:spcBef>
                <a:spcPts val="0"/>
              </a:spcBef>
              <a:spcAft>
                <a:spcPts val="0"/>
              </a:spcAft>
              <a:buNone/>
              <a:defRPr sz="1800">
                <a:solidFill>
                  <a:schemeClr val="dk1"/>
                </a:solidFill>
                <a:latin typeface="Arial"/>
                <a:ea typeface="Arial"/>
                <a:cs typeface="Arial"/>
                <a:sym typeface="Arial"/>
              </a:defRPr>
            </a:lvl9pPr>
          </a:lstStyle>
          <a:p>
            <a:pPr indent="0" lvl="0" marL="0" rtl="0" algn="l">
              <a:spcBef>
                <a:spcPts val="0"/>
              </a:spcBef>
              <a:spcAft>
                <a:spcPts val="0"/>
              </a:spcAft>
              <a:buNone/>
            </a:pPr>
            <a:r>
              <a:rPr lang="en-US"/>
              <a:t>Page </a:t>
            </a:r>
            <a:fld id="{00000000-1234-1234-1234-123412341234}" type="slidenum">
              <a:rPr lang="en-US"/>
              <a:t>‹#›</a:t>
            </a:fld>
            <a:endParaRPr/>
          </a:p>
        </p:txBody>
      </p:sp>
      <p:sp>
        <p:nvSpPr>
          <p:cNvPr id="83" name="Google Shape;83;p20"/>
          <p:cNvSpPr txBox="1"/>
          <p:nvPr>
            <p:ph idx="11" type="ftr"/>
          </p:nvPr>
        </p:nvSpPr>
        <p:spPr>
          <a:xfrm>
            <a:off x="314325" y="6595048"/>
            <a:ext cx="6735763" cy="25241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7.xml"/><Relationship Id="rId10" Type="http://schemas.openxmlformats.org/officeDocument/2006/relationships/slideLayout" Target="../slideLayouts/slideLayout6.xml"/><Relationship Id="rId13" Type="http://schemas.openxmlformats.org/officeDocument/2006/relationships/slideLayout" Target="../slideLayouts/slideLayout9.xml"/><Relationship Id="rId12" Type="http://schemas.openxmlformats.org/officeDocument/2006/relationships/slideLayout" Target="../slideLayouts/slideLayout8.xml"/><Relationship Id="rId1" Type="http://schemas.openxmlformats.org/officeDocument/2006/relationships/image" Target="../media/image9.jpg"/><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11.png"/><Relationship Id="rId9" Type="http://schemas.openxmlformats.org/officeDocument/2006/relationships/slideLayout" Target="../slideLayouts/slideLayout5.xml"/><Relationship Id="rId15" Type="http://schemas.openxmlformats.org/officeDocument/2006/relationships/slideLayout" Target="../slideLayouts/slideLayout11.xml"/><Relationship Id="rId14" Type="http://schemas.openxmlformats.org/officeDocument/2006/relationships/slideLayout" Target="../slideLayouts/slideLayout10.xml"/><Relationship Id="rId16" Type="http://schemas.openxmlformats.org/officeDocument/2006/relationships/theme" Target="../theme/theme1.xml"/><Relationship Id="rId5" Type="http://schemas.openxmlformats.org/officeDocument/2006/relationships/slideLayout" Target="../slideLayouts/slideLayout1.xml"/><Relationship Id="rId6" Type="http://schemas.openxmlformats.org/officeDocument/2006/relationships/slideLayout" Target="../slideLayouts/slideLayout2.xml"/><Relationship Id="rId7" Type="http://schemas.openxmlformats.org/officeDocument/2006/relationships/slideLayout" Target="../slideLayouts/slideLayout3.xml"/><Relationship Id="rId8"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 name="Shape 9"/>
        <p:cNvGrpSpPr/>
        <p:nvPr/>
      </p:nvGrpSpPr>
      <p:grpSpPr>
        <a:xfrm>
          <a:off x="0" y="0"/>
          <a:ext cx="0" cy="0"/>
          <a:chOff x="0" y="0"/>
          <a:chExt cx="0" cy="0"/>
        </a:xfrm>
      </p:grpSpPr>
      <p:sp>
        <p:nvSpPr>
          <p:cNvPr id="10" name="Google Shape;10;p9"/>
          <p:cNvSpPr txBox="1"/>
          <p:nvPr>
            <p:ph type="title"/>
          </p:nvPr>
        </p:nvSpPr>
        <p:spPr>
          <a:xfrm>
            <a:off x="314325" y="622300"/>
            <a:ext cx="8515350" cy="458788"/>
          </a:xfrm>
          <a:prstGeom prst="rect">
            <a:avLst/>
          </a:prstGeom>
          <a:noFill/>
          <a:ln>
            <a:noFill/>
          </a:ln>
        </p:spPr>
        <p:txBody>
          <a:bodyPr anchorCtr="0" anchor="t" bIns="45700" lIns="0" spcFirstLastPara="1" rIns="0" wrap="square" tIns="45700">
            <a:noAutofit/>
          </a:bodyPr>
          <a:lstStyle>
            <a:lvl1pPr lvl="0" marR="0" rtl="0" algn="ctr">
              <a:lnSpc>
                <a:spcPct val="95000"/>
              </a:lnSpc>
              <a:spcBef>
                <a:spcPts val="0"/>
              </a:spcBef>
              <a:spcAft>
                <a:spcPts val="0"/>
              </a:spcAft>
              <a:buSzPts val="1400"/>
              <a:buNone/>
              <a:defRPr b="1" i="0" sz="2800" u="none" cap="none" strike="noStrike">
                <a:solidFill>
                  <a:schemeClr val="accent2"/>
                </a:solidFill>
                <a:latin typeface="Arial"/>
                <a:ea typeface="Arial"/>
                <a:cs typeface="Arial"/>
                <a:sym typeface="Arial"/>
              </a:defRPr>
            </a:lvl1pPr>
            <a:lvl2pPr lvl="1" marR="0" rtl="0" algn="ctr">
              <a:lnSpc>
                <a:spcPct val="95000"/>
              </a:lnSpc>
              <a:spcBef>
                <a:spcPts val="0"/>
              </a:spcBef>
              <a:spcAft>
                <a:spcPts val="0"/>
              </a:spcAft>
              <a:buSzPts val="1400"/>
              <a:buNone/>
              <a:defRPr b="1" i="0" sz="2800" u="none" cap="none" strike="noStrike">
                <a:solidFill>
                  <a:schemeClr val="accent2"/>
                </a:solidFill>
                <a:latin typeface="Arial"/>
                <a:ea typeface="Arial"/>
                <a:cs typeface="Arial"/>
                <a:sym typeface="Arial"/>
              </a:defRPr>
            </a:lvl2pPr>
            <a:lvl3pPr lvl="2" marR="0" rtl="0" algn="ctr">
              <a:lnSpc>
                <a:spcPct val="95000"/>
              </a:lnSpc>
              <a:spcBef>
                <a:spcPts val="0"/>
              </a:spcBef>
              <a:spcAft>
                <a:spcPts val="0"/>
              </a:spcAft>
              <a:buSzPts val="1400"/>
              <a:buNone/>
              <a:defRPr b="1" i="0" sz="2800" u="none" cap="none" strike="noStrike">
                <a:solidFill>
                  <a:schemeClr val="accent2"/>
                </a:solidFill>
                <a:latin typeface="Arial"/>
                <a:ea typeface="Arial"/>
                <a:cs typeface="Arial"/>
                <a:sym typeface="Arial"/>
              </a:defRPr>
            </a:lvl3pPr>
            <a:lvl4pPr lvl="3" marR="0" rtl="0" algn="ctr">
              <a:lnSpc>
                <a:spcPct val="95000"/>
              </a:lnSpc>
              <a:spcBef>
                <a:spcPts val="0"/>
              </a:spcBef>
              <a:spcAft>
                <a:spcPts val="0"/>
              </a:spcAft>
              <a:buSzPts val="1400"/>
              <a:buNone/>
              <a:defRPr b="1" i="0" sz="2800" u="none" cap="none" strike="noStrike">
                <a:solidFill>
                  <a:schemeClr val="accent2"/>
                </a:solidFill>
                <a:latin typeface="Arial"/>
                <a:ea typeface="Arial"/>
                <a:cs typeface="Arial"/>
                <a:sym typeface="Arial"/>
              </a:defRPr>
            </a:lvl4pPr>
            <a:lvl5pPr lvl="4" marR="0" rtl="0" algn="ctr">
              <a:lnSpc>
                <a:spcPct val="95000"/>
              </a:lnSpc>
              <a:spcBef>
                <a:spcPts val="0"/>
              </a:spcBef>
              <a:spcAft>
                <a:spcPts val="0"/>
              </a:spcAft>
              <a:buSzPts val="1400"/>
              <a:buNone/>
              <a:defRPr b="1" i="0" sz="2800" u="none" cap="none" strike="noStrike">
                <a:solidFill>
                  <a:schemeClr val="accent2"/>
                </a:solidFill>
                <a:latin typeface="Arial"/>
                <a:ea typeface="Arial"/>
                <a:cs typeface="Arial"/>
                <a:sym typeface="Arial"/>
              </a:defRPr>
            </a:lvl5pPr>
            <a:lvl6pPr lvl="5" marR="0" rtl="0" algn="l">
              <a:lnSpc>
                <a:spcPct val="95000"/>
              </a:lnSpc>
              <a:spcBef>
                <a:spcPts val="0"/>
              </a:spcBef>
              <a:spcAft>
                <a:spcPts val="0"/>
              </a:spcAft>
              <a:buSzPts val="1400"/>
              <a:buNone/>
              <a:defRPr b="1" i="0" sz="2400" u="none" cap="none" strike="noStrike">
                <a:solidFill>
                  <a:schemeClr val="accent2"/>
                </a:solidFill>
                <a:latin typeface="Arial"/>
                <a:ea typeface="Arial"/>
                <a:cs typeface="Arial"/>
                <a:sym typeface="Arial"/>
              </a:defRPr>
            </a:lvl6pPr>
            <a:lvl7pPr lvl="6" marR="0" rtl="0" algn="l">
              <a:lnSpc>
                <a:spcPct val="95000"/>
              </a:lnSpc>
              <a:spcBef>
                <a:spcPts val="0"/>
              </a:spcBef>
              <a:spcAft>
                <a:spcPts val="0"/>
              </a:spcAft>
              <a:buSzPts val="1400"/>
              <a:buNone/>
              <a:defRPr b="1" i="0" sz="2400" u="none" cap="none" strike="noStrike">
                <a:solidFill>
                  <a:schemeClr val="accent2"/>
                </a:solidFill>
                <a:latin typeface="Arial"/>
                <a:ea typeface="Arial"/>
                <a:cs typeface="Arial"/>
                <a:sym typeface="Arial"/>
              </a:defRPr>
            </a:lvl7pPr>
            <a:lvl8pPr lvl="7" marR="0" rtl="0" algn="l">
              <a:lnSpc>
                <a:spcPct val="95000"/>
              </a:lnSpc>
              <a:spcBef>
                <a:spcPts val="0"/>
              </a:spcBef>
              <a:spcAft>
                <a:spcPts val="0"/>
              </a:spcAft>
              <a:buSzPts val="1400"/>
              <a:buNone/>
              <a:defRPr b="1" i="0" sz="2400" u="none" cap="none" strike="noStrike">
                <a:solidFill>
                  <a:schemeClr val="accent2"/>
                </a:solidFill>
                <a:latin typeface="Arial"/>
                <a:ea typeface="Arial"/>
                <a:cs typeface="Arial"/>
                <a:sym typeface="Arial"/>
              </a:defRPr>
            </a:lvl8pPr>
            <a:lvl9pPr lvl="8" marR="0" rtl="0" algn="l">
              <a:lnSpc>
                <a:spcPct val="95000"/>
              </a:lnSpc>
              <a:spcBef>
                <a:spcPts val="0"/>
              </a:spcBef>
              <a:spcAft>
                <a:spcPts val="0"/>
              </a:spcAft>
              <a:buSzPts val="1400"/>
              <a:buNone/>
              <a:defRPr b="1" i="0" sz="2400" u="none" cap="none" strike="noStrike">
                <a:solidFill>
                  <a:schemeClr val="accent2"/>
                </a:solidFill>
                <a:latin typeface="Arial"/>
                <a:ea typeface="Arial"/>
                <a:cs typeface="Arial"/>
                <a:sym typeface="Arial"/>
              </a:defRPr>
            </a:lvl9pPr>
          </a:lstStyle>
          <a:p/>
        </p:txBody>
      </p:sp>
      <p:sp>
        <p:nvSpPr>
          <p:cNvPr id="11" name="Google Shape;11;p9"/>
          <p:cNvSpPr txBox="1"/>
          <p:nvPr>
            <p:ph idx="1" type="body"/>
          </p:nvPr>
        </p:nvSpPr>
        <p:spPr>
          <a:xfrm>
            <a:off x="319088" y="1323975"/>
            <a:ext cx="8524875" cy="5091113"/>
          </a:xfrm>
          <a:prstGeom prst="rect">
            <a:avLst/>
          </a:prstGeom>
          <a:noFill/>
          <a:ln>
            <a:noFill/>
          </a:ln>
        </p:spPr>
        <p:txBody>
          <a:bodyPr anchorCtr="0" anchor="t" bIns="45700" lIns="0" spcFirstLastPara="1" rIns="0" wrap="square" tIns="45700">
            <a:noAutofit/>
          </a:bodyPr>
          <a:lstStyle>
            <a:lvl1pPr indent="-381000" lvl="0" marL="457200" marR="0" rtl="0" algn="l">
              <a:spcBef>
                <a:spcPts val="960"/>
              </a:spcBef>
              <a:spcAft>
                <a:spcPts val="0"/>
              </a:spcAft>
              <a:buClr>
                <a:schemeClr val="accent1"/>
              </a:buClr>
              <a:buSzPts val="2400"/>
              <a:buFont typeface="Noto Sans Symbols"/>
              <a:buChar char="▪"/>
              <a:defRPr b="0" i="0" sz="2400" u="none" cap="none" strike="noStrike">
                <a:solidFill>
                  <a:schemeClr val="dk1"/>
                </a:solidFill>
                <a:latin typeface="Arial"/>
                <a:ea typeface="Arial"/>
                <a:cs typeface="Arial"/>
                <a:sym typeface="Arial"/>
              </a:defRPr>
            </a:lvl1pPr>
            <a:lvl2pPr indent="-355600" lvl="1" marL="914400" marR="0" rtl="0" algn="l">
              <a:spcBef>
                <a:spcPts val="800"/>
              </a:spcBef>
              <a:spcAft>
                <a:spcPts val="0"/>
              </a:spcAft>
              <a:buClr>
                <a:schemeClr val="lt2"/>
              </a:buClr>
              <a:buSzPts val="2000"/>
              <a:buFont typeface="Arial"/>
              <a:buChar char="‒"/>
              <a:defRPr b="0" i="0" sz="2000" u="none" cap="none" strike="noStrike">
                <a:solidFill>
                  <a:schemeClr val="dk1"/>
                </a:solidFill>
                <a:latin typeface="Arial"/>
                <a:ea typeface="Arial"/>
                <a:cs typeface="Arial"/>
                <a:sym typeface="Arial"/>
              </a:defRPr>
            </a:lvl2pPr>
            <a:lvl3pPr indent="-342900" lvl="2" marL="1371600" marR="0" rtl="0" algn="l">
              <a:spcBef>
                <a:spcPts val="720"/>
              </a:spcBef>
              <a:spcAft>
                <a:spcPts val="0"/>
              </a:spcAft>
              <a:buClr>
                <a:schemeClr val="accent1"/>
              </a:buClr>
              <a:buSzPts val="1800"/>
              <a:buFont typeface="Courier New"/>
              <a:buChar char="o"/>
              <a:defRPr b="0" i="0" sz="1800" u="none" cap="none" strike="noStrike">
                <a:solidFill>
                  <a:schemeClr val="dk1"/>
                </a:solidFill>
                <a:latin typeface="Arial"/>
                <a:ea typeface="Arial"/>
                <a:cs typeface="Arial"/>
                <a:sym typeface="Arial"/>
              </a:defRPr>
            </a:lvl3pPr>
            <a:lvl4pPr indent="-330200" lvl="3" marL="1828800" marR="0" rtl="0" algn="l">
              <a:spcBef>
                <a:spcPts val="640"/>
              </a:spcBef>
              <a:spcAft>
                <a:spcPts val="0"/>
              </a:spcAft>
              <a:buClr>
                <a:schemeClr val="lt2"/>
              </a:buClr>
              <a:buSzPts val="1600"/>
              <a:buFont typeface="Arial"/>
              <a:buChar char="‒"/>
              <a:defRPr b="0" i="0" sz="1600" u="none" cap="none" strike="noStrike">
                <a:solidFill>
                  <a:schemeClr val="dk1"/>
                </a:solidFill>
                <a:latin typeface="Arial"/>
                <a:ea typeface="Arial"/>
                <a:cs typeface="Arial"/>
                <a:sym typeface="Arial"/>
              </a:defRPr>
            </a:lvl4pPr>
            <a:lvl5pPr indent="-330200" lvl="4" marL="2286000" marR="0" rtl="0" algn="l">
              <a:spcBef>
                <a:spcPts val="640"/>
              </a:spcBef>
              <a:spcAft>
                <a:spcPts val="0"/>
              </a:spcAft>
              <a:buClr>
                <a:schemeClr val="accent1"/>
              </a:buClr>
              <a:buSzPts val="1600"/>
              <a:buFont typeface="Noto Sans Symbols"/>
              <a:buChar char="▪"/>
              <a:defRPr b="0" i="0" sz="1600" u="none" cap="none" strike="noStrike">
                <a:solidFill>
                  <a:schemeClr val="dk1"/>
                </a:solidFill>
                <a:latin typeface="Arial"/>
                <a:ea typeface="Arial"/>
                <a:cs typeface="Arial"/>
                <a:sym typeface="Arial"/>
              </a:defRPr>
            </a:lvl5pPr>
            <a:lvl6pPr indent="-342900" lvl="5" marL="2743200" marR="0" rtl="0" algn="l">
              <a:spcBef>
                <a:spcPts val="720"/>
              </a:spcBef>
              <a:spcAft>
                <a:spcPts val="0"/>
              </a:spcAft>
              <a:buClr>
                <a:schemeClr val="accent1"/>
              </a:buClr>
              <a:buSzPts val="1800"/>
              <a:buFont typeface="Noto Sans Symbols"/>
              <a:buChar char="▪"/>
              <a:defRPr b="0" i="0" sz="1800" u="none" cap="none" strike="noStrike">
                <a:solidFill>
                  <a:schemeClr val="dk1"/>
                </a:solidFill>
                <a:latin typeface="Arial"/>
                <a:ea typeface="Arial"/>
                <a:cs typeface="Arial"/>
                <a:sym typeface="Arial"/>
              </a:defRPr>
            </a:lvl6pPr>
            <a:lvl7pPr indent="-342900" lvl="6" marL="3200400" marR="0" rtl="0" algn="l">
              <a:spcBef>
                <a:spcPts val="720"/>
              </a:spcBef>
              <a:spcAft>
                <a:spcPts val="0"/>
              </a:spcAft>
              <a:buClr>
                <a:schemeClr val="accent1"/>
              </a:buClr>
              <a:buSzPts val="1800"/>
              <a:buFont typeface="Noto Sans Symbols"/>
              <a:buChar char="▪"/>
              <a:defRPr b="0" i="0" sz="1800" u="none" cap="none" strike="noStrike">
                <a:solidFill>
                  <a:schemeClr val="dk1"/>
                </a:solidFill>
                <a:latin typeface="Arial"/>
                <a:ea typeface="Arial"/>
                <a:cs typeface="Arial"/>
                <a:sym typeface="Arial"/>
              </a:defRPr>
            </a:lvl7pPr>
            <a:lvl8pPr indent="-342900" lvl="7" marL="3657600" marR="0" rtl="0" algn="l">
              <a:spcBef>
                <a:spcPts val="720"/>
              </a:spcBef>
              <a:spcAft>
                <a:spcPts val="0"/>
              </a:spcAft>
              <a:buClr>
                <a:schemeClr val="accent1"/>
              </a:buClr>
              <a:buSzPts val="1800"/>
              <a:buFont typeface="Noto Sans Symbols"/>
              <a:buChar char="▪"/>
              <a:defRPr b="0" i="0" sz="1800" u="none" cap="none" strike="noStrike">
                <a:solidFill>
                  <a:schemeClr val="dk1"/>
                </a:solidFill>
                <a:latin typeface="Arial"/>
                <a:ea typeface="Arial"/>
                <a:cs typeface="Arial"/>
                <a:sym typeface="Arial"/>
              </a:defRPr>
            </a:lvl8pPr>
            <a:lvl9pPr indent="-342900" lvl="8" marL="4114800" marR="0" rtl="0" algn="l">
              <a:spcBef>
                <a:spcPts val="720"/>
              </a:spcBef>
              <a:spcAft>
                <a:spcPts val="0"/>
              </a:spcAft>
              <a:buClr>
                <a:schemeClr val="accent1"/>
              </a:buClr>
              <a:buSzPts val="1800"/>
              <a:buFont typeface="Noto Sans Symbols"/>
              <a:buChar char="▪"/>
              <a:defRPr b="0" i="0" sz="1800" u="none" cap="none" strike="noStrike">
                <a:solidFill>
                  <a:schemeClr val="dk1"/>
                </a:solidFill>
                <a:latin typeface="Arial"/>
                <a:ea typeface="Arial"/>
                <a:cs typeface="Arial"/>
                <a:sym typeface="Arial"/>
              </a:defRPr>
            </a:lvl9pPr>
          </a:lstStyle>
          <a:p/>
        </p:txBody>
      </p:sp>
      <p:pic>
        <p:nvPicPr>
          <p:cNvPr id="12" name="Google Shape;12;p9"/>
          <p:cNvPicPr preferRelativeResize="0"/>
          <p:nvPr/>
        </p:nvPicPr>
        <p:blipFill rotWithShape="1">
          <a:blip r:embed="rId1">
            <a:alphaModFix/>
          </a:blip>
          <a:srcRect b="0" l="0" r="0" t="0"/>
          <a:stretch/>
        </p:blipFill>
        <p:spPr>
          <a:xfrm>
            <a:off x="0" y="0"/>
            <a:ext cx="9144000" cy="339725"/>
          </a:xfrm>
          <a:prstGeom prst="rect">
            <a:avLst/>
          </a:prstGeom>
          <a:noFill/>
          <a:ln>
            <a:noFill/>
          </a:ln>
        </p:spPr>
      </p:pic>
      <p:pic>
        <p:nvPicPr>
          <p:cNvPr id="13" name="Google Shape;13;p9"/>
          <p:cNvPicPr preferRelativeResize="0"/>
          <p:nvPr/>
        </p:nvPicPr>
        <p:blipFill rotWithShape="1">
          <a:blip r:embed="rId2">
            <a:alphaModFix/>
          </a:blip>
          <a:srcRect b="0" l="0" r="0" t="0"/>
          <a:stretch/>
        </p:blipFill>
        <p:spPr>
          <a:xfrm>
            <a:off x="0" y="6523038"/>
            <a:ext cx="9144000" cy="46037"/>
          </a:xfrm>
          <a:prstGeom prst="rect">
            <a:avLst/>
          </a:prstGeom>
          <a:noFill/>
          <a:ln>
            <a:noFill/>
          </a:ln>
        </p:spPr>
      </p:pic>
      <p:pic>
        <p:nvPicPr>
          <p:cNvPr descr="D:\cipsm\Catedra\Logo CS\logo_upb_small.png" id="14" name="Google Shape;14;p9"/>
          <p:cNvPicPr preferRelativeResize="0"/>
          <p:nvPr/>
        </p:nvPicPr>
        <p:blipFill rotWithShape="1">
          <a:blip r:embed="rId3">
            <a:alphaModFix/>
          </a:blip>
          <a:srcRect b="0" l="0" r="0" t="0"/>
          <a:stretch/>
        </p:blipFill>
        <p:spPr>
          <a:xfrm>
            <a:off x="50800" y="33338"/>
            <a:ext cx="682625" cy="684212"/>
          </a:xfrm>
          <a:prstGeom prst="rect">
            <a:avLst/>
          </a:prstGeom>
          <a:noFill/>
          <a:ln>
            <a:noFill/>
          </a:ln>
        </p:spPr>
      </p:pic>
      <p:sp>
        <p:nvSpPr>
          <p:cNvPr id="15" name="Google Shape;15;p9"/>
          <p:cNvSpPr txBox="1"/>
          <p:nvPr>
            <p:ph idx="11" type="ftr"/>
          </p:nvPr>
        </p:nvSpPr>
        <p:spPr>
          <a:xfrm>
            <a:off x="314325" y="6500192"/>
            <a:ext cx="3086100" cy="41099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pic>
        <p:nvPicPr>
          <p:cNvPr descr="Logo&#10;&#10;Description automatically generated" id="16" name="Google Shape;16;p9"/>
          <p:cNvPicPr preferRelativeResize="0"/>
          <p:nvPr/>
        </p:nvPicPr>
        <p:blipFill rotWithShape="1">
          <a:blip r:embed="rId4">
            <a:alphaModFix/>
          </a:blip>
          <a:srcRect b="0" l="0" r="0" t="0"/>
          <a:stretch/>
        </p:blipFill>
        <p:spPr>
          <a:xfrm>
            <a:off x="8113714" y="5094"/>
            <a:ext cx="1097827" cy="617206"/>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5"/>
    <p:sldLayoutId id="2147483650" r:id="rId6"/>
    <p:sldLayoutId id="2147483651" r:id="rId7"/>
    <p:sldLayoutId id="2147483652" r:id="rId8"/>
    <p:sldLayoutId id="2147483653" r:id="rId9"/>
    <p:sldLayoutId id="2147483654" r:id="rId10"/>
    <p:sldLayoutId id="2147483655" r:id="rId11"/>
    <p:sldLayoutId id="2147483656" r:id="rId12"/>
    <p:sldLayoutId id="2147483657" r:id="rId13"/>
    <p:sldLayoutId id="2147483658" r:id="rId14"/>
    <p:sldLayoutId id="2147483659"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hyperlink" Target="mailto:radu.ciobanu@upb.ro" TargetMode="External"/><Relationship Id="rId4" Type="http://schemas.openxmlformats.org/officeDocument/2006/relationships/image" Target="../media/image6.png"/><Relationship Id="rId5" Type="http://schemas.openxmlformats.org/officeDocument/2006/relationships/image" Target="../media/image8.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hyperlink" Target="https://mobylabupb.com/colaborare/" TargetMode="Externa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7.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txBox="1"/>
          <p:nvPr/>
        </p:nvSpPr>
        <p:spPr>
          <a:xfrm>
            <a:off x="107950" y="2924175"/>
            <a:ext cx="8915400" cy="1066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1822CD"/>
              </a:buClr>
              <a:buSzPts val="4400"/>
              <a:buFont typeface="Merriweather Sans"/>
              <a:buNone/>
            </a:pPr>
            <a:r>
              <a:rPr b="1" i="0" lang="en-US" sz="4400" u="none" cap="none" strike="noStrike">
                <a:solidFill>
                  <a:srgbClr val="1822CD"/>
                </a:solidFill>
                <a:latin typeface="Merriweather Sans"/>
                <a:ea typeface="Merriweather Sans"/>
                <a:cs typeface="Merriweather Sans"/>
                <a:sym typeface="Merriweather Sans"/>
              </a:rPr>
              <a:t>Alte detalii</a:t>
            </a:r>
            <a:endParaRPr b="1" i="0" sz="4400" u="none" cap="none" strike="noStrike">
              <a:solidFill>
                <a:srgbClr val="1822CD"/>
              </a:solidFill>
              <a:latin typeface="Merriweather Sans"/>
              <a:ea typeface="Merriweather Sans"/>
              <a:cs typeface="Merriweather Sans"/>
              <a:sym typeface="Merriweather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type="title"/>
          </p:nvPr>
        </p:nvSpPr>
        <p:spPr>
          <a:xfrm>
            <a:off x="314325" y="622300"/>
            <a:ext cx="8515350" cy="458788"/>
          </a:xfrm>
          <a:prstGeom prst="rect">
            <a:avLst/>
          </a:prstGeom>
          <a:noFill/>
          <a:ln>
            <a:noFill/>
          </a:ln>
        </p:spPr>
        <p:txBody>
          <a:bodyPr anchorCtr="0" anchor="t" bIns="45700" lIns="0" spcFirstLastPara="1" rIns="0" wrap="square" tIns="45700">
            <a:noAutofit/>
          </a:bodyPr>
          <a:lstStyle/>
          <a:p>
            <a:pPr indent="0" lvl="0" marL="0" rtl="0" algn="ctr">
              <a:lnSpc>
                <a:spcPct val="95000"/>
              </a:lnSpc>
              <a:spcBef>
                <a:spcPts val="0"/>
              </a:spcBef>
              <a:spcAft>
                <a:spcPts val="0"/>
              </a:spcAft>
              <a:buNone/>
            </a:pPr>
            <a:r>
              <a:rPr lang="en-US"/>
              <a:t>Condiții examen</a:t>
            </a:r>
            <a:endParaRPr/>
          </a:p>
        </p:txBody>
      </p:sp>
      <p:sp>
        <p:nvSpPr>
          <p:cNvPr id="94" name="Google Shape;94;p2"/>
          <p:cNvSpPr txBox="1"/>
          <p:nvPr>
            <p:ph idx="1" type="body"/>
          </p:nvPr>
        </p:nvSpPr>
        <p:spPr>
          <a:xfrm>
            <a:off x="319088" y="1323975"/>
            <a:ext cx="8524875" cy="5091113"/>
          </a:xfrm>
          <a:prstGeom prst="rect">
            <a:avLst/>
          </a:prstGeom>
          <a:noFill/>
          <a:ln>
            <a:noFill/>
          </a:ln>
        </p:spPr>
        <p:txBody>
          <a:bodyPr anchorCtr="0" anchor="t" bIns="45700" lIns="0" spcFirstLastPara="1" rIns="0" wrap="square" tIns="45700">
            <a:noAutofit/>
          </a:bodyPr>
          <a:lstStyle/>
          <a:p>
            <a:pPr indent="-342900" lvl="0" marL="342900" rtl="0" algn="l">
              <a:spcBef>
                <a:spcPts val="0"/>
              </a:spcBef>
              <a:spcAft>
                <a:spcPts val="0"/>
              </a:spcAft>
              <a:buClr>
                <a:srgbClr val="3568C7"/>
              </a:buClr>
              <a:buSzPts val="2400"/>
              <a:buFont typeface="Times"/>
              <a:buChar char="•"/>
            </a:pPr>
            <a:r>
              <a:rPr lang="en-US">
                <a:solidFill>
                  <a:srgbClr val="000000"/>
                </a:solidFill>
                <a:latin typeface="Merriweather Sans"/>
                <a:ea typeface="Merriweather Sans"/>
                <a:cs typeface="Merriweather Sans"/>
                <a:sym typeface="Merriweather Sans"/>
              </a:rPr>
              <a:t>Timp de lucru: </a:t>
            </a:r>
            <a:r>
              <a:rPr b="1" lang="en-US">
                <a:solidFill>
                  <a:srgbClr val="000000"/>
                </a:solidFill>
                <a:latin typeface="Merriweather Sans"/>
                <a:ea typeface="Merriweather Sans"/>
                <a:cs typeface="Merriweather Sans"/>
                <a:sym typeface="Merriweather Sans"/>
              </a:rPr>
              <a:t>50 min</a:t>
            </a:r>
            <a:endParaRPr/>
          </a:p>
          <a:p>
            <a:pPr indent="-342900" lvl="1" marL="876300" rtl="0" algn="l">
              <a:spcBef>
                <a:spcPts val="400"/>
              </a:spcBef>
              <a:spcAft>
                <a:spcPts val="0"/>
              </a:spcAft>
              <a:buClr>
                <a:srgbClr val="3568C7"/>
              </a:buClr>
              <a:buSzPts val="2000"/>
              <a:buFont typeface="Times"/>
              <a:buChar char="•"/>
            </a:pPr>
            <a:r>
              <a:rPr b="1" lang="en-US">
                <a:solidFill>
                  <a:srgbClr val="000000"/>
                </a:solidFill>
                <a:latin typeface="Merriweather Sans"/>
                <a:ea typeface="Merriweather Sans"/>
                <a:cs typeface="Merriweather Sans"/>
                <a:sym typeface="Merriweather Sans"/>
              </a:rPr>
              <a:t>30</a:t>
            </a:r>
            <a:r>
              <a:rPr lang="en-US">
                <a:solidFill>
                  <a:srgbClr val="000000"/>
                </a:solidFill>
                <a:latin typeface="Merriweather Sans"/>
                <a:ea typeface="Merriweather Sans"/>
                <a:cs typeface="Merriweather Sans"/>
                <a:sym typeface="Merriweather Sans"/>
              </a:rPr>
              <a:t> de întrebări </a:t>
            </a:r>
            <a:r>
              <a:rPr b="1" lang="en-US">
                <a:solidFill>
                  <a:srgbClr val="000000"/>
                </a:solidFill>
                <a:latin typeface="Merriweather Sans"/>
                <a:ea typeface="Merriweather Sans"/>
                <a:cs typeface="Merriweather Sans"/>
                <a:sym typeface="Merriweather Sans"/>
              </a:rPr>
              <a:t>grilă</a:t>
            </a:r>
            <a:r>
              <a:rPr lang="en-US">
                <a:solidFill>
                  <a:srgbClr val="000000"/>
                </a:solidFill>
                <a:latin typeface="Merriweather Sans"/>
                <a:ea typeface="Merriweather Sans"/>
                <a:cs typeface="Merriweather Sans"/>
                <a:sym typeface="Merriweather Sans"/>
              </a:rPr>
              <a:t>, fiecare întrebare valorează </a:t>
            </a:r>
            <a:r>
              <a:rPr b="1" lang="en-US">
                <a:solidFill>
                  <a:srgbClr val="000000"/>
                </a:solidFill>
                <a:latin typeface="Merriweather Sans"/>
                <a:ea typeface="Merriweather Sans"/>
                <a:cs typeface="Merriweather Sans"/>
                <a:sym typeface="Merriweather Sans"/>
              </a:rPr>
              <a:t>0.1p</a:t>
            </a:r>
            <a:endParaRPr/>
          </a:p>
          <a:p>
            <a:pPr indent="-342900" lvl="1" marL="876300" rtl="0" algn="l">
              <a:spcBef>
                <a:spcPts val="400"/>
              </a:spcBef>
              <a:spcAft>
                <a:spcPts val="0"/>
              </a:spcAft>
              <a:buClr>
                <a:srgbClr val="3568C7"/>
              </a:buClr>
              <a:buSzPts val="2000"/>
              <a:buFont typeface="Times"/>
              <a:buChar char="•"/>
            </a:pPr>
            <a:r>
              <a:rPr b="1" lang="en-US">
                <a:solidFill>
                  <a:srgbClr val="000000"/>
                </a:solidFill>
                <a:latin typeface="Merriweather Sans"/>
                <a:ea typeface="Merriweather Sans"/>
                <a:cs typeface="Merriweather Sans"/>
                <a:sym typeface="Merriweather Sans"/>
              </a:rPr>
              <a:t>1</a:t>
            </a:r>
            <a:r>
              <a:rPr lang="en-US">
                <a:solidFill>
                  <a:srgbClr val="000000"/>
                </a:solidFill>
                <a:latin typeface="Merriweather Sans"/>
                <a:ea typeface="Merriweather Sans"/>
                <a:cs typeface="Merriweather Sans"/>
                <a:sym typeface="Merriweather Sans"/>
              </a:rPr>
              <a:t> </a:t>
            </a:r>
            <a:r>
              <a:rPr b="1" lang="en-US">
                <a:solidFill>
                  <a:srgbClr val="000000"/>
                </a:solidFill>
                <a:latin typeface="Merriweather Sans"/>
                <a:ea typeface="Merriweather Sans"/>
                <a:cs typeface="Merriweather Sans"/>
                <a:sym typeface="Merriweather Sans"/>
              </a:rPr>
              <a:t>problemă</a:t>
            </a:r>
            <a:r>
              <a:rPr lang="en-US">
                <a:solidFill>
                  <a:srgbClr val="000000"/>
                </a:solidFill>
                <a:latin typeface="Merriweather Sans"/>
                <a:ea typeface="Merriweather Sans"/>
                <a:cs typeface="Merriweather Sans"/>
                <a:sym typeface="Merriweather Sans"/>
              </a:rPr>
              <a:t> de </a:t>
            </a:r>
            <a:r>
              <a:rPr b="1" lang="en-US">
                <a:solidFill>
                  <a:srgbClr val="000000"/>
                </a:solidFill>
                <a:latin typeface="Merriweather Sans"/>
                <a:ea typeface="Merriweather Sans"/>
                <a:cs typeface="Merriweather Sans"/>
                <a:sym typeface="Merriweather Sans"/>
              </a:rPr>
              <a:t>1p</a:t>
            </a:r>
            <a:endParaRPr/>
          </a:p>
          <a:p>
            <a:pPr indent="-342900" lvl="1" marL="876300" rtl="0" algn="l">
              <a:spcBef>
                <a:spcPts val="400"/>
              </a:spcBef>
              <a:spcAft>
                <a:spcPts val="0"/>
              </a:spcAft>
              <a:buClr>
                <a:srgbClr val="3568C7"/>
              </a:buClr>
              <a:buSzPts val="2000"/>
              <a:buFont typeface="Times"/>
              <a:buChar char="•"/>
            </a:pPr>
            <a:r>
              <a:rPr lang="en-US">
                <a:solidFill>
                  <a:srgbClr val="000000"/>
                </a:solidFill>
                <a:latin typeface="Merriweather Sans"/>
                <a:ea typeface="Merriweather Sans"/>
                <a:cs typeface="Merriweather Sans"/>
                <a:sym typeface="Merriweather Sans"/>
              </a:rPr>
              <a:t>minim </a:t>
            </a:r>
            <a:r>
              <a:rPr b="1" lang="en-US">
                <a:solidFill>
                  <a:srgbClr val="000000"/>
                </a:solidFill>
                <a:latin typeface="Merriweather Sans"/>
                <a:ea typeface="Merriweather Sans"/>
                <a:cs typeface="Merriweather Sans"/>
                <a:sym typeface="Merriweather Sans"/>
              </a:rPr>
              <a:t>2 puncte </a:t>
            </a:r>
            <a:r>
              <a:rPr lang="en-US">
                <a:solidFill>
                  <a:srgbClr val="000000"/>
                </a:solidFill>
                <a:latin typeface="Merriweather Sans"/>
                <a:ea typeface="Merriweather Sans"/>
                <a:cs typeface="Merriweather Sans"/>
                <a:sym typeface="Merriweather Sans"/>
              </a:rPr>
              <a:t>pentru a trece materia</a:t>
            </a:r>
            <a:endParaRPr/>
          </a:p>
          <a:p>
            <a:pPr indent="-190500" lvl="0" marL="342900" rtl="0" algn="l">
              <a:spcBef>
                <a:spcPts val="480"/>
              </a:spcBef>
              <a:spcAft>
                <a:spcPts val="0"/>
              </a:spcAft>
              <a:buClr>
                <a:srgbClr val="3568C7"/>
              </a:buClr>
              <a:buSzPts val="2400"/>
              <a:buFont typeface="Times"/>
              <a:buNone/>
            </a:pPr>
            <a:r>
              <a:t/>
            </a:r>
            <a:endParaRPr>
              <a:solidFill>
                <a:srgbClr val="000000"/>
              </a:solidFill>
              <a:latin typeface="Merriweather Sans"/>
              <a:ea typeface="Merriweather Sans"/>
              <a:cs typeface="Merriweather Sans"/>
              <a:sym typeface="Merriweather Sans"/>
            </a:endParaRPr>
          </a:p>
          <a:p>
            <a:pPr indent="-342900" lvl="0" marL="342900" rtl="0" algn="l">
              <a:spcBef>
                <a:spcPts val="480"/>
              </a:spcBef>
              <a:spcAft>
                <a:spcPts val="0"/>
              </a:spcAft>
              <a:buClr>
                <a:srgbClr val="3568C7"/>
              </a:buClr>
              <a:buSzPts val="2400"/>
              <a:buFont typeface="Times"/>
              <a:buChar char="•"/>
            </a:pPr>
            <a:r>
              <a:rPr lang="en-US">
                <a:solidFill>
                  <a:srgbClr val="000000"/>
                </a:solidFill>
                <a:latin typeface="Merriweather Sans"/>
                <a:ea typeface="Merriweather Sans"/>
                <a:cs typeface="Merriweather Sans"/>
                <a:sym typeface="Merriweather Sans"/>
              </a:rPr>
              <a:t>Examenul se va da pe </a:t>
            </a:r>
            <a:r>
              <a:rPr b="1" lang="en-US">
                <a:solidFill>
                  <a:srgbClr val="000000"/>
                </a:solidFill>
                <a:latin typeface="Merriweather Sans"/>
                <a:ea typeface="Merriweather Sans"/>
                <a:cs typeface="Merriweather Sans"/>
                <a:sym typeface="Merriweather Sans"/>
              </a:rPr>
              <a:t>24 ianuarie</a:t>
            </a:r>
            <a:endParaRPr/>
          </a:p>
          <a:p>
            <a:pPr indent="-342900" lvl="1" marL="876300" rtl="0" algn="l">
              <a:spcBef>
                <a:spcPts val="400"/>
              </a:spcBef>
              <a:spcAft>
                <a:spcPts val="0"/>
              </a:spcAft>
              <a:buClr>
                <a:srgbClr val="3568C7"/>
              </a:buClr>
              <a:buSzPts val="2000"/>
              <a:buFont typeface="Times"/>
              <a:buChar char="•"/>
            </a:pPr>
            <a:r>
              <a:rPr lang="en-US">
                <a:solidFill>
                  <a:srgbClr val="000000"/>
                </a:solidFill>
                <a:latin typeface="Merriweather Sans"/>
                <a:ea typeface="Merriweather Sans"/>
                <a:cs typeface="Merriweather Sans"/>
                <a:sym typeface="Merriweather Sans"/>
              </a:rPr>
              <a:t>sala </a:t>
            </a:r>
            <a:r>
              <a:rPr b="1" lang="en-US">
                <a:solidFill>
                  <a:srgbClr val="000000"/>
                </a:solidFill>
                <a:latin typeface="Merriweather Sans"/>
                <a:ea typeface="Merriweather Sans"/>
                <a:cs typeface="Merriweather Sans"/>
                <a:sym typeface="Merriweather Sans"/>
              </a:rPr>
              <a:t>PR001</a:t>
            </a:r>
            <a:endParaRPr/>
          </a:p>
          <a:p>
            <a:pPr indent="-342900" lvl="1" marL="876300" rtl="0" algn="l">
              <a:spcBef>
                <a:spcPts val="400"/>
              </a:spcBef>
              <a:spcAft>
                <a:spcPts val="0"/>
              </a:spcAft>
              <a:buClr>
                <a:srgbClr val="3568C7"/>
              </a:buClr>
              <a:buSzPts val="2000"/>
              <a:buFont typeface="Times"/>
              <a:buChar char="•"/>
            </a:pPr>
            <a:r>
              <a:rPr lang="en-US">
                <a:solidFill>
                  <a:srgbClr val="000000"/>
                </a:solidFill>
                <a:latin typeface="Merriweather Sans"/>
                <a:ea typeface="Merriweather Sans"/>
                <a:cs typeface="Merriweather Sans"/>
                <a:sym typeface="Merriweather Sans"/>
              </a:rPr>
              <a:t>331CC / 332CC / 333 CC – </a:t>
            </a:r>
            <a:r>
              <a:rPr b="1" lang="en-US">
                <a:solidFill>
                  <a:srgbClr val="000000"/>
                </a:solidFill>
                <a:latin typeface="Merriweather Sans"/>
                <a:ea typeface="Merriweather Sans"/>
                <a:cs typeface="Merriweather Sans"/>
                <a:sym typeface="Merriweather Sans"/>
              </a:rPr>
              <a:t>8:00</a:t>
            </a:r>
            <a:endParaRPr/>
          </a:p>
          <a:p>
            <a:pPr indent="-342900" lvl="1" marL="876300" rtl="0" algn="l">
              <a:spcBef>
                <a:spcPts val="400"/>
              </a:spcBef>
              <a:spcAft>
                <a:spcPts val="0"/>
              </a:spcAft>
              <a:buClr>
                <a:srgbClr val="3568C7"/>
              </a:buClr>
              <a:buSzPts val="2000"/>
              <a:buFont typeface="Times"/>
              <a:buChar char="•"/>
            </a:pPr>
            <a:r>
              <a:rPr lang="en-US">
                <a:solidFill>
                  <a:srgbClr val="000000"/>
                </a:solidFill>
                <a:latin typeface="Merriweather Sans"/>
                <a:ea typeface="Merriweather Sans"/>
                <a:cs typeface="Merriweather Sans"/>
                <a:sym typeface="Merriweather Sans"/>
              </a:rPr>
              <a:t>334CC / 335CC / 336 CC / restanțieri – </a:t>
            </a:r>
            <a:r>
              <a:rPr b="1" lang="en-US">
                <a:solidFill>
                  <a:srgbClr val="000000"/>
                </a:solidFill>
                <a:latin typeface="Merriweather Sans"/>
                <a:ea typeface="Merriweather Sans"/>
                <a:cs typeface="Merriweather Sans"/>
                <a:sym typeface="Merriweather Sans"/>
              </a:rPr>
              <a:t>9:15</a:t>
            </a:r>
            <a:endParaRPr/>
          </a:p>
          <a:p>
            <a:pPr indent="-190500" lvl="0" marL="342900" rtl="0" algn="l">
              <a:spcBef>
                <a:spcPts val="480"/>
              </a:spcBef>
              <a:spcAft>
                <a:spcPts val="0"/>
              </a:spcAft>
              <a:buClr>
                <a:srgbClr val="3568C7"/>
              </a:buClr>
              <a:buSzPts val="2400"/>
              <a:buFont typeface="Times"/>
              <a:buNone/>
            </a:pPr>
            <a:r>
              <a:t/>
            </a:r>
            <a:endParaRPr>
              <a:solidFill>
                <a:srgbClr val="000000"/>
              </a:solidFill>
              <a:latin typeface="Merriweather Sans"/>
              <a:ea typeface="Merriweather Sans"/>
              <a:cs typeface="Merriweather Sans"/>
              <a:sym typeface="Merriweather Sans"/>
            </a:endParaRPr>
          </a:p>
          <a:p>
            <a:pPr indent="-342900" lvl="0" marL="342900" rtl="0" algn="l">
              <a:spcBef>
                <a:spcPts val="480"/>
              </a:spcBef>
              <a:spcAft>
                <a:spcPts val="0"/>
              </a:spcAft>
              <a:buClr>
                <a:srgbClr val="3568C7"/>
              </a:buClr>
              <a:buSzPts val="2400"/>
              <a:buFont typeface="Times"/>
              <a:buChar char="•"/>
            </a:pPr>
            <a:r>
              <a:rPr lang="en-US">
                <a:solidFill>
                  <a:srgbClr val="000000"/>
                </a:solidFill>
                <a:latin typeface="Merriweather Sans"/>
                <a:ea typeface="Merriweather Sans"/>
                <a:cs typeface="Merriweather Sans"/>
                <a:sym typeface="Merriweather Sans"/>
              </a:rPr>
              <a:t>Pot fi date întrebări din oricare din cursurile teoretice sau practice predate la această materie</a:t>
            </a:r>
            <a:endParaRPr/>
          </a:p>
          <a:p>
            <a:pPr indent="-342900" lvl="1" marL="876300" rtl="0" algn="l">
              <a:spcBef>
                <a:spcPts val="400"/>
              </a:spcBef>
              <a:spcAft>
                <a:spcPts val="0"/>
              </a:spcAft>
              <a:buClr>
                <a:srgbClr val="3568C7"/>
              </a:buClr>
              <a:buSzPts val="2000"/>
              <a:buFont typeface="Times"/>
              <a:buChar char="•"/>
            </a:pPr>
            <a:r>
              <a:rPr lang="en-US">
                <a:solidFill>
                  <a:srgbClr val="000000"/>
                </a:solidFill>
                <a:latin typeface="Merriweather Sans"/>
                <a:ea typeface="Merriweather Sans"/>
                <a:cs typeface="Merriweather Sans"/>
                <a:sym typeface="Merriweather Sans"/>
              </a:rPr>
              <a:t>fără documentație (closed book)</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3"/>
          <p:cNvSpPr txBox="1"/>
          <p:nvPr>
            <p:ph type="title"/>
          </p:nvPr>
        </p:nvSpPr>
        <p:spPr>
          <a:xfrm>
            <a:off x="314325" y="622300"/>
            <a:ext cx="8515350" cy="458788"/>
          </a:xfrm>
          <a:prstGeom prst="rect">
            <a:avLst/>
          </a:prstGeom>
          <a:noFill/>
          <a:ln>
            <a:noFill/>
          </a:ln>
        </p:spPr>
        <p:txBody>
          <a:bodyPr anchorCtr="0" anchor="t" bIns="45700" lIns="0" spcFirstLastPara="1" rIns="0" wrap="square" tIns="45700">
            <a:noAutofit/>
          </a:bodyPr>
          <a:lstStyle/>
          <a:p>
            <a:pPr indent="0" lvl="0" marL="0" rtl="0" algn="ctr">
              <a:lnSpc>
                <a:spcPct val="95000"/>
              </a:lnSpc>
              <a:spcBef>
                <a:spcPts val="0"/>
              </a:spcBef>
              <a:spcAft>
                <a:spcPts val="0"/>
              </a:spcAft>
              <a:buNone/>
            </a:pPr>
            <a:r>
              <a:rPr lang="en-US"/>
              <a:t>Exemplu de subiect</a:t>
            </a:r>
            <a:endParaRPr/>
          </a:p>
        </p:txBody>
      </p:sp>
      <p:sp>
        <p:nvSpPr>
          <p:cNvPr id="100" name="Google Shape;100;p3"/>
          <p:cNvSpPr txBox="1"/>
          <p:nvPr>
            <p:ph idx="1" type="body"/>
          </p:nvPr>
        </p:nvSpPr>
        <p:spPr>
          <a:xfrm>
            <a:off x="115956" y="1254400"/>
            <a:ext cx="8749748" cy="5335243"/>
          </a:xfrm>
          <a:prstGeom prst="rect">
            <a:avLst/>
          </a:prstGeom>
          <a:noFill/>
          <a:ln>
            <a:noFill/>
          </a:ln>
        </p:spPr>
        <p:txBody>
          <a:bodyPr anchorCtr="0" anchor="t" bIns="45700" lIns="0" spcFirstLastPara="1" rIns="0" wrap="square" tIns="45700">
            <a:normAutofit fontScale="55000" lnSpcReduction="20000"/>
          </a:bodyPr>
          <a:lstStyle/>
          <a:p>
            <a:pPr indent="-457200" lvl="0" marL="457200" rtl="0" algn="l">
              <a:spcBef>
                <a:spcPts val="0"/>
              </a:spcBef>
              <a:spcAft>
                <a:spcPts val="0"/>
              </a:spcAft>
              <a:buSzPct val="100000"/>
              <a:buFont typeface="Arial"/>
              <a:buAutoNum type="arabicPeriod"/>
            </a:pPr>
            <a:r>
              <a:rPr lang="en-US"/>
              <a:t>Ce NU partajeaza doua thread-uri ale aceluiasi proces?</a:t>
            </a:r>
            <a:endParaRPr/>
          </a:p>
          <a:p>
            <a:pPr indent="-457200" lvl="1" marL="990600" rtl="0" algn="l">
              <a:spcBef>
                <a:spcPts val="440"/>
              </a:spcBef>
              <a:spcAft>
                <a:spcPts val="0"/>
              </a:spcAft>
              <a:buSzPct val="100000"/>
              <a:buFont typeface="Arial"/>
              <a:buAutoNum type="arabicPeriod"/>
            </a:pPr>
            <a:r>
              <a:rPr lang="en-US"/>
              <a:t>Codul</a:t>
            </a:r>
            <a:endParaRPr/>
          </a:p>
          <a:p>
            <a:pPr indent="-457200" lvl="1" marL="990600" rtl="0" algn="l">
              <a:spcBef>
                <a:spcPts val="440"/>
              </a:spcBef>
              <a:spcAft>
                <a:spcPts val="0"/>
              </a:spcAft>
              <a:buSzPct val="100000"/>
              <a:buFont typeface="Arial"/>
              <a:buAutoNum type="arabicPeriod"/>
            </a:pPr>
            <a:r>
              <a:rPr lang="en-US"/>
              <a:t>Datele</a:t>
            </a:r>
            <a:endParaRPr/>
          </a:p>
          <a:p>
            <a:pPr indent="-457200" lvl="1" marL="990600" rtl="0" algn="l">
              <a:spcBef>
                <a:spcPts val="440"/>
              </a:spcBef>
              <a:spcAft>
                <a:spcPts val="0"/>
              </a:spcAft>
              <a:buSzPct val="100000"/>
              <a:buFont typeface="Arial"/>
              <a:buAutoNum type="arabicPeriod"/>
            </a:pPr>
            <a:r>
              <a:rPr lang="en-US"/>
              <a:t>Process control block</a:t>
            </a:r>
            <a:endParaRPr/>
          </a:p>
          <a:p>
            <a:pPr indent="-457200" lvl="1" marL="990600" rtl="0" algn="l">
              <a:spcBef>
                <a:spcPts val="440"/>
              </a:spcBef>
              <a:spcAft>
                <a:spcPts val="0"/>
              </a:spcAft>
              <a:buSzPct val="100000"/>
              <a:buFont typeface="Arial"/>
              <a:buAutoNum type="arabicPeriod"/>
            </a:pPr>
            <a:r>
              <a:rPr lang="en-US"/>
              <a:t>Stiva</a:t>
            </a:r>
            <a:endParaRPr/>
          </a:p>
          <a:p>
            <a:pPr indent="-457200" lvl="0" marL="457200" rtl="0" algn="l">
              <a:spcBef>
                <a:spcPts val="528"/>
              </a:spcBef>
              <a:spcAft>
                <a:spcPts val="0"/>
              </a:spcAft>
              <a:buSzPct val="100000"/>
              <a:buFont typeface="Arial"/>
              <a:buAutoNum type="arabicPeriod"/>
            </a:pPr>
            <a:r>
              <a:rPr lang="en-US"/>
              <a:t>Care este acceleratia la inmultirea de matrice?</a:t>
            </a:r>
            <a:endParaRPr/>
          </a:p>
          <a:p>
            <a:pPr indent="-457200" lvl="1" marL="990600" rtl="0" algn="l">
              <a:spcBef>
                <a:spcPts val="440"/>
              </a:spcBef>
              <a:spcAft>
                <a:spcPts val="0"/>
              </a:spcAft>
              <a:buSzPct val="100000"/>
              <a:buFont typeface="Arial"/>
              <a:buAutoNum type="arabicPeriod"/>
            </a:pPr>
            <a:r>
              <a:rPr lang="en-US"/>
              <a:t>N / P</a:t>
            </a:r>
            <a:endParaRPr/>
          </a:p>
          <a:p>
            <a:pPr indent="-457200" lvl="1" marL="990600" rtl="0" algn="l">
              <a:spcBef>
                <a:spcPts val="440"/>
              </a:spcBef>
              <a:spcAft>
                <a:spcPts val="0"/>
              </a:spcAft>
              <a:buSzPct val="100000"/>
              <a:buFont typeface="Arial"/>
              <a:buAutoNum type="arabicPeriod"/>
            </a:pPr>
            <a:r>
              <a:rPr lang="en-US"/>
              <a:t>N</a:t>
            </a:r>
            <a:r>
              <a:rPr baseline="30000" lang="en-US"/>
              <a:t>2</a:t>
            </a:r>
            <a:r>
              <a:rPr lang="en-US"/>
              <a:t> / P</a:t>
            </a:r>
            <a:endParaRPr/>
          </a:p>
          <a:p>
            <a:pPr indent="-457200" lvl="1" marL="990600" rtl="0" algn="l">
              <a:spcBef>
                <a:spcPts val="440"/>
              </a:spcBef>
              <a:spcAft>
                <a:spcPts val="0"/>
              </a:spcAft>
              <a:buSzPct val="100000"/>
              <a:buFont typeface="Arial"/>
              <a:buAutoNum type="arabicPeriod"/>
            </a:pPr>
            <a:r>
              <a:rPr lang="en-US"/>
              <a:t>P / N</a:t>
            </a:r>
            <a:endParaRPr/>
          </a:p>
          <a:p>
            <a:pPr indent="-457200" lvl="1" marL="990600" rtl="0" algn="l">
              <a:spcBef>
                <a:spcPts val="440"/>
              </a:spcBef>
              <a:spcAft>
                <a:spcPts val="0"/>
              </a:spcAft>
              <a:buSzPct val="100000"/>
              <a:buFont typeface="Arial"/>
              <a:buAutoNum type="arabicPeriod"/>
            </a:pPr>
            <a:r>
              <a:rPr lang="en-US"/>
              <a:t>P</a:t>
            </a:r>
            <a:endParaRPr/>
          </a:p>
          <a:p>
            <a:pPr indent="-457200" lvl="0" marL="457200" rtl="0" algn="l">
              <a:spcBef>
                <a:spcPts val="528"/>
              </a:spcBef>
              <a:spcAft>
                <a:spcPts val="0"/>
              </a:spcAft>
              <a:buSzPct val="100000"/>
              <a:buFont typeface="Arial"/>
              <a:buAutoNum type="arabicPeriod"/>
            </a:pPr>
            <a:r>
              <a:rPr lang="en-US"/>
              <a:t>In cadrul modelului Foster de calcul al complexitatii algoritmilor distribuiti, ce reprezinta S in formula? </a:t>
            </a:r>
            <a:endParaRPr/>
          </a:p>
          <a:p>
            <a:pPr indent="-457200" lvl="1" marL="990600" rtl="0" algn="l">
              <a:spcBef>
                <a:spcPts val="440"/>
              </a:spcBef>
              <a:spcAft>
                <a:spcPts val="0"/>
              </a:spcAft>
              <a:buSzPct val="100000"/>
              <a:buFont typeface="Arial"/>
              <a:buAutoNum type="arabicPeriod"/>
            </a:pPr>
            <a:r>
              <a:rPr lang="en-US"/>
              <a:t>Numarul de procesoare ce comunica simultan pe acelasi canal in acelasi sens</a:t>
            </a:r>
            <a:endParaRPr/>
          </a:p>
          <a:p>
            <a:pPr indent="-457200" lvl="1" marL="990600" rtl="0" algn="l">
              <a:spcBef>
                <a:spcPts val="440"/>
              </a:spcBef>
              <a:spcAft>
                <a:spcPts val="0"/>
              </a:spcAft>
              <a:buSzPct val="100000"/>
              <a:buFont typeface="Arial"/>
              <a:buAutoNum type="arabicPeriod"/>
            </a:pPr>
            <a:r>
              <a:rPr lang="en-US"/>
              <a:t>Acceleratia (speedup)</a:t>
            </a:r>
            <a:endParaRPr/>
          </a:p>
          <a:p>
            <a:pPr indent="-457200" lvl="1" marL="990600" rtl="0" algn="l">
              <a:spcBef>
                <a:spcPts val="440"/>
              </a:spcBef>
              <a:spcAft>
                <a:spcPts val="0"/>
              </a:spcAft>
              <a:buSzPct val="100000"/>
              <a:buFont typeface="Arial"/>
              <a:buAutoNum type="arabicPeriod"/>
            </a:pPr>
            <a:r>
              <a:rPr lang="en-US"/>
              <a:t>Numarul de operatii de </a:t>
            </a:r>
            <a:r>
              <a:rPr b="1" lang="en-US"/>
              <a:t>send</a:t>
            </a:r>
            <a:r>
              <a:rPr lang="en-US"/>
              <a:t> realizate</a:t>
            </a:r>
            <a:endParaRPr/>
          </a:p>
          <a:p>
            <a:pPr indent="-457200" lvl="1" marL="990600" rtl="0" algn="l">
              <a:spcBef>
                <a:spcPts val="440"/>
              </a:spcBef>
              <a:spcAft>
                <a:spcPts val="0"/>
              </a:spcAft>
              <a:buSzPct val="100000"/>
              <a:buFont typeface="Arial"/>
              <a:buAutoNum type="arabicPeriod"/>
            </a:pPr>
            <a:r>
              <a:rPr lang="en-US"/>
              <a:t>Timpul de idle</a:t>
            </a:r>
            <a:endParaRPr/>
          </a:p>
          <a:p>
            <a:pPr indent="-457200" lvl="0" marL="457200" rtl="0" algn="l">
              <a:spcBef>
                <a:spcPts val="528"/>
              </a:spcBef>
              <a:spcAft>
                <a:spcPts val="0"/>
              </a:spcAft>
              <a:buSzPct val="100000"/>
              <a:buFont typeface="Arial"/>
              <a:buAutoNum type="arabicPeriod"/>
            </a:pPr>
            <a:r>
              <a:rPr lang="en-US"/>
              <a:t>In MPI, care este scopul operatiei de scatter?</a:t>
            </a:r>
            <a:endParaRPr/>
          </a:p>
          <a:p>
            <a:pPr indent="-457200" lvl="1" marL="990600" rtl="0" algn="l">
              <a:spcBef>
                <a:spcPts val="440"/>
              </a:spcBef>
              <a:spcAft>
                <a:spcPts val="0"/>
              </a:spcAft>
              <a:buSzPct val="100000"/>
              <a:buFont typeface="Arial"/>
              <a:buAutoNum type="arabicPeriod"/>
            </a:pPr>
            <a:r>
              <a:rPr lang="en-US"/>
              <a:t>Distribuirea unui array catre toate procesele dintr-un communicator</a:t>
            </a:r>
            <a:endParaRPr/>
          </a:p>
          <a:p>
            <a:pPr indent="-457200" lvl="1" marL="990600" rtl="0" algn="l">
              <a:spcBef>
                <a:spcPts val="440"/>
              </a:spcBef>
              <a:spcAft>
                <a:spcPts val="0"/>
              </a:spcAft>
              <a:buSzPct val="100000"/>
              <a:buFont typeface="Arial"/>
              <a:buAutoNum type="arabicPeriod"/>
            </a:pPr>
            <a:r>
              <a:rPr lang="en-US"/>
              <a:t>Colectarea unui array de la toate procesele dintr-un communicator</a:t>
            </a:r>
            <a:endParaRPr/>
          </a:p>
          <a:p>
            <a:pPr indent="-457200" lvl="1" marL="990600" rtl="0" algn="l">
              <a:spcBef>
                <a:spcPts val="440"/>
              </a:spcBef>
              <a:spcAft>
                <a:spcPts val="0"/>
              </a:spcAft>
              <a:buSzPct val="100000"/>
              <a:buFont typeface="Arial"/>
              <a:buAutoNum type="arabicPeriod"/>
            </a:pPr>
            <a:r>
              <a:rPr lang="en-US"/>
              <a:t>Difuzarea unei valori catre toate procesele dintr-un communicator</a:t>
            </a:r>
            <a:endParaRPr/>
          </a:p>
          <a:p>
            <a:pPr indent="-457200" lvl="1" marL="990600" rtl="0" algn="l">
              <a:spcBef>
                <a:spcPts val="440"/>
              </a:spcBef>
              <a:spcAft>
                <a:spcPts val="0"/>
              </a:spcAft>
              <a:buSzPct val="100000"/>
              <a:buFont typeface="Arial"/>
              <a:buAutoNum type="arabicPeriod"/>
            </a:pPr>
            <a:r>
              <a:rPr lang="en-US"/>
              <a:t>Nu exista aceasta operatie in MPI</a:t>
            </a:r>
            <a:endParaRPr/>
          </a:p>
          <a:p>
            <a:pPr indent="-457200" lvl="0" marL="457200" rtl="0" algn="l">
              <a:spcBef>
                <a:spcPts val="528"/>
              </a:spcBef>
              <a:spcAft>
                <a:spcPts val="0"/>
              </a:spcAft>
              <a:buSzPct val="100000"/>
              <a:buFont typeface="Arial"/>
              <a:buAutoNum type="arabicPeriod"/>
            </a:pPr>
            <a:r>
              <a:rPr lang="en-US"/>
              <a:t>Care din urmatoarele variante NU este o proprietate a algoritmilor unda?</a:t>
            </a:r>
            <a:endParaRPr/>
          </a:p>
          <a:p>
            <a:pPr indent="-457200" lvl="1" marL="990600" rtl="0" algn="l">
              <a:spcBef>
                <a:spcPts val="440"/>
              </a:spcBef>
              <a:spcAft>
                <a:spcPts val="0"/>
              </a:spcAft>
              <a:buSzPct val="100000"/>
              <a:buFont typeface="Arial"/>
              <a:buAutoNum type="arabicPeriod"/>
            </a:pPr>
            <a:r>
              <a:rPr lang="en-US"/>
              <a:t>Terminare</a:t>
            </a:r>
            <a:endParaRPr/>
          </a:p>
          <a:p>
            <a:pPr indent="-457200" lvl="1" marL="990600" rtl="0" algn="l">
              <a:spcBef>
                <a:spcPts val="440"/>
              </a:spcBef>
              <a:spcAft>
                <a:spcPts val="0"/>
              </a:spcAft>
              <a:buSzPct val="100000"/>
              <a:buFont typeface="Arial"/>
              <a:buAutoNum type="arabicPeriod"/>
            </a:pPr>
            <a:r>
              <a:rPr lang="en-US"/>
              <a:t>Decizie</a:t>
            </a:r>
            <a:endParaRPr/>
          </a:p>
          <a:p>
            <a:pPr indent="-457200" lvl="1" marL="990600" rtl="0" algn="l">
              <a:spcBef>
                <a:spcPts val="440"/>
              </a:spcBef>
              <a:spcAft>
                <a:spcPts val="0"/>
              </a:spcAft>
              <a:buSzPct val="100000"/>
              <a:buFont typeface="Arial"/>
              <a:buAutoNum type="arabicPeriod"/>
            </a:pPr>
            <a:r>
              <a:rPr lang="en-US"/>
              <a:t>Ordonare</a:t>
            </a:r>
            <a:endParaRPr/>
          </a:p>
          <a:p>
            <a:pPr indent="-457200" lvl="1" marL="990600" rtl="0" algn="l">
              <a:spcBef>
                <a:spcPts val="440"/>
              </a:spcBef>
              <a:spcAft>
                <a:spcPts val="0"/>
              </a:spcAft>
              <a:buSzPct val="100000"/>
              <a:buFont typeface="Arial"/>
              <a:buAutoNum type="arabicPeriod"/>
            </a:pPr>
            <a:r>
              <a:rPr lang="en-US"/>
              <a:t>Dependenta/consistenta </a:t>
            </a:r>
            <a:endParaRPr/>
          </a:p>
          <a:p>
            <a:pPr indent="-106679" lvl="0" marL="190500" rtl="0" algn="l">
              <a:spcBef>
                <a:spcPts val="528"/>
              </a:spcBef>
              <a:spcAft>
                <a:spcPts val="0"/>
              </a:spcAft>
              <a:buSzPct val="100000"/>
              <a:buNone/>
            </a:pPr>
            <a:r>
              <a:t/>
            </a:r>
            <a:endParaRPr/>
          </a:p>
        </p:txBody>
      </p:sp>
      <p:sp>
        <p:nvSpPr>
          <p:cNvPr id="101" name="Google Shape;101;p3"/>
          <p:cNvSpPr txBox="1"/>
          <p:nvPr/>
        </p:nvSpPr>
        <p:spPr>
          <a:xfrm>
            <a:off x="1413163" y="1971304"/>
            <a:ext cx="41549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Arial"/>
                <a:ea typeface="Arial"/>
                <a:cs typeface="Arial"/>
                <a:sym typeface="Arial"/>
              </a:rPr>
              <a:t>✓</a:t>
            </a:r>
            <a:endParaRPr sz="1800">
              <a:solidFill>
                <a:schemeClr val="dk1"/>
              </a:solidFill>
              <a:latin typeface="Arial"/>
              <a:ea typeface="Arial"/>
              <a:cs typeface="Arial"/>
              <a:sym typeface="Arial"/>
            </a:endParaRPr>
          </a:p>
        </p:txBody>
      </p:sp>
      <p:sp>
        <p:nvSpPr>
          <p:cNvPr id="102" name="Google Shape;102;p3"/>
          <p:cNvSpPr txBox="1"/>
          <p:nvPr/>
        </p:nvSpPr>
        <p:spPr>
          <a:xfrm>
            <a:off x="1294411" y="2997175"/>
            <a:ext cx="41549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a:t>
            </a:r>
            <a:endParaRPr sz="1800">
              <a:solidFill>
                <a:schemeClr val="dk1"/>
              </a:solidFill>
              <a:latin typeface="Arial"/>
              <a:ea typeface="Arial"/>
              <a:cs typeface="Arial"/>
              <a:sym typeface="Arial"/>
            </a:endParaRPr>
          </a:p>
        </p:txBody>
      </p:sp>
      <p:sp>
        <p:nvSpPr>
          <p:cNvPr id="103" name="Google Shape;103;p3"/>
          <p:cNvSpPr txBox="1"/>
          <p:nvPr/>
        </p:nvSpPr>
        <p:spPr>
          <a:xfrm>
            <a:off x="5947558" y="3493314"/>
            <a:ext cx="41549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a:t>
            </a:r>
            <a:endParaRPr sz="1800">
              <a:solidFill>
                <a:schemeClr val="dk1"/>
              </a:solidFill>
              <a:latin typeface="Arial"/>
              <a:ea typeface="Arial"/>
              <a:cs typeface="Arial"/>
              <a:sym typeface="Arial"/>
            </a:endParaRPr>
          </a:p>
        </p:txBody>
      </p:sp>
      <p:sp>
        <p:nvSpPr>
          <p:cNvPr id="104" name="Google Shape;104;p3"/>
          <p:cNvSpPr txBox="1"/>
          <p:nvPr/>
        </p:nvSpPr>
        <p:spPr>
          <a:xfrm>
            <a:off x="5197435" y="4488862"/>
            <a:ext cx="41549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a:t>
            </a:r>
            <a:endParaRPr sz="1800">
              <a:solidFill>
                <a:schemeClr val="dk1"/>
              </a:solidFill>
              <a:latin typeface="Arial"/>
              <a:ea typeface="Arial"/>
              <a:cs typeface="Arial"/>
              <a:sym typeface="Arial"/>
            </a:endParaRPr>
          </a:p>
        </p:txBody>
      </p:sp>
      <p:sp>
        <p:nvSpPr>
          <p:cNvPr id="105" name="Google Shape;105;p3"/>
          <p:cNvSpPr txBox="1"/>
          <p:nvPr/>
        </p:nvSpPr>
        <p:spPr>
          <a:xfrm>
            <a:off x="1709909" y="5949493"/>
            <a:ext cx="41549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Arial"/>
                <a:ea typeface="Arial"/>
                <a:cs typeface="Arial"/>
                <a:sym typeface="Arial"/>
              </a:rPr>
              <a:t>✓</a:t>
            </a:r>
            <a:endParaRPr sz="1800">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
                                            <p:txEl>
                                              <p:pRg end="13" st="1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
                                            <p:txEl>
                                              <p:pRg end="14" st="1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
                                            <p:txEl>
                                              <p:pRg end="15" st="1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
                                            <p:txEl>
                                              <p:pRg end="16" st="1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
                                            <p:txEl>
                                              <p:pRg end="17" st="1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
                                            <p:txEl>
                                              <p:pRg end="18" st="1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
                                            <p:txEl>
                                              <p:pRg end="19" st="1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
                                            <p:txEl>
                                              <p:pRg end="20" st="2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
                                            <p:txEl>
                                              <p:pRg end="21" st="2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
                                            <p:txEl>
                                              <p:pRg end="22" st="2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
                                            <p:txEl>
                                              <p:pRg end="23" st="2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
                                            <p:txEl>
                                              <p:pRg end="24" st="2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
                                            <p:txEl>
                                              <p:pRg end="25" st="2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4"/>
          <p:cNvSpPr txBox="1"/>
          <p:nvPr>
            <p:ph type="title"/>
          </p:nvPr>
        </p:nvSpPr>
        <p:spPr>
          <a:xfrm>
            <a:off x="314325" y="622300"/>
            <a:ext cx="8515350" cy="458788"/>
          </a:xfrm>
          <a:prstGeom prst="rect">
            <a:avLst/>
          </a:prstGeom>
          <a:noFill/>
          <a:ln>
            <a:noFill/>
          </a:ln>
        </p:spPr>
        <p:txBody>
          <a:bodyPr anchorCtr="0" anchor="t" bIns="45700" lIns="0" spcFirstLastPara="1" rIns="0" wrap="square" tIns="45700">
            <a:noAutofit/>
          </a:bodyPr>
          <a:lstStyle/>
          <a:p>
            <a:pPr indent="0" lvl="0" marL="0" rtl="0" algn="ctr">
              <a:lnSpc>
                <a:spcPct val="95000"/>
              </a:lnSpc>
              <a:spcBef>
                <a:spcPts val="0"/>
              </a:spcBef>
              <a:spcAft>
                <a:spcPts val="0"/>
              </a:spcAft>
              <a:buNone/>
            </a:pPr>
            <a:r>
              <a:rPr lang="en-US"/>
              <a:t>Exemplu de subiect (2)</a:t>
            </a:r>
            <a:endParaRPr/>
          </a:p>
        </p:txBody>
      </p:sp>
      <p:sp>
        <p:nvSpPr>
          <p:cNvPr id="111" name="Google Shape;111;p4"/>
          <p:cNvSpPr txBox="1"/>
          <p:nvPr>
            <p:ph idx="1" type="body"/>
          </p:nvPr>
        </p:nvSpPr>
        <p:spPr>
          <a:xfrm>
            <a:off x="350352" y="1254400"/>
            <a:ext cx="8515351" cy="5335243"/>
          </a:xfrm>
          <a:prstGeom prst="rect">
            <a:avLst/>
          </a:prstGeom>
          <a:noFill/>
          <a:ln>
            <a:noFill/>
          </a:ln>
        </p:spPr>
        <p:txBody>
          <a:bodyPr anchorCtr="0" anchor="t" bIns="45700" lIns="0" spcFirstLastPara="1" rIns="0" wrap="square" tIns="45700">
            <a:normAutofit/>
          </a:bodyPr>
          <a:lstStyle/>
          <a:p>
            <a:pPr indent="0" lvl="0" marL="0" rtl="0" algn="just">
              <a:spcBef>
                <a:spcPts val="0"/>
              </a:spcBef>
              <a:spcAft>
                <a:spcPts val="0"/>
              </a:spcAft>
              <a:buSzPts val="2000"/>
              <a:buNone/>
            </a:pPr>
            <a:r>
              <a:rPr lang="en-US" sz="2000"/>
              <a:t>Ne aflam într-o sală de bal unde thread-urile reprezintă dansatori, care pot fi de două tipuri: </a:t>
            </a:r>
            <a:r>
              <a:rPr b="1" lang="en-US" sz="2000"/>
              <a:t>leaderi</a:t>
            </a:r>
            <a:r>
              <a:rPr lang="en-US" sz="2000"/>
              <a:t> și </a:t>
            </a:r>
            <a:r>
              <a:rPr b="1" lang="en-US" sz="2000"/>
              <a:t>followeri</a:t>
            </a:r>
            <a:r>
              <a:rPr lang="en-US" sz="2000"/>
              <a:t>. Aceștia așteaptă în două cozi înainte să pășească pe ringul de dans. Când un leader sosește, verifică dacă există un follower în așteptare. Dacă există, cei doi pot avansa. Dacă nu, leaderul așteaptă. Similar, când un follower sosește, verifică dacă există un leader în așteptare, și avansează sau așteaptă, după caz.</a:t>
            </a:r>
            <a:endParaRPr/>
          </a:p>
          <a:p>
            <a:pPr indent="0" lvl="0" marL="0" rtl="0" algn="just">
              <a:spcBef>
                <a:spcPts val="240"/>
              </a:spcBef>
              <a:spcAft>
                <a:spcPts val="0"/>
              </a:spcAft>
              <a:buSzPts val="600"/>
              <a:buNone/>
            </a:pPr>
            <a:r>
              <a:t/>
            </a:r>
            <a:endParaRPr sz="600"/>
          </a:p>
          <a:p>
            <a:pPr indent="0" lvl="0" marL="0" rtl="0" algn="just">
              <a:spcBef>
                <a:spcPts val="800"/>
              </a:spcBef>
              <a:spcAft>
                <a:spcPts val="0"/>
              </a:spcAft>
              <a:buSzPts val="2000"/>
              <a:buNone/>
            </a:pPr>
            <a:r>
              <a:rPr lang="en-US" sz="2000"/>
              <a:t>Folosind semafoare, scrieți un pseudocod care impune constrâgerile menționate mai sus. Motivați-vă implementarea și argumentați cum evitați deadlock-ul.</a:t>
            </a:r>
            <a:endParaRPr/>
          </a:p>
        </p:txBody>
      </p:sp>
      <p:pic>
        <p:nvPicPr>
          <p:cNvPr id="112" name="Google Shape;112;p4"/>
          <p:cNvPicPr preferRelativeResize="0"/>
          <p:nvPr/>
        </p:nvPicPr>
        <p:blipFill rotWithShape="1">
          <a:blip r:embed="rId3">
            <a:alphaModFix/>
          </a:blip>
          <a:srcRect b="0" l="0" r="0" t="0"/>
          <a:stretch/>
        </p:blipFill>
        <p:spPr>
          <a:xfrm>
            <a:off x="3644290" y="4429496"/>
            <a:ext cx="1927474" cy="206036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5"/>
          <p:cNvSpPr txBox="1"/>
          <p:nvPr>
            <p:ph type="title"/>
          </p:nvPr>
        </p:nvSpPr>
        <p:spPr>
          <a:xfrm>
            <a:off x="314325" y="622300"/>
            <a:ext cx="8515350" cy="458788"/>
          </a:xfrm>
          <a:prstGeom prst="rect">
            <a:avLst/>
          </a:prstGeom>
          <a:noFill/>
          <a:ln>
            <a:noFill/>
          </a:ln>
        </p:spPr>
        <p:txBody>
          <a:bodyPr anchorCtr="0" anchor="t" bIns="45700" lIns="0" spcFirstLastPara="1" rIns="0" wrap="square" tIns="45700">
            <a:noAutofit/>
          </a:bodyPr>
          <a:lstStyle/>
          <a:p>
            <a:pPr indent="0" lvl="0" marL="0" rtl="0" algn="ctr">
              <a:lnSpc>
                <a:spcPct val="95000"/>
              </a:lnSpc>
              <a:spcBef>
                <a:spcPts val="0"/>
              </a:spcBef>
              <a:spcAft>
                <a:spcPts val="0"/>
              </a:spcAft>
              <a:buNone/>
            </a:pPr>
            <a:r>
              <a:rPr lang="en-US"/>
              <a:t>Exemplu de subiect (3)</a:t>
            </a:r>
            <a:endParaRPr/>
          </a:p>
        </p:txBody>
      </p:sp>
      <p:sp>
        <p:nvSpPr>
          <p:cNvPr id="118" name="Google Shape;118;p5"/>
          <p:cNvSpPr txBox="1"/>
          <p:nvPr>
            <p:ph idx="1" type="body"/>
          </p:nvPr>
        </p:nvSpPr>
        <p:spPr>
          <a:xfrm>
            <a:off x="350352" y="1254400"/>
            <a:ext cx="8515351" cy="5335243"/>
          </a:xfrm>
          <a:prstGeom prst="rect">
            <a:avLst/>
          </a:prstGeom>
          <a:noFill/>
          <a:ln>
            <a:noFill/>
          </a:ln>
        </p:spPr>
        <p:txBody>
          <a:bodyPr anchorCtr="0" anchor="t" bIns="45700" lIns="0" spcFirstLastPara="1" rIns="0" wrap="square" tIns="45700">
            <a:normAutofit fontScale="92500" lnSpcReduction="10000"/>
          </a:bodyPr>
          <a:lstStyle/>
          <a:p>
            <a:pPr indent="0" lvl="0" marL="0" rtl="0" algn="just">
              <a:spcBef>
                <a:spcPts val="0"/>
              </a:spcBef>
              <a:spcAft>
                <a:spcPts val="0"/>
              </a:spcAft>
              <a:buSzPct val="100000"/>
              <a:buNone/>
            </a:pPr>
            <a:r>
              <a:rPr lang="en-US">
                <a:latin typeface="Consolas"/>
                <a:ea typeface="Consolas"/>
                <a:cs typeface="Consolas"/>
                <a:sym typeface="Consolas"/>
              </a:rPr>
              <a:t>leaders = Semaphore(0)</a:t>
            </a:r>
            <a:endParaRPr/>
          </a:p>
          <a:p>
            <a:pPr indent="0" lvl="0" marL="0" rtl="0" algn="just">
              <a:spcBef>
                <a:spcPts val="888"/>
              </a:spcBef>
              <a:spcAft>
                <a:spcPts val="0"/>
              </a:spcAft>
              <a:buSzPct val="100000"/>
              <a:buNone/>
            </a:pPr>
            <a:r>
              <a:rPr lang="en-US">
                <a:latin typeface="Consolas"/>
                <a:ea typeface="Consolas"/>
                <a:cs typeface="Consolas"/>
                <a:sym typeface="Consolas"/>
              </a:rPr>
              <a:t>followers = Semaphore(0)</a:t>
            </a:r>
            <a:endParaRPr/>
          </a:p>
          <a:p>
            <a:pPr indent="0" lvl="0" marL="0" rtl="0" algn="just">
              <a:spcBef>
                <a:spcPts val="888"/>
              </a:spcBef>
              <a:spcAft>
                <a:spcPts val="0"/>
              </a:spcAft>
              <a:buSzPct val="100000"/>
              <a:buNone/>
            </a:pPr>
            <a:r>
              <a:t/>
            </a:r>
            <a:endParaRPr/>
          </a:p>
          <a:p>
            <a:pPr indent="0" lvl="0" marL="0" rtl="0" algn="just">
              <a:spcBef>
                <a:spcPts val="888"/>
              </a:spcBef>
              <a:spcAft>
                <a:spcPts val="0"/>
              </a:spcAft>
              <a:buSzPct val="100000"/>
              <a:buNone/>
            </a:pPr>
            <a:r>
              <a:rPr b="1" lang="en-US"/>
              <a:t>Soluția pentru leaderi</a:t>
            </a:r>
            <a:endParaRPr b="1"/>
          </a:p>
          <a:p>
            <a:pPr indent="0" lvl="0" marL="0" rtl="0" algn="just">
              <a:spcBef>
                <a:spcPts val="888"/>
              </a:spcBef>
              <a:spcAft>
                <a:spcPts val="0"/>
              </a:spcAft>
              <a:buSzPct val="100000"/>
              <a:buNone/>
            </a:pPr>
            <a:r>
              <a:rPr lang="en-US">
                <a:latin typeface="Consolas"/>
                <a:ea typeface="Consolas"/>
                <a:cs typeface="Consolas"/>
                <a:sym typeface="Consolas"/>
              </a:rPr>
              <a:t>followers.V()</a:t>
            </a:r>
            <a:endParaRPr/>
          </a:p>
          <a:p>
            <a:pPr indent="0" lvl="0" marL="0" rtl="0" algn="just">
              <a:spcBef>
                <a:spcPts val="888"/>
              </a:spcBef>
              <a:spcAft>
                <a:spcPts val="0"/>
              </a:spcAft>
              <a:buSzPct val="100000"/>
              <a:buNone/>
            </a:pPr>
            <a:r>
              <a:rPr lang="en-US">
                <a:latin typeface="Consolas"/>
                <a:ea typeface="Consolas"/>
                <a:cs typeface="Consolas"/>
                <a:sym typeface="Consolas"/>
              </a:rPr>
              <a:t>leaders.P()</a:t>
            </a:r>
            <a:endParaRPr/>
          </a:p>
          <a:p>
            <a:pPr indent="0" lvl="0" marL="0" rtl="0" algn="just">
              <a:spcBef>
                <a:spcPts val="888"/>
              </a:spcBef>
              <a:spcAft>
                <a:spcPts val="0"/>
              </a:spcAft>
              <a:buSzPct val="100000"/>
              <a:buNone/>
            </a:pPr>
            <a:r>
              <a:rPr lang="en-US">
                <a:latin typeface="Consolas"/>
                <a:ea typeface="Consolas"/>
                <a:cs typeface="Consolas"/>
                <a:sym typeface="Consolas"/>
              </a:rPr>
              <a:t>dance()</a:t>
            </a:r>
            <a:endParaRPr/>
          </a:p>
          <a:p>
            <a:pPr indent="0" lvl="0" marL="0" rtl="0" algn="just">
              <a:spcBef>
                <a:spcPts val="888"/>
              </a:spcBef>
              <a:spcAft>
                <a:spcPts val="0"/>
              </a:spcAft>
              <a:buSzPct val="100000"/>
              <a:buNone/>
            </a:pPr>
            <a:r>
              <a:t/>
            </a:r>
            <a:endParaRPr/>
          </a:p>
          <a:p>
            <a:pPr indent="0" lvl="0" marL="0" rtl="0" algn="just">
              <a:spcBef>
                <a:spcPts val="888"/>
              </a:spcBef>
              <a:spcAft>
                <a:spcPts val="0"/>
              </a:spcAft>
              <a:buSzPct val="100000"/>
              <a:buNone/>
            </a:pPr>
            <a:r>
              <a:rPr b="1" lang="en-US"/>
              <a:t>Soluția pentru followeri</a:t>
            </a:r>
            <a:endParaRPr b="1"/>
          </a:p>
          <a:p>
            <a:pPr indent="0" lvl="0" marL="0" rtl="0" algn="just">
              <a:spcBef>
                <a:spcPts val="888"/>
              </a:spcBef>
              <a:spcAft>
                <a:spcPts val="0"/>
              </a:spcAft>
              <a:buSzPct val="100000"/>
              <a:buNone/>
            </a:pPr>
            <a:r>
              <a:rPr lang="en-US">
                <a:latin typeface="Consolas"/>
                <a:ea typeface="Consolas"/>
                <a:cs typeface="Consolas"/>
                <a:sym typeface="Consolas"/>
              </a:rPr>
              <a:t>leaders.V()</a:t>
            </a:r>
            <a:endParaRPr/>
          </a:p>
          <a:p>
            <a:pPr indent="0" lvl="0" marL="0" rtl="0" algn="just">
              <a:spcBef>
                <a:spcPts val="888"/>
              </a:spcBef>
              <a:spcAft>
                <a:spcPts val="0"/>
              </a:spcAft>
              <a:buSzPct val="100000"/>
              <a:buNone/>
            </a:pPr>
            <a:r>
              <a:rPr lang="en-US">
                <a:latin typeface="Consolas"/>
                <a:ea typeface="Consolas"/>
                <a:cs typeface="Consolas"/>
                <a:sym typeface="Consolas"/>
              </a:rPr>
              <a:t>followers.P()</a:t>
            </a:r>
            <a:endParaRPr/>
          </a:p>
          <a:p>
            <a:pPr indent="0" lvl="0" marL="0" rtl="0" algn="just">
              <a:spcBef>
                <a:spcPts val="888"/>
              </a:spcBef>
              <a:spcAft>
                <a:spcPts val="0"/>
              </a:spcAft>
              <a:buSzPct val="100000"/>
              <a:buNone/>
            </a:pPr>
            <a:r>
              <a:rPr lang="en-US">
                <a:latin typeface="Consolas"/>
                <a:ea typeface="Consolas"/>
                <a:cs typeface="Consolas"/>
                <a:sym typeface="Consolas"/>
              </a:rPr>
              <a:t>dance()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
                                            <p:txEl>
                                              <p:pRg end="11" st="1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6"/>
          <p:cNvSpPr txBox="1"/>
          <p:nvPr>
            <p:ph type="title"/>
          </p:nvPr>
        </p:nvSpPr>
        <p:spPr>
          <a:xfrm>
            <a:off x="314325" y="622300"/>
            <a:ext cx="8515350" cy="458788"/>
          </a:xfrm>
          <a:prstGeom prst="rect">
            <a:avLst/>
          </a:prstGeom>
          <a:noFill/>
          <a:ln>
            <a:noFill/>
          </a:ln>
        </p:spPr>
        <p:txBody>
          <a:bodyPr anchorCtr="0" anchor="t" bIns="45700" lIns="0" spcFirstLastPara="1" rIns="0" wrap="square" tIns="45700">
            <a:noAutofit/>
          </a:bodyPr>
          <a:lstStyle/>
          <a:p>
            <a:pPr indent="0" lvl="0" marL="0" rtl="0" algn="ctr">
              <a:lnSpc>
                <a:spcPct val="95000"/>
              </a:lnSpc>
              <a:spcBef>
                <a:spcPts val="0"/>
              </a:spcBef>
              <a:spcAft>
                <a:spcPts val="0"/>
              </a:spcAft>
              <a:buNone/>
            </a:pPr>
            <a:r>
              <a:rPr lang="en-US"/>
              <a:t>Detalii finale</a:t>
            </a:r>
            <a:endParaRPr/>
          </a:p>
        </p:txBody>
      </p:sp>
      <p:sp>
        <p:nvSpPr>
          <p:cNvPr id="124" name="Google Shape;124;p6"/>
          <p:cNvSpPr txBox="1"/>
          <p:nvPr/>
        </p:nvSpPr>
        <p:spPr>
          <a:xfrm>
            <a:off x="34800" y="1262477"/>
            <a:ext cx="6971642" cy="4525963"/>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rgbClr val="3568C7"/>
              </a:buClr>
              <a:buSzPts val="2000"/>
              <a:buFont typeface="Times"/>
              <a:buChar char="•"/>
            </a:pPr>
            <a:r>
              <a:rPr lang="en-US" sz="2000">
                <a:solidFill>
                  <a:srgbClr val="000000"/>
                </a:solidFill>
                <a:latin typeface="Merriweather Sans"/>
                <a:ea typeface="Merriweather Sans"/>
                <a:cs typeface="Merriweather Sans"/>
                <a:sym typeface="Merriweather Sans"/>
              </a:rPr>
              <a:t>Înainte de examen:</a:t>
            </a:r>
            <a:endParaRPr/>
          </a:p>
          <a:p>
            <a:pPr indent="-342900" lvl="1" marL="742950" marR="0" rtl="0" algn="l">
              <a:lnSpc>
                <a:spcPct val="90000"/>
              </a:lnSpc>
              <a:spcBef>
                <a:spcPts val="400"/>
              </a:spcBef>
              <a:spcAft>
                <a:spcPts val="0"/>
              </a:spcAft>
              <a:buClr>
                <a:srgbClr val="3568C7"/>
              </a:buClr>
              <a:buSzPts val="2000"/>
              <a:buFont typeface="Times"/>
              <a:buChar char="•"/>
            </a:pPr>
            <a:r>
              <a:rPr b="0" i="0" lang="en-US" sz="2000" u="none" cap="none" strike="noStrike">
                <a:solidFill>
                  <a:srgbClr val="000000"/>
                </a:solidFill>
                <a:latin typeface="Merriweather Sans"/>
                <a:ea typeface="Merriweather Sans"/>
                <a:cs typeface="Merriweather Sans"/>
                <a:sym typeface="Merriweather Sans"/>
              </a:rPr>
              <a:t>feedback (deschis până vineri </a:t>
            </a:r>
            <a:r>
              <a:rPr b="1" i="0" lang="en-US" sz="2000" u="none" cap="none" strike="noStrike">
                <a:solidFill>
                  <a:srgbClr val="000000"/>
                </a:solidFill>
                <a:latin typeface="Merriweather Sans"/>
                <a:ea typeface="Merriweather Sans"/>
                <a:cs typeface="Merriweather Sans"/>
                <a:sym typeface="Merriweather Sans"/>
              </a:rPr>
              <a:t>20.01</a:t>
            </a:r>
            <a:r>
              <a:rPr b="0" i="0" lang="en-US" sz="2000" u="none" cap="none" strike="noStrike">
                <a:solidFill>
                  <a:srgbClr val="000000"/>
                </a:solidFill>
                <a:latin typeface="Merriweather Sans"/>
                <a:ea typeface="Merriweather Sans"/>
                <a:cs typeface="Merriweather Sans"/>
                <a:sym typeface="Merriweather Sans"/>
              </a:rPr>
              <a:t>)</a:t>
            </a:r>
            <a:endParaRPr/>
          </a:p>
          <a:p>
            <a:pPr indent="-342900" lvl="1" marL="742950" marR="0" rtl="0" algn="l">
              <a:lnSpc>
                <a:spcPct val="90000"/>
              </a:lnSpc>
              <a:spcBef>
                <a:spcPts val="400"/>
              </a:spcBef>
              <a:spcAft>
                <a:spcPts val="0"/>
              </a:spcAft>
              <a:buClr>
                <a:srgbClr val="3568C7"/>
              </a:buClr>
              <a:buSzPts val="2000"/>
              <a:buFont typeface="Times"/>
              <a:buChar char="•"/>
            </a:pPr>
            <a:r>
              <a:rPr b="0" i="0" lang="en-US" sz="2000" u="none" cap="none" strike="noStrike">
                <a:solidFill>
                  <a:srgbClr val="000000"/>
                </a:solidFill>
                <a:latin typeface="Merriweather Sans"/>
                <a:ea typeface="Merriweather Sans"/>
                <a:cs typeface="Merriweather Sans"/>
                <a:sym typeface="Merriweather Sans"/>
              </a:rPr>
              <a:t>verificați că aveți trecute corect notele pe teme, lab, practic</a:t>
            </a:r>
            <a:endParaRPr b="0" i="0" sz="2000" u="none" cap="none" strike="noStrike">
              <a:solidFill>
                <a:srgbClr val="000000"/>
              </a:solidFill>
              <a:latin typeface="Merriweather Sans"/>
              <a:ea typeface="Merriweather Sans"/>
              <a:cs typeface="Merriweather Sans"/>
              <a:sym typeface="Merriweather Sans"/>
            </a:endParaRPr>
          </a:p>
          <a:p>
            <a:pPr indent="-342900" lvl="1" marL="742950" marR="0" rtl="0" algn="l">
              <a:lnSpc>
                <a:spcPct val="90000"/>
              </a:lnSpc>
              <a:spcBef>
                <a:spcPts val="400"/>
              </a:spcBef>
              <a:spcAft>
                <a:spcPts val="0"/>
              </a:spcAft>
              <a:buClr>
                <a:srgbClr val="3568C7"/>
              </a:buClr>
              <a:buSzPts val="2000"/>
              <a:buFont typeface="Times"/>
              <a:buChar char="•"/>
            </a:pPr>
            <a:r>
              <a:rPr b="0" i="0" lang="en-US" sz="2000" u="none" cap="none" strike="noStrike">
                <a:solidFill>
                  <a:srgbClr val="000000"/>
                </a:solidFill>
                <a:latin typeface="Merriweather Sans"/>
                <a:ea typeface="Merriweather Sans"/>
                <a:cs typeface="Merriweather Sans"/>
                <a:sym typeface="Merriweather Sans"/>
              </a:rPr>
              <a:t>nelămuriri, documentație, explicații suplimentare 🡪 </a:t>
            </a:r>
            <a:r>
              <a:rPr b="0" i="0" lang="en-US" sz="2000" u="sng" cap="none" strike="noStrike">
                <a:solidFill>
                  <a:srgbClr val="000000"/>
                </a:solidFill>
                <a:latin typeface="Merriweather Sans"/>
                <a:ea typeface="Merriweather Sans"/>
                <a:cs typeface="Merriweather Sans"/>
                <a:sym typeface="Merriweather Sans"/>
                <a:hlinkClick r:id="rId3">
                  <a:extLst>
                    <a:ext uri="{A12FA001-AC4F-418D-AE19-62706E023703}">
                      <ahyp:hlinkClr val="tx"/>
                    </a:ext>
                  </a:extLst>
                </a:hlinkClick>
              </a:rPr>
              <a:t>radu.ciobanu@upb.ro</a:t>
            </a:r>
            <a:r>
              <a:rPr b="0" i="0" lang="en-US" sz="2000" u="none" cap="none" strike="noStrike">
                <a:solidFill>
                  <a:srgbClr val="000000"/>
                </a:solidFill>
                <a:latin typeface="Merriweather Sans"/>
                <a:ea typeface="Merriweather Sans"/>
                <a:cs typeface="Merriweather Sans"/>
                <a:sym typeface="Merriweather Sans"/>
              </a:rPr>
              <a:t>, Teams</a:t>
            </a:r>
            <a:endParaRPr b="1" i="0" sz="2000" u="none" cap="none" strike="noStrike">
              <a:solidFill>
                <a:srgbClr val="000000"/>
              </a:solidFill>
              <a:latin typeface="Merriweather Sans"/>
              <a:ea typeface="Merriweather Sans"/>
              <a:cs typeface="Merriweather Sans"/>
              <a:sym typeface="Merriweather Sans"/>
            </a:endParaRPr>
          </a:p>
          <a:p>
            <a:pPr indent="0" lvl="0" marL="0" marR="0" rtl="0" algn="l">
              <a:lnSpc>
                <a:spcPct val="90000"/>
              </a:lnSpc>
              <a:spcBef>
                <a:spcPts val="320"/>
              </a:spcBef>
              <a:spcAft>
                <a:spcPts val="0"/>
              </a:spcAft>
              <a:buClr>
                <a:srgbClr val="3568C7"/>
              </a:buClr>
              <a:buSzPts val="1600"/>
              <a:buFont typeface="Times"/>
              <a:buNone/>
            </a:pPr>
            <a:r>
              <a:t/>
            </a:r>
            <a:endParaRPr b="0" i="0" sz="1600" u="none" cap="none" strike="noStrike">
              <a:solidFill>
                <a:srgbClr val="000000"/>
              </a:solidFill>
              <a:latin typeface="Merriweather Sans"/>
              <a:ea typeface="Merriweather Sans"/>
              <a:cs typeface="Merriweather Sans"/>
              <a:sym typeface="Merriweather Sans"/>
            </a:endParaRPr>
          </a:p>
          <a:p>
            <a:pPr indent="-342900" lvl="0" marL="342900" marR="0" rtl="0" algn="l">
              <a:lnSpc>
                <a:spcPct val="90000"/>
              </a:lnSpc>
              <a:spcBef>
                <a:spcPts val="400"/>
              </a:spcBef>
              <a:spcAft>
                <a:spcPts val="0"/>
              </a:spcAft>
              <a:buClr>
                <a:srgbClr val="3568C7"/>
              </a:buClr>
              <a:buSzPts val="2000"/>
              <a:buFont typeface="Times"/>
              <a:buChar char="•"/>
            </a:pPr>
            <a:r>
              <a:rPr b="0" i="0" lang="en-US" sz="2000" u="none" cap="none" strike="noStrike">
                <a:solidFill>
                  <a:srgbClr val="000000"/>
                </a:solidFill>
                <a:latin typeface="Merriweather Sans"/>
                <a:ea typeface="Merriweather Sans"/>
                <a:cs typeface="Merriweather Sans"/>
                <a:sym typeface="Merriweather Sans"/>
              </a:rPr>
              <a:t>După</a:t>
            </a:r>
            <a:r>
              <a:rPr b="0" i="0" lang="en-US" sz="2000" u="none" cap="none" strike="noStrike">
                <a:solidFill>
                  <a:srgbClr val="000000"/>
                </a:solidFill>
                <a:latin typeface="Merriweather Sans"/>
                <a:ea typeface="Merriweather Sans"/>
                <a:cs typeface="Merriweather Sans"/>
                <a:sym typeface="Merriweather Sans"/>
              </a:rPr>
              <a:t> examen:</a:t>
            </a:r>
            <a:endParaRPr b="0" i="0" sz="2000" u="none" cap="none" strike="noStrike">
              <a:solidFill>
                <a:srgbClr val="000000"/>
              </a:solidFill>
              <a:latin typeface="Merriweather Sans"/>
              <a:ea typeface="Merriweather Sans"/>
              <a:cs typeface="Merriweather Sans"/>
              <a:sym typeface="Merriweather Sans"/>
            </a:endParaRPr>
          </a:p>
          <a:p>
            <a:pPr indent="-342900" lvl="1" marL="742950" marR="0" rtl="0" algn="l">
              <a:lnSpc>
                <a:spcPct val="90000"/>
              </a:lnSpc>
              <a:spcBef>
                <a:spcPts val="400"/>
              </a:spcBef>
              <a:spcAft>
                <a:spcPts val="0"/>
              </a:spcAft>
              <a:buClr>
                <a:srgbClr val="3568C7"/>
              </a:buClr>
              <a:buSzPts val="2000"/>
              <a:buFont typeface="Times"/>
              <a:buChar char="•"/>
            </a:pPr>
            <a:r>
              <a:rPr b="0" i="0" lang="en-US" sz="2000" u="none" cap="none" strike="noStrike">
                <a:solidFill>
                  <a:srgbClr val="000000"/>
                </a:solidFill>
                <a:latin typeface="Merriweather Sans"/>
                <a:ea typeface="Merriweather Sans"/>
                <a:cs typeface="Merriweather Sans"/>
                <a:sym typeface="Merriweather Sans"/>
              </a:rPr>
              <a:t>notele vor fi afișate pe Moodle până la finalul zilei de </a:t>
            </a:r>
            <a:r>
              <a:rPr b="1" i="0" lang="en-US" sz="2000" u="none" cap="none" strike="noStrike">
                <a:solidFill>
                  <a:srgbClr val="000000"/>
                </a:solidFill>
                <a:latin typeface="Merriweather Sans"/>
                <a:ea typeface="Merriweather Sans"/>
                <a:cs typeface="Merriweather Sans"/>
                <a:sym typeface="Merriweather Sans"/>
              </a:rPr>
              <a:t>25.01</a:t>
            </a:r>
            <a:endParaRPr b="1" i="0" sz="2000" u="none" cap="none" strike="noStrike">
              <a:solidFill>
                <a:srgbClr val="000000"/>
              </a:solidFill>
              <a:latin typeface="Merriweather Sans"/>
              <a:ea typeface="Merriweather Sans"/>
              <a:cs typeface="Merriweather Sans"/>
              <a:sym typeface="Merriweather Sans"/>
            </a:endParaRPr>
          </a:p>
          <a:p>
            <a:pPr indent="-342900" lvl="1" marL="742950" marR="0" rtl="0" algn="l">
              <a:lnSpc>
                <a:spcPct val="90000"/>
              </a:lnSpc>
              <a:spcBef>
                <a:spcPts val="400"/>
              </a:spcBef>
              <a:spcAft>
                <a:spcPts val="0"/>
              </a:spcAft>
              <a:buClr>
                <a:srgbClr val="3568C7"/>
              </a:buClr>
              <a:buSzPts val="2000"/>
              <a:buFont typeface="Times"/>
              <a:buChar char="•"/>
            </a:pPr>
            <a:r>
              <a:rPr b="0" i="0" lang="en-US" sz="2000" u="none" cap="none" strike="noStrike">
                <a:solidFill>
                  <a:srgbClr val="000000"/>
                </a:solidFill>
                <a:latin typeface="Merriweather Sans"/>
                <a:ea typeface="Merriweather Sans"/>
                <a:cs typeface="Merriweather Sans"/>
                <a:sym typeface="Merriweather Sans"/>
              </a:rPr>
              <a:t>contestații, trecut note, discuții, etc. 🡪 </a:t>
            </a:r>
            <a:r>
              <a:rPr b="1" i="0" lang="en-US" sz="2000" u="none" cap="none" strike="noStrike">
                <a:solidFill>
                  <a:srgbClr val="000000"/>
                </a:solidFill>
                <a:latin typeface="Merriweather Sans"/>
                <a:ea typeface="Merriweather Sans"/>
                <a:cs typeface="Merriweather Sans"/>
                <a:sym typeface="Merriweather Sans"/>
              </a:rPr>
              <a:t>26.01, 10-14, PR605</a:t>
            </a:r>
            <a:endParaRPr/>
          </a:p>
          <a:p>
            <a:pPr indent="0" lvl="1" marL="400050" marR="0" rtl="0" algn="l">
              <a:lnSpc>
                <a:spcPct val="90000"/>
              </a:lnSpc>
              <a:spcBef>
                <a:spcPts val="320"/>
              </a:spcBef>
              <a:spcAft>
                <a:spcPts val="0"/>
              </a:spcAft>
              <a:buClr>
                <a:srgbClr val="3568C7"/>
              </a:buClr>
              <a:buSzPts val="1600"/>
              <a:buFont typeface="Noto Sans Symbols"/>
              <a:buNone/>
            </a:pPr>
            <a:r>
              <a:t/>
            </a:r>
            <a:endParaRPr b="1" i="0" sz="1600" u="none" cap="none" strike="noStrike">
              <a:solidFill>
                <a:srgbClr val="000000"/>
              </a:solidFill>
              <a:latin typeface="Merriweather Sans"/>
              <a:ea typeface="Merriweather Sans"/>
              <a:cs typeface="Merriweather Sans"/>
              <a:sym typeface="Merriweather Sans"/>
            </a:endParaRPr>
          </a:p>
          <a:p>
            <a:pPr indent="-342900" lvl="0" marL="342900" marR="0" rtl="0" algn="l">
              <a:lnSpc>
                <a:spcPct val="90000"/>
              </a:lnSpc>
              <a:spcBef>
                <a:spcPts val="400"/>
              </a:spcBef>
              <a:spcAft>
                <a:spcPts val="0"/>
              </a:spcAft>
              <a:buClr>
                <a:srgbClr val="3568C7"/>
              </a:buClr>
              <a:buSzPts val="2000"/>
              <a:buFont typeface="Times"/>
              <a:buChar char="•"/>
            </a:pPr>
            <a:r>
              <a:rPr lang="en-US" sz="2000">
                <a:solidFill>
                  <a:srgbClr val="000000"/>
                </a:solidFill>
                <a:latin typeface="Merriweather Sans"/>
                <a:ea typeface="Merriweather Sans"/>
                <a:cs typeface="Merriweather Sans"/>
                <a:sym typeface="Merriweather Sans"/>
              </a:rPr>
              <a:t>Restul anului:</a:t>
            </a:r>
            <a:endParaRPr/>
          </a:p>
          <a:p>
            <a:pPr indent="-342900" lvl="1" marL="742950" marR="0" rtl="0" algn="l">
              <a:lnSpc>
                <a:spcPct val="90000"/>
              </a:lnSpc>
              <a:spcBef>
                <a:spcPts val="400"/>
              </a:spcBef>
              <a:spcAft>
                <a:spcPts val="0"/>
              </a:spcAft>
              <a:buClr>
                <a:srgbClr val="3568C7"/>
              </a:buClr>
              <a:buSzPts val="2000"/>
              <a:buFont typeface="Times"/>
              <a:buChar char="•"/>
            </a:pPr>
            <a:r>
              <a:rPr b="0" i="0" lang="en-US" sz="2000" u="none" cap="none" strike="noStrike">
                <a:solidFill>
                  <a:srgbClr val="000000"/>
                </a:solidFill>
                <a:latin typeface="Merriweather Sans"/>
                <a:ea typeface="Merriweather Sans"/>
                <a:cs typeface="Merriweather Sans"/>
                <a:sym typeface="Merriweather Sans"/>
              </a:rPr>
              <a:t>acceptăm studenți la practica de vară și licență</a:t>
            </a:r>
            <a:endParaRPr b="0" i="0" sz="2000" u="none" cap="none" strike="noStrike">
              <a:solidFill>
                <a:srgbClr val="000000"/>
              </a:solidFill>
              <a:latin typeface="Merriweather Sans"/>
              <a:ea typeface="Merriweather Sans"/>
              <a:cs typeface="Merriweather Sans"/>
              <a:sym typeface="Merriweather Sans"/>
            </a:endParaRPr>
          </a:p>
          <a:p>
            <a:pPr indent="-342900" lvl="1" marL="742950" marR="0" rtl="0" algn="l">
              <a:lnSpc>
                <a:spcPct val="90000"/>
              </a:lnSpc>
              <a:spcBef>
                <a:spcPts val="400"/>
              </a:spcBef>
              <a:spcAft>
                <a:spcPts val="0"/>
              </a:spcAft>
              <a:buClr>
                <a:srgbClr val="3568C7"/>
              </a:buClr>
              <a:buSzPts val="2000"/>
              <a:buFont typeface="Times"/>
              <a:buChar char="•"/>
            </a:pPr>
            <a:r>
              <a:rPr b="0" i="0" lang="en-US" sz="2000" u="none" cap="none" strike="noStrike">
                <a:solidFill>
                  <a:srgbClr val="000000"/>
                </a:solidFill>
                <a:latin typeface="Merriweather Sans"/>
                <a:ea typeface="Merriweather Sans"/>
                <a:cs typeface="Merriweather Sans"/>
                <a:sym typeface="Merriweather Sans"/>
              </a:rPr>
              <a:t>dacă vreți să faceți parte din echipa de APD, contactați-ne</a:t>
            </a:r>
            <a:endParaRPr/>
          </a:p>
        </p:txBody>
      </p:sp>
      <p:pic>
        <p:nvPicPr>
          <p:cNvPr descr="feedback tips and tricks" id="125" name="Google Shape;125;p6"/>
          <p:cNvPicPr preferRelativeResize="0"/>
          <p:nvPr/>
        </p:nvPicPr>
        <p:blipFill rotWithShape="1">
          <a:blip r:embed="rId4">
            <a:alphaModFix/>
          </a:blip>
          <a:srcRect b="0" l="0" r="0" t="0"/>
          <a:stretch/>
        </p:blipFill>
        <p:spPr>
          <a:xfrm>
            <a:off x="7074957" y="1658166"/>
            <a:ext cx="1728230" cy="1263768"/>
          </a:xfrm>
          <a:prstGeom prst="rect">
            <a:avLst/>
          </a:prstGeom>
          <a:noFill/>
          <a:ln>
            <a:noFill/>
          </a:ln>
        </p:spPr>
      </p:pic>
      <p:pic>
        <p:nvPicPr>
          <p:cNvPr descr="JOIN US - Darth Vader Shaking Fist - Meme Generator" id="126" name="Google Shape;126;p6"/>
          <p:cNvPicPr preferRelativeResize="0"/>
          <p:nvPr/>
        </p:nvPicPr>
        <p:blipFill rotWithShape="1">
          <a:blip r:embed="rId5">
            <a:alphaModFix/>
          </a:blip>
          <a:srcRect b="0" l="0" r="0" t="0"/>
          <a:stretch/>
        </p:blipFill>
        <p:spPr>
          <a:xfrm>
            <a:off x="6958945" y="5060391"/>
            <a:ext cx="1960255" cy="128984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7"/>
          <p:cNvSpPr txBox="1"/>
          <p:nvPr>
            <p:ph type="title"/>
          </p:nvPr>
        </p:nvSpPr>
        <p:spPr>
          <a:xfrm>
            <a:off x="314325" y="622300"/>
            <a:ext cx="8515350" cy="458788"/>
          </a:xfrm>
          <a:prstGeom prst="rect">
            <a:avLst/>
          </a:prstGeom>
          <a:noFill/>
          <a:ln>
            <a:noFill/>
          </a:ln>
        </p:spPr>
        <p:txBody>
          <a:bodyPr anchorCtr="0" anchor="t" bIns="45700" lIns="0" spcFirstLastPara="1" rIns="0" wrap="square" tIns="45700">
            <a:noAutofit/>
          </a:bodyPr>
          <a:lstStyle/>
          <a:p>
            <a:pPr indent="0" lvl="0" marL="0" rtl="0" algn="ctr">
              <a:lnSpc>
                <a:spcPct val="95000"/>
              </a:lnSpc>
              <a:spcBef>
                <a:spcPts val="0"/>
              </a:spcBef>
              <a:spcAft>
                <a:spcPts val="0"/>
              </a:spcAft>
              <a:buNone/>
            </a:pPr>
            <a:r>
              <a:rPr lang="en-US"/>
              <a:t>Teme propuse de MobyLab</a:t>
            </a:r>
            <a:endParaRPr/>
          </a:p>
        </p:txBody>
      </p:sp>
      <p:sp>
        <p:nvSpPr>
          <p:cNvPr id="132" name="Google Shape;132;p7"/>
          <p:cNvSpPr txBox="1"/>
          <p:nvPr/>
        </p:nvSpPr>
        <p:spPr>
          <a:xfrm>
            <a:off x="34800" y="1262477"/>
            <a:ext cx="9109200" cy="4525963"/>
          </a:xfrm>
          <a:prstGeom prst="rect">
            <a:avLst/>
          </a:prstGeom>
          <a:noFill/>
          <a:ln>
            <a:noFill/>
          </a:ln>
        </p:spPr>
        <p:txBody>
          <a:bodyPr anchorCtr="0" anchor="t" bIns="45700" lIns="91425" spcFirstLastPara="1" rIns="91425" wrap="square" tIns="45700">
            <a:noAutofit/>
          </a:bodyPr>
          <a:lstStyle/>
          <a:p>
            <a:pPr indent="-342900" lvl="0" marL="342900" marR="0" rtl="0" algn="l">
              <a:lnSpc>
                <a:spcPct val="90000"/>
              </a:lnSpc>
              <a:spcBef>
                <a:spcPts val="0"/>
              </a:spcBef>
              <a:spcAft>
                <a:spcPts val="0"/>
              </a:spcAft>
              <a:buClr>
                <a:srgbClr val="3568C7"/>
              </a:buClr>
              <a:buSzPts val="2400"/>
              <a:buFont typeface="Times"/>
              <a:buChar char="•"/>
            </a:pPr>
            <a:r>
              <a:rPr lang="en-US" sz="2400" u="sng">
                <a:solidFill>
                  <a:srgbClr val="000000"/>
                </a:solidFill>
                <a:latin typeface="Merriweather Sans"/>
                <a:ea typeface="Merriweather Sans"/>
                <a:cs typeface="Merriweather Sans"/>
                <a:sym typeface="Merriweather Sans"/>
                <a:hlinkClick r:id="rId3">
                  <a:extLst>
                    <a:ext uri="{A12FA001-AC4F-418D-AE19-62706E023703}">
                      <ahyp:hlinkClr val="tx"/>
                    </a:ext>
                  </a:extLst>
                </a:hlinkClick>
              </a:rPr>
              <a:t>https://mobylabupb.com/colaborare/</a:t>
            </a:r>
            <a:endParaRPr sz="2400">
              <a:solidFill>
                <a:srgbClr val="000000"/>
              </a:solidFill>
              <a:latin typeface="Merriweather Sans"/>
              <a:ea typeface="Merriweather Sans"/>
              <a:cs typeface="Merriweather Sans"/>
              <a:sym typeface="Merriweather Sans"/>
            </a:endParaRPr>
          </a:p>
          <a:p>
            <a:pPr indent="0" lvl="0" marL="0" marR="0" rtl="0" algn="l">
              <a:lnSpc>
                <a:spcPct val="90000"/>
              </a:lnSpc>
              <a:spcBef>
                <a:spcPts val="480"/>
              </a:spcBef>
              <a:spcAft>
                <a:spcPts val="0"/>
              </a:spcAft>
              <a:buClr>
                <a:srgbClr val="3568C7"/>
              </a:buClr>
              <a:buSzPts val="2400"/>
              <a:buFont typeface="Times"/>
              <a:buNone/>
            </a:pPr>
            <a:r>
              <a:t/>
            </a:r>
            <a:endParaRPr sz="2400">
              <a:solidFill>
                <a:srgbClr val="000000"/>
              </a:solidFill>
              <a:latin typeface="Merriweather Sans"/>
              <a:ea typeface="Merriweather Sans"/>
              <a:cs typeface="Merriweather Sans"/>
              <a:sym typeface="Merriweather Sans"/>
            </a:endParaRPr>
          </a:p>
          <a:p>
            <a:pPr indent="-342900" lvl="0" marL="342900" marR="0" rtl="0" algn="l">
              <a:lnSpc>
                <a:spcPct val="90000"/>
              </a:lnSpc>
              <a:spcBef>
                <a:spcPts val="480"/>
              </a:spcBef>
              <a:spcAft>
                <a:spcPts val="0"/>
              </a:spcAft>
              <a:buClr>
                <a:srgbClr val="3568C7"/>
              </a:buClr>
              <a:buSzPts val="2400"/>
              <a:buFont typeface="Times"/>
              <a:buChar char="•"/>
            </a:pPr>
            <a:r>
              <a:rPr i="0" lang="en-US" sz="2400" u="none" cap="none" strike="noStrike">
                <a:solidFill>
                  <a:srgbClr val="000000"/>
                </a:solidFill>
                <a:latin typeface="Merriweather Sans"/>
                <a:ea typeface="Merriweather Sans"/>
                <a:cs typeface="Merriweather Sans"/>
                <a:sym typeface="Merriweather Sans"/>
              </a:rPr>
              <a:t>Direcții de cercetare:</a:t>
            </a:r>
            <a:endParaRPr/>
          </a:p>
          <a:p>
            <a:pPr indent="-285750" lvl="1" marL="742950" marR="0" rtl="0" algn="l">
              <a:lnSpc>
                <a:spcPct val="90000"/>
              </a:lnSpc>
              <a:spcBef>
                <a:spcPts val="320"/>
              </a:spcBef>
              <a:spcAft>
                <a:spcPts val="0"/>
              </a:spcAft>
              <a:buClr>
                <a:srgbClr val="3568C7"/>
              </a:buClr>
              <a:buSzPts val="1600"/>
              <a:buFont typeface="Noto Sans Symbols"/>
              <a:buChar char="⬥"/>
            </a:pPr>
            <a:r>
              <a:rPr b="0" i="0" lang="en-US" sz="1600" u="none" cap="none" strike="noStrike">
                <a:solidFill>
                  <a:srgbClr val="000000"/>
                </a:solidFill>
                <a:latin typeface="Merriweather Sans"/>
                <a:ea typeface="Merriweather Sans"/>
                <a:cs typeface="Merriweather Sans"/>
                <a:sym typeface="Merriweather Sans"/>
              </a:rPr>
              <a:t>Platforma pentru administrarea rezultatelor cercetatorilor</a:t>
            </a:r>
            <a:endParaRPr b="0" i="0" sz="1600" u="none" cap="none" strike="noStrike">
              <a:solidFill>
                <a:srgbClr val="000000"/>
              </a:solidFill>
              <a:latin typeface="Merriweather Sans"/>
              <a:ea typeface="Merriweather Sans"/>
              <a:cs typeface="Merriweather Sans"/>
              <a:sym typeface="Merriweather Sans"/>
            </a:endParaRPr>
          </a:p>
          <a:p>
            <a:pPr indent="-285750" lvl="1" marL="742950" marR="0" rtl="0" algn="l">
              <a:lnSpc>
                <a:spcPct val="90000"/>
              </a:lnSpc>
              <a:spcBef>
                <a:spcPts val="320"/>
              </a:spcBef>
              <a:spcAft>
                <a:spcPts val="0"/>
              </a:spcAft>
              <a:buClr>
                <a:srgbClr val="3568C7"/>
              </a:buClr>
              <a:buSzPts val="1600"/>
              <a:buFont typeface="Noto Sans Symbols"/>
              <a:buChar char="⬥"/>
            </a:pPr>
            <a:r>
              <a:rPr b="0" i="0" lang="en-US" sz="1600" u="none" cap="none" strike="noStrike">
                <a:solidFill>
                  <a:srgbClr val="000000"/>
                </a:solidFill>
                <a:latin typeface="Merriweather Sans"/>
                <a:ea typeface="Merriweather Sans"/>
                <a:cs typeface="Merriweather Sans"/>
                <a:sym typeface="Merriweather Sans"/>
              </a:rPr>
              <a:t>Sisteme de calcul cloud/edge si aplicatii distribuite, inclusiv Big Data</a:t>
            </a:r>
            <a:endParaRPr/>
          </a:p>
          <a:p>
            <a:pPr indent="-285750" lvl="1" marL="742950" marR="0" rtl="0" algn="l">
              <a:lnSpc>
                <a:spcPct val="90000"/>
              </a:lnSpc>
              <a:spcBef>
                <a:spcPts val="320"/>
              </a:spcBef>
              <a:spcAft>
                <a:spcPts val="0"/>
              </a:spcAft>
              <a:buClr>
                <a:srgbClr val="3568C7"/>
              </a:buClr>
              <a:buSzPts val="1600"/>
              <a:buFont typeface="Noto Sans Symbols"/>
              <a:buChar char="⬥"/>
            </a:pPr>
            <a:r>
              <a:rPr b="0" i="0" lang="en-US" sz="1600" u="none" cap="none" strike="noStrike">
                <a:solidFill>
                  <a:srgbClr val="000000"/>
                </a:solidFill>
                <a:latin typeface="Merriweather Sans"/>
                <a:ea typeface="Merriweather Sans"/>
                <a:cs typeface="Merriweather Sans"/>
                <a:sym typeface="Merriweather Sans"/>
              </a:rPr>
              <a:t>Aplicatii inteligente</a:t>
            </a:r>
            <a:endParaRPr b="0" i="0" sz="1600" u="none" cap="none" strike="noStrike">
              <a:solidFill>
                <a:srgbClr val="000000"/>
              </a:solidFill>
              <a:latin typeface="Merriweather Sans"/>
              <a:ea typeface="Merriweather Sans"/>
              <a:cs typeface="Merriweather Sans"/>
              <a:sym typeface="Merriweather Sans"/>
            </a:endParaRPr>
          </a:p>
          <a:p>
            <a:pPr indent="-285750" lvl="1" marL="742950" marR="0" rtl="0" algn="l">
              <a:lnSpc>
                <a:spcPct val="90000"/>
              </a:lnSpc>
              <a:spcBef>
                <a:spcPts val="320"/>
              </a:spcBef>
              <a:spcAft>
                <a:spcPts val="0"/>
              </a:spcAft>
              <a:buClr>
                <a:srgbClr val="3568C7"/>
              </a:buClr>
              <a:buSzPts val="1600"/>
              <a:buFont typeface="Noto Sans Symbols"/>
              <a:buChar char="⬥"/>
            </a:pPr>
            <a:r>
              <a:rPr b="0" i="0" lang="en-US" sz="1600" u="none" cap="none" strike="noStrike">
                <a:solidFill>
                  <a:srgbClr val="000000"/>
                </a:solidFill>
                <a:latin typeface="Merriweather Sans"/>
                <a:ea typeface="Merriweather Sans"/>
                <a:cs typeface="Merriweather Sans"/>
                <a:sym typeface="Merriweather Sans"/>
              </a:rPr>
              <a:t>IoT si AAL</a:t>
            </a:r>
            <a:endParaRPr/>
          </a:p>
          <a:p>
            <a:pPr indent="-285750" lvl="1" marL="742950" marR="0" rtl="0" algn="l">
              <a:lnSpc>
                <a:spcPct val="90000"/>
              </a:lnSpc>
              <a:spcBef>
                <a:spcPts val="320"/>
              </a:spcBef>
              <a:spcAft>
                <a:spcPts val="0"/>
              </a:spcAft>
              <a:buClr>
                <a:srgbClr val="3568C7"/>
              </a:buClr>
              <a:buSzPts val="1600"/>
              <a:buFont typeface="Noto Sans Symbols"/>
              <a:buChar char="⬥"/>
            </a:pPr>
            <a:r>
              <a:rPr b="0" i="0" lang="en-US" sz="1600" u="none" cap="none" strike="noStrike">
                <a:solidFill>
                  <a:srgbClr val="000000"/>
                </a:solidFill>
                <a:latin typeface="Merriweather Sans"/>
                <a:ea typeface="Merriweather Sans"/>
                <a:cs typeface="Merriweather Sans"/>
                <a:sym typeface="Merriweather Sans"/>
              </a:rPr>
              <a:t>Retele vehiculare</a:t>
            </a:r>
            <a:endParaRPr b="0" i="0" sz="1600" u="none" cap="none" strike="noStrike">
              <a:solidFill>
                <a:srgbClr val="000000"/>
              </a:solidFill>
              <a:latin typeface="Merriweather Sans"/>
              <a:ea typeface="Merriweather Sans"/>
              <a:cs typeface="Merriweather Sans"/>
              <a:sym typeface="Merriweather Sans"/>
            </a:endParaRPr>
          </a:p>
          <a:p>
            <a:pPr indent="-285750" lvl="1" marL="742950" marR="0" rtl="0" algn="l">
              <a:lnSpc>
                <a:spcPct val="90000"/>
              </a:lnSpc>
              <a:spcBef>
                <a:spcPts val="320"/>
              </a:spcBef>
              <a:spcAft>
                <a:spcPts val="0"/>
              </a:spcAft>
              <a:buClr>
                <a:srgbClr val="3568C7"/>
              </a:buClr>
              <a:buSzPts val="1600"/>
              <a:buFont typeface="Noto Sans Symbols"/>
              <a:buChar char="⬥"/>
            </a:pPr>
            <a:r>
              <a:rPr b="0" i="0" lang="en-US" sz="1600" u="none" cap="none" strike="noStrike">
                <a:solidFill>
                  <a:srgbClr val="000000"/>
                </a:solidFill>
                <a:latin typeface="Merriweather Sans"/>
                <a:ea typeface="Merriweather Sans"/>
                <a:cs typeface="Merriweather Sans"/>
                <a:sym typeface="Merriweather Sans"/>
              </a:rPr>
              <a:t>Sisteme pervasive de calcul mobil</a:t>
            </a:r>
            <a:endParaRPr b="0" i="0" sz="1600" u="none" cap="none" strike="noStrike">
              <a:solidFill>
                <a:srgbClr val="000000"/>
              </a:solidFill>
              <a:latin typeface="Merriweather Sans"/>
              <a:ea typeface="Merriweather Sans"/>
              <a:cs typeface="Merriweather Sans"/>
              <a:sym typeface="Merriweather Sans"/>
            </a:endParaRPr>
          </a:p>
          <a:p>
            <a:pPr indent="-285750" lvl="1" marL="742950" marR="0" rtl="0" algn="l">
              <a:lnSpc>
                <a:spcPct val="90000"/>
              </a:lnSpc>
              <a:spcBef>
                <a:spcPts val="320"/>
              </a:spcBef>
              <a:spcAft>
                <a:spcPts val="0"/>
              </a:spcAft>
              <a:buClr>
                <a:srgbClr val="3568C7"/>
              </a:buClr>
              <a:buSzPts val="1600"/>
              <a:buFont typeface="Noto Sans Symbols"/>
              <a:buChar char="⬥"/>
            </a:pPr>
            <a:r>
              <a:rPr b="0" i="0" lang="en-US" sz="1600" u="none" cap="none" strike="noStrike">
                <a:solidFill>
                  <a:srgbClr val="000000"/>
                </a:solidFill>
                <a:latin typeface="Merriweather Sans"/>
                <a:ea typeface="Merriweather Sans"/>
                <a:cs typeface="Merriweather Sans"/>
                <a:sym typeface="Merriweather Sans"/>
              </a:rPr>
              <a:t>Offloading de date si calcule in retele mobile</a:t>
            </a:r>
            <a:endParaRPr/>
          </a:p>
          <a:p>
            <a:pPr indent="-285750" lvl="1" marL="742950" marR="0" rtl="0" algn="l">
              <a:lnSpc>
                <a:spcPct val="90000"/>
              </a:lnSpc>
              <a:spcBef>
                <a:spcPts val="320"/>
              </a:spcBef>
              <a:spcAft>
                <a:spcPts val="0"/>
              </a:spcAft>
              <a:buClr>
                <a:srgbClr val="3568C7"/>
              </a:buClr>
              <a:buSzPts val="1600"/>
              <a:buFont typeface="Noto Sans Symbols"/>
              <a:buChar char="⬥"/>
            </a:pPr>
            <a:r>
              <a:rPr b="0" i="0" lang="en-US" sz="1600" u="none" cap="none" strike="noStrike">
                <a:solidFill>
                  <a:srgbClr val="000000"/>
                </a:solidFill>
                <a:latin typeface="Merriweather Sans"/>
                <a:ea typeface="Merriweather Sans"/>
                <a:cs typeface="Merriweather Sans"/>
                <a:sym typeface="Merriweather Sans"/>
              </a:rPr>
              <a:t>Aplicatii si framework-uri pentru dispozitive mobile si wearable</a:t>
            </a:r>
            <a:endParaRPr/>
          </a:p>
          <a:p>
            <a:pPr indent="-285750" lvl="1" marL="742950" marR="0" rtl="0" algn="l">
              <a:lnSpc>
                <a:spcPct val="90000"/>
              </a:lnSpc>
              <a:spcBef>
                <a:spcPts val="320"/>
              </a:spcBef>
              <a:spcAft>
                <a:spcPts val="0"/>
              </a:spcAft>
              <a:buClr>
                <a:srgbClr val="3568C7"/>
              </a:buClr>
              <a:buSzPts val="1600"/>
              <a:buFont typeface="Noto Sans Symbols"/>
              <a:buChar char="⬥"/>
            </a:pPr>
            <a:r>
              <a:rPr b="0" i="0" lang="en-US" sz="1600" u="none" cap="none" strike="noStrike">
                <a:solidFill>
                  <a:srgbClr val="000000"/>
                </a:solidFill>
                <a:latin typeface="Merriweather Sans"/>
                <a:ea typeface="Merriweather Sans"/>
                <a:cs typeface="Merriweather Sans"/>
                <a:sym typeface="Merriweather Sans"/>
              </a:rPr>
              <a:t>Monitorizarea multimilor intr-un mod privacy-preserving</a:t>
            </a:r>
            <a:endParaRPr/>
          </a:p>
          <a:p>
            <a:pPr indent="-285750" lvl="1" marL="742950" marR="0" rtl="0" algn="l">
              <a:lnSpc>
                <a:spcPct val="90000"/>
              </a:lnSpc>
              <a:spcBef>
                <a:spcPts val="320"/>
              </a:spcBef>
              <a:spcAft>
                <a:spcPts val="0"/>
              </a:spcAft>
              <a:buClr>
                <a:srgbClr val="3568C7"/>
              </a:buClr>
              <a:buSzPts val="1600"/>
              <a:buFont typeface="Noto Sans Symbols"/>
              <a:buChar char="⬥"/>
            </a:pPr>
            <a:r>
              <a:rPr b="0" i="0" lang="en-US" sz="1600" u="none" cap="none" strike="noStrike">
                <a:solidFill>
                  <a:srgbClr val="000000"/>
                </a:solidFill>
                <a:latin typeface="Merriweather Sans"/>
                <a:ea typeface="Merriweather Sans"/>
                <a:cs typeface="Merriweather Sans"/>
                <a:sym typeface="Merriweather Sans"/>
              </a:rPr>
              <a:t>Invatare federata pentru mobilitate umana</a:t>
            </a:r>
            <a:endParaRPr b="0" i="0" sz="1600" u="none" cap="none" strike="noStrike">
              <a:solidFill>
                <a:srgbClr val="000000"/>
              </a:solidFill>
              <a:latin typeface="Merriweather Sans"/>
              <a:ea typeface="Merriweather Sans"/>
              <a:cs typeface="Merriweather Sans"/>
              <a:sym typeface="Merriweather Sans"/>
            </a:endParaRPr>
          </a:p>
          <a:p>
            <a:pPr indent="-285750" lvl="1" marL="742950" marR="0" rtl="0" algn="l">
              <a:lnSpc>
                <a:spcPct val="90000"/>
              </a:lnSpc>
              <a:spcBef>
                <a:spcPts val="320"/>
              </a:spcBef>
              <a:spcAft>
                <a:spcPts val="0"/>
              </a:spcAft>
              <a:buClr>
                <a:srgbClr val="3568C7"/>
              </a:buClr>
              <a:buSzPts val="1600"/>
              <a:buFont typeface="Noto Sans Symbols"/>
              <a:buChar char="⬥"/>
            </a:pPr>
            <a:r>
              <a:rPr b="0" i="0" lang="en-US" sz="1600" u="none" cap="none" strike="noStrike">
                <a:solidFill>
                  <a:srgbClr val="000000"/>
                </a:solidFill>
                <a:latin typeface="Merriweather Sans"/>
                <a:ea typeface="Merriweather Sans"/>
                <a:cs typeface="Merriweather Sans"/>
                <a:sym typeface="Merriweather Sans"/>
              </a:rPr>
              <a:t>Blockchain si dApp</a:t>
            </a:r>
            <a:endParaRPr b="0" i="0" sz="1600" u="none" cap="none" strike="noStrike">
              <a:solidFill>
                <a:srgbClr val="000000"/>
              </a:solidFill>
              <a:latin typeface="Merriweather Sans"/>
              <a:ea typeface="Merriweather Sans"/>
              <a:cs typeface="Merriweather Sans"/>
              <a:sym typeface="Merriweather Sans"/>
            </a:endParaRPr>
          </a:p>
          <a:p>
            <a:pPr indent="-285750" lvl="1" marL="742950" marR="0" rtl="0" algn="l">
              <a:lnSpc>
                <a:spcPct val="90000"/>
              </a:lnSpc>
              <a:spcBef>
                <a:spcPts val="320"/>
              </a:spcBef>
              <a:spcAft>
                <a:spcPts val="0"/>
              </a:spcAft>
              <a:buClr>
                <a:srgbClr val="3568C7"/>
              </a:buClr>
              <a:buSzPts val="1600"/>
              <a:buFont typeface="Noto Sans Symbols"/>
              <a:buChar char="⬥"/>
            </a:pPr>
            <a:r>
              <a:rPr b="0" i="0" lang="en-US" sz="1600" u="none" cap="none" strike="noStrike">
                <a:solidFill>
                  <a:srgbClr val="000000"/>
                </a:solidFill>
                <a:latin typeface="Merriweather Sans"/>
                <a:ea typeface="Merriweather Sans"/>
                <a:cs typeface="Merriweather Sans"/>
                <a:sym typeface="Merriweather Sans"/>
              </a:rPr>
              <a:t>Platforme</a:t>
            </a:r>
            <a:endParaRPr b="0" i="0" sz="1600" u="none" cap="none" strike="noStrike">
              <a:solidFill>
                <a:srgbClr val="000000"/>
              </a:solidFill>
              <a:latin typeface="Merriweather Sans"/>
              <a:ea typeface="Merriweather Sans"/>
              <a:cs typeface="Merriweather Sans"/>
              <a:sym typeface="Merriweather Sans"/>
            </a:endParaRPr>
          </a:p>
          <a:p>
            <a:pPr indent="-285750" lvl="1" marL="742950" marR="0" rtl="0" algn="l">
              <a:lnSpc>
                <a:spcPct val="90000"/>
              </a:lnSpc>
              <a:spcBef>
                <a:spcPts val="320"/>
              </a:spcBef>
              <a:spcAft>
                <a:spcPts val="0"/>
              </a:spcAft>
              <a:buClr>
                <a:srgbClr val="3568C7"/>
              </a:buClr>
              <a:buSzPts val="1600"/>
              <a:buFont typeface="Noto Sans Symbols"/>
              <a:buChar char="⬥"/>
            </a:pPr>
            <a:r>
              <a:rPr b="0" i="0" lang="en-US" sz="1600" u="none" cap="none" strike="noStrike">
                <a:solidFill>
                  <a:srgbClr val="000000"/>
                </a:solidFill>
                <a:latin typeface="Merriweather Sans"/>
                <a:ea typeface="Merriweather Sans"/>
                <a:cs typeface="Merriweather Sans"/>
                <a:sym typeface="Merriweather Sans"/>
              </a:rPr>
              <a:t>Open Science / Open Data</a:t>
            </a:r>
            <a:endParaRPr/>
          </a:p>
          <a:p>
            <a:pPr indent="-285750" lvl="1" marL="742950" marR="0" rtl="0" algn="l">
              <a:lnSpc>
                <a:spcPct val="90000"/>
              </a:lnSpc>
              <a:spcBef>
                <a:spcPts val="320"/>
              </a:spcBef>
              <a:spcAft>
                <a:spcPts val="0"/>
              </a:spcAft>
              <a:buClr>
                <a:srgbClr val="3568C7"/>
              </a:buClr>
              <a:buSzPts val="1600"/>
              <a:buFont typeface="Noto Sans Symbols"/>
              <a:buChar char="⬥"/>
            </a:pPr>
            <a:r>
              <a:rPr b="0" i="0" lang="en-US" sz="1600" u="none" cap="none" strike="noStrike">
                <a:solidFill>
                  <a:srgbClr val="000000"/>
                </a:solidFill>
                <a:latin typeface="Merriweather Sans"/>
                <a:ea typeface="Merriweather Sans"/>
                <a:cs typeface="Merriweather Sans"/>
                <a:sym typeface="Merriweather Sans"/>
              </a:rPr>
              <a:t>Invatare federata</a:t>
            </a:r>
            <a:endParaRPr b="0" i="0" sz="1600" u="none" cap="none" strike="noStrike">
              <a:solidFill>
                <a:srgbClr val="000000"/>
              </a:solidFill>
              <a:latin typeface="Merriweather Sans"/>
              <a:ea typeface="Merriweather Sans"/>
              <a:cs typeface="Merriweather Sans"/>
              <a:sym typeface="Merriweather Sans"/>
            </a:endParaRPr>
          </a:p>
        </p:txBody>
      </p:sp>
      <p:pic>
        <p:nvPicPr>
          <p:cNvPr id="133" name="Google Shape;133;p7"/>
          <p:cNvPicPr preferRelativeResize="0"/>
          <p:nvPr/>
        </p:nvPicPr>
        <p:blipFill rotWithShape="1">
          <a:blip r:embed="rId4">
            <a:alphaModFix/>
          </a:blip>
          <a:srcRect b="0" l="0" r="0" t="0"/>
          <a:stretch/>
        </p:blipFill>
        <p:spPr>
          <a:xfrm>
            <a:off x="5975796" y="5149409"/>
            <a:ext cx="3009453" cy="127806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8"/>
          <p:cNvSpPr txBox="1"/>
          <p:nvPr/>
        </p:nvSpPr>
        <p:spPr>
          <a:xfrm>
            <a:off x="34800" y="739967"/>
            <a:ext cx="9109200" cy="1148214"/>
          </a:xfrm>
          <a:prstGeom prst="rect">
            <a:avLst/>
          </a:prstGeom>
          <a:noFill/>
          <a:ln>
            <a:noFill/>
          </a:ln>
        </p:spPr>
        <p:txBody>
          <a:bodyPr anchorCtr="0" anchor="t" bIns="45700" lIns="91425" spcFirstLastPara="1" rIns="91425" wrap="square" tIns="45700">
            <a:noAutofit/>
          </a:bodyPr>
          <a:lstStyle/>
          <a:p>
            <a:pPr indent="-342900" lvl="0" marL="342900" marR="0" rtl="0" algn="ctr">
              <a:lnSpc>
                <a:spcPct val="90000"/>
              </a:lnSpc>
              <a:spcBef>
                <a:spcPts val="0"/>
              </a:spcBef>
              <a:spcAft>
                <a:spcPts val="0"/>
              </a:spcAft>
              <a:buClr>
                <a:srgbClr val="3568C7"/>
              </a:buClr>
              <a:buSzPts val="6000"/>
              <a:buFont typeface="Times"/>
              <a:buNone/>
            </a:pPr>
            <a:r>
              <a:rPr b="1" i="0" lang="en-US" sz="6000" u="none" cap="none" strike="noStrike">
                <a:solidFill>
                  <a:srgbClr val="000000"/>
                </a:solidFill>
                <a:latin typeface="Merriweather Sans"/>
                <a:ea typeface="Merriweather Sans"/>
                <a:cs typeface="Merriweather Sans"/>
                <a:sym typeface="Merriweather Sans"/>
              </a:rPr>
              <a:t>Succes în sesiune!</a:t>
            </a:r>
            <a:endParaRPr/>
          </a:p>
        </p:txBody>
      </p:sp>
      <p:pic>
        <p:nvPicPr>
          <p:cNvPr descr="Good luck doge |  Hello; You have been visited by the good luck doge; You now have good luck for a week; No need to upvote | image tagged in memes,doge | made w/ Imgflip meme maker" id="139" name="Google Shape;139;p8"/>
          <p:cNvPicPr preferRelativeResize="0"/>
          <p:nvPr/>
        </p:nvPicPr>
        <p:blipFill rotWithShape="1">
          <a:blip r:embed="rId3">
            <a:alphaModFix/>
          </a:blip>
          <a:srcRect b="0" l="0" r="0" t="0"/>
          <a:stretch/>
        </p:blipFill>
        <p:spPr>
          <a:xfrm>
            <a:off x="2675328" y="2070100"/>
            <a:ext cx="3828143" cy="3828143"/>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tandarddesign">
  <a:themeElements>
    <a:clrScheme name="Standarddesign 1">
      <a:dk1>
        <a:srgbClr val="000000"/>
      </a:dk1>
      <a:lt1>
        <a:srgbClr val="FFFFFF"/>
      </a:lt1>
      <a:dk2>
        <a:srgbClr val="0D3D65"/>
      </a:dk2>
      <a:lt2>
        <a:srgbClr val="BE0009"/>
      </a:lt2>
      <a:accent1>
        <a:srgbClr val="1C4C74"/>
      </a:accent1>
      <a:accent2>
        <a:srgbClr val="2C6D92"/>
      </a:accent2>
      <a:accent3>
        <a:srgbClr val="FFFFFF"/>
      </a:accent3>
      <a:accent4>
        <a:srgbClr val="000000"/>
      </a:accent4>
      <a:accent5>
        <a:srgbClr val="ABB2BC"/>
      </a:accent5>
      <a:accent6>
        <a:srgbClr val="276284"/>
      </a:accent6>
      <a:hlink>
        <a:srgbClr val="4797B9"/>
      </a:hlink>
      <a:folHlink>
        <a:srgbClr val="65C3E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2004-11-16T16:03:16Z</dcterms:created>
  <dc:creator>Ciprian Dobre</dc:creator>
</cp:coreProperties>
</file>