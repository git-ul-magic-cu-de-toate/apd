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1"/>
  </p:sldMasterIdLst>
  <p:notesMasterIdLst>
    <p:notesMasterId r:id="rId43"/>
  </p:notesMasterIdLst>
  <p:handoutMasterIdLst>
    <p:handoutMasterId r:id="rId44"/>
  </p:handoutMasterIdLst>
  <p:sldIdLst>
    <p:sldId id="485" r:id="rId2"/>
    <p:sldId id="1001" r:id="rId3"/>
    <p:sldId id="1002" r:id="rId4"/>
    <p:sldId id="1003" r:id="rId5"/>
    <p:sldId id="1004" r:id="rId6"/>
    <p:sldId id="1005" r:id="rId7"/>
    <p:sldId id="1006" r:id="rId8"/>
    <p:sldId id="1007" r:id="rId9"/>
    <p:sldId id="1008" r:id="rId10"/>
    <p:sldId id="1009" r:id="rId11"/>
    <p:sldId id="1010" r:id="rId12"/>
    <p:sldId id="1011" r:id="rId13"/>
    <p:sldId id="1012" r:id="rId14"/>
    <p:sldId id="1013" r:id="rId15"/>
    <p:sldId id="1014" r:id="rId16"/>
    <p:sldId id="1015" r:id="rId17"/>
    <p:sldId id="1016" r:id="rId18"/>
    <p:sldId id="1017" r:id="rId19"/>
    <p:sldId id="1018" r:id="rId20"/>
    <p:sldId id="1019" r:id="rId21"/>
    <p:sldId id="1020" r:id="rId22"/>
    <p:sldId id="1021" r:id="rId23"/>
    <p:sldId id="1022" r:id="rId24"/>
    <p:sldId id="1023" r:id="rId25"/>
    <p:sldId id="1024" r:id="rId26"/>
    <p:sldId id="1025" r:id="rId27"/>
    <p:sldId id="1026" r:id="rId28"/>
    <p:sldId id="1027" r:id="rId29"/>
    <p:sldId id="1028" r:id="rId30"/>
    <p:sldId id="1029" r:id="rId31"/>
    <p:sldId id="1030" r:id="rId32"/>
    <p:sldId id="1031" r:id="rId33"/>
    <p:sldId id="1032" r:id="rId34"/>
    <p:sldId id="1033" r:id="rId35"/>
    <p:sldId id="1034" r:id="rId36"/>
    <p:sldId id="1035" r:id="rId37"/>
    <p:sldId id="1036" r:id="rId38"/>
    <p:sldId id="1037" r:id="rId39"/>
    <p:sldId id="1038" r:id="rId40"/>
    <p:sldId id="1039" r:id="rId41"/>
    <p:sldId id="553" r:id="rId42"/>
  </p:sldIdLst>
  <p:sldSz cx="9144000" cy="6858000" type="screen4x3"/>
  <p:notesSz cx="6699250" cy="9836150"/>
  <p:custDataLst>
    <p:tags r:id="rId45"/>
  </p:custDataLst>
  <p:defaultTex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521415D9-36F7-43E2-AB2F-B90AF26B5E84}">
      <p14:sectionLst xmlns:p14="http://schemas.microsoft.com/office/powerpoint/2010/main">
        <p14:section name="Default Section" id="{13BEF934-810D-41A3-A375-7A8A0B6193E4}">
          <p14:sldIdLst>
            <p14:sldId id="485"/>
            <p14:sldId id="1001"/>
            <p14:sldId id="1002"/>
            <p14:sldId id="1003"/>
            <p14:sldId id="1004"/>
            <p14:sldId id="1005"/>
            <p14:sldId id="1006"/>
            <p14:sldId id="1007"/>
            <p14:sldId id="1008"/>
            <p14:sldId id="1009"/>
            <p14:sldId id="1010"/>
            <p14:sldId id="1011"/>
            <p14:sldId id="1012"/>
            <p14:sldId id="1013"/>
            <p14:sldId id="1014"/>
            <p14:sldId id="1015"/>
            <p14:sldId id="1016"/>
            <p14:sldId id="1017"/>
            <p14:sldId id="1018"/>
            <p14:sldId id="1019"/>
            <p14:sldId id="1020"/>
            <p14:sldId id="1021"/>
            <p14:sldId id="1022"/>
            <p14:sldId id="1023"/>
            <p14:sldId id="1024"/>
            <p14:sldId id="1025"/>
            <p14:sldId id="1026"/>
            <p14:sldId id="1027"/>
            <p14:sldId id="1028"/>
            <p14:sldId id="1029"/>
            <p14:sldId id="1030"/>
            <p14:sldId id="1031"/>
            <p14:sldId id="1032"/>
            <p14:sldId id="1033"/>
            <p14:sldId id="1034"/>
            <p14:sldId id="1035"/>
            <p14:sldId id="1036"/>
            <p14:sldId id="1037"/>
            <p14:sldId id="1038"/>
            <p14:sldId id="1039"/>
            <p14:sldId id="553"/>
          </p14:sldIdLst>
        </p14:section>
      </p14:sectionLst>
    </p:ext>
    <p:ext uri="{EFAFB233-063F-42B5-8137-9DF3F51BA10A}">
      <p15:sldGuideLst xmlns:p15="http://schemas.microsoft.com/office/powerpoint/2012/main">
        <p15:guide id="1" orient="horz" pos="4319">
          <p15:clr>
            <a:srgbClr val="A4A3A4"/>
          </p15:clr>
        </p15:guide>
        <p15:guide id="2" pos="213">
          <p15:clr>
            <a:srgbClr val="A4A3A4"/>
          </p15:clr>
        </p15:guide>
        <p15:guide id="3" pos="5565">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4797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7DC964-B470-42A9-AA52-9F1F849BFB76}" v="367" dt="2019-10-13T10:20:53.316"/>
    <p1510:client id="{7840C37D-FDDB-4314-A31E-446F31402874}" v="345" dt="2019-10-13T10:50:16.214"/>
    <p1510:client id="{DFE5141E-F98E-42EA-B1E4-556BAE62F36F}" v="178" dt="2019-10-13T10:31:41.3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56"/>
    <p:restoredTop sz="84218" autoAdjust="0"/>
  </p:normalViewPr>
  <p:slideViewPr>
    <p:cSldViewPr snapToGrid="0">
      <p:cViewPr varScale="1">
        <p:scale>
          <a:sx n="107" d="100"/>
          <a:sy n="107" d="100"/>
        </p:scale>
        <p:origin x="1136" y="160"/>
      </p:cViewPr>
      <p:guideLst>
        <p:guide orient="horz" pos="4319"/>
        <p:guide pos="213"/>
        <p:guide pos="5565"/>
      </p:guideLst>
    </p:cSldViewPr>
  </p:slideViewPr>
  <p:outlineViewPr>
    <p:cViewPr>
      <p:scale>
        <a:sx n="33" d="100"/>
        <a:sy n="33" d="100"/>
      </p:scale>
      <p:origin x="0" y="-35696"/>
    </p:cViewPr>
  </p:outlineViewPr>
  <p:notesTextViewPr>
    <p:cViewPr>
      <p:scale>
        <a:sx n="100" d="100"/>
        <a:sy n="100" d="100"/>
      </p:scale>
      <p:origin x="0" y="0"/>
    </p:cViewPr>
  </p:notesTextViewPr>
  <p:sorterViewPr>
    <p:cViewPr>
      <p:scale>
        <a:sx n="80" d="100"/>
        <a:sy n="80" d="100"/>
      </p:scale>
      <p:origin x="0" y="0"/>
    </p:cViewPr>
  </p:sorterViewPr>
  <p:notesViewPr>
    <p:cSldViewPr snapToGrid="0">
      <p:cViewPr varScale="1">
        <p:scale>
          <a:sx n="78" d="100"/>
          <a:sy n="78" d="100"/>
        </p:scale>
        <p:origin x="4002"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istian Chilipirea" userId="34ab170da5908fc4" providerId="LiveId" clId="{40ACB1C5-0B6B-4C4B-B64C-8C91579DB1E1}"/>
    <pc:docChg chg="undo custSel addSld delSld modSld sldOrd modMainMaster">
      <pc:chgData name="Cristian Chilipirea" userId="34ab170da5908fc4" providerId="LiveId" clId="{40ACB1C5-0B6B-4C4B-B64C-8C91579DB1E1}" dt="2018-10-04T13:40:33.919" v="1743" actId="2696"/>
      <pc:docMkLst>
        <pc:docMk/>
      </pc:docMkLst>
      <pc:sldChg chg="modSp modTransition">
        <pc:chgData name="Cristian Chilipirea" userId="34ab170da5908fc4" providerId="LiveId" clId="{40ACB1C5-0B6B-4C4B-B64C-8C91579DB1E1}" dt="2018-10-02T21:52:58.527" v="1095"/>
        <pc:sldMkLst>
          <pc:docMk/>
          <pc:sldMk cId="0" sldId="485"/>
        </pc:sldMkLst>
        <pc:spChg chg="mod">
          <ac:chgData name="Cristian Chilipirea" userId="34ab170da5908fc4" providerId="LiveId" clId="{40ACB1C5-0B6B-4C4B-B64C-8C91579DB1E1}" dt="2018-09-26T21:56:11.618" v="595" actId="20577"/>
          <ac:spMkLst>
            <pc:docMk/>
            <pc:sldMk cId="0" sldId="485"/>
            <ac:spMk id="15363" creationId="{8AD4A1D2-344F-4CD3-949B-26BEB5FF75C3}"/>
          </ac:spMkLst>
        </pc:spChg>
      </pc:sldChg>
      <pc:sldChg chg="modSp modTransition">
        <pc:chgData name="Cristian Chilipirea" userId="34ab170da5908fc4" providerId="LiveId" clId="{40ACB1C5-0B6B-4C4B-B64C-8C91579DB1E1}" dt="2018-10-02T21:52:58.527" v="1095"/>
        <pc:sldMkLst>
          <pc:docMk/>
          <pc:sldMk cId="1456688437" sldId="497"/>
        </pc:sldMkLst>
        <pc:spChg chg="mod">
          <ac:chgData name="Cristian Chilipirea" userId="34ab170da5908fc4" providerId="LiveId" clId="{40ACB1C5-0B6B-4C4B-B64C-8C91579DB1E1}" dt="2018-09-26T21:50:16.454" v="543" actId="14100"/>
          <ac:spMkLst>
            <pc:docMk/>
            <pc:sldMk cId="1456688437" sldId="497"/>
            <ac:spMk id="3" creationId="{DD15A386-FC8D-4F0D-8903-89C7729CE66F}"/>
          </ac:spMkLst>
        </pc:spChg>
      </pc:sldChg>
      <pc:sldChg chg="modSp modTransition">
        <pc:chgData name="Cristian Chilipirea" userId="34ab170da5908fc4" providerId="LiveId" clId="{40ACB1C5-0B6B-4C4B-B64C-8C91579DB1E1}" dt="2018-10-02T21:52:58.527" v="1095"/>
        <pc:sldMkLst>
          <pc:docMk/>
          <pc:sldMk cId="2850693201" sldId="498"/>
        </pc:sldMkLst>
        <pc:spChg chg="mod">
          <ac:chgData name="Cristian Chilipirea" userId="34ab170da5908fc4" providerId="LiveId" clId="{40ACB1C5-0B6B-4C4B-B64C-8C91579DB1E1}" dt="2018-10-02T20:52:21.350" v="767" actId="1076"/>
          <ac:spMkLst>
            <pc:docMk/>
            <pc:sldMk cId="2850693201" sldId="498"/>
            <ac:spMk id="3" creationId="{F96CF7B7-ACA9-427A-82FB-767222FD1E19}"/>
          </ac:spMkLst>
        </pc:spChg>
      </pc:sldChg>
      <pc:sldChg chg="modSp modTransition">
        <pc:chgData name="Cristian Chilipirea" userId="34ab170da5908fc4" providerId="LiveId" clId="{40ACB1C5-0B6B-4C4B-B64C-8C91579DB1E1}" dt="2018-10-02T21:52:58.527" v="1095"/>
        <pc:sldMkLst>
          <pc:docMk/>
          <pc:sldMk cId="3593157976" sldId="499"/>
        </pc:sldMkLst>
        <pc:spChg chg="mod">
          <ac:chgData name="Cristian Chilipirea" userId="34ab170da5908fc4" providerId="LiveId" clId="{40ACB1C5-0B6B-4C4B-B64C-8C91579DB1E1}" dt="2018-10-02T20:52:04.358" v="765" actId="20577"/>
          <ac:spMkLst>
            <pc:docMk/>
            <pc:sldMk cId="3593157976" sldId="499"/>
            <ac:spMk id="3" creationId="{38DD686F-6C2C-4E52-A196-BD47AD4C72BA}"/>
          </ac:spMkLst>
        </pc:spChg>
      </pc:sldChg>
      <pc:sldChg chg="modSp modTransition">
        <pc:chgData name="Cristian Chilipirea" userId="34ab170da5908fc4" providerId="LiveId" clId="{40ACB1C5-0B6B-4C4B-B64C-8C91579DB1E1}" dt="2018-10-02T21:52:58.527" v="1095"/>
        <pc:sldMkLst>
          <pc:docMk/>
          <pc:sldMk cId="3805068390" sldId="500"/>
        </pc:sldMkLst>
        <pc:spChg chg="mod">
          <ac:chgData name="Cristian Chilipirea" userId="34ab170da5908fc4" providerId="LiveId" clId="{40ACB1C5-0B6B-4C4B-B64C-8C91579DB1E1}" dt="2018-09-26T21:35:15.009" v="116" actId="20577"/>
          <ac:spMkLst>
            <pc:docMk/>
            <pc:sldMk cId="3805068390" sldId="500"/>
            <ac:spMk id="2" creationId="{F7D617E4-B2DF-4202-A942-D5B426391336}"/>
          </ac:spMkLst>
        </pc:spChg>
      </pc:sldChg>
      <pc:sldChg chg="modSp modTransition modNotesTx">
        <pc:chgData name="Cristian Chilipirea" userId="34ab170da5908fc4" providerId="LiveId" clId="{40ACB1C5-0B6B-4C4B-B64C-8C91579DB1E1}" dt="2018-10-02T21:52:58.527" v="1095"/>
        <pc:sldMkLst>
          <pc:docMk/>
          <pc:sldMk cId="2240204320" sldId="501"/>
        </pc:sldMkLst>
        <pc:spChg chg="mod">
          <ac:chgData name="Cristian Chilipirea" userId="34ab170da5908fc4" providerId="LiveId" clId="{40ACB1C5-0B6B-4C4B-B64C-8C91579DB1E1}" dt="2018-09-26T21:31:21.813" v="0" actId="20577"/>
          <ac:spMkLst>
            <pc:docMk/>
            <pc:sldMk cId="2240204320" sldId="501"/>
            <ac:spMk id="3" creationId="{E14C7BB2-BB62-446D-B1A6-1BD2A93F9721}"/>
          </ac:spMkLst>
        </pc:spChg>
      </pc:sldChg>
      <pc:sldChg chg="modSp modTransition">
        <pc:chgData name="Cristian Chilipirea" userId="34ab170da5908fc4" providerId="LiveId" clId="{40ACB1C5-0B6B-4C4B-B64C-8C91579DB1E1}" dt="2018-10-02T21:52:58.527" v="1095"/>
        <pc:sldMkLst>
          <pc:docMk/>
          <pc:sldMk cId="3057009429" sldId="502"/>
        </pc:sldMkLst>
        <pc:spChg chg="mod">
          <ac:chgData name="Cristian Chilipirea" userId="34ab170da5908fc4" providerId="LiveId" clId="{40ACB1C5-0B6B-4C4B-B64C-8C91579DB1E1}" dt="2018-09-26T21:32:42.613" v="18" actId="20577"/>
          <ac:spMkLst>
            <pc:docMk/>
            <pc:sldMk cId="3057009429" sldId="502"/>
            <ac:spMk id="2" creationId="{312021EE-843E-490F-B841-399562B662B4}"/>
          </ac:spMkLst>
        </pc:spChg>
        <pc:spChg chg="mod">
          <ac:chgData name="Cristian Chilipirea" userId="34ab170da5908fc4" providerId="LiveId" clId="{40ACB1C5-0B6B-4C4B-B64C-8C91579DB1E1}" dt="2018-09-26T21:36:39.910" v="168" actId="1076"/>
          <ac:spMkLst>
            <pc:docMk/>
            <pc:sldMk cId="3057009429" sldId="502"/>
            <ac:spMk id="3" creationId="{C6AC5461-4988-4C29-BC47-C5E3192A3CAC}"/>
          </ac:spMkLst>
        </pc:spChg>
      </pc:sldChg>
      <pc:sldChg chg="modSp ord modTransition">
        <pc:chgData name="Cristian Chilipirea" userId="34ab170da5908fc4" providerId="LiveId" clId="{40ACB1C5-0B6B-4C4B-B64C-8C91579DB1E1}" dt="2018-10-02T21:52:58.527" v="1095"/>
        <pc:sldMkLst>
          <pc:docMk/>
          <pc:sldMk cId="1013673347" sldId="503"/>
        </pc:sldMkLst>
        <pc:spChg chg="mod">
          <ac:chgData name="Cristian Chilipirea" userId="34ab170da5908fc4" providerId="LiveId" clId="{40ACB1C5-0B6B-4C4B-B64C-8C91579DB1E1}" dt="2018-09-26T21:36:46.857" v="169" actId="1076"/>
          <ac:spMkLst>
            <pc:docMk/>
            <pc:sldMk cId="1013673347" sldId="503"/>
            <ac:spMk id="3" creationId="{5457F2E0-B4AC-46BD-A6FA-D02AEEE1F279}"/>
          </ac:spMkLst>
        </pc:spChg>
      </pc:sldChg>
      <pc:sldChg chg="modSp ord modTransition">
        <pc:chgData name="Cristian Chilipirea" userId="34ab170da5908fc4" providerId="LiveId" clId="{40ACB1C5-0B6B-4C4B-B64C-8C91579DB1E1}" dt="2018-10-02T21:52:58.527" v="1095"/>
        <pc:sldMkLst>
          <pc:docMk/>
          <pc:sldMk cId="3381332427" sldId="506"/>
        </pc:sldMkLst>
        <pc:spChg chg="mod">
          <ac:chgData name="Cristian Chilipirea" userId="34ab170da5908fc4" providerId="LiveId" clId="{40ACB1C5-0B6B-4C4B-B64C-8C91579DB1E1}" dt="2018-10-02T21:21:49.144" v="980" actId="20577"/>
          <ac:spMkLst>
            <pc:docMk/>
            <pc:sldMk cId="3381332427" sldId="506"/>
            <ac:spMk id="3" creationId="{FCDE4CD7-E561-43E9-9969-94440D0AF3A2}"/>
          </ac:spMkLst>
        </pc:spChg>
      </pc:sldChg>
      <pc:sldChg chg="addSp delSp modSp modTransition">
        <pc:chgData name="Cristian Chilipirea" userId="34ab170da5908fc4" providerId="LiveId" clId="{40ACB1C5-0B6B-4C4B-B64C-8C91579DB1E1}" dt="2018-10-02T21:52:58.527" v="1095"/>
        <pc:sldMkLst>
          <pc:docMk/>
          <pc:sldMk cId="3162047561" sldId="508"/>
        </pc:sldMkLst>
        <pc:spChg chg="del">
          <ac:chgData name="Cristian Chilipirea" userId="34ab170da5908fc4" providerId="LiveId" clId="{40ACB1C5-0B6B-4C4B-B64C-8C91579DB1E1}" dt="2018-10-02T21:39:14.200" v="1024" actId="478"/>
          <ac:spMkLst>
            <pc:docMk/>
            <pc:sldMk cId="3162047561" sldId="508"/>
            <ac:spMk id="3" creationId="{D8E55A74-EA14-488A-A45A-25C1A867A44B}"/>
          </ac:spMkLst>
        </pc:spChg>
        <pc:spChg chg="add del mod">
          <ac:chgData name="Cristian Chilipirea" userId="34ab170da5908fc4" providerId="LiveId" clId="{40ACB1C5-0B6B-4C4B-B64C-8C91579DB1E1}" dt="2018-10-02T21:39:17.069" v="1025" actId="478"/>
          <ac:spMkLst>
            <pc:docMk/>
            <pc:sldMk cId="3162047561" sldId="508"/>
            <ac:spMk id="6" creationId="{D2E848F9-FA82-4508-AC55-4682E58C500D}"/>
          </ac:spMkLst>
        </pc:spChg>
        <pc:picChg chg="add mod">
          <ac:chgData name="Cristian Chilipirea" userId="34ab170da5908fc4" providerId="LiveId" clId="{40ACB1C5-0B6B-4C4B-B64C-8C91579DB1E1}" dt="2018-10-02T21:39:44.238" v="1027" actId="1076"/>
          <ac:picMkLst>
            <pc:docMk/>
            <pc:sldMk cId="3162047561" sldId="508"/>
            <ac:picMk id="8" creationId="{FC200EB4-8492-4863-94A7-6A3F416561DF}"/>
          </ac:picMkLst>
        </pc:picChg>
        <pc:picChg chg="add mod">
          <ac:chgData name="Cristian Chilipirea" userId="34ab170da5908fc4" providerId="LiveId" clId="{40ACB1C5-0B6B-4C4B-B64C-8C91579DB1E1}" dt="2018-10-02T21:40:47.046" v="1032" actId="1076"/>
          <ac:picMkLst>
            <pc:docMk/>
            <pc:sldMk cId="3162047561" sldId="508"/>
            <ac:picMk id="10" creationId="{160F303D-0064-4924-8700-C9270B3DBF0B}"/>
          </ac:picMkLst>
        </pc:picChg>
      </pc:sldChg>
      <pc:sldChg chg="addSp delSp modSp modTransition delAnim">
        <pc:chgData name="Cristian Chilipirea" userId="34ab170da5908fc4" providerId="LiveId" clId="{40ACB1C5-0B6B-4C4B-B64C-8C91579DB1E1}" dt="2018-10-02T21:52:58.527" v="1095"/>
        <pc:sldMkLst>
          <pc:docMk/>
          <pc:sldMk cId="1653909499" sldId="509"/>
        </pc:sldMkLst>
        <pc:spChg chg="mod">
          <ac:chgData name="Cristian Chilipirea" userId="34ab170da5908fc4" providerId="LiveId" clId="{40ACB1C5-0B6B-4C4B-B64C-8C91579DB1E1}" dt="2018-10-02T21:35:00.513" v="1022" actId="20577"/>
          <ac:spMkLst>
            <pc:docMk/>
            <pc:sldMk cId="1653909499" sldId="509"/>
            <ac:spMk id="3" creationId="{625E152B-87E2-429C-9420-5FD6B44063FE}"/>
          </ac:spMkLst>
        </pc:spChg>
        <pc:spChg chg="del">
          <ac:chgData name="Cristian Chilipirea" userId="34ab170da5908fc4" providerId="LiveId" clId="{40ACB1C5-0B6B-4C4B-B64C-8C91579DB1E1}" dt="2018-10-02T21:42:47.223" v="1045" actId="478"/>
          <ac:spMkLst>
            <pc:docMk/>
            <pc:sldMk cId="1653909499" sldId="509"/>
            <ac:spMk id="6" creationId="{7EA1E09F-19A7-48B1-9E1B-30860187FB25}"/>
          </ac:spMkLst>
        </pc:spChg>
        <pc:spChg chg="del">
          <ac:chgData name="Cristian Chilipirea" userId="34ab170da5908fc4" providerId="LiveId" clId="{40ACB1C5-0B6B-4C4B-B64C-8C91579DB1E1}" dt="2018-10-02T21:42:47.223" v="1045" actId="478"/>
          <ac:spMkLst>
            <pc:docMk/>
            <pc:sldMk cId="1653909499" sldId="509"/>
            <ac:spMk id="7" creationId="{E6215701-7D46-42BC-BBE7-8BEE9FC929A2}"/>
          </ac:spMkLst>
        </pc:spChg>
        <pc:spChg chg="del">
          <ac:chgData name="Cristian Chilipirea" userId="34ab170da5908fc4" providerId="LiveId" clId="{40ACB1C5-0B6B-4C4B-B64C-8C91579DB1E1}" dt="2018-10-02T21:42:47.223" v="1045" actId="478"/>
          <ac:spMkLst>
            <pc:docMk/>
            <pc:sldMk cId="1653909499" sldId="509"/>
            <ac:spMk id="8" creationId="{DB4E325C-A10C-4B67-80D4-CAA5163EA6BC}"/>
          </ac:spMkLst>
        </pc:spChg>
        <pc:spChg chg="del">
          <ac:chgData name="Cristian Chilipirea" userId="34ab170da5908fc4" providerId="LiveId" clId="{40ACB1C5-0B6B-4C4B-B64C-8C91579DB1E1}" dt="2018-10-02T21:42:47.223" v="1045" actId="478"/>
          <ac:spMkLst>
            <pc:docMk/>
            <pc:sldMk cId="1653909499" sldId="509"/>
            <ac:spMk id="9" creationId="{CBB00072-C1DD-47FA-9AC3-FF570ACD8158}"/>
          </ac:spMkLst>
        </pc:spChg>
        <pc:spChg chg="del">
          <ac:chgData name="Cristian Chilipirea" userId="34ab170da5908fc4" providerId="LiveId" clId="{40ACB1C5-0B6B-4C4B-B64C-8C91579DB1E1}" dt="2018-10-02T21:42:47.223" v="1045" actId="478"/>
          <ac:spMkLst>
            <pc:docMk/>
            <pc:sldMk cId="1653909499" sldId="509"/>
            <ac:spMk id="10" creationId="{984CB7F1-3A41-4766-A415-4F5E11B8A81B}"/>
          </ac:spMkLst>
        </pc:spChg>
        <pc:spChg chg="del">
          <ac:chgData name="Cristian Chilipirea" userId="34ab170da5908fc4" providerId="LiveId" clId="{40ACB1C5-0B6B-4C4B-B64C-8C91579DB1E1}" dt="2018-10-02T21:42:47.223" v="1045" actId="478"/>
          <ac:spMkLst>
            <pc:docMk/>
            <pc:sldMk cId="1653909499" sldId="509"/>
            <ac:spMk id="11" creationId="{F9B6C442-07F9-4F0A-B43D-9458D1BD6731}"/>
          </ac:spMkLst>
        </pc:spChg>
        <pc:spChg chg="del">
          <ac:chgData name="Cristian Chilipirea" userId="34ab170da5908fc4" providerId="LiveId" clId="{40ACB1C5-0B6B-4C4B-B64C-8C91579DB1E1}" dt="2018-10-02T21:42:47.223" v="1045" actId="478"/>
          <ac:spMkLst>
            <pc:docMk/>
            <pc:sldMk cId="1653909499" sldId="509"/>
            <ac:spMk id="12" creationId="{D30575D3-B1A9-4A14-90E6-7DEB43E9B646}"/>
          </ac:spMkLst>
        </pc:spChg>
        <pc:picChg chg="del">
          <ac:chgData name="Cristian Chilipirea" userId="34ab170da5908fc4" providerId="LiveId" clId="{40ACB1C5-0B6B-4C4B-B64C-8C91579DB1E1}" dt="2018-10-02T21:42:47.223" v="1045" actId="478"/>
          <ac:picMkLst>
            <pc:docMk/>
            <pc:sldMk cId="1653909499" sldId="509"/>
            <ac:picMk id="5" creationId="{F01E146E-8F81-48AB-BAD5-3328CBD56D76}"/>
          </ac:picMkLst>
        </pc:picChg>
        <pc:picChg chg="add mod ord">
          <ac:chgData name="Cristian Chilipirea" userId="34ab170da5908fc4" providerId="LiveId" clId="{40ACB1C5-0B6B-4C4B-B64C-8C91579DB1E1}" dt="2018-10-02T21:43:15.938" v="1050" actId="166"/>
          <ac:picMkLst>
            <pc:docMk/>
            <pc:sldMk cId="1653909499" sldId="509"/>
            <ac:picMk id="14" creationId="{B6C59429-8DA0-4492-9391-49E81E30B229}"/>
          </ac:picMkLst>
        </pc:picChg>
        <pc:picChg chg="add mod">
          <ac:chgData name="Cristian Chilipirea" userId="34ab170da5908fc4" providerId="LiveId" clId="{40ACB1C5-0B6B-4C4B-B64C-8C91579DB1E1}" dt="2018-10-02T21:43:18.523" v="1051" actId="1076"/>
          <ac:picMkLst>
            <pc:docMk/>
            <pc:sldMk cId="1653909499" sldId="509"/>
            <ac:picMk id="16" creationId="{785E2578-1CFF-4EFD-8B0B-0DE874BCE252}"/>
          </ac:picMkLst>
        </pc:picChg>
      </pc:sldChg>
      <pc:sldChg chg="modTransition">
        <pc:chgData name="Cristian Chilipirea" userId="34ab170da5908fc4" providerId="LiveId" clId="{40ACB1C5-0B6B-4C4B-B64C-8C91579DB1E1}" dt="2018-10-02T21:52:58.527" v="1095"/>
        <pc:sldMkLst>
          <pc:docMk/>
          <pc:sldMk cId="3608127337" sldId="510"/>
        </pc:sldMkLst>
      </pc:sldChg>
      <pc:sldChg chg="modTransition">
        <pc:chgData name="Cristian Chilipirea" userId="34ab170da5908fc4" providerId="LiveId" clId="{40ACB1C5-0B6B-4C4B-B64C-8C91579DB1E1}" dt="2018-10-02T21:52:58.527" v="1095"/>
        <pc:sldMkLst>
          <pc:docMk/>
          <pc:sldMk cId="4042985229" sldId="511"/>
        </pc:sldMkLst>
      </pc:sldChg>
      <pc:sldChg chg="addSp modSp modTransition">
        <pc:chgData name="Cristian Chilipirea" userId="34ab170da5908fc4" providerId="LiveId" clId="{40ACB1C5-0B6B-4C4B-B64C-8C91579DB1E1}" dt="2018-10-02T21:52:58.527" v="1095"/>
        <pc:sldMkLst>
          <pc:docMk/>
          <pc:sldMk cId="2727535347" sldId="512"/>
        </pc:sldMkLst>
        <pc:picChg chg="add mod">
          <ac:chgData name="Cristian Chilipirea" userId="34ab170da5908fc4" providerId="LiveId" clId="{40ACB1C5-0B6B-4C4B-B64C-8C91579DB1E1}" dt="2018-10-02T21:44:36.866" v="1055" actId="1076"/>
          <ac:picMkLst>
            <pc:docMk/>
            <pc:sldMk cId="2727535347" sldId="512"/>
            <ac:picMk id="6" creationId="{4F321475-A005-4095-93F5-F86DB149356C}"/>
          </ac:picMkLst>
        </pc:picChg>
      </pc:sldChg>
      <pc:sldChg chg="modTransition">
        <pc:chgData name="Cristian Chilipirea" userId="34ab170da5908fc4" providerId="LiveId" clId="{40ACB1C5-0B6B-4C4B-B64C-8C91579DB1E1}" dt="2018-10-02T21:52:58.527" v="1095"/>
        <pc:sldMkLst>
          <pc:docMk/>
          <pc:sldMk cId="3285445849" sldId="513"/>
        </pc:sldMkLst>
      </pc:sldChg>
      <pc:sldChg chg="modTransition">
        <pc:chgData name="Cristian Chilipirea" userId="34ab170da5908fc4" providerId="LiveId" clId="{40ACB1C5-0B6B-4C4B-B64C-8C91579DB1E1}" dt="2018-10-02T21:52:58.527" v="1095"/>
        <pc:sldMkLst>
          <pc:docMk/>
          <pc:sldMk cId="650840403" sldId="514"/>
        </pc:sldMkLst>
      </pc:sldChg>
      <pc:sldChg chg="modSp modTransition modNotesTx">
        <pc:chgData name="Cristian Chilipirea" userId="34ab170da5908fc4" providerId="LiveId" clId="{40ACB1C5-0B6B-4C4B-B64C-8C91579DB1E1}" dt="2018-10-02T21:52:58.527" v="1095"/>
        <pc:sldMkLst>
          <pc:docMk/>
          <pc:sldMk cId="2095946675" sldId="515"/>
        </pc:sldMkLst>
        <pc:spChg chg="mod">
          <ac:chgData name="Cristian Chilipirea" userId="34ab170da5908fc4" providerId="LiveId" clId="{40ACB1C5-0B6B-4C4B-B64C-8C91579DB1E1}" dt="2018-10-02T21:46:30.867" v="1056"/>
          <ac:spMkLst>
            <pc:docMk/>
            <pc:sldMk cId="2095946675" sldId="515"/>
            <ac:spMk id="3" creationId="{0601EB07-DC04-4FFE-8550-35F1572DD968}"/>
          </ac:spMkLst>
        </pc:spChg>
        <pc:picChg chg="mod">
          <ac:chgData name="Cristian Chilipirea" userId="34ab170da5908fc4" providerId="LiveId" clId="{40ACB1C5-0B6B-4C4B-B64C-8C91579DB1E1}" dt="2018-09-26T21:39:13.846" v="250" actId="1076"/>
          <ac:picMkLst>
            <pc:docMk/>
            <pc:sldMk cId="2095946675" sldId="515"/>
            <ac:picMk id="6" creationId="{1BBA67C4-B158-4AF5-B879-1D84106A0846}"/>
          </ac:picMkLst>
        </pc:picChg>
      </pc:sldChg>
      <pc:sldChg chg="modSp modTransition">
        <pc:chgData name="Cristian Chilipirea" userId="34ab170da5908fc4" providerId="LiveId" clId="{40ACB1C5-0B6B-4C4B-B64C-8C91579DB1E1}" dt="2018-10-02T21:52:58.527" v="1095"/>
        <pc:sldMkLst>
          <pc:docMk/>
          <pc:sldMk cId="1633443332" sldId="516"/>
        </pc:sldMkLst>
        <pc:spChg chg="mod">
          <ac:chgData name="Cristian Chilipirea" userId="34ab170da5908fc4" providerId="LiveId" clId="{40ACB1C5-0B6B-4C4B-B64C-8C91579DB1E1}" dt="2018-10-02T21:46:35.001" v="1058"/>
          <ac:spMkLst>
            <pc:docMk/>
            <pc:sldMk cId="1633443332" sldId="516"/>
            <ac:spMk id="3" creationId="{33B8F6FA-EE0A-476D-8AB6-4D4F1DB8E52E}"/>
          </ac:spMkLst>
        </pc:spChg>
      </pc:sldChg>
      <pc:sldChg chg="modTransition">
        <pc:chgData name="Cristian Chilipirea" userId="34ab170da5908fc4" providerId="LiveId" clId="{40ACB1C5-0B6B-4C4B-B64C-8C91579DB1E1}" dt="2018-10-02T21:52:58.527" v="1095"/>
        <pc:sldMkLst>
          <pc:docMk/>
          <pc:sldMk cId="3100481663" sldId="517"/>
        </pc:sldMkLst>
      </pc:sldChg>
      <pc:sldChg chg="modTransition">
        <pc:chgData name="Cristian Chilipirea" userId="34ab170da5908fc4" providerId="LiveId" clId="{40ACB1C5-0B6B-4C4B-B64C-8C91579DB1E1}" dt="2018-10-02T21:52:58.527" v="1095"/>
        <pc:sldMkLst>
          <pc:docMk/>
          <pc:sldMk cId="3859228379" sldId="518"/>
        </pc:sldMkLst>
      </pc:sldChg>
      <pc:sldChg chg="modSp add del modTransition">
        <pc:chgData name="Cristian Chilipirea" userId="34ab170da5908fc4" providerId="LiveId" clId="{40ACB1C5-0B6B-4C4B-B64C-8C91579DB1E1}" dt="2018-10-04T13:40:33.089" v="1742" actId="2696"/>
        <pc:sldMkLst>
          <pc:docMk/>
          <pc:sldMk cId="1223463397" sldId="520"/>
        </pc:sldMkLst>
        <pc:spChg chg="mod">
          <ac:chgData name="Cristian Chilipirea" userId="34ab170da5908fc4" providerId="LiveId" clId="{40ACB1C5-0B6B-4C4B-B64C-8C91579DB1E1}" dt="2018-10-02T22:32:35.516" v="1699" actId="403"/>
          <ac:spMkLst>
            <pc:docMk/>
            <pc:sldMk cId="1223463397" sldId="520"/>
            <ac:spMk id="3" creationId="{CAF6333E-6CE6-40C7-B4C2-C508ECC74C81}"/>
          </ac:spMkLst>
        </pc:spChg>
      </pc:sldChg>
      <pc:sldChg chg="addSp delSp modSp add modTransition">
        <pc:chgData name="Cristian Chilipirea" userId="34ab170da5908fc4" providerId="LiveId" clId="{40ACB1C5-0B6B-4C4B-B64C-8C91579DB1E1}" dt="2018-10-02T21:52:58.527" v="1095"/>
        <pc:sldMkLst>
          <pc:docMk/>
          <pc:sldMk cId="193191226" sldId="523"/>
        </pc:sldMkLst>
        <pc:spChg chg="mod">
          <ac:chgData name="Cristian Chilipirea" userId="34ab170da5908fc4" providerId="LiveId" clId="{40ACB1C5-0B6B-4C4B-B64C-8C91579DB1E1}" dt="2018-09-26T21:43:09.022" v="359" actId="20577"/>
          <ac:spMkLst>
            <pc:docMk/>
            <pc:sldMk cId="193191226" sldId="523"/>
            <ac:spMk id="3" creationId="{FCDE4CD7-E561-43E9-9969-94440D0AF3A2}"/>
          </ac:spMkLst>
        </pc:spChg>
        <pc:picChg chg="del">
          <ac:chgData name="Cristian Chilipirea" userId="34ab170da5908fc4" providerId="LiveId" clId="{40ACB1C5-0B6B-4C4B-B64C-8C91579DB1E1}" dt="2018-09-26T21:43:11.485" v="360" actId="478"/>
          <ac:picMkLst>
            <pc:docMk/>
            <pc:sldMk cId="193191226" sldId="523"/>
            <ac:picMk id="6" creationId="{8E26822E-F675-4DFA-A3CB-B6E58CDF6AA0}"/>
          </ac:picMkLst>
        </pc:picChg>
        <pc:picChg chg="add mod">
          <ac:chgData name="Cristian Chilipirea" userId="34ab170da5908fc4" providerId="LiveId" clId="{40ACB1C5-0B6B-4C4B-B64C-8C91579DB1E1}" dt="2018-09-26T21:43:33.753" v="362" actId="1076"/>
          <ac:picMkLst>
            <pc:docMk/>
            <pc:sldMk cId="193191226" sldId="523"/>
            <ac:picMk id="7" creationId="{AA963A70-8229-4B7C-9EEC-90FAE8A92B16}"/>
          </ac:picMkLst>
        </pc:picChg>
      </pc:sldChg>
      <pc:sldChg chg="addSp delSp modSp add modTransition">
        <pc:chgData name="Cristian Chilipirea" userId="34ab170da5908fc4" providerId="LiveId" clId="{40ACB1C5-0B6B-4C4B-B64C-8C91579DB1E1}" dt="2018-10-02T21:52:58.527" v="1095"/>
        <pc:sldMkLst>
          <pc:docMk/>
          <pc:sldMk cId="761323086" sldId="524"/>
        </pc:sldMkLst>
        <pc:spChg chg="del">
          <ac:chgData name="Cristian Chilipirea" userId="34ab170da5908fc4" providerId="LiveId" clId="{40ACB1C5-0B6B-4C4B-B64C-8C91579DB1E1}" dt="2018-09-26T21:47:47.285" v="369" actId="478"/>
          <ac:spMkLst>
            <pc:docMk/>
            <pc:sldMk cId="761323086" sldId="524"/>
            <ac:spMk id="3" creationId="{FCDE4CD7-E561-43E9-9969-94440D0AF3A2}"/>
          </ac:spMkLst>
        </pc:spChg>
        <pc:spChg chg="add del mod">
          <ac:chgData name="Cristian Chilipirea" userId="34ab170da5908fc4" providerId="LiveId" clId="{40ACB1C5-0B6B-4C4B-B64C-8C91579DB1E1}" dt="2018-09-26T21:50:36.827" v="544" actId="478"/>
          <ac:spMkLst>
            <pc:docMk/>
            <pc:sldMk cId="761323086" sldId="524"/>
            <ac:spMk id="9" creationId="{E5520662-5D6B-412B-8578-8883BBBCA1E6}"/>
          </ac:spMkLst>
        </pc:spChg>
        <pc:picChg chg="add del mod">
          <ac:chgData name="Cristian Chilipirea" userId="34ab170da5908fc4" providerId="LiveId" clId="{40ACB1C5-0B6B-4C4B-B64C-8C91579DB1E1}" dt="2018-09-26T21:47:53.777" v="372" actId="1076"/>
          <ac:picMkLst>
            <pc:docMk/>
            <pc:sldMk cId="761323086" sldId="524"/>
            <ac:picMk id="6" creationId="{727FF584-710C-4516-B493-245D2DE7EA4A}"/>
          </ac:picMkLst>
        </pc:picChg>
        <pc:picChg chg="del">
          <ac:chgData name="Cristian Chilipirea" userId="34ab170da5908fc4" providerId="LiveId" clId="{40ACB1C5-0B6B-4C4B-B64C-8C91579DB1E1}" dt="2018-09-26T21:47:26.866" v="366" actId="478"/>
          <ac:picMkLst>
            <pc:docMk/>
            <pc:sldMk cId="761323086" sldId="524"/>
            <ac:picMk id="7" creationId="{AA963A70-8229-4B7C-9EEC-90FAE8A92B16}"/>
          </ac:picMkLst>
        </pc:picChg>
      </pc:sldChg>
      <pc:sldChg chg="modSp add del modTransition">
        <pc:chgData name="Cristian Chilipirea" userId="34ab170da5908fc4" providerId="LiveId" clId="{40ACB1C5-0B6B-4C4B-B64C-8C91579DB1E1}" dt="2018-10-04T13:40:33.919" v="1743" actId="2696"/>
        <pc:sldMkLst>
          <pc:docMk/>
          <pc:sldMk cId="2128174877" sldId="525"/>
        </pc:sldMkLst>
        <pc:spChg chg="mod">
          <ac:chgData name="Cristian Chilipirea" userId="34ab170da5908fc4" providerId="LiveId" clId="{40ACB1C5-0B6B-4C4B-B64C-8C91579DB1E1}" dt="2018-10-02T22:32:31.220" v="1697" actId="403"/>
          <ac:spMkLst>
            <pc:docMk/>
            <pc:sldMk cId="2128174877" sldId="525"/>
            <ac:spMk id="3" creationId="{CAF6333E-6CE6-40C7-B4C2-C508ECC74C81}"/>
          </ac:spMkLst>
        </pc:spChg>
      </pc:sldChg>
      <pc:sldChg chg="addSp delSp modSp modTransition">
        <pc:chgData name="Cristian Chilipirea" userId="34ab170da5908fc4" providerId="LiveId" clId="{40ACB1C5-0B6B-4C4B-B64C-8C91579DB1E1}" dt="2018-10-02T22:13:50.166" v="1240" actId="1076"/>
        <pc:sldMkLst>
          <pc:docMk/>
          <pc:sldMk cId="384922801" sldId="526"/>
        </pc:sldMkLst>
        <pc:spChg chg="del">
          <ac:chgData name="Cristian Chilipirea" userId="34ab170da5908fc4" providerId="LiveId" clId="{40ACB1C5-0B6B-4C4B-B64C-8C91579DB1E1}" dt="2018-10-02T21:59:48.319" v="1131" actId="478"/>
          <ac:spMkLst>
            <pc:docMk/>
            <pc:sldMk cId="384922801" sldId="526"/>
            <ac:spMk id="3" creationId="{E12372FD-F9E9-4C57-9468-A55072E57CED}"/>
          </ac:spMkLst>
        </pc:spChg>
        <pc:spChg chg="add del">
          <ac:chgData name="Cristian Chilipirea" userId="34ab170da5908fc4" providerId="LiveId" clId="{40ACB1C5-0B6B-4C4B-B64C-8C91579DB1E1}" dt="2018-10-02T22:12:08.950" v="1220"/>
          <ac:spMkLst>
            <pc:docMk/>
            <pc:sldMk cId="384922801" sldId="526"/>
            <ac:spMk id="107" creationId="{DDA6CC93-4993-4C38-9E1F-0D03B2968980}"/>
          </ac:spMkLst>
        </pc:spChg>
        <pc:spChg chg="add del">
          <ac:chgData name="Cristian Chilipirea" userId="34ab170da5908fc4" providerId="LiveId" clId="{40ACB1C5-0B6B-4C4B-B64C-8C91579DB1E1}" dt="2018-10-02T22:12:08.950" v="1220"/>
          <ac:spMkLst>
            <pc:docMk/>
            <pc:sldMk cId="384922801" sldId="526"/>
            <ac:spMk id="108" creationId="{E1F18549-8E73-42D7-98F4-CDA4ED1CFEAF}"/>
          </ac:spMkLst>
        </pc:spChg>
        <pc:spChg chg="add del">
          <ac:chgData name="Cristian Chilipirea" userId="34ab170da5908fc4" providerId="LiveId" clId="{40ACB1C5-0B6B-4C4B-B64C-8C91579DB1E1}" dt="2018-10-02T22:12:08.950" v="1220"/>
          <ac:spMkLst>
            <pc:docMk/>
            <pc:sldMk cId="384922801" sldId="526"/>
            <ac:spMk id="109" creationId="{91C2F5E7-EF63-4980-B893-A50585749711}"/>
          </ac:spMkLst>
        </pc:spChg>
        <pc:spChg chg="add del">
          <ac:chgData name="Cristian Chilipirea" userId="34ab170da5908fc4" providerId="LiveId" clId="{40ACB1C5-0B6B-4C4B-B64C-8C91579DB1E1}" dt="2018-10-02T22:12:08.950" v="1220"/>
          <ac:spMkLst>
            <pc:docMk/>
            <pc:sldMk cId="384922801" sldId="526"/>
            <ac:spMk id="110" creationId="{A53CC8A8-B1AB-4FF9-8B22-709B8B84696E}"/>
          </ac:spMkLst>
        </pc:spChg>
        <pc:spChg chg="add del">
          <ac:chgData name="Cristian Chilipirea" userId="34ab170da5908fc4" providerId="LiveId" clId="{40ACB1C5-0B6B-4C4B-B64C-8C91579DB1E1}" dt="2018-10-02T22:12:08.950" v="1220"/>
          <ac:spMkLst>
            <pc:docMk/>
            <pc:sldMk cId="384922801" sldId="526"/>
            <ac:spMk id="111" creationId="{32FC8523-198F-42FE-9D23-0D76AB12BE8A}"/>
          </ac:spMkLst>
        </pc:spChg>
        <pc:spChg chg="add del">
          <ac:chgData name="Cristian Chilipirea" userId="34ab170da5908fc4" providerId="LiveId" clId="{40ACB1C5-0B6B-4C4B-B64C-8C91579DB1E1}" dt="2018-10-02T22:12:08.950" v="1220"/>
          <ac:spMkLst>
            <pc:docMk/>
            <pc:sldMk cId="384922801" sldId="526"/>
            <ac:spMk id="112" creationId="{BC105830-3C09-43B4-94CA-6C69E4B34116}"/>
          </ac:spMkLst>
        </pc:spChg>
        <pc:picChg chg="add del mod">
          <ac:chgData name="Cristian Chilipirea" userId="34ab170da5908fc4" providerId="LiveId" clId="{40ACB1C5-0B6B-4C4B-B64C-8C91579DB1E1}" dt="2018-10-02T22:01:36.582" v="1135"/>
          <ac:picMkLst>
            <pc:docMk/>
            <pc:sldMk cId="384922801" sldId="526"/>
            <ac:picMk id="6" creationId="{A6F9BFFE-9241-495F-BEED-C1AABDEA7414}"/>
          </ac:picMkLst>
        </pc:picChg>
        <pc:picChg chg="add mod">
          <ac:chgData name="Cristian Chilipirea" userId="34ab170da5908fc4" providerId="LiveId" clId="{40ACB1C5-0B6B-4C4B-B64C-8C91579DB1E1}" dt="2018-10-02T22:02:52.948" v="1140" actId="1076"/>
          <ac:picMkLst>
            <pc:docMk/>
            <pc:sldMk cId="384922801" sldId="526"/>
            <ac:picMk id="8" creationId="{C8C51A14-EFBA-4F31-81EE-FDF18B27AEE8}"/>
          </ac:picMkLst>
        </pc:picChg>
        <pc:picChg chg="add del">
          <ac:chgData name="Cristian Chilipirea" userId="34ab170da5908fc4" providerId="LiveId" clId="{40ACB1C5-0B6B-4C4B-B64C-8C91579DB1E1}" dt="2018-10-02T22:12:08.950" v="1220"/>
          <ac:picMkLst>
            <pc:docMk/>
            <pc:sldMk cId="384922801" sldId="526"/>
            <ac:picMk id="124" creationId="{86F4D3BC-C1A3-407A-9842-37DE851C6073}"/>
          </ac:picMkLst>
        </pc:picChg>
        <pc:picChg chg="add mod">
          <ac:chgData name="Cristian Chilipirea" userId="34ab170da5908fc4" providerId="LiveId" clId="{40ACB1C5-0B6B-4C4B-B64C-8C91579DB1E1}" dt="2018-10-02T22:13:50.166" v="1240" actId="1076"/>
          <ac:picMkLst>
            <pc:docMk/>
            <pc:sldMk cId="384922801" sldId="526"/>
            <ac:picMk id="125" creationId="{4B1DFDE9-B8DF-4351-8D1F-A49F96620E9A}"/>
          </ac:picMkLst>
        </pc:picChg>
        <pc:cxnChg chg="add del mod">
          <ac:chgData name="Cristian Chilipirea" userId="34ab170da5908fc4" providerId="LiveId" clId="{40ACB1C5-0B6B-4C4B-B64C-8C91579DB1E1}" dt="2018-10-02T22:10:28.388" v="1218" actId="478"/>
          <ac:cxnSpMkLst>
            <pc:docMk/>
            <pc:sldMk cId="384922801" sldId="526"/>
            <ac:cxnSpMk id="9" creationId="{3E9446E0-35BB-48DE-8D1A-8B27116C3556}"/>
          </ac:cxnSpMkLst>
        </pc:cxnChg>
        <pc:cxnChg chg="add del mod">
          <ac:chgData name="Cristian Chilipirea" userId="34ab170da5908fc4" providerId="LiveId" clId="{40ACB1C5-0B6B-4C4B-B64C-8C91579DB1E1}" dt="2018-10-02T22:08:24.711" v="1161" actId="478"/>
          <ac:cxnSpMkLst>
            <pc:docMk/>
            <pc:sldMk cId="384922801" sldId="526"/>
            <ac:cxnSpMk id="10" creationId="{2CAB4C20-F2E8-455D-AC5A-A4779C7B1FEC}"/>
          </ac:cxnSpMkLst>
        </pc:cxnChg>
        <pc:cxnChg chg="add del mod">
          <ac:chgData name="Cristian Chilipirea" userId="34ab170da5908fc4" providerId="LiveId" clId="{40ACB1C5-0B6B-4C4B-B64C-8C91579DB1E1}" dt="2018-10-02T22:08:24.229" v="1160" actId="478"/>
          <ac:cxnSpMkLst>
            <pc:docMk/>
            <pc:sldMk cId="384922801" sldId="526"/>
            <ac:cxnSpMk id="11" creationId="{91A75581-1F06-463A-A0A4-424DA3612521}"/>
          </ac:cxnSpMkLst>
        </pc:cxnChg>
        <pc:cxnChg chg="add del mod">
          <ac:chgData name="Cristian Chilipirea" userId="34ab170da5908fc4" providerId="LiveId" clId="{40ACB1C5-0B6B-4C4B-B64C-8C91579DB1E1}" dt="2018-10-02T22:08:25.260" v="1162" actId="478"/>
          <ac:cxnSpMkLst>
            <pc:docMk/>
            <pc:sldMk cId="384922801" sldId="526"/>
            <ac:cxnSpMk id="12" creationId="{7E81E413-CD51-4D35-BE6E-B9C80F8AAD8D}"/>
          </ac:cxnSpMkLst>
        </pc:cxnChg>
        <pc:cxnChg chg="add del mod">
          <ac:chgData name="Cristian Chilipirea" userId="34ab170da5908fc4" providerId="LiveId" clId="{40ACB1C5-0B6B-4C4B-B64C-8C91579DB1E1}" dt="2018-10-02T22:08:23.783" v="1159" actId="478"/>
          <ac:cxnSpMkLst>
            <pc:docMk/>
            <pc:sldMk cId="384922801" sldId="526"/>
            <ac:cxnSpMk id="13" creationId="{715918A0-B3FC-4EA2-84DD-3F00DACACD7B}"/>
          </ac:cxnSpMkLst>
        </pc:cxnChg>
        <pc:cxnChg chg="add del mod">
          <ac:chgData name="Cristian Chilipirea" userId="34ab170da5908fc4" providerId="LiveId" clId="{40ACB1C5-0B6B-4C4B-B64C-8C91579DB1E1}" dt="2018-10-02T22:10:28.388" v="1218" actId="478"/>
          <ac:cxnSpMkLst>
            <pc:docMk/>
            <pc:sldMk cId="384922801" sldId="526"/>
            <ac:cxnSpMk id="14" creationId="{F6F4090B-5E44-4BCF-B540-9FBFA80A9FF2}"/>
          </ac:cxnSpMkLst>
        </pc:cxnChg>
        <pc:cxnChg chg="add del mod">
          <ac:chgData name="Cristian Chilipirea" userId="34ab170da5908fc4" providerId="LiveId" clId="{40ACB1C5-0B6B-4C4B-B64C-8C91579DB1E1}" dt="2018-10-02T22:10:28.388" v="1218" actId="478"/>
          <ac:cxnSpMkLst>
            <pc:docMk/>
            <pc:sldMk cId="384922801" sldId="526"/>
            <ac:cxnSpMk id="15" creationId="{2B7F39A7-2032-4419-920A-9FBA9247E9D7}"/>
          </ac:cxnSpMkLst>
        </pc:cxnChg>
        <pc:cxnChg chg="add del mod">
          <ac:chgData name="Cristian Chilipirea" userId="34ab170da5908fc4" providerId="LiveId" clId="{40ACB1C5-0B6B-4C4B-B64C-8C91579DB1E1}" dt="2018-10-02T22:10:28.388" v="1218" actId="478"/>
          <ac:cxnSpMkLst>
            <pc:docMk/>
            <pc:sldMk cId="384922801" sldId="526"/>
            <ac:cxnSpMk id="16" creationId="{ED4416BA-7E66-41AB-A52F-24DBF8348DFC}"/>
          </ac:cxnSpMkLst>
        </pc:cxnChg>
        <pc:cxnChg chg="add del mod">
          <ac:chgData name="Cristian Chilipirea" userId="34ab170da5908fc4" providerId="LiveId" clId="{40ACB1C5-0B6B-4C4B-B64C-8C91579DB1E1}" dt="2018-10-02T22:10:28.388" v="1218" actId="478"/>
          <ac:cxnSpMkLst>
            <pc:docMk/>
            <pc:sldMk cId="384922801" sldId="526"/>
            <ac:cxnSpMk id="17" creationId="{2A0D8417-9C6F-47A2-9C0F-63D41BCE1E84}"/>
          </ac:cxnSpMkLst>
        </pc:cxnChg>
        <pc:cxnChg chg="add del mod">
          <ac:chgData name="Cristian Chilipirea" userId="34ab170da5908fc4" providerId="LiveId" clId="{40ACB1C5-0B6B-4C4B-B64C-8C91579DB1E1}" dt="2018-10-02T22:10:28.388" v="1218" actId="478"/>
          <ac:cxnSpMkLst>
            <pc:docMk/>
            <pc:sldMk cId="384922801" sldId="526"/>
            <ac:cxnSpMk id="18" creationId="{081AA1A2-0EA2-4B8E-A69A-5AA70916137C}"/>
          </ac:cxnSpMkLst>
        </pc:cxnChg>
        <pc:cxnChg chg="add del mod">
          <ac:chgData name="Cristian Chilipirea" userId="34ab170da5908fc4" providerId="LiveId" clId="{40ACB1C5-0B6B-4C4B-B64C-8C91579DB1E1}" dt="2018-10-02T22:08:19.596" v="1156" actId="478"/>
          <ac:cxnSpMkLst>
            <pc:docMk/>
            <pc:sldMk cId="384922801" sldId="526"/>
            <ac:cxnSpMk id="19" creationId="{98C72F2C-3100-4A73-8D3D-BE901CB56DC7}"/>
          </ac:cxnSpMkLst>
        </pc:cxnChg>
        <pc:cxnChg chg="add del mod">
          <ac:chgData name="Cristian Chilipirea" userId="34ab170da5908fc4" providerId="LiveId" clId="{40ACB1C5-0B6B-4C4B-B64C-8C91579DB1E1}" dt="2018-10-02T22:08:19.911" v="1157" actId="478"/>
          <ac:cxnSpMkLst>
            <pc:docMk/>
            <pc:sldMk cId="384922801" sldId="526"/>
            <ac:cxnSpMk id="20" creationId="{D2064BE4-E680-436F-8F1D-2E161F77FB27}"/>
          </ac:cxnSpMkLst>
        </pc:cxnChg>
        <pc:cxnChg chg="add del mod">
          <ac:chgData name="Cristian Chilipirea" userId="34ab170da5908fc4" providerId="LiveId" clId="{40ACB1C5-0B6B-4C4B-B64C-8C91579DB1E1}" dt="2018-10-02T22:08:20.574" v="1158" actId="478"/>
          <ac:cxnSpMkLst>
            <pc:docMk/>
            <pc:sldMk cId="384922801" sldId="526"/>
            <ac:cxnSpMk id="21" creationId="{93068AAD-8AA5-49E0-B987-56A8BD3212AA}"/>
          </ac:cxnSpMkLst>
        </pc:cxnChg>
        <pc:cxnChg chg="add del mod">
          <ac:chgData name="Cristian Chilipirea" userId="34ab170da5908fc4" providerId="LiveId" clId="{40ACB1C5-0B6B-4C4B-B64C-8C91579DB1E1}" dt="2018-10-02T22:10:28.388" v="1218" actId="478"/>
          <ac:cxnSpMkLst>
            <pc:docMk/>
            <pc:sldMk cId="384922801" sldId="526"/>
            <ac:cxnSpMk id="22" creationId="{97831242-E168-46A7-AE69-B68DE9374E99}"/>
          </ac:cxnSpMkLst>
        </pc:cxnChg>
        <pc:cxnChg chg="add del mod">
          <ac:chgData name="Cristian Chilipirea" userId="34ab170da5908fc4" providerId="LiveId" clId="{40ACB1C5-0B6B-4C4B-B64C-8C91579DB1E1}" dt="2018-10-02T22:10:28.388" v="1218" actId="478"/>
          <ac:cxnSpMkLst>
            <pc:docMk/>
            <pc:sldMk cId="384922801" sldId="526"/>
            <ac:cxnSpMk id="73" creationId="{B0B810A5-2C4B-4F82-92E7-2C0FCB5D925A}"/>
          </ac:cxnSpMkLst>
        </pc:cxnChg>
        <pc:cxnChg chg="add del mod">
          <ac:chgData name="Cristian Chilipirea" userId="34ab170da5908fc4" providerId="LiveId" clId="{40ACB1C5-0B6B-4C4B-B64C-8C91579DB1E1}" dt="2018-10-02T22:10:28.388" v="1218" actId="478"/>
          <ac:cxnSpMkLst>
            <pc:docMk/>
            <pc:sldMk cId="384922801" sldId="526"/>
            <ac:cxnSpMk id="76" creationId="{31C4A6CF-3245-4593-911E-2F65E97582AA}"/>
          </ac:cxnSpMkLst>
        </pc:cxnChg>
        <pc:cxnChg chg="add del mod">
          <ac:chgData name="Cristian Chilipirea" userId="34ab170da5908fc4" providerId="LiveId" clId="{40ACB1C5-0B6B-4C4B-B64C-8C91579DB1E1}" dt="2018-10-02T22:10:23.691" v="1216"/>
          <ac:cxnSpMkLst>
            <pc:docMk/>
            <pc:sldMk cId="384922801" sldId="526"/>
            <ac:cxnSpMk id="79" creationId="{0B726260-3413-4A2D-8DF7-5AF3F65207B4}"/>
          </ac:cxnSpMkLst>
        </pc:cxnChg>
        <pc:cxnChg chg="add del mod">
          <ac:chgData name="Cristian Chilipirea" userId="34ab170da5908fc4" providerId="LiveId" clId="{40ACB1C5-0B6B-4C4B-B64C-8C91579DB1E1}" dt="2018-10-02T22:10:22.987" v="1213"/>
          <ac:cxnSpMkLst>
            <pc:docMk/>
            <pc:sldMk cId="384922801" sldId="526"/>
            <ac:cxnSpMk id="82" creationId="{F1FAC071-41A3-400A-B615-F5E1D6D038E8}"/>
          </ac:cxnSpMkLst>
        </pc:cxnChg>
        <pc:cxnChg chg="add del">
          <ac:chgData name="Cristian Chilipirea" userId="34ab170da5908fc4" providerId="LiveId" clId="{40ACB1C5-0B6B-4C4B-B64C-8C91579DB1E1}" dt="2018-10-02T22:09:25.343" v="1184"/>
          <ac:cxnSpMkLst>
            <pc:docMk/>
            <pc:sldMk cId="384922801" sldId="526"/>
            <ac:cxnSpMk id="85" creationId="{A1E3EF43-25E5-4275-A250-ED2878DDAC4F}"/>
          </ac:cxnSpMkLst>
        </pc:cxnChg>
        <pc:cxnChg chg="add del mod">
          <ac:chgData name="Cristian Chilipirea" userId="34ab170da5908fc4" providerId="LiveId" clId="{40ACB1C5-0B6B-4C4B-B64C-8C91579DB1E1}" dt="2018-10-02T22:10:21.779" v="1208"/>
          <ac:cxnSpMkLst>
            <pc:docMk/>
            <pc:sldMk cId="384922801" sldId="526"/>
            <ac:cxnSpMk id="86" creationId="{A0962620-25D6-4A91-A8E0-14E39876E2F2}"/>
          </ac:cxnSpMkLst>
        </pc:cxnChg>
        <pc:cxnChg chg="add del mod">
          <ac:chgData name="Cristian Chilipirea" userId="34ab170da5908fc4" providerId="LiveId" clId="{40ACB1C5-0B6B-4C4B-B64C-8C91579DB1E1}" dt="2018-10-02T22:10:20.996" v="1205"/>
          <ac:cxnSpMkLst>
            <pc:docMk/>
            <pc:sldMk cId="384922801" sldId="526"/>
            <ac:cxnSpMk id="89" creationId="{493591F9-B6F5-42CD-A18F-CD866803E5E9}"/>
          </ac:cxnSpMkLst>
        </pc:cxnChg>
        <pc:cxnChg chg="add del mod">
          <ac:chgData name="Cristian Chilipirea" userId="34ab170da5908fc4" providerId="LiveId" clId="{40ACB1C5-0B6B-4C4B-B64C-8C91579DB1E1}" dt="2018-10-02T22:10:20.059" v="1202"/>
          <ac:cxnSpMkLst>
            <pc:docMk/>
            <pc:sldMk cId="384922801" sldId="526"/>
            <ac:cxnSpMk id="92" creationId="{555B25E9-57FA-4D32-964E-CB596CE6EB57}"/>
          </ac:cxnSpMkLst>
        </pc:cxnChg>
        <pc:cxnChg chg="add del">
          <ac:chgData name="Cristian Chilipirea" userId="34ab170da5908fc4" providerId="LiveId" clId="{40ACB1C5-0B6B-4C4B-B64C-8C91579DB1E1}" dt="2018-10-02T22:12:08.950" v="1220"/>
          <ac:cxnSpMkLst>
            <pc:docMk/>
            <pc:sldMk cId="384922801" sldId="526"/>
            <ac:cxnSpMk id="113" creationId="{D392E46A-DCCD-4F5B-A2E0-45EDC7DDAE60}"/>
          </ac:cxnSpMkLst>
        </pc:cxnChg>
        <pc:cxnChg chg="add del">
          <ac:chgData name="Cristian Chilipirea" userId="34ab170da5908fc4" providerId="LiveId" clId="{40ACB1C5-0B6B-4C4B-B64C-8C91579DB1E1}" dt="2018-10-02T22:12:08.950" v="1220"/>
          <ac:cxnSpMkLst>
            <pc:docMk/>
            <pc:sldMk cId="384922801" sldId="526"/>
            <ac:cxnSpMk id="114" creationId="{63994B29-5EA2-4AD6-B726-8C02260B63AB}"/>
          </ac:cxnSpMkLst>
        </pc:cxnChg>
        <pc:cxnChg chg="add del">
          <ac:chgData name="Cristian Chilipirea" userId="34ab170da5908fc4" providerId="LiveId" clId="{40ACB1C5-0B6B-4C4B-B64C-8C91579DB1E1}" dt="2018-10-02T22:12:08.950" v="1220"/>
          <ac:cxnSpMkLst>
            <pc:docMk/>
            <pc:sldMk cId="384922801" sldId="526"/>
            <ac:cxnSpMk id="115" creationId="{83E0743B-8E46-4E9E-8EE0-8EF377BE8EC0}"/>
          </ac:cxnSpMkLst>
        </pc:cxnChg>
        <pc:cxnChg chg="add del">
          <ac:chgData name="Cristian Chilipirea" userId="34ab170da5908fc4" providerId="LiveId" clId="{40ACB1C5-0B6B-4C4B-B64C-8C91579DB1E1}" dt="2018-10-02T22:12:08.950" v="1220"/>
          <ac:cxnSpMkLst>
            <pc:docMk/>
            <pc:sldMk cId="384922801" sldId="526"/>
            <ac:cxnSpMk id="116" creationId="{2989896A-B0D5-44F1-8692-33D7D2D1DDA3}"/>
          </ac:cxnSpMkLst>
        </pc:cxnChg>
        <pc:cxnChg chg="add del">
          <ac:chgData name="Cristian Chilipirea" userId="34ab170da5908fc4" providerId="LiveId" clId="{40ACB1C5-0B6B-4C4B-B64C-8C91579DB1E1}" dt="2018-10-02T22:12:08.950" v="1220"/>
          <ac:cxnSpMkLst>
            <pc:docMk/>
            <pc:sldMk cId="384922801" sldId="526"/>
            <ac:cxnSpMk id="117" creationId="{4ECD2801-380A-4763-8A6B-35ECE87AF14D}"/>
          </ac:cxnSpMkLst>
        </pc:cxnChg>
        <pc:cxnChg chg="add del">
          <ac:chgData name="Cristian Chilipirea" userId="34ab170da5908fc4" providerId="LiveId" clId="{40ACB1C5-0B6B-4C4B-B64C-8C91579DB1E1}" dt="2018-10-02T22:12:08.950" v="1220"/>
          <ac:cxnSpMkLst>
            <pc:docMk/>
            <pc:sldMk cId="384922801" sldId="526"/>
            <ac:cxnSpMk id="118" creationId="{AC0B0DAF-40B3-45A1-818D-0506CDBDEB67}"/>
          </ac:cxnSpMkLst>
        </pc:cxnChg>
        <pc:cxnChg chg="add del">
          <ac:chgData name="Cristian Chilipirea" userId="34ab170da5908fc4" providerId="LiveId" clId="{40ACB1C5-0B6B-4C4B-B64C-8C91579DB1E1}" dt="2018-10-02T22:12:08.950" v="1220"/>
          <ac:cxnSpMkLst>
            <pc:docMk/>
            <pc:sldMk cId="384922801" sldId="526"/>
            <ac:cxnSpMk id="119" creationId="{BB3A3492-CD91-4D4C-8055-3C66E23BAA90}"/>
          </ac:cxnSpMkLst>
        </pc:cxnChg>
        <pc:cxnChg chg="add del">
          <ac:chgData name="Cristian Chilipirea" userId="34ab170da5908fc4" providerId="LiveId" clId="{40ACB1C5-0B6B-4C4B-B64C-8C91579DB1E1}" dt="2018-10-02T22:12:08.950" v="1220"/>
          <ac:cxnSpMkLst>
            <pc:docMk/>
            <pc:sldMk cId="384922801" sldId="526"/>
            <ac:cxnSpMk id="120" creationId="{29E53B55-F284-4CC6-BC7E-8840BF3C2276}"/>
          </ac:cxnSpMkLst>
        </pc:cxnChg>
        <pc:cxnChg chg="add del">
          <ac:chgData name="Cristian Chilipirea" userId="34ab170da5908fc4" providerId="LiveId" clId="{40ACB1C5-0B6B-4C4B-B64C-8C91579DB1E1}" dt="2018-10-02T22:12:08.950" v="1220"/>
          <ac:cxnSpMkLst>
            <pc:docMk/>
            <pc:sldMk cId="384922801" sldId="526"/>
            <ac:cxnSpMk id="121" creationId="{8F30AB96-1F8F-4C0D-BF5C-80D139CAB698}"/>
          </ac:cxnSpMkLst>
        </pc:cxnChg>
        <pc:cxnChg chg="add del">
          <ac:chgData name="Cristian Chilipirea" userId="34ab170da5908fc4" providerId="LiveId" clId="{40ACB1C5-0B6B-4C4B-B64C-8C91579DB1E1}" dt="2018-10-02T22:12:08.950" v="1220"/>
          <ac:cxnSpMkLst>
            <pc:docMk/>
            <pc:sldMk cId="384922801" sldId="526"/>
            <ac:cxnSpMk id="122" creationId="{556D623C-E36F-4F54-A593-5ADC36003AB9}"/>
          </ac:cxnSpMkLst>
        </pc:cxnChg>
        <pc:cxnChg chg="add del">
          <ac:chgData name="Cristian Chilipirea" userId="34ab170da5908fc4" providerId="LiveId" clId="{40ACB1C5-0B6B-4C4B-B64C-8C91579DB1E1}" dt="2018-10-02T22:12:08.950" v="1220"/>
          <ac:cxnSpMkLst>
            <pc:docMk/>
            <pc:sldMk cId="384922801" sldId="526"/>
            <ac:cxnSpMk id="123" creationId="{B55B725F-0DAD-4CD1-8998-9953BFD450D0}"/>
          </ac:cxnSpMkLst>
        </pc:cxnChg>
      </pc:sldChg>
      <pc:sldChg chg="addSp delSp modSp modTransition">
        <pc:chgData name="Cristian Chilipirea" userId="34ab170da5908fc4" providerId="LiveId" clId="{40ACB1C5-0B6B-4C4B-B64C-8C91579DB1E1}" dt="2018-10-02T22:23:57.219" v="1322" actId="1076"/>
        <pc:sldMkLst>
          <pc:docMk/>
          <pc:sldMk cId="2918988431" sldId="527"/>
        </pc:sldMkLst>
        <pc:spChg chg="mod">
          <ac:chgData name="Cristian Chilipirea" userId="34ab170da5908fc4" providerId="LiveId" clId="{40ACB1C5-0B6B-4C4B-B64C-8C91579DB1E1}" dt="2018-10-02T22:23:44.121" v="1319" actId="20577"/>
          <ac:spMkLst>
            <pc:docMk/>
            <pc:sldMk cId="2918988431" sldId="527"/>
            <ac:spMk id="2" creationId="{C3E94133-1880-4417-AA41-BF0388D21CA5}"/>
          </ac:spMkLst>
        </pc:spChg>
        <pc:spChg chg="del">
          <ac:chgData name="Cristian Chilipirea" userId="34ab170da5908fc4" providerId="LiveId" clId="{40ACB1C5-0B6B-4C4B-B64C-8C91579DB1E1}" dt="2018-10-02T22:21:11.413" v="1266" actId="478"/>
          <ac:spMkLst>
            <pc:docMk/>
            <pc:sldMk cId="2918988431" sldId="527"/>
            <ac:spMk id="3" creationId="{2D332206-0096-45B2-99F2-503923055BF0}"/>
          </ac:spMkLst>
        </pc:spChg>
        <pc:spChg chg="add del mod">
          <ac:chgData name="Cristian Chilipirea" userId="34ab170da5908fc4" providerId="LiveId" clId="{40ACB1C5-0B6B-4C4B-B64C-8C91579DB1E1}" dt="2018-10-02T22:23:32.796" v="1312" actId="478"/>
          <ac:spMkLst>
            <pc:docMk/>
            <pc:sldMk cId="2918988431" sldId="527"/>
            <ac:spMk id="7" creationId="{58A3689F-587B-4641-8375-4A623366C697}"/>
          </ac:spMkLst>
        </pc:spChg>
        <pc:spChg chg="add del mod">
          <ac:chgData name="Cristian Chilipirea" userId="34ab170da5908fc4" providerId="LiveId" clId="{40ACB1C5-0B6B-4C4B-B64C-8C91579DB1E1}" dt="2018-10-02T22:23:33.913" v="1313" actId="478"/>
          <ac:spMkLst>
            <pc:docMk/>
            <pc:sldMk cId="2918988431" sldId="527"/>
            <ac:spMk id="8" creationId="{63E25340-93D7-48FE-9F1E-B48A2024D976}"/>
          </ac:spMkLst>
        </pc:spChg>
        <pc:picChg chg="add mod">
          <ac:chgData name="Cristian Chilipirea" userId="34ab170da5908fc4" providerId="LiveId" clId="{40ACB1C5-0B6B-4C4B-B64C-8C91579DB1E1}" dt="2018-10-02T22:21:36.212" v="1278" actId="1076"/>
          <ac:picMkLst>
            <pc:docMk/>
            <pc:sldMk cId="2918988431" sldId="527"/>
            <ac:picMk id="6" creationId="{5E4F8245-E006-4689-91C3-C6DA9BAF38C4}"/>
          </ac:picMkLst>
        </pc:picChg>
        <pc:picChg chg="add mod">
          <ac:chgData name="Cristian Chilipirea" userId="34ab170da5908fc4" providerId="LiveId" clId="{40ACB1C5-0B6B-4C4B-B64C-8C91579DB1E1}" dt="2018-10-02T22:23:57.219" v="1322" actId="1076"/>
          <ac:picMkLst>
            <pc:docMk/>
            <pc:sldMk cId="2918988431" sldId="527"/>
            <ac:picMk id="9" creationId="{B7F921F1-4454-4E6F-B39A-5AF94E4C7D58}"/>
          </ac:picMkLst>
        </pc:picChg>
      </pc:sldChg>
      <pc:sldChg chg="addSp delSp modSp modTransition">
        <pc:chgData name="Cristian Chilipirea" userId="34ab170da5908fc4" providerId="LiveId" clId="{40ACB1C5-0B6B-4C4B-B64C-8C91579DB1E1}" dt="2018-10-02T22:14:19.247" v="1245" actId="478"/>
        <pc:sldMkLst>
          <pc:docMk/>
          <pc:sldMk cId="371541737" sldId="528"/>
        </pc:sldMkLst>
        <pc:spChg chg="mod">
          <ac:chgData name="Cristian Chilipirea" userId="34ab170da5908fc4" providerId="LiveId" clId="{40ACB1C5-0B6B-4C4B-B64C-8C91579DB1E1}" dt="2018-10-02T21:59:34.153" v="1130" actId="1076"/>
          <ac:spMkLst>
            <pc:docMk/>
            <pc:sldMk cId="371541737" sldId="528"/>
            <ac:spMk id="3" creationId="{127CADF5-96D9-47DE-B862-63D1EFEC97C5}"/>
          </ac:spMkLst>
        </pc:spChg>
        <pc:picChg chg="add mod">
          <ac:chgData name="Cristian Chilipirea" userId="34ab170da5908fc4" providerId="LiveId" clId="{40ACB1C5-0B6B-4C4B-B64C-8C91579DB1E1}" dt="2018-10-02T21:59:34.153" v="1130" actId="1076"/>
          <ac:picMkLst>
            <pc:docMk/>
            <pc:sldMk cId="371541737" sldId="528"/>
            <ac:picMk id="5" creationId="{D9ABCB1B-926D-4390-A273-141960A9F497}"/>
          </ac:picMkLst>
        </pc:picChg>
        <pc:picChg chg="add del">
          <ac:chgData name="Cristian Chilipirea" userId="34ab170da5908fc4" providerId="LiveId" clId="{40ACB1C5-0B6B-4C4B-B64C-8C91579DB1E1}" dt="2018-10-02T22:14:08.219" v="1243"/>
          <ac:picMkLst>
            <pc:docMk/>
            <pc:sldMk cId="371541737" sldId="528"/>
            <ac:picMk id="6" creationId="{99B3D6D9-E0CC-49E0-B577-B671A974DB60}"/>
          </ac:picMkLst>
        </pc:picChg>
        <pc:picChg chg="add del">
          <ac:chgData name="Cristian Chilipirea" userId="34ab170da5908fc4" providerId="LiveId" clId="{40ACB1C5-0B6B-4C4B-B64C-8C91579DB1E1}" dt="2018-10-02T22:14:19.247" v="1245" actId="478"/>
          <ac:picMkLst>
            <pc:docMk/>
            <pc:sldMk cId="371541737" sldId="528"/>
            <ac:picMk id="7" creationId="{352FC7DD-8855-4C4C-B625-3C0021BCF7DC}"/>
          </ac:picMkLst>
        </pc:picChg>
      </pc:sldChg>
      <pc:sldChg chg="addSp delSp modSp add ord modTransition modNotesTx">
        <pc:chgData name="Cristian Chilipirea" userId="34ab170da5908fc4" providerId="LiveId" clId="{40ACB1C5-0B6B-4C4B-B64C-8C91579DB1E1}" dt="2018-10-02T21:52:58.527" v="1095"/>
        <pc:sldMkLst>
          <pc:docMk/>
          <pc:sldMk cId="617174008" sldId="529"/>
        </pc:sldMkLst>
        <pc:spChg chg="mod">
          <ac:chgData name="Cristian Chilipirea" userId="34ab170da5908fc4" providerId="LiveId" clId="{40ACB1C5-0B6B-4C4B-B64C-8C91579DB1E1}" dt="2018-10-02T21:01:25.518" v="772" actId="20577"/>
          <ac:spMkLst>
            <pc:docMk/>
            <pc:sldMk cId="617174008" sldId="529"/>
            <ac:spMk id="2" creationId="{3EFA92BB-C69E-43F3-9DE0-27787169A731}"/>
          </ac:spMkLst>
        </pc:spChg>
        <pc:spChg chg="del">
          <ac:chgData name="Cristian Chilipirea" userId="34ab170da5908fc4" providerId="LiveId" clId="{40ACB1C5-0B6B-4C4B-B64C-8C91579DB1E1}" dt="2018-10-02T21:01:23.438" v="771" actId="478"/>
          <ac:spMkLst>
            <pc:docMk/>
            <pc:sldMk cId="617174008" sldId="529"/>
            <ac:spMk id="3" creationId="{8FAD3AE2-E64A-41BB-8C8E-FD96C9BAB6EE}"/>
          </ac:spMkLst>
        </pc:spChg>
        <pc:picChg chg="add mod ord">
          <ac:chgData name="Cristian Chilipirea" userId="34ab170da5908fc4" providerId="LiveId" clId="{40ACB1C5-0B6B-4C4B-B64C-8C91579DB1E1}" dt="2018-10-02T21:02:45.117" v="789" actId="1076"/>
          <ac:picMkLst>
            <pc:docMk/>
            <pc:sldMk cId="617174008" sldId="529"/>
            <ac:picMk id="6" creationId="{188E1FE5-018B-4410-8256-E76FDFAFEB3F}"/>
          </ac:picMkLst>
        </pc:picChg>
        <pc:picChg chg="add del mod">
          <ac:chgData name="Cristian Chilipirea" userId="34ab170da5908fc4" providerId="LiveId" clId="{40ACB1C5-0B6B-4C4B-B64C-8C91579DB1E1}" dt="2018-10-02T21:02:13.218" v="782" actId="478"/>
          <ac:picMkLst>
            <pc:docMk/>
            <pc:sldMk cId="617174008" sldId="529"/>
            <ac:picMk id="8" creationId="{5CE7B77A-B8D0-4FAF-8757-45D5257BF30A}"/>
          </ac:picMkLst>
        </pc:picChg>
        <pc:picChg chg="add mod">
          <ac:chgData name="Cristian Chilipirea" userId="34ab170da5908fc4" providerId="LiveId" clId="{40ACB1C5-0B6B-4C4B-B64C-8C91579DB1E1}" dt="2018-10-02T21:02:38.772" v="788" actId="14100"/>
          <ac:picMkLst>
            <pc:docMk/>
            <pc:sldMk cId="617174008" sldId="529"/>
            <ac:picMk id="10" creationId="{33299685-3374-4045-846A-C90A76CF455A}"/>
          </ac:picMkLst>
        </pc:picChg>
      </pc:sldChg>
      <pc:sldChg chg="addSp delSp modSp add modTransition">
        <pc:chgData name="Cristian Chilipirea" userId="34ab170da5908fc4" providerId="LiveId" clId="{40ACB1C5-0B6B-4C4B-B64C-8C91579DB1E1}" dt="2018-10-02T21:52:58.527" v="1095"/>
        <pc:sldMkLst>
          <pc:docMk/>
          <pc:sldMk cId="742774632" sldId="530"/>
        </pc:sldMkLst>
        <pc:spChg chg="add del mod">
          <ac:chgData name="Cristian Chilipirea" userId="34ab170da5908fc4" providerId="LiveId" clId="{40ACB1C5-0B6B-4C4B-B64C-8C91579DB1E1}" dt="2018-10-02T21:03:50.546" v="800"/>
          <ac:spMkLst>
            <pc:docMk/>
            <pc:sldMk cId="742774632" sldId="530"/>
            <ac:spMk id="7" creationId="{0190C311-3B2F-4627-88C3-F121C2C83C6E}"/>
          </ac:spMkLst>
        </pc:spChg>
        <pc:spChg chg="add mod">
          <ac:chgData name="Cristian Chilipirea" userId="34ab170da5908fc4" providerId="LiveId" clId="{40ACB1C5-0B6B-4C4B-B64C-8C91579DB1E1}" dt="2018-10-02T21:04:10.354" v="809" actId="1076"/>
          <ac:spMkLst>
            <pc:docMk/>
            <pc:sldMk cId="742774632" sldId="530"/>
            <ac:spMk id="8" creationId="{490075C4-9B98-4BA2-87B7-51A5F50D0ED9}"/>
          </ac:spMkLst>
        </pc:spChg>
        <pc:picChg chg="add mod">
          <ac:chgData name="Cristian Chilipirea" userId="34ab170da5908fc4" providerId="LiveId" clId="{40ACB1C5-0B6B-4C4B-B64C-8C91579DB1E1}" dt="2018-10-02T21:03:28.821" v="797" actId="1076"/>
          <ac:picMkLst>
            <pc:docMk/>
            <pc:sldMk cId="742774632" sldId="530"/>
            <ac:picMk id="5" creationId="{862C8273-DD18-4042-B4F2-9090CDCF7B4A}"/>
          </ac:picMkLst>
        </pc:picChg>
        <pc:picChg chg="del">
          <ac:chgData name="Cristian Chilipirea" userId="34ab170da5908fc4" providerId="LiveId" clId="{40ACB1C5-0B6B-4C4B-B64C-8C91579DB1E1}" dt="2018-10-02T21:02:59.022" v="791" actId="478"/>
          <ac:picMkLst>
            <pc:docMk/>
            <pc:sldMk cId="742774632" sldId="530"/>
            <ac:picMk id="10" creationId="{33299685-3374-4045-846A-C90A76CF455A}"/>
          </ac:picMkLst>
        </pc:picChg>
        <pc:picChg chg="add mod">
          <ac:chgData name="Cristian Chilipirea" userId="34ab170da5908fc4" providerId="LiveId" clId="{40ACB1C5-0B6B-4C4B-B64C-8C91579DB1E1}" dt="2018-10-02T21:04:32.036" v="813" actId="1076"/>
          <ac:picMkLst>
            <pc:docMk/>
            <pc:sldMk cId="742774632" sldId="530"/>
            <ac:picMk id="11" creationId="{A8EBA5D8-2749-4956-AA62-DA0C6403B5D5}"/>
          </ac:picMkLst>
        </pc:picChg>
      </pc:sldChg>
      <pc:sldChg chg="addSp modSp add modTransition">
        <pc:chgData name="Cristian Chilipirea" userId="34ab170da5908fc4" providerId="LiveId" clId="{40ACB1C5-0B6B-4C4B-B64C-8C91579DB1E1}" dt="2018-10-02T21:52:58.527" v="1095"/>
        <pc:sldMkLst>
          <pc:docMk/>
          <pc:sldMk cId="2619967694" sldId="531"/>
        </pc:sldMkLst>
        <pc:spChg chg="mod">
          <ac:chgData name="Cristian Chilipirea" userId="34ab170da5908fc4" providerId="LiveId" clId="{40ACB1C5-0B6B-4C4B-B64C-8C91579DB1E1}" dt="2018-10-02T21:08:28.278" v="834" actId="20577"/>
          <ac:spMkLst>
            <pc:docMk/>
            <pc:sldMk cId="2619967694" sldId="531"/>
            <ac:spMk id="3" creationId="{5457F2E0-B4AC-46BD-A6FA-D02AEEE1F279}"/>
          </ac:spMkLst>
        </pc:spChg>
        <pc:picChg chg="add mod">
          <ac:chgData name="Cristian Chilipirea" userId="34ab170da5908fc4" providerId="LiveId" clId="{40ACB1C5-0B6B-4C4B-B64C-8C91579DB1E1}" dt="2018-10-02T21:09:12.788" v="874" actId="1076"/>
          <ac:picMkLst>
            <pc:docMk/>
            <pc:sldMk cId="2619967694" sldId="531"/>
            <ac:picMk id="6" creationId="{6E8F7F56-1D1C-489A-8F73-B975F0BA2156}"/>
          </ac:picMkLst>
        </pc:picChg>
      </pc:sldChg>
      <pc:sldChg chg="addSp delSp modSp add modTransition">
        <pc:chgData name="Cristian Chilipirea" userId="34ab170da5908fc4" providerId="LiveId" clId="{40ACB1C5-0B6B-4C4B-B64C-8C91579DB1E1}" dt="2018-10-02T21:52:58.527" v="1095"/>
        <pc:sldMkLst>
          <pc:docMk/>
          <pc:sldMk cId="1290587018" sldId="532"/>
        </pc:sldMkLst>
        <pc:spChg chg="del">
          <ac:chgData name="Cristian Chilipirea" userId="34ab170da5908fc4" providerId="LiveId" clId="{40ACB1C5-0B6B-4C4B-B64C-8C91579DB1E1}" dt="2018-10-02T21:14:22.598" v="878" actId="478"/>
          <ac:spMkLst>
            <pc:docMk/>
            <pc:sldMk cId="1290587018" sldId="532"/>
            <ac:spMk id="3" creationId="{FCDE4CD7-E561-43E9-9969-94440D0AF3A2}"/>
          </ac:spMkLst>
        </pc:spChg>
        <pc:spChg chg="add del mod">
          <ac:chgData name="Cristian Chilipirea" userId="34ab170da5908fc4" providerId="LiveId" clId="{40ACB1C5-0B6B-4C4B-B64C-8C91579DB1E1}" dt="2018-10-02T21:14:24.746" v="879" actId="478"/>
          <ac:spMkLst>
            <pc:docMk/>
            <pc:sldMk cId="1290587018" sldId="532"/>
            <ac:spMk id="7" creationId="{09823597-5F7B-42BE-A639-206C5F61FF05}"/>
          </ac:spMkLst>
        </pc:spChg>
        <pc:picChg chg="del">
          <ac:chgData name="Cristian Chilipirea" userId="34ab170da5908fc4" providerId="LiveId" clId="{40ACB1C5-0B6B-4C4B-B64C-8C91579DB1E1}" dt="2018-10-02T21:14:25.282" v="880" actId="478"/>
          <ac:picMkLst>
            <pc:docMk/>
            <pc:sldMk cId="1290587018" sldId="532"/>
            <ac:picMk id="6" creationId="{8E26822E-F675-4DFA-A3CB-B6E58CDF6AA0}"/>
          </ac:picMkLst>
        </pc:picChg>
        <pc:picChg chg="add mod">
          <ac:chgData name="Cristian Chilipirea" userId="34ab170da5908fc4" providerId="LiveId" clId="{40ACB1C5-0B6B-4C4B-B64C-8C91579DB1E1}" dt="2018-10-02T21:14:54.683" v="883" actId="1076"/>
          <ac:picMkLst>
            <pc:docMk/>
            <pc:sldMk cId="1290587018" sldId="532"/>
            <ac:picMk id="9" creationId="{24A4AA8F-55AD-4E50-971E-03E91E6A433C}"/>
          </ac:picMkLst>
        </pc:picChg>
      </pc:sldChg>
      <pc:sldChg chg="addSp delSp modSp add modTransition modNotesTx">
        <pc:chgData name="Cristian Chilipirea" userId="34ab170da5908fc4" providerId="LiveId" clId="{40ACB1C5-0B6B-4C4B-B64C-8C91579DB1E1}" dt="2018-10-02T21:52:58.527" v="1095"/>
        <pc:sldMkLst>
          <pc:docMk/>
          <pc:sldMk cId="238918458" sldId="533"/>
        </pc:sldMkLst>
        <pc:spChg chg="mod">
          <ac:chgData name="Cristian Chilipirea" userId="34ab170da5908fc4" providerId="LiveId" clId="{40ACB1C5-0B6B-4C4B-B64C-8C91579DB1E1}" dt="2018-10-02T21:16:05.539" v="900" actId="20577"/>
          <ac:spMkLst>
            <pc:docMk/>
            <pc:sldMk cId="238918458" sldId="533"/>
            <ac:spMk id="2" creationId="{5256A4F4-68E4-4C78-829F-2A3B141F6320}"/>
          </ac:spMkLst>
        </pc:spChg>
        <pc:spChg chg="del">
          <ac:chgData name="Cristian Chilipirea" userId="34ab170da5908fc4" providerId="LiveId" clId="{40ACB1C5-0B6B-4C4B-B64C-8C91579DB1E1}" dt="2018-10-02T21:16:08.869" v="901" actId="478"/>
          <ac:spMkLst>
            <pc:docMk/>
            <pc:sldMk cId="238918458" sldId="533"/>
            <ac:spMk id="3" creationId="{E14C7BB2-BB62-446D-B1A6-1BD2A93F9721}"/>
          </ac:spMkLst>
        </pc:spChg>
        <pc:spChg chg="add del mod">
          <ac:chgData name="Cristian Chilipirea" userId="34ab170da5908fc4" providerId="LiveId" clId="{40ACB1C5-0B6B-4C4B-B64C-8C91579DB1E1}" dt="2018-10-02T21:16:11.843" v="902" actId="478"/>
          <ac:spMkLst>
            <pc:docMk/>
            <pc:sldMk cId="238918458" sldId="533"/>
            <ac:spMk id="6" creationId="{93F7AD6F-0A1B-414E-A97F-0C91276CB83C}"/>
          </ac:spMkLst>
        </pc:spChg>
        <pc:picChg chg="add del mod">
          <ac:chgData name="Cristian Chilipirea" userId="34ab170da5908fc4" providerId="LiveId" clId="{40ACB1C5-0B6B-4C4B-B64C-8C91579DB1E1}" dt="2018-10-02T21:16:27.167" v="907" actId="931"/>
          <ac:picMkLst>
            <pc:docMk/>
            <pc:sldMk cId="238918458" sldId="533"/>
            <ac:picMk id="8" creationId="{66FD00AE-C5F6-40C3-AA11-CB9A8CCC7BAE}"/>
          </ac:picMkLst>
        </pc:picChg>
        <pc:picChg chg="del">
          <ac:chgData name="Cristian Chilipirea" userId="34ab170da5908fc4" providerId="LiveId" clId="{40ACB1C5-0B6B-4C4B-B64C-8C91579DB1E1}" dt="2018-10-02T21:16:12.607" v="903" actId="478"/>
          <ac:picMkLst>
            <pc:docMk/>
            <pc:sldMk cId="238918458" sldId="533"/>
            <ac:picMk id="10" creationId="{86D35E25-F6D5-4B35-9B87-2D9C38D13CDE}"/>
          </ac:picMkLst>
        </pc:picChg>
        <pc:picChg chg="add mod">
          <ac:chgData name="Cristian Chilipirea" userId="34ab170da5908fc4" providerId="LiveId" clId="{40ACB1C5-0B6B-4C4B-B64C-8C91579DB1E1}" dt="2018-10-02T21:16:47.202" v="912" actId="1076"/>
          <ac:picMkLst>
            <pc:docMk/>
            <pc:sldMk cId="238918458" sldId="533"/>
            <ac:picMk id="11" creationId="{7187F0D2-EF9C-462D-B613-36E59D176009}"/>
          </ac:picMkLst>
        </pc:picChg>
        <pc:picChg chg="del">
          <ac:chgData name="Cristian Chilipirea" userId="34ab170da5908fc4" providerId="LiveId" clId="{40ACB1C5-0B6B-4C4B-B64C-8C91579DB1E1}" dt="2018-10-02T21:16:13.035" v="904" actId="478"/>
          <ac:picMkLst>
            <pc:docMk/>
            <pc:sldMk cId="238918458" sldId="533"/>
            <ac:picMk id="12" creationId="{E5E88EC3-921B-4FE2-AAE0-2096E7EF6101}"/>
          </ac:picMkLst>
        </pc:picChg>
        <pc:picChg chg="del">
          <ac:chgData name="Cristian Chilipirea" userId="34ab170da5908fc4" providerId="LiveId" clId="{40ACB1C5-0B6B-4C4B-B64C-8C91579DB1E1}" dt="2018-10-02T21:16:13.547" v="905" actId="478"/>
          <ac:picMkLst>
            <pc:docMk/>
            <pc:sldMk cId="238918458" sldId="533"/>
            <ac:picMk id="13" creationId="{879BF611-D25E-4292-AD76-02A4FE864C98}"/>
          </ac:picMkLst>
        </pc:picChg>
      </pc:sldChg>
      <pc:sldChg chg="addSp delSp modSp add modTransition">
        <pc:chgData name="Cristian Chilipirea" userId="34ab170da5908fc4" providerId="LiveId" clId="{40ACB1C5-0B6B-4C4B-B64C-8C91579DB1E1}" dt="2018-10-02T21:52:58.527" v="1095"/>
        <pc:sldMkLst>
          <pc:docMk/>
          <pc:sldMk cId="162901516" sldId="534"/>
        </pc:sldMkLst>
        <pc:spChg chg="mod">
          <ac:chgData name="Cristian Chilipirea" userId="34ab170da5908fc4" providerId="LiveId" clId="{40ACB1C5-0B6B-4C4B-B64C-8C91579DB1E1}" dt="2018-10-02T21:17:43.371" v="921" actId="20577"/>
          <ac:spMkLst>
            <pc:docMk/>
            <pc:sldMk cId="162901516" sldId="534"/>
            <ac:spMk id="2" creationId="{F0E10AA8-D063-4FA6-95F8-4024B4CC6F0E}"/>
          </ac:spMkLst>
        </pc:spChg>
        <pc:spChg chg="del">
          <ac:chgData name="Cristian Chilipirea" userId="34ab170da5908fc4" providerId="LiveId" clId="{40ACB1C5-0B6B-4C4B-B64C-8C91579DB1E1}" dt="2018-10-02T21:17:50.747" v="924" actId="478"/>
          <ac:spMkLst>
            <pc:docMk/>
            <pc:sldMk cId="162901516" sldId="534"/>
            <ac:spMk id="3" creationId="{80A99524-A9C8-4D05-B03D-D7D61DCC4ADA}"/>
          </ac:spMkLst>
        </pc:spChg>
        <pc:spChg chg="add del">
          <ac:chgData name="Cristian Chilipirea" userId="34ab170da5908fc4" providerId="LiveId" clId="{40ACB1C5-0B6B-4C4B-B64C-8C91579DB1E1}" dt="2018-10-02T21:17:45.829" v="923"/>
          <ac:spMkLst>
            <pc:docMk/>
            <pc:sldMk cId="162901516" sldId="534"/>
            <ac:spMk id="5" creationId="{04703FEF-979A-41CF-94A7-99C1551212E9}"/>
          </ac:spMkLst>
        </pc:spChg>
        <pc:picChg chg="add mod">
          <ac:chgData name="Cristian Chilipirea" userId="34ab170da5908fc4" providerId="LiveId" clId="{40ACB1C5-0B6B-4C4B-B64C-8C91579DB1E1}" dt="2018-10-02T21:17:53.748" v="926" actId="1076"/>
          <ac:picMkLst>
            <pc:docMk/>
            <pc:sldMk cId="162901516" sldId="534"/>
            <ac:picMk id="7" creationId="{C9F94140-5116-4753-86D3-117EB09854C7}"/>
          </ac:picMkLst>
        </pc:picChg>
      </pc:sldChg>
      <pc:sldChg chg="addSp delSp modSp add modTransition">
        <pc:chgData name="Cristian Chilipirea" userId="34ab170da5908fc4" providerId="LiveId" clId="{40ACB1C5-0B6B-4C4B-B64C-8C91579DB1E1}" dt="2018-10-02T21:52:58.527" v="1095"/>
        <pc:sldMkLst>
          <pc:docMk/>
          <pc:sldMk cId="2632471956" sldId="535"/>
        </pc:sldMkLst>
        <pc:spChg chg="mod">
          <ac:chgData name="Cristian Chilipirea" userId="34ab170da5908fc4" providerId="LiveId" clId="{40ACB1C5-0B6B-4C4B-B64C-8C91579DB1E1}" dt="2018-10-02T21:18:34.015" v="946" actId="20577"/>
          <ac:spMkLst>
            <pc:docMk/>
            <pc:sldMk cId="2632471956" sldId="535"/>
            <ac:spMk id="2" creationId="{36DA95D2-76E5-416E-A7A2-C343803F5F91}"/>
          </ac:spMkLst>
        </pc:spChg>
        <pc:spChg chg="del">
          <ac:chgData name="Cristian Chilipirea" userId="34ab170da5908fc4" providerId="LiveId" clId="{40ACB1C5-0B6B-4C4B-B64C-8C91579DB1E1}" dt="2018-10-02T21:18:36.863" v="947" actId="478"/>
          <ac:spMkLst>
            <pc:docMk/>
            <pc:sldMk cId="2632471956" sldId="535"/>
            <ac:spMk id="3" creationId="{522A6478-05AC-4139-A5E7-782EBCD255D4}"/>
          </ac:spMkLst>
        </pc:spChg>
        <pc:picChg chg="add mod">
          <ac:chgData name="Cristian Chilipirea" userId="34ab170da5908fc4" providerId="LiveId" clId="{40ACB1C5-0B6B-4C4B-B64C-8C91579DB1E1}" dt="2018-10-02T21:18:38.172" v="948"/>
          <ac:picMkLst>
            <pc:docMk/>
            <pc:sldMk cId="2632471956" sldId="535"/>
            <ac:picMk id="6" creationId="{CDA6154C-A091-4595-9A07-8526FBA4B695}"/>
          </ac:picMkLst>
        </pc:picChg>
      </pc:sldChg>
      <pc:sldChg chg="addSp delSp modSp add modTransition">
        <pc:chgData name="Cristian Chilipirea" userId="34ab170da5908fc4" providerId="LiveId" clId="{40ACB1C5-0B6B-4C4B-B64C-8C91579DB1E1}" dt="2018-10-02T21:52:58.527" v="1095"/>
        <pc:sldMkLst>
          <pc:docMk/>
          <pc:sldMk cId="2927050837" sldId="536"/>
        </pc:sldMkLst>
        <pc:spChg chg="mod">
          <ac:chgData name="Cristian Chilipirea" userId="34ab170da5908fc4" providerId="LiveId" clId="{40ACB1C5-0B6B-4C4B-B64C-8C91579DB1E1}" dt="2018-10-02T21:19:23.035" v="955" actId="20577"/>
          <ac:spMkLst>
            <pc:docMk/>
            <pc:sldMk cId="2927050837" sldId="536"/>
            <ac:spMk id="2" creationId="{3F3BEEF4-2CD0-4BD5-B27B-F2CC22C6A6CF}"/>
          </ac:spMkLst>
        </pc:spChg>
        <pc:spChg chg="del">
          <ac:chgData name="Cristian Chilipirea" userId="34ab170da5908fc4" providerId="LiveId" clId="{40ACB1C5-0B6B-4C4B-B64C-8C91579DB1E1}" dt="2018-10-02T21:19:25.339" v="956" actId="478"/>
          <ac:spMkLst>
            <pc:docMk/>
            <pc:sldMk cId="2927050837" sldId="536"/>
            <ac:spMk id="3" creationId="{495172FA-4A32-4972-86FD-0B723B25A54D}"/>
          </ac:spMkLst>
        </pc:spChg>
        <pc:picChg chg="add mod">
          <ac:chgData name="Cristian Chilipirea" userId="34ab170da5908fc4" providerId="LiveId" clId="{40ACB1C5-0B6B-4C4B-B64C-8C91579DB1E1}" dt="2018-10-02T21:20:32.018" v="971" actId="1076"/>
          <ac:picMkLst>
            <pc:docMk/>
            <pc:sldMk cId="2927050837" sldId="536"/>
            <ac:picMk id="6" creationId="{1693115A-0982-43D7-B755-09EC9BF6CB86}"/>
          </ac:picMkLst>
        </pc:picChg>
      </pc:sldChg>
      <pc:sldChg chg="addSp delSp modSp add modTransition">
        <pc:chgData name="Cristian Chilipirea" userId="34ab170da5908fc4" providerId="LiveId" clId="{40ACB1C5-0B6B-4C4B-B64C-8C91579DB1E1}" dt="2018-10-02T21:52:58.527" v="1095"/>
        <pc:sldMkLst>
          <pc:docMk/>
          <pc:sldMk cId="625462843" sldId="537"/>
        </pc:sldMkLst>
        <pc:spChg chg="mod">
          <ac:chgData name="Cristian Chilipirea" userId="34ab170da5908fc4" providerId="LiveId" clId="{40ACB1C5-0B6B-4C4B-B64C-8C91579DB1E1}" dt="2018-10-02T21:20:22.275" v="967" actId="20577"/>
          <ac:spMkLst>
            <pc:docMk/>
            <pc:sldMk cId="625462843" sldId="537"/>
            <ac:spMk id="2" creationId="{3AB47608-D492-43E1-AFB5-C77AB80D72B2}"/>
          </ac:spMkLst>
        </pc:spChg>
        <pc:spChg chg="del">
          <ac:chgData name="Cristian Chilipirea" userId="34ab170da5908fc4" providerId="LiveId" clId="{40ACB1C5-0B6B-4C4B-B64C-8C91579DB1E1}" dt="2018-10-02T21:20:24.339" v="968" actId="478"/>
          <ac:spMkLst>
            <pc:docMk/>
            <pc:sldMk cId="625462843" sldId="537"/>
            <ac:spMk id="3" creationId="{5C7BA4E7-64B9-455B-B516-CEED914516BB}"/>
          </ac:spMkLst>
        </pc:spChg>
        <pc:picChg chg="add mod">
          <ac:chgData name="Cristian Chilipirea" userId="34ab170da5908fc4" providerId="LiveId" clId="{40ACB1C5-0B6B-4C4B-B64C-8C91579DB1E1}" dt="2018-10-02T21:20:28.336" v="970" actId="1076"/>
          <ac:picMkLst>
            <pc:docMk/>
            <pc:sldMk cId="625462843" sldId="537"/>
            <ac:picMk id="6" creationId="{CBAC2328-BE11-4186-91AF-950D3B274356}"/>
          </ac:picMkLst>
        </pc:picChg>
      </pc:sldChg>
      <pc:sldChg chg="addSp delSp modSp add modTransition">
        <pc:chgData name="Cristian Chilipirea" userId="34ab170da5908fc4" providerId="LiveId" clId="{40ACB1C5-0B6B-4C4B-B64C-8C91579DB1E1}" dt="2018-10-02T21:52:58.527" v="1095"/>
        <pc:sldMkLst>
          <pc:docMk/>
          <pc:sldMk cId="1741540215" sldId="538"/>
        </pc:sldMkLst>
        <pc:spChg chg="del">
          <ac:chgData name="Cristian Chilipirea" userId="34ab170da5908fc4" providerId="LiveId" clId="{40ACB1C5-0B6B-4C4B-B64C-8C91579DB1E1}" dt="2018-10-02T21:25:39.464" v="993" actId="478"/>
          <ac:spMkLst>
            <pc:docMk/>
            <pc:sldMk cId="1741540215" sldId="538"/>
            <ac:spMk id="2" creationId="{6532A0EE-BB06-494F-9238-19451277E1DB}"/>
          </ac:spMkLst>
        </pc:spChg>
        <pc:spChg chg="del">
          <ac:chgData name="Cristian Chilipirea" userId="34ab170da5908fc4" providerId="LiveId" clId="{40ACB1C5-0B6B-4C4B-B64C-8C91579DB1E1}" dt="2018-10-02T21:24:54.483" v="982" actId="931"/>
          <ac:spMkLst>
            <pc:docMk/>
            <pc:sldMk cId="1741540215" sldId="538"/>
            <ac:spMk id="3" creationId="{F698C45B-C988-4DE0-A3AA-606C6D43C242}"/>
          </ac:spMkLst>
        </pc:spChg>
        <pc:spChg chg="add del mod">
          <ac:chgData name="Cristian Chilipirea" userId="34ab170da5908fc4" providerId="LiveId" clId="{40ACB1C5-0B6B-4C4B-B64C-8C91579DB1E1}" dt="2018-10-02T21:25:17.905" v="987" actId="931"/>
          <ac:spMkLst>
            <pc:docMk/>
            <pc:sldMk cId="1741540215" sldId="538"/>
            <ac:spMk id="8" creationId="{71B439AB-3866-4EF7-8E82-FA185B0E8CCE}"/>
          </ac:spMkLst>
        </pc:spChg>
        <pc:picChg chg="add del mod">
          <ac:chgData name="Cristian Chilipirea" userId="34ab170da5908fc4" providerId="LiveId" clId="{40ACB1C5-0B6B-4C4B-B64C-8C91579DB1E1}" dt="2018-10-02T21:25:03.422" v="986" actId="478"/>
          <ac:picMkLst>
            <pc:docMk/>
            <pc:sldMk cId="1741540215" sldId="538"/>
            <ac:picMk id="6" creationId="{7495D35F-94F1-4F29-8E3E-9A1DFCA1F972}"/>
          </ac:picMkLst>
        </pc:picChg>
        <pc:picChg chg="add mod">
          <ac:chgData name="Cristian Chilipirea" userId="34ab170da5908fc4" providerId="LiveId" clId="{40ACB1C5-0B6B-4C4B-B64C-8C91579DB1E1}" dt="2018-10-02T21:25:23.380" v="990" actId="1076"/>
          <ac:picMkLst>
            <pc:docMk/>
            <pc:sldMk cId="1741540215" sldId="538"/>
            <ac:picMk id="10" creationId="{3F38ED30-6807-4C93-B632-3C556619CC34}"/>
          </ac:picMkLst>
        </pc:picChg>
        <pc:picChg chg="add mod">
          <ac:chgData name="Cristian Chilipirea" userId="34ab170da5908fc4" providerId="LiveId" clId="{40ACB1C5-0B6B-4C4B-B64C-8C91579DB1E1}" dt="2018-10-02T21:25:42.773" v="995" actId="1076"/>
          <ac:picMkLst>
            <pc:docMk/>
            <pc:sldMk cId="1741540215" sldId="538"/>
            <ac:picMk id="12" creationId="{252330A2-4EB2-44E2-BD79-6C28F5F5348C}"/>
          </ac:picMkLst>
        </pc:picChg>
      </pc:sldChg>
      <pc:sldChg chg="delSp modSp add ord modTransition">
        <pc:chgData name="Cristian Chilipirea" userId="34ab170da5908fc4" providerId="LiveId" clId="{40ACB1C5-0B6B-4C4B-B64C-8C91579DB1E1}" dt="2018-10-02T21:52:58.527" v="1095"/>
        <pc:sldMkLst>
          <pc:docMk/>
          <pc:sldMk cId="1544035050" sldId="539"/>
        </pc:sldMkLst>
        <pc:spChg chg="mod">
          <ac:chgData name="Cristian Chilipirea" userId="34ab170da5908fc4" providerId="LiveId" clId="{40ACB1C5-0B6B-4C4B-B64C-8C91579DB1E1}" dt="2018-10-02T21:41:36.406" v="1044" actId="20577"/>
          <ac:spMkLst>
            <pc:docMk/>
            <pc:sldMk cId="1544035050" sldId="539"/>
            <ac:spMk id="3" creationId="{625E152B-87E2-429C-9420-5FD6B44063FE}"/>
          </ac:spMkLst>
        </pc:spChg>
        <pc:picChg chg="del">
          <ac:chgData name="Cristian Chilipirea" userId="34ab170da5908fc4" providerId="LiveId" clId="{40ACB1C5-0B6B-4C4B-B64C-8C91579DB1E1}" dt="2018-10-02T21:34:43" v="1006" actId="478"/>
          <ac:picMkLst>
            <pc:docMk/>
            <pc:sldMk cId="1544035050" sldId="539"/>
            <ac:picMk id="14" creationId="{B6C59429-8DA0-4492-9391-49E81E30B229}"/>
          </ac:picMkLst>
        </pc:picChg>
      </pc:sldChg>
      <pc:sldChg chg="add modTransition">
        <pc:chgData name="Cristian Chilipirea" userId="34ab170da5908fc4" providerId="LiveId" clId="{40ACB1C5-0B6B-4C4B-B64C-8C91579DB1E1}" dt="2018-10-02T21:52:58.527" v="1095"/>
        <pc:sldMkLst>
          <pc:docMk/>
          <pc:sldMk cId="2002666867" sldId="540"/>
        </pc:sldMkLst>
      </pc:sldChg>
      <pc:sldChg chg="addSp delSp modSp add ord">
        <pc:chgData name="Cristian Chilipirea" userId="34ab170da5908fc4" providerId="LiveId" clId="{40ACB1C5-0B6B-4C4B-B64C-8C91579DB1E1}" dt="2018-10-02T22:16:11.889" v="1265" actId="1076"/>
        <pc:sldMkLst>
          <pc:docMk/>
          <pc:sldMk cId="1888411994" sldId="541"/>
        </pc:sldMkLst>
        <pc:spChg chg="mod">
          <ac:chgData name="Cristian Chilipirea" userId="34ab170da5908fc4" providerId="LiveId" clId="{40ACB1C5-0B6B-4C4B-B64C-8C91579DB1E1}" dt="2018-10-02T22:14:31.327" v="1248"/>
          <ac:spMkLst>
            <pc:docMk/>
            <pc:sldMk cId="1888411994" sldId="541"/>
            <ac:spMk id="2" creationId="{C246B18D-21B3-4B24-B48E-7496160B3CF6}"/>
          </ac:spMkLst>
        </pc:spChg>
        <pc:picChg chg="add del mod">
          <ac:chgData name="Cristian Chilipirea" userId="34ab170da5908fc4" providerId="LiveId" clId="{40ACB1C5-0B6B-4C4B-B64C-8C91579DB1E1}" dt="2018-10-02T22:15:27.215" v="1250" actId="478"/>
          <ac:picMkLst>
            <pc:docMk/>
            <pc:sldMk cId="1888411994" sldId="541"/>
            <ac:picMk id="5" creationId="{8EB89E2F-FB93-43C1-A35F-1210F4AD81A4}"/>
          </ac:picMkLst>
        </pc:picChg>
        <pc:picChg chg="add del mod">
          <ac:chgData name="Cristian Chilipirea" userId="34ab170da5908fc4" providerId="LiveId" clId="{40ACB1C5-0B6B-4C4B-B64C-8C91579DB1E1}" dt="2018-10-02T22:15:35.895" v="1254"/>
          <ac:picMkLst>
            <pc:docMk/>
            <pc:sldMk cId="1888411994" sldId="541"/>
            <ac:picMk id="7" creationId="{C92A7783-639D-461B-9903-314514A82071}"/>
          </ac:picMkLst>
        </pc:picChg>
        <pc:picChg chg="add mod">
          <ac:chgData name="Cristian Chilipirea" userId="34ab170da5908fc4" providerId="LiveId" clId="{40ACB1C5-0B6B-4C4B-B64C-8C91579DB1E1}" dt="2018-10-02T22:16:11.889" v="1265" actId="1076"/>
          <ac:picMkLst>
            <pc:docMk/>
            <pc:sldMk cId="1888411994" sldId="541"/>
            <ac:picMk id="10" creationId="{6E1EEAAC-15B7-4B1C-BE55-B912E8AF4150}"/>
          </ac:picMkLst>
        </pc:picChg>
      </pc:sldChg>
      <pc:sldChg chg="addSp delSp modSp add">
        <pc:chgData name="Cristian Chilipirea" userId="34ab170da5908fc4" providerId="LiveId" clId="{40ACB1C5-0B6B-4C4B-B64C-8C91579DB1E1}" dt="2018-10-02T22:23:20.914" v="1309" actId="1076"/>
        <pc:sldMkLst>
          <pc:docMk/>
          <pc:sldMk cId="3728125730" sldId="542"/>
        </pc:sldMkLst>
        <pc:spChg chg="mod">
          <ac:chgData name="Cristian Chilipirea" userId="34ab170da5908fc4" providerId="LiveId" clId="{40ACB1C5-0B6B-4C4B-B64C-8C91579DB1E1}" dt="2018-10-02T22:22:46.905" v="1302" actId="6549"/>
          <ac:spMkLst>
            <pc:docMk/>
            <pc:sldMk cId="3728125730" sldId="542"/>
            <ac:spMk id="2" creationId="{C3E94133-1880-4417-AA41-BF0388D21CA5}"/>
          </ac:spMkLst>
        </pc:spChg>
        <pc:picChg chg="add mod">
          <ac:chgData name="Cristian Chilipirea" userId="34ab170da5908fc4" providerId="LiveId" clId="{40ACB1C5-0B6B-4C4B-B64C-8C91579DB1E1}" dt="2018-10-02T22:23:20.914" v="1309" actId="1076"/>
          <ac:picMkLst>
            <pc:docMk/>
            <pc:sldMk cId="3728125730" sldId="542"/>
            <ac:picMk id="5" creationId="{16E6390D-3CF4-4876-AFA9-3778A06DEA8D}"/>
          </ac:picMkLst>
        </pc:picChg>
        <pc:picChg chg="del">
          <ac:chgData name="Cristian Chilipirea" userId="34ab170da5908fc4" providerId="LiveId" clId="{40ACB1C5-0B6B-4C4B-B64C-8C91579DB1E1}" dt="2018-10-02T22:23:13.308" v="1304" actId="478"/>
          <ac:picMkLst>
            <pc:docMk/>
            <pc:sldMk cId="3728125730" sldId="542"/>
            <ac:picMk id="6" creationId="{5E4F8245-E006-4689-91C3-C6DA9BAF38C4}"/>
          </ac:picMkLst>
        </pc:picChg>
      </pc:sldChg>
      <pc:sldChg chg="addSp modSp add ord">
        <pc:chgData name="Cristian Chilipirea" userId="34ab170da5908fc4" providerId="LiveId" clId="{40ACB1C5-0B6B-4C4B-B64C-8C91579DB1E1}" dt="2018-10-02T22:26:36.245" v="1354" actId="1076"/>
        <pc:sldMkLst>
          <pc:docMk/>
          <pc:sldMk cId="1289218972" sldId="543"/>
        </pc:sldMkLst>
        <pc:spChg chg="mod">
          <ac:chgData name="Cristian Chilipirea" userId="34ab170da5908fc4" providerId="LiveId" clId="{40ACB1C5-0B6B-4C4B-B64C-8C91579DB1E1}" dt="2018-10-02T22:24:41.064" v="1331" actId="20577"/>
          <ac:spMkLst>
            <pc:docMk/>
            <pc:sldMk cId="1289218972" sldId="543"/>
            <ac:spMk id="2" creationId="{C3E94133-1880-4417-AA41-BF0388D21CA5}"/>
          </ac:spMkLst>
        </pc:spChg>
        <pc:spChg chg="mod">
          <ac:chgData name="Cristian Chilipirea" userId="34ab170da5908fc4" providerId="LiveId" clId="{40ACB1C5-0B6B-4C4B-B64C-8C91579DB1E1}" dt="2018-10-02T22:26:36.245" v="1354" actId="1076"/>
          <ac:spMkLst>
            <pc:docMk/>
            <pc:sldMk cId="1289218972" sldId="543"/>
            <ac:spMk id="7" creationId="{58A3689F-587B-4641-8375-4A623366C697}"/>
          </ac:spMkLst>
        </pc:spChg>
        <pc:spChg chg="mod">
          <ac:chgData name="Cristian Chilipirea" userId="34ab170da5908fc4" providerId="LiveId" clId="{40ACB1C5-0B6B-4C4B-B64C-8C91579DB1E1}" dt="2018-10-02T22:25:43.464" v="1341" actId="20577"/>
          <ac:spMkLst>
            <pc:docMk/>
            <pc:sldMk cId="1289218972" sldId="543"/>
            <ac:spMk id="8" creationId="{63E25340-93D7-48FE-9F1E-B48A2024D976}"/>
          </ac:spMkLst>
        </pc:spChg>
        <pc:spChg chg="add mod">
          <ac:chgData name="Cristian Chilipirea" userId="34ab170da5908fc4" providerId="LiveId" clId="{40ACB1C5-0B6B-4C4B-B64C-8C91579DB1E1}" dt="2018-10-02T22:25:53.291" v="1345" actId="13926"/>
          <ac:spMkLst>
            <pc:docMk/>
            <pc:sldMk cId="1289218972" sldId="543"/>
            <ac:spMk id="9" creationId="{CA70642D-F1F4-4092-B66D-2F16805C9DA1}"/>
          </ac:spMkLst>
        </pc:spChg>
        <pc:spChg chg="add mod">
          <ac:chgData name="Cristian Chilipirea" userId="34ab170da5908fc4" providerId="LiveId" clId="{40ACB1C5-0B6B-4C4B-B64C-8C91579DB1E1}" dt="2018-10-02T22:26:07.581" v="1349" actId="13926"/>
          <ac:spMkLst>
            <pc:docMk/>
            <pc:sldMk cId="1289218972" sldId="543"/>
            <ac:spMk id="10" creationId="{5FA131EE-A608-49FA-B36C-AC313B3513D7}"/>
          </ac:spMkLst>
        </pc:spChg>
      </pc:sldChg>
      <pc:sldChg chg="modSp add">
        <pc:chgData name="Cristian Chilipirea" userId="34ab170da5908fc4" providerId="LiveId" clId="{40ACB1C5-0B6B-4C4B-B64C-8C91579DB1E1}" dt="2018-10-02T22:24:13.026" v="1326" actId="1076"/>
        <pc:sldMkLst>
          <pc:docMk/>
          <pc:sldMk cId="2126027227" sldId="544"/>
        </pc:sldMkLst>
        <pc:spChg chg="mod">
          <ac:chgData name="Cristian Chilipirea" userId="34ab170da5908fc4" providerId="LiveId" clId="{40ACB1C5-0B6B-4C4B-B64C-8C91579DB1E1}" dt="2018-10-02T22:24:13.026" v="1326" actId="1076"/>
          <ac:spMkLst>
            <pc:docMk/>
            <pc:sldMk cId="2126027227" sldId="544"/>
            <ac:spMk id="7" creationId="{58A3689F-587B-4641-8375-4A623366C697}"/>
          </ac:spMkLst>
        </pc:spChg>
      </pc:sldChg>
      <pc:sldChg chg="modSp add">
        <pc:chgData name="Cristian Chilipirea" userId="34ab170da5908fc4" providerId="LiveId" clId="{40ACB1C5-0B6B-4C4B-B64C-8C91579DB1E1}" dt="2018-10-02T22:24:20.180" v="1327" actId="1076"/>
        <pc:sldMkLst>
          <pc:docMk/>
          <pc:sldMk cId="3144370955" sldId="545"/>
        </pc:sldMkLst>
        <pc:spChg chg="mod">
          <ac:chgData name="Cristian Chilipirea" userId="34ab170da5908fc4" providerId="LiveId" clId="{40ACB1C5-0B6B-4C4B-B64C-8C91579DB1E1}" dt="2018-10-02T22:24:20.180" v="1327" actId="1076"/>
          <ac:spMkLst>
            <pc:docMk/>
            <pc:sldMk cId="3144370955" sldId="545"/>
            <ac:spMk id="8" creationId="{63E25340-93D7-48FE-9F1E-B48A2024D976}"/>
          </ac:spMkLst>
        </pc:spChg>
      </pc:sldChg>
      <pc:sldChg chg="modSp add">
        <pc:chgData name="Cristian Chilipirea" userId="34ab170da5908fc4" providerId="LiveId" clId="{40ACB1C5-0B6B-4C4B-B64C-8C91579DB1E1}" dt="2018-10-02T22:24:26.579" v="1328" actId="1076"/>
        <pc:sldMkLst>
          <pc:docMk/>
          <pc:sldMk cId="1882107523" sldId="546"/>
        </pc:sldMkLst>
        <pc:spChg chg="mod">
          <ac:chgData name="Cristian Chilipirea" userId="34ab170da5908fc4" providerId="LiveId" clId="{40ACB1C5-0B6B-4C4B-B64C-8C91579DB1E1}" dt="2018-10-02T22:24:26.579" v="1328" actId="1076"/>
          <ac:spMkLst>
            <pc:docMk/>
            <pc:sldMk cId="1882107523" sldId="546"/>
            <ac:spMk id="7" creationId="{58A3689F-587B-4641-8375-4A623366C697}"/>
          </ac:spMkLst>
        </pc:spChg>
      </pc:sldChg>
      <pc:sldChg chg="modSp add">
        <pc:chgData name="Cristian Chilipirea" userId="34ab170da5908fc4" providerId="LiveId" clId="{40ACB1C5-0B6B-4C4B-B64C-8C91579DB1E1}" dt="2018-10-02T22:26:42.414" v="1355" actId="1076"/>
        <pc:sldMkLst>
          <pc:docMk/>
          <pc:sldMk cId="558091035" sldId="547"/>
        </pc:sldMkLst>
        <pc:spChg chg="mod">
          <ac:chgData name="Cristian Chilipirea" userId="34ab170da5908fc4" providerId="LiveId" clId="{40ACB1C5-0B6B-4C4B-B64C-8C91579DB1E1}" dt="2018-10-02T22:26:42.414" v="1355" actId="1076"/>
          <ac:spMkLst>
            <pc:docMk/>
            <pc:sldMk cId="558091035" sldId="547"/>
            <ac:spMk id="9" creationId="{CA70642D-F1F4-4092-B66D-2F16805C9DA1}"/>
          </ac:spMkLst>
        </pc:spChg>
      </pc:sldChg>
      <pc:sldChg chg="modSp add">
        <pc:chgData name="Cristian Chilipirea" userId="34ab170da5908fc4" providerId="LiveId" clId="{40ACB1C5-0B6B-4C4B-B64C-8C91579DB1E1}" dt="2018-10-02T22:27:59.961" v="1400" actId="1076"/>
        <pc:sldMkLst>
          <pc:docMk/>
          <pc:sldMk cId="3034493033" sldId="548"/>
        </pc:sldMkLst>
        <pc:spChg chg="mod">
          <ac:chgData name="Cristian Chilipirea" userId="34ab170da5908fc4" providerId="LiveId" clId="{40ACB1C5-0B6B-4C4B-B64C-8C91579DB1E1}" dt="2018-10-02T22:27:59.961" v="1400" actId="1076"/>
          <ac:spMkLst>
            <pc:docMk/>
            <pc:sldMk cId="3034493033" sldId="548"/>
            <ac:spMk id="9" creationId="{CA70642D-F1F4-4092-B66D-2F16805C9DA1}"/>
          </ac:spMkLst>
        </pc:spChg>
        <pc:spChg chg="mod">
          <ac:chgData name="Cristian Chilipirea" userId="34ab170da5908fc4" providerId="LiveId" clId="{40ACB1C5-0B6B-4C4B-B64C-8C91579DB1E1}" dt="2018-10-02T22:26:48.190" v="1356" actId="1076"/>
          <ac:spMkLst>
            <pc:docMk/>
            <pc:sldMk cId="3034493033" sldId="548"/>
            <ac:spMk id="10" creationId="{5FA131EE-A608-49FA-B36C-AC313B3513D7}"/>
          </ac:spMkLst>
        </pc:spChg>
      </pc:sldChg>
      <pc:sldChg chg="modSp add">
        <pc:chgData name="Cristian Chilipirea" userId="34ab170da5908fc4" providerId="LiveId" clId="{40ACB1C5-0B6B-4C4B-B64C-8C91579DB1E1}" dt="2018-10-02T22:26:52.128" v="1357" actId="1076"/>
        <pc:sldMkLst>
          <pc:docMk/>
          <pc:sldMk cId="2448597296" sldId="549"/>
        </pc:sldMkLst>
        <pc:spChg chg="mod">
          <ac:chgData name="Cristian Chilipirea" userId="34ab170da5908fc4" providerId="LiveId" clId="{40ACB1C5-0B6B-4C4B-B64C-8C91579DB1E1}" dt="2018-10-02T22:26:52.128" v="1357" actId="1076"/>
          <ac:spMkLst>
            <pc:docMk/>
            <pc:sldMk cId="2448597296" sldId="549"/>
            <ac:spMk id="7" creationId="{58A3689F-587B-4641-8375-4A623366C697}"/>
          </ac:spMkLst>
        </pc:spChg>
      </pc:sldChg>
      <pc:sldChg chg="modSp add">
        <pc:chgData name="Cristian Chilipirea" userId="34ab170da5908fc4" providerId="LiveId" clId="{40ACB1C5-0B6B-4C4B-B64C-8C91579DB1E1}" dt="2018-10-02T22:28:09.778" v="1401" actId="1076"/>
        <pc:sldMkLst>
          <pc:docMk/>
          <pc:sldMk cId="3128890427" sldId="550"/>
        </pc:sldMkLst>
        <pc:spChg chg="mod">
          <ac:chgData name="Cristian Chilipirea" userId="34ab170da5908fc4" providerId="LiveId" clId="{40ACB1C5-0B6B-4C4B-B64C-8C91579DB1E1}" dt="2018-10-02T22:28:09.778" v="1401" actId="1076"/>
          <ac:spMkLst>
            <pc:docMk/>
            <pc:sldMk cId="3128890427" sldId="550"/>
            <ac:spMk id="8" creationId="{63E25340-93D7-48FE-9F1E-B48A2024D976}"/>
          </ac:spMkLst>
        </pc:spChg>
        <pc:spChg chg="mod">
          <ac:chgData name="Cristian Chilipirea" userId="34ab170da5908fc4" providerId="LiveId" clId="{40ACB1C5-0B6B-4C4B-B64C-8C91579DB1E1}" dt="2018-10-02T22:26:58.864" v="1358" actId="1076"/>
          <ac:spMkLst>
            <pc:docMk/>
            <pc:sldMk cId="3128890427" sldId="550"/>
            <ac:spMk id="9" creationId="{CA70642D-F1F4-4092-B66D-2F16805C9DA1}"/>
          </ac:spMkLst>
        </pc:spChg>
      </pc:sldChg>
      <pc:sldChg chg="addSp modSp add ord">
        <pc:chgData name="Cristian Chilipirea" userId="34ab170da5908fc4" providerId="LiveId" clId="{40ACB1C5-0B6B-4C4B-B64C-8C91579DB1E1}" dt="2018-10-02T22:28:56.393" v="1402" actId="1076"/>
        <pc:sldMkLst>
          <pc:docMk/>
          <pc:sldMk cId="447635862" sldId="551"/>
        </pc:sldMkLst>
        <pc:spChg chg="add mod">
          <ac:chgData name="Cristian Chilipirea" userId="34ab170da5908fc4" providerId="LiveId" clId="{40ACB1C5-0B6B-4C4B-B64C-8C91579DB1E1}" dt="2018-10-02T22:28:56.393" v="1402" actId="1076"/>
          <ac:spMkLst>
            <pc:docMk/>
            <pc:sldMk cId="447635862" sldId="551"/>
            <ac:spMk id="3" creationId="{6634E7C2-E6C2-465A-8B72-4336D89C5A7C}"/>
          </ac:spMkLst>
        </pc:spChg>
        <pc:picChg chg="mod">
          <ac:chgData name="Cristian Chilipirea" userId="34ab170da5908fc4" providerId="LiveId" clId="{40ACB1C5-0B6B-4C4B-B64C-8C91579DB1E1}" dt="2018-10-02T22:27:21.203" v="1361" actId="1076"/>
          <ac:picMkLst>
            <pc:docMk/>
            <pc:sldMk cId="447635862" sldId="551"/>
            <ac:picMk id="9" creationId="{B7F921F1-4454-4E6F-B39A-5AF94E4C7D58}"/>
          </ac:picMkLst>
        </pc:picChg>
      </pc:sldChg>
      <pc:sldChg chg="modSp add">
        <pc:chgData name="Cristian Chilipirea" userId="34ab170da5908fc4" providerId="LiveId" clId="{40ACB1C5-0B6B-4C4B-B64C-8C91579DB1E1}" dt="2018-10-02T22:29:32.098" v="1524" actId="20577"/>
        <pc:sldMkLst>
          <pc:docMk/>
          <pc:sldMk cId="1483517246" sldId="552"/>
        </pc:sldMkLst>
        <pc:spChg chg="mod">
          <ac:chgData name="Cristian Chilipirea" userId="34ab170da5908fc4" providerId="LiveId" clId="{40ACB1C5-0B6B-4C4B-B64C-8C91579DB1E1}" dt="2018-10-02T22:29:32.098" v="1524" actId="20577"/>
          <ac:spMkLst>
            <pc:docMk/>
            <pc:sldMk cId="1483517246" sldId="552"/>
            <ac:spMk id="3" creationId="{6634E7C2-E6C2-465A-8B72-4336D89C5A7C}"/>
          </ac:spMkLst>
        </pc:spChg>
      </pc:sldChg>
      <pc:sldChg chg="modSp add">
        <pc:chgData name="Cristian Chilipirea" userId="34ab170da5908fc4" providerId="LiveId" clId="{40ACB1C5-0B6B-4C4B-B64C-8C91579DB1E1}" dt="2018-10-02T22:30:29.977" v="1677" actId="20577"/>
        <pc:sldMkLst>
          <pc:docMk/>
          <pc:sldMk cId="901537233" sldId="553"/>
        </pc:sldMkLst>
        <pc:spChg chg="mod">
          <ac:chgData name="Cristian Chilipirea" userId="34ab170da5908fc4" providerId="LiveId" clId="{40ACB1C5-0B6B-4C4B-B64C-8C91579DB1E1}" dt="2018-10-02T22:30:29.977" v="1677" actId="20577"/>
          <ac:spMkLst>
            <pc:docMk/>
            <pc:sldMk cId="901537233" sldId="553"/>
            <ac:spMk id="3" creationId="{6634E7C2-E6C2-465A-8B72-4336D89C5A7C}"/>
          </ac:spMkLst>
        </pc:spChg>
      </pc:sldChg>
      <pc:sldChg chg="modSp add">
        <pc:chgData name="Cristian Chilipirea" userId="34ab170da5908fc4" providerId="LiveId" clId="{40ACB1C5-0B6B-4C4B-B64C-8C91579DB1E1}" dt="2018-10-02T22:30:50.814" v="1688" actId="113"/>
        <pc:sldMkLst>
          <pc:docMk/>
          <pc:sldMk cId="1544456519" sldId="554"/>
        </pc:sldMkLst>
        <pc:spChg chg="mod">
          <ac:chgData name="Cristian Chilipirea" userId="34ab170da5908fc4" providerId="LiveId" clId="{40ACB1C5-0B6B-4C4B-B64C-8C91579DB1E1}" dt="2018-10-02T22:30:50.814" v="1688" actId="113"/>
          <ac:spMkLst>
            <pc:docMk/>
            <pc:sldMk cId="1544456519" sldId="554"/>
            <ac:spMk id="3" creationId="{6634E7C2-E6C2-465A-8B72-4336D89C5A7C}"/>
          </ac:spMkLst>
        </pc:spChg>
      </pc:sldChg>
      <pc:sldChg chg="modSp add del">
        <pc:chgData name="Cristian Chilipirea" userId="34ab170da5908fc4" providerId="LiveId" clId="{40ACB1C5-0B6B-4C4B-B64C-8C91579DB1E1}" dt="2018-10-04T13:40:32.059" v="1740" actId="2696"/>
        <pc:sldMkLst>
          <pc:docMk/>
          <pc:sldMk cId="2819740296" sldId="555"/>
        </pc:sldMkLst>
        <pc:spChg chg="mod">
          <ac:chgData name="Cristian Chilipirea" userId="34ab170da5908fc4" providerId="LiveId" clId="{40ACB1C5-0B6B-4C4B-B64C-8C91579DB1E1}" dt="2018-10-02T22:32:43.693" v="1707" actId="20577"/>
          <ac:spMkLst>
            <pc:docMk/>
            <pc:sldMk cId="2819740296" sldId="555"/>
            <ac:spMk id="2" creationId="{756317EE-1FA7-45AA-BF09-F92CA42BDD93}"/>
          </ac:spMkLst>
        </pc:spChg>
        <pc:spChg chg="mod">
          <ac:chgData name="Cristian Chilipirea" userId="34ab170da5908fc4" providerId="LiveId" clId="{40ACB1C5-0B6B-4C4B-B64C-8C91579DB1E1}" dt="2018-10-02T22:33:54.761" v="1738" actId="20577"/>
          <ac:spMkLst>
            <pc:docMk/>
            <pc:sldMk cId="2819740296" sldId="555"/>
            <ac:spMk id="3" creationId="{5A14C1F4-F0BE-4574-8BC1-C0AAD28D5DFD}"/>
          </ac:spMkLst>
        </pc:spChg>
      </pc:sldChg>
      <pc:sldChg chg="modSp add del">
        <pc:chgData name="Cristian Chilipirea" userId="34ab170da5908fc4" providerId="LiveId" clId="{40ACB1C5-0B6B-4C4B-B64C-8C91579DB1E1}" dt="2018-10-04T13:40:32.650" v="1741" actId="2696"/>
        <pc:sldMkLst>
          <pc:docMk/>
          <pc:sldMk cId="2622810347" sldId="556"/>
        </pc:sldMkLst>
        <pc:spChg chg="mod">
          <ac:chgData name="Cristian Chilipirea" userId="34ab170da5908fc4" providerId="LiveId" clId="{40ACB1C5-0B6B-4C4B-B64C-8C91579DB1E1}" dt="2018-10-02T22:33:05.050" v="1714" actId="20577"/>
          <ac:spMkLst>
            <pc:docMk/>
            <pc:sldMk cId="2622810347" sldId="556"/>
            <ac:spMk id="3" creationId="{5A14C1F4-F0BE-4574-8BC1-C0AAD28D5DFD}"/>
          </ac:spMkLst>
        </pc:spChg>
      </pc:sldChg>
      <pc:sldMasterChg chg="modTransition modSldLayout">
        <pc:chgData name="Cristian Chilipirea" userId="34ab170da5908fc4" providerId="LiveId" clId="{40ACB1C5-0B6B-4C4B-B64C-8C91579DB1E1}" dt="2018-10-02T21:52:58.527" v="1095"/>
        <pc:sldMasterMkLst>
          <pc:docMk/>
          <pc:sldMasterMk cId="0" sldId="2147483661"/>
        </pc:sldMasterMkLst>
        <pc:sldLayoutChg chg="modTransition">
          <pc:chgData name="Cristian Chilipirea" userId="34ab170da5908fc4" providerId="LiveId" clId="{40ACB1C5-0B6B-4C4B-B64C-8C91579DB1E1}" dt="2018-10-02T21:52:58.527" v="1095"/>
          <pc:sldLayoutMkLst>
            <pc:docMk/>
            <pc:sldMasterMk cId="0" sldId="2147483661"/>
            <pc:sldLayoutMk cId="1635393719" sldId="2147483976"/>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314545740" sldId="2147483977"/>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1764456477" sldId="2147483978"/>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310983217" sldId="2147483979"/>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2750434662" sldId="2147483980"/>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740172351" sldId="2147483981"/>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214260995" sldId="2147483982"/>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2387053853" sldId="2147483983"/>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2202867552" sldId="2147483984"/>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1079532080" sldId="2147483985"/>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288672095" sldId="2147483986"/>
          </pc:sldLayoutMkLst>
        </pc:sldLayoutChg>
      </pc:sldMasterChg>
    </pc:docChg>
  </pc:docChgLst>
  <pc:docChgLst>
    <pc:chgData name="Cristian Chilipirea" userId="34ab170da5908fc4" providerId="LiveId" clId="{7840C37D-FDDB-4314-A31E-446F31402874}"/>
    <pc:docChg chg="undo addSld delSld modSld modSection">
      <pc:chgData name="Cristian Chilipirea" userId="34ab170da5908fc4" providerId="LiveId" clId="{7840C37D-FDDB-4314-A31E-446F31402874}" dt="2019-10-13T10:50:16.213" v="381"/>
      <pc:docMkLst>
        <pc:docMk/>
      </pc:docMkLst>
      <pc:sldChg chg="modSp">
        <pc:chgData name="Cristian Chilipirea" userId="34ab170da5908fc4" providerId="LiveId" clId="{7840C37D-FDDB-4314-A31E-446F31402874}" dt="2019-10-13T10:35:49.864" v="23"/>
        <pc:sldMkLst>
          <pc:docMk/>
          <pc:sldMk cId="0" sldId="485"/>
        </pc:sldMkLst>
        <pc:spChg chg="mod">
          <ac:chgData name="Cristian Chilipirea" userId="34ab170da5908fc4" providerId="LiveId" clId="{7840C37D-FDDB-4314-A31E-446F31402874}" dt="2019-10-13T10:35:49.864" v="23"/>
          <ac:spMkLst>
            <pc:docMk/>
            <pc:sldMk cId="0" sldId="485"/>
            <ac:spMk id="15361" creationId="{B7373C27-AE51-474E-BA1F-0C5F0233AACE}"/>
          </ac:spMkLst>
        </pc:spChg>
      </pc:sldChg>
      <pc:sldChg chg="del">
        <pc:chgData name="Cristian Chilipirea" userId="34ab170da5908fc4" providerId="LiveId" clId="{7840C37D-FDDB-4314-A31E-446F31402874}" dt="2019-10-13T10:35:41.888" v="0" actId="2696"/>
        <pc:sldMkLst>
          <pc:docMk/>
          <pc:sldMk cId="82765791" sldId="486"/>
        </pc:sldMkLst>
      </pc:sldChg>
      <pc:sldChg chg="addSp delSp modSp add">
        <pc:chgData name="Cristian Chilipirea" userId="34ab170da5908fc4" providerId="LiveId" clId="{7840C37D-FDDB-4314-A31E-446F31402874}" dt="2019-10-13T10:36:32.873" v="29"/>
        <pc:sldMkLst>
          <pc:docMk/>
          <pc:sldMk cId="2338593371" sldId="486"/>
        </pc:sldMkLst>
        <pc:spChg chg="mod">
          <ac:chgData name="Cristian Chilipirea" userId="34ab170da5908fc4" providerId="LiveId" clId="{7840C37D-FDDB-4314-A31E-446F31402874}" dt="2019-10-13T10:35:57.638" v="25"/>
          <ac:spMkLst>
            <pc:docMk/>
            <pc:sldMk cId="2338593371" sldId="486"/>
            <ac:spMk id="2" creationId="{B9808585-3E9A-482E-9979-16C4C9043B58}"/>
          </ac:spMkLst>
        </pc:spChg>
        <pc:spChg chg="del">
          <ac:chgData name="Cristian Chilipirea" userId="34ab170da5908fc4" providerId="LiveId" clId="{7840C37D-FDDB-4314-A31E-446F31402874}" dt="2019-10-13T10:36:30.722" v="26" actId="478"/>
          <ac:spMkLst>
            <pc:docMk/>
            <pc:sldMk cId="2338593371" sldId="486"/>
            <ac:spMk id="3" creationId="{A5F3EE3C-A748-4CA7-AEFA-BC8891A272D3}"/>
          </ac:spMkLst>
        </pc:spChg>
        <pc:spChg chg="add del">
          <ac:chgData name="Cristian Chilipirea" userId="34ab170da5908fc4" providerId="LiveId" clId="{7840C37D-FDDB-4314-A31E-446F31402874}" dt="2019-10-13T10:36:32.862" v="28"/>
          <ac:spMkLst>
            <pc:docMk/>
            <pc:sldMk cId="2338593371" sldId="486"/>
            <ac:spMk id="4" creationId="{2B18BB36-4791-436C-8A83-074CA4A416D2}"/>
          </ac:spMkLst>
        </pc:spChg>
        <pc:spChg chg="add">
          <ac:chgData name="Cristian Chilipirea" userId="34ab170da5908fc4" providerId="LiveId" clId="{7840C37D-FDDB-4314-A31E-446F31402874}" dt="2019-10-13T10:36:32.873" v="29"/>
          <ac:spMkLst>
            <pc:docMk/>
            <pc:sldMk cId="2338593371" sldId="486"/>
            <ac:spMk id="5" creationId="{8BB290BD-77F4-41B0-8050-C3F38A40DA7A}"/>
          </ac:spMkLst>
        </pc:spChg>
      </pc:sldChg>
      <pc:sldChg chg="del">
        <pc:chgData name="Cristian Chilipirea" userId="34ab170da5908fc4" providerId="LiveId" clId="{7840C37D-FDDB-4314-A31E-446F31402874}" dt="2019-10-13T10:35:42.383" v="1" actId="2696"/>
        <pc:sldMkLst>
          <pc:docMk/>
          <pc:sldMk cId="3808378620" sldId="487"/>
        </pc:sldMkLst>
      </pc:sldChg>
      <pc:sldChg chg="addSp delSp modSp add modAnim">
        <pc:chgData name="Cristian Chilipirea" userId="34ab170da5908fc4" providerId="LiveId" clId="{7840C37D-FDDB-4314-A31E-446F31402874}" dt="2019-10-13T10:36:46.748" v="36"/>
        <pc:sldMkLst>
          <pc:docMk/>
          <pc:sldMk cId="4290695015" sldId="487"/>
        </pc:sldMkLst>
        <pc:spChg chg="mod">
          <ac:chgData name="Cristian Chilipirea" userId="34ab170da5908fc4" providerId="LiveId" clId="{7840C37D-FDDB-4314-A31E-446F31402874}" dt="2019-10-13T10:36:39.008" v="31"/>
          <ac:spMkLst>
            <pc:docMk/>
            <pc:sldMk cId="4290695015" sldId="487"/>
            <ac:spMk id="2" creationId="{A0E56962-24FF-4D6A-BD4B-7211168095C3}"/>
          </ac:spMkLst>
        </pc:spChg>
        <pc:spChg chg="del">
          <ac:chgData name="Cristian Chilipirea" userId="34ab170da5908fc4" providerId="LiveId" clId="{7840C37D-FDDB-4314-A31E-446F31402874}" dt="2019-10-13T10:36:41.439" v="32" actId="478"/>
          <ac:spMkLst>
            <pc:docMk/>
            <pc:sldMk cId="4290695015" sldId="487"/>
            <ac:spMk id="3" creationId="{A083F2C7-8904-4A79-BDD2-3046405D4041}"/>
          </ac:spMkLst>
        </pc:spChg>
        <pc:spChg chg="add del mod">
          <ac:chgData name="Cristian Chilipirea" userId="34ab170da5908fc4" providerId="LiveId" clId="{7840C37D-FDDB-4314-A31E-446F31402874}" dt="2019-10-13T10:36:46.736" v="35"/>
          <ac:spMkLst>
            <pc:docMk/>
            <pc:sldMk cId="4290695015" sldId="487"/>
            <ac:spMk id="4" creationId="{C1A8B81B-218F-40C8-AA13-5DFDBC9C3F3D}"/>
          </ac:spMkLst>
        </pc:spChg>
        <pc:spChg chg="add">
          <ac:chgData name="Cristian Chilipirea" userId="34ab170da5908fc4" providerId="LiveId" clId="{7840C37D-FDDB-4314-A31E-446F31402874}" dt="2019-10-13T10:36:46.748" v="36"/>
          <ac:spMkLst>
            <pc:docMk/>
            <pc:sldMk cId="4290695015" sldId="487"/>
            <ac:spMk id="5" creationId="{7FBE6F44-C4FC-4B81-B15C-C6919665ED8B}"/>
          </ac:spMkLst>
        </pc:spChg>
      </pc:sldChg>
      <pc:sldChg chg="del">
        <pc:chgData name="Cristian Chilipirea" userId="34ab170da5908fc4" providerId="LiveId" clId="{7840C37D-FDDB-4314-A31E-446F31402874}" dt="2019-10-13T10:35:42.438" v="2" actId="2696"/>
        <pc:sldMkLst>
          <pc:docMk/>
          <pc:sldMk cId="2485176181" sldId="488"/>
        </pc:sldMkLst>
      </pc:sldChg>
      <pc:sldChg chg="addSp delSp modSp add">
        <pc:chgData name="Cristian Chilipirea" userId="34ab170da5908fc4" providerId="LiveId" clId="{7840C37D-FDDB-4314-A31E-446F31402874}" dt="2019-10-13T10:37:02.767" v="43" actId="1076"/>
        <pc:sldMkLst>
          <pc:docMk/>
          <pc:sldMk cId="3485697799" sldId="488"/>
        </pc:sldMkLst>
        <pc:spChg chg="mod">
          <ac:chgData name="Cristian Chilipirea" userId="34ab170da5908fc4" providerId="LiveId" clId="{7840C37D-FDDB-4314-A31E-446F31402874}" dt="2019-10-13T10:36:53.062" v="38"/>
          <ac:spMkLst>
            <pc:docMk/>
            <pc:sldMk cId="3485697799" sldId="488"/>
            <ac:spMk id="2" creationId="{992E9F12-ADC8-42C4-9670-C0F1CC638971}"/>
          </ac:spMkLst>
        </pc:spChg>
        <pc:spChg chg="del">
          <ac:chgData name="Cristian Chilipirea" userId="34ab170da5908fc4" providerId="LiveId" clId="{7840C37D-FDDB-4314-A31E-446F31402874}" dt="2019-10-13T10:36:55.326" v="39" actId="478"/>
          <ac:spMkLst>
            <pc:docMk/>
            <pc:sldMk cId="3485697799" sldId="488"/>
            <ac:spMk id="3" creationId="{84CD5C51-800A-4456-A248-3A30CA5F2F4A}"/>
          </ac:spMkLst>
        </pc:spChg>
        <pc:spChg chg="add del">
          <ac:chgData name="Cristian Chilipirea" userId="34ab170da5908fc4" providerId="LiveId" clId="{7840C37D-FDDB-4314-A31E-446F31402874}" dt="2019-10-13T10:37:00.665" v="41"/>
          <ac:spMkLst>
            <pc:docMk/>
            <pc:sldMk cId="3485697799" sldId="488"/>
            <ac:spMk id="4" creationId="{350FD90D-6501-46ED-90E7-ABDFE7D0179C}"/>
          </ac:spMkLst>
        </pc:spChg>
        <pc:spChg chg="add mod">
          <ac:chgData name="Cristian Chilipirea" userId="34ab170da5908fc4" providerId="LiveId" clId="{7840C37D-FDDB-4314-A31E-446F31402874}" dt="2019-10-13T10:37:02.767" v="43" actId="1076"/>
          <ac:spMkLst>
            <pc:docMk/>
            <pc:sldMk cId="3485697799" sldId="488"/>
            <ac:spMk id="5" creationId="{5E6E2C07-456B-45FC-BF37-15B265DAA3F5}"/>
          </ac:spMkLst>
        </pc:spChg>
      </pc:sldChg>
      <pc:sldChg chg="del">
        <pc:chgData name="Cristian Chilipirea" userId="34ab170da5908fc4" providerId="LiveId" clId="{7840C37D-FDDB-4314-A31E-446F31402874}" dt="2019-10-13T10:35:42.495" v="3" actId="2696"/>
        <pc:sldMkLst>
          <pc:docMk/>
          <pc:sldMk cId="153538803" sldId="489"/>
        </pc:sldMkLst>
      </pc:sldChg>
      <pc:sldChg chg="addSp delSp modSp add">
        <pc:chgData name="Cristian Chilipirea" userId="34ab170da5908fc4" providerId="LiveId" clId="{7840C37D-FDDB-4314-A31E-446F31402874}" dt="2019-10-13T10:37:19.241" v="50" actId="1076"/>
        <pc:sldMkLst>
          <pc:docMk/>
          <pc:sldMk cId="3198136285" sldId="489"/>
        </pc:sldMkLst>
        <pc:spChg chg="mod">
          <ac:chgData name="Cristian Chilipirea" userId="34ab170da5908fc4" providerId="LiveId" clId="{7840C37D-FDDB-4314-A31E-446F31402874}" dt="2019-10-13T10:37:09.628" v="45"/>
          <ac:spMkLst>
            <pc:docMk/>
            <pc:sldMk cId="3198136285" sldId="489"/>
            <ac:spMk id="2" creationId="{0756F962-085C-4450-B3F4-A28FE1E7D9C7}"/>
          </ac:spMkLst>
        </pc:spChg>
        <pc:spChg chg="del">
          <ac:chgData name="Cristian Chilipirea" userId="34ab170da5908fc4" providerId="LiveId" clId="{7840C37D-FDDB-4314-A31E-446F31402874}" dt="2019-10-13T10:37:11.859" v="46" actId="478"/>
          <ac:spMkLst>
            <pc:docMk/>
            <pc:sldMk cId="3198136285" sldId="489"/>
            <ac:spMk id="3" creationId="{FD4AFBD4-E0BA-4E02-9F1C-BF7A7281A907}"/>
          </ac:spMkLst>
        </pc:spChg>
        <pc:spChg chg="add del">
          <ac:chgData name="Cristian Chilipirea" userId="34ab170da5908fc4" providerId="LiveId" clId="{7840C37D-FDDB-4314-A31E-446F31402874}" dt="2019-10-13T10:37:17.336" v="48"/>
          <ac:spMkLst>
            <pc:docMk/>
            <pc:sldMk cId="3198136285" sldId="489"/>
            <ac:spMk id="4" creationId="{A24B5529-596D-4C4B-A1F0-FA311930D820}"/>
          </ac:spMkLst>
        </pc:spChg>
        <pc:spChg chg="add mod">
          <ac:chgData name="Cristian Chilipirea" userId="34ab170da5908fc4" providerId="LiveId" clId="{7840C37D-FDDB-4314-A31E-446F31402874}" dt="2019-10-13T10:37:19.241" v="50" actId="1076"/>
          <ac:spMkLst>
            <pc:docMk/>
            <pc:sldMk cId="3198136285" sldId="489"/>
            <ac:spMk id="5" creationId="{B56D60DB-6879-47B2-9A9D-58C280166BF2}"/>
          </ac:spMkLst>
        </pc:spChg>
      </pc:sldChg>
      <pc:sldChg chg="addSp delSp modSp add">
        <pc:chgData name="Cristian Chilipirea" userId="34ab170da5908fc4" providerId="LiveId" clId="{7840C37D-FDDB-4314-A31E-446F31402874}" dt="2019-10-13T10:37:34.146" v="57" actId="1076"/>
        <pc:sldMkLst>
          <pc:docMk/>
          <pc:sldMk cId="1494177774" sldId="490"/>
        </pc:sldMkLst>
        <pc:spChg chg="mod">
          <ac:chgData name="Cristian Chilipirea" userId="34ab170da5908fc4" providerId="LiveId" clId="{7840C37D-FDDB-4314-A31E-446F31402874}" dt="2019-10-13T10:37:25.231" v="52"/>
          <ac:spMkLst>
            <pc:docMk/>
            <pc:sldMk cId="1494177774" sldId="490"/>
            <ac:spMk id="2" creationId="{F069374C-B1F3-4B6E-B5D5-14D7C137A2BF}"/>
          </ac:spMkLst>
        </pc:spChg>
        <pc:spChg chg="del">
          <ac:chgData name="Cristian Chilipirea" userId="34ab170da5908fc4" providerId="LiveId" clId="{7840C37D-FDDB-4314-A31E-446F31402874}" dt="2019-10-13T10:37:26.894" v="53" actId="478"/>
          <ac:spMkLst>
            <pc:docMk/>
            <pc:sldMk cId="1494177774" sldId="490"/>
            <ac:spMk id="3" creationId="{5E9CC154-E823-4D26-B288-229A773D8A5F}"/>
          </ac:spMkLst>
        </pc:spChg>
        <pc:spChg chg="add del">
          <ac:chgData name="Cristian Chilipirea" userId="34ab170da5908fc4" providerId="LiveId" clId="{7840C37D-FDDB-4314-A31E-446F31402874}" dt="2019-10-13T10:37:32.155" v="55"/>
          <ac:spMkLst>
            <pc:docMk/>
            <pc:sldMk cId="1494177774" sldId="490"/>
            <ac:spMk id="4" creationId="{6909C5D7-AACB-40F6-9CAC-B23EDEA766DA}"/>
          </ac:spMkLst>
        </pc:spChg>
        <pc:spChg chg="add mod">
          <ac:chgData name="Cristian Chilipirea" userId="34ab170da5908fc4" providerId="LiveId" clId="{7840C37D-FDDB-4314-A31E-446F31402874}" dt="2019-10-13T10:37:34.146" v="57" actId="1076"/>
          <ac:spMkLst>
            <pc:docMk/>
            <pc:sldMk cId="1494177774" sldId="490"/>
            <ac:spMk id="5" creationId="{C451349E-F407-4642-9D52-9B2510FEFE3F}"/>
          </ac:spMkLst>
        </pc:spChg>
      </pc:sldChg>
      <pc:sldChg chg="del">
        <pc:chgData name="Cristian Chilipirea" userId="34ab170da5908fc4" providerId="LiveId" clId="{7840C37D-FDDB-4314-A31E-446F31402874}" dt="2019-10-13T10:35:42.555" v="4" actId="2696"/>
        <pc:sldMkLst>
          <pc:docMk/>
          <pc:sldMk cId="4285981982" sldId="490"/>
        </pc:sldMkLst>
      </pc:sldChg>
      <pc:sldChg chg="addSp delSp modSp add">
        <pc:chgData name="Cristian Chilipirea" userId="34ab170da5908fc4" providerId="LiveId" clId="{7840C37D-FDDB-4314-A31E-446F31402874}" dt="2019-10-13T10:37:50.852" v="64" actId="1076"/>
        <pc:sldMkLst>
          <pc:docMk/>
          <pc:sldMk cId="504263197" sldId="491"/>
        </pc:sldMkLst>
        <pc:spChg chg="mod">
          <ac:chgData name="Cristian Chilipirea" userId="34ab170da5908fc4" providerId="LiveId" clId="{7840C37D-FDDB-4314-A31E-446F31402874}" dt="2019-10-13T10:37:40.299" v="59"/>
          <ac:spMkLst>
            <pc:docMk/>
            <pc:sldMk cId="504263197" sldId="491"/>
            <ac:spMk id="2" creationId="{8DD6C092-F0CB-4029-82ED-0C3298402A05}"/>
          </ac:spMkLst>
        </pc:spChg>
        <pc:spChg chg="del">
          <ac:chgData name="Cristian Chilipirea" userId="34ab170da5908fc4" providerId="LiveId" clId="{7840C37D-FDDB-4314-A31E-446F31402874}" dt="2019-10-13T10:37:42.235" v="60" actId="478"/>
          <ac:spMkLst>
            <pc:docMk/>
            <pc:sldMk cId="504263197" sldId="491"/>
            <ac:spMk id="3" creationId="{BBAEB694-7238-44AF-8379-6E3F9F621A2E}"/>
          </ac:spMkLst>
        </pc:spChg>
        <pc:spChg chg="add del">
          <ac:chgData name="Cristian Chilipirea" userId="34ab170da5908fc4" providerId="LiveId" clId="{7840C37D-FDDB-4314-A31E-446F31402874}" dt="2019-10-13T10:37:47.055" v="62"/>
          <ac:spMkLst>
            <pc:docMk/>
            <pc:sldMk cId="504263197" sldId="491"/>
            <ac:spMk id="4" creationId="{57EA311B-2E1A-4AC8-B0EC-DB1DD276F9DC}"/>
          </ac:spMkLst>
        </pc:spChg>
        <pc:spChg chg="add mod">
          <ac:chgData name="Cristian Chilipirea" userId="34ab170da5908fc4" providerId="LiveId" clId="{7840C37D-FDDB-4314-A31E-446F31402874}" dt="2019-10-13T10:37:50.852" v="64" actId="1076"/>
          <ac:spMkLst>
            <pc:docMk/>
            <pc:sldMk cId="504263197" sldId="491"/>
            <ac:spMk id="5" creationId="{7BA8441A-59DE-48FB-87E5-8DA7FA2C1129}"/>
          </ac:spMkLst>
        </pc:spChg>
      </pc:sldChg>
      <pc:sldChg chg="del">
        <pc:chgData name="Cristian Chilipirea" userId="34ab170da5908fc4" providerId="LiveId" clId="{7840C37D-FDDB-4314-A31E-446F31402874}" dt="2019-10-13T10:35:42.581" v="5" actId="2696"/>
        <pc:sldMkLst>
          <pc:docMk/>
          <pc:sldMk cId="568663443" sldId="491"/>
        </pc:sldMkLst>
      </pc:sldChg>
      <pc:sldChg chg="addSp delSp modSp add">
        <pc:chgData name="Cristian Chilipirea" userId="34ab170da5908fc4" providerId="LiveId" clId="{7840C37D-FDDB-4314-A31E-446F31402874}" dt="2019-10-13T10:38:04.998" v="71" actId="1076"/>
        <pc:sldMkLst>
          <pc:docMk/>
          <pc:sldMk cId="3412107781" sldId="492"/>
        </pc:sldMkLst>
        <pc:spChg chg="mod">
          <ac:chgData name="Cristian Chilipirea" userId="34ab170da5908fc4" providerId="LiveId" clId="{7840C37D-FDDB-4314-A31E-446F31402874}" dt="2019-10-13T10:37:56.283" v="66"/>
          <ac:spMkLst>
            <pc:docMk/>
            <pc:sldMk cId="3412107781" sldId="492"/>
            <ac:spMk id="2" creationId="{4983DA10-4C36-4C02-BA39-E8F832E166FD}"/>
          </ac:spMkLst>
        </pc:spChg>
        <pc:spChg chg="del">
          <ac:chgData name="Cristian Chilipirea" userId="34ab170da5908fc4" providerId="LiveId" clId="{7840C37D-FDDB-4314-A31E-446F31402874}" dt="2019-10-13T10:37:58.270" v="67" actId="478"/>
          <ac:spMkLst>
            <pc:docMk/>
            <pc:sldMk cId="3412107781" sldId="492"/>
            <ac:spMk id="3" creationId="{45649686-E1C1-475E-A2A6-55592DDDA63A}"/>
          </ac:spMkLst>
        </pc:spChg>
        <pc:spChg chg="add del">
          <ac:chgData name="Cristian Chilipirea" userId="34ab170da5908fc4" providerId="LiveId" clId="{7840C37D-FDDB-4314-A31E-446F31402874}" dt="2019-10-13T10:38:03.353" v="69"/>
          <ac:spMkLst>
            <pc:docMk/>
            <pc:sldMk cId="3412107781" sldId="492"/>
            <ac:spMk id="4" creationId="{3A0C54A6-1AC4-4751-862A-A0969DF80B7F}"/>
          </ac:spMkLst>
        </pc:spChg>
        <pc:spChg chg="add mod">
          <ac:chgData name="Cristian Chilipirea" userId="34ab170da5908fc4" providerId="LiveId" clId="{7840C37D-FDDB-4314-A31E-446F31402874}" dt="2019-10-13T10:38:04.998" v="71" actId="1076"/>
          <ac:spMkLst>
            <pc:docMk/>
            <pc:sldMk cId="3412107781" sldId="492"/>
            <ac:spMk id="5" creationId="{4E12F6DA-CACB-4010-92C9-84E96D247C9D}"/>
          </ac:spMkLst>
        </pc:spChg>
      </pc:sldChg>
      <pc:sldChg chg="del">
        <pc:chgData name="Cristian Chilipirea" userId="34ab170da5908fc4" providerId="LiveId" clId="{7840C37D-FDDB-4314-A31E-446F31402874}" dt="2019-10-13T10:35:42.617" v="6" actId="2696"/>
        <pc:sldMkLst>
          <pc:docMk/>
          <pc:sldMk cId="3792123901" sldId="492"/>
        </pc:sldMkLst>
      </pc:sldChg>
      <pc:sldChg chg="del">
        <pc:chgData name="Cristian Chilipirea" userId="34ab170da5908fc4" providerId="LiveId" clId="{7840C37D-FDDB-4314-A31E-446F31402874}" dt="2019-10-13T10:35:42.634" v="7" actId="2696"/>
        <pc:sldMkLst>
          <pc:docMk/>
          <pc:sldMk cId="1273241336" sldId="493"/>
        </pc:sldMkLst>
      </pc:sldChg>
      <pc:sldChg chg="addSp delSp modSp add">
        <pc:chgData name="Cristian Chilipirea" userId="34ab170da5908fc4" providerId="LiveId" clId="{7840C37D-FDDB-4314-A31E-446F31402874}" dt="2019-10-13T10:38:22.705" v="79" actId="1076"/>
        <pc:sldMkLst>
          <pc:docMk/>
          <pc:sldMk cId="1656319771" sldId="493"/>
        </pc:sldMkLst>
        <pc:spChg chg="mod">
          <ac:chgData name="Cristian Chilipirea" userId="34ab170da5908fc4" providerId="LiveId" clId="{7840C37D-FDDB-4314-A31E-446F31402874}" dt="2019-10-13T10:38:11.916" v="73"/>
          <ac:spMkLst>
            <pc:docMk/>
            <pc:sldMk cId="1656319771" sldId="493"/>
            <ac:spMk id="2" creationId="{1ABA2D4A-C3C8-44C9-8F5E-F9FD5EE2469E}"/>
          </ac:spMkLst>
        </pc:spChg>
        <pc:spChg chg="del">
          <ac:chgData name="Cristian Chilipirea" userId="34ab170da5908fc4" providerId="LiveId" clId="{7840C37D-FDDB-4314-A31E-446F31402874}" dt="2019-10-13T10:38:14.306" v="74" actId="478"/>
          <ac:spMkLst>
            <pc:docMk/>
            <pc:sldMk cId="1656319771" sldId="493"/>
            <ac:spMk id="3" creationId="{5F8A318E-453C-421B-949C-5F5D40B341A5}"/>
          </ac:spMkLst>
        </pc:spChg>
        <pc:spChg chg="add del">
          <ac:chgData name="Cristian Chilipirea" userId="34ab170da5908fc4" providerId="LiveId" clId="{7840C37D-FDDB-4314-A31E-446F31402874}" dt="2019-10-13T10:38:19.450" v="76"/>
          <ac:spMkLst>
            <pc:docMk/>
            <pc:sldMk cId="1656319771" sldId="493"/>
            <ac:spMk id="4" creationId="{92177670-26E8-486D-B048-57708FE16804}"/>
          </ac:spMkLst>
        </pc:spChg>
        <pc:spChg chg="add mod">
          <ac:chgData name="Cristian Chilipirea" userId="34ab170da5908fc4" providerId="LiveId" clId="{7840C37D-FDDB-4314-A31E-446F31402874}" dt="2019-10-13T10:38:22.705" v="79" actId="1076"/>
          <ac:spMkLst>
            <pc:docMk/>
            <pc:sldMk cId="1656319771" sldId="493"/>
            <ac:spMk id="5" creationId="{D0D67A6C-51AD-4E9E-8133-5DCC38B52A1E}"/>
          </ac:spMkLst>
        </pc:spChg>
      </pc:sldChg>
      <pc:sldChg chg="del">
        <pc:chgData name="Cristian Chilipirea" userId="34ab170da5908fc4" providerId="LiveId" clId="{7840C37D-FDDB-4314-A31E-446F31402874}" dt="2019-10-13T10:35:42.658" v="8" actId="2696"/>
        <pc:sldMkLst>
          <pc:docMk/>
          <pc:sldMk cId="3442169" sldId="494"/>
        </pc:sldMkLst>
      </pc:sldChg>
      <pc:sldChg chg="addSp delSp modSp add">
        <pc:chgData name="Cristian Chilipirea" userId="34ab170da5908fc4" providerId="LiveId" clId="{7840C37D-FDDB-4314-A31E-446F31402874}" dt="2019-10-13T10:38:38.457" v="85"/>
        <pc:sldMkLst>
          <pc:docMk/>
          <pc:sldMk cId="795707886" sldId="494"/>
        </pc:sldMkLst>
        <pc:spChg chg="mod">
          <ac:chgData name="Cristian Chilipirea" userId="34ab170da5908fc4" providerId="LiveId" clId="{7840C37D-FDDB-4314-A31E-446F31402874}" dt="2019-10-13T10:38:30.411" v="81"/>
          <ac:spMkLst>
            <pc:docMk/>
            <pc:sldMk cId="795707886" sldId="494"/>
            <ac:spMk id="2" creationId="{25231550-A2AE-4D2A-AEEF-F9162BD4F508}"/>
          </ac:spMkLst>
        </pc:spChg>
        <pc:spChg chg="del">
          <ac:chgData name="Cristian Chilipirea" userId="34ab170da5908fc4" providerId="LiveId" clId="{7840C37D-FDDB-4314-A31E-446F31402874}" dt="2019-10-13T10:38:32.666" v="82" actId="478"/>
          <ac:spMkLst>
            <pc:docMk/>
            <pc:sldMk cId="795707886" sldId="494"/>
            <ac:spMk id="3" creationId="{591CBCBE-C566-431F-B31B-4BFEB718761C}"/>
          </ac:spMkLst>
        </pc:spChg>
        <pc:spChg chg="add del">
          <ac:chgData name="Cristian Chilipirea" userId="34ab170da5908fc4" providerId="LiveId" clId="{7840C37D-FDDB-4314-A31E-446F31402874}" dt="2019-10-13T10:38:38.446" v="84"/>
          <ac:spMkLst>
            <pc:docMk/>
            <pc:sldMk cId="795707886" sldId="494"/>
            <ac:spMk id="4" creationId="{5B8AEF1F-A38C-4776-9736-0A158180F19C}"/>
          </ac:spMkLst>
        </pc:spChg>
        <pc:spChg chg="add">
          <ac:chgData name="Cristian Chilipirea" userId="34ab170da5908fc4" providerId="LiveId" clId="{7840C37D-FDDB-4314-A31E-446F31402874}" dt="2019-10-13T10:38:38.457" v="85"/>
          <ac:spMkLst>
            <pc:docMk/>
            <pc:sldMk cId="795707886" sldId="494"/>
            <ac:spMk id="5" creationId="{F57A2641-542F-4BB7-BC24-23965B96327A}"/>
          </ac:spMkLst>
        </pc:spChg>
      </pc:sldChg>
      <pc:sldChg chg="del">
        <pc:chgData name="Cristian Chilipirea" userId="34ab170da5908fc4" providerId="LiveId" clId="{7840C37D-FDDB-4314-A31E-446F31402874}" dt="2019-10-13T10:35:42.795" v="9" actId="2696"/>
        <pc:sldMkLst>
          <pc:docMk/>
          <pc:sldMk cId="83170459" sldId="495"/>
        </pc:sldMkLst>
      </pc:sldChg>
      <pc:sldChg chg="addSp delSp modSp add">
        <pc:chgData name="Cristian Chilipirea" userId="34ab170da5908fc4" providerId="LiveId" clId="{7840C37D-FDDB-4314-A31E-446F31402874}" dt="2019-10-13T10:38:54.340" v="91"/>
        <pc:sldMkLst>
          <pc:docMk/>
          <pc:sldMk cId="749517494" sldId="495"/>
        </pc:sldMkLst>
        <pc:spChg chg="mod">
          <ac:chgData name="Cristian Chilipirea" userId="34ab170da5908fc4" providerId="LiveId" clId="{7840C37D-FDDB-4314-A31E-446F31402874}" dt="2019-10-13T10:38:46.956" v="87"/>
          <ac:spMkLst>
            <pc:docMk/>
            <pc:sldMk cId="749517494" sldId="495"/>
            <ac:spMk id="2" creationId="{236A4D13-C8DF-42FE-B962-47411C924062}"/>
          </ac:spMkLst>
        </pc:spChg>
        <pc:spChg chg="del">
          <ac:chgData name="Cristian Chilipirea" userId="34ab170da5908fc4" providerId="LiveId" clId="{7840C37D-FDDB-4314-A31E-446F31402874}" dt="2019-10-13T10:38:48.922" v="88" actId="478"/>
          <ac:spMkLst>
            <pc:docMk/>
            <pc:sldMk cId="749517494" sldId="495"/>
            <ac:spMk id="3" creationId="{981CF91F-01D2-42EF-A2BC-01812B7F30F3}"/>
          </ac:spMkLst>
        </pc:spChg>
        <pc:spChg chg="add del">
          <ac:chgData name="Cristian Chilipirea" userId="34ab170da5908fc4" providerId="LiveId" clId="{7840C37D-FDDB-4314-A31E-446F31402874}" dt="2019-10-13T10:38:54.326" v="90"/>
          <ac:spMkLst>
            <pc:docMk/>
            <pc:sldMk cId="749517494" sldId="495"/>
            <ac:spMk id="4" creationId="{5DC2F815-7C4D-4DCC-867E-7FAD9122AD91}"/>
          </ac:spMkLst>
        </pc:spChg>
        <pc:spChg chg="add del">
          <ac:chgData name="Cristian Chilipirea" userId="34ab170da5908fc4" providerId="LiveId" clId="{7840C37D-FDDB-4314-A31E-446F31402874}" dt="2019-10-13T10:38:54.326" v="90"/>
          <ac:spMkLst>
            <pc:docMk/>
            <pc:sldMk cId="749517494" sldId="495"/>
            <ac:spMk id="5" creationId="{0B45776B-D3A1-4313-84A3-343D15DBA9CD}"/>
          </ac:spMkLst>
        </pc:spChg>
        <pc:spChg chg="add del">
          <ac:chgData name="Cristian Chilipirea" userId="34ab170da5908fc4" providerId="LiveId" clId="{7840C37D-FDDB-4314-A31E-446F31402874}" dt="2019-10-13T10:38:54.326" v="90"/>
          <ac:spMkLst>
            <pc:docMk/>
            <pc:sldMk cId="749517494" sldId="495"/>
            <ac:spMk id="7" creationId="{06266510-DFF6-4E90-A271-DBE4B7526BF1}"/>
          </ac:spMkLst>
        </pc:spChg>
        <pc:spChg chg="add del">
          <ac:chgData name="Cristian Chilipirea" userId="34ab170da5908fc4" providerId="LiveId" clId="{7840C37D-FDDB-4314-A31E-446F31402874}" dt="2019-10-13T10:38:54.326" v="90"/>
          <ac:spMkLst>
            <pc:docMk/>
            <pc:sldMk cId="749517494" sldId="495"/>
            <ac:spMk id="8" creationId="{34172BD6-503F-461A-A282-7A5A39DC39E9}"/>
          </ac:spMkLst>
        </pc:spChg>
        <pc:spChg chg="add del">
          <ac:chgData name="Cristian Chilipirea" userId="34ab170da5908fc4" providerId="LiveId" clId="{7840C37D-FDDB-4314-A31E-446F31402874}" dt="2019-10-13T10:38:54.326" v="90"/>
          <ac:spMkLst>
            <pc:docMk/>
            <pc:sldMk cId="749517494" sldId="495"/>
            <ac:spMk id="9" creationId="{A74806F9-8D8D-4C71-9F6A-2E576665FC57}"/>
          </ac:spMkLst>
        </pc:spChg>
        <pc:spChg chg="add del">
          <ac:chgData name="Cristian Chilipirea" userId="34ab170da5908fc4" providerId="LiveId" clId="{7840C37D-FDDB-4314-A31E-446F31402874}" dt="2019-10-13T10:38:54.326" v="90"/>
          <ac:spMkLst>
            <pc:docMk/>
            <pc:sldMk cId="749517494" sldId="495"/>
            <ac:spMk id="10" creationId="{56D8C2E8-1CF0-4BD4-B107-FCDF939E639E}"/>
          </ac:spMkLst>
        </pc:spChg>
        <pc:spChg chg="add del">
          <ac:chgData name="Cristian Chilipirea" userId="34ab170da5908fc4" providerId="LiveId" clId="{7840C37D-FDDB-4314-A31E-446F31402874}" dt="2019-10-13T10:38:54.326" v="90"/>
          <ac:spMkLst>
            <pc:docMk/>
            <pc:sldMk cId="749517494" sldId="495"/>
            <ac:spMk id="16" creationId="{6F167C53-959B-429F-A555-BA31FA5AF2EE}"/>
          </ac:spMkLst>
        </pc:spChg>
        <pc:spChg chg="add del">
          <ac:chgData name="Cristian Chilipirea" userId="34ab170da5908fc4" providerId="LiveId" clId="{7840C37D-FDDB-4314-A31E-446F31402874}" dt="2019-10-13T10:38:54.326" v="90"/>
          <ac:spMkLst>
            <pc:docMk/>
            <pc:sldMk cId="749517494" sldId="495"/>
            <ac:spMk id="17" creationId="{69134C06-C0FF-44FA-B629-495FDD55A219}"/>
          </ac:spMkLst>
        </pc:spChg>
        <pc:spChg chg="add del">
          <ac:chgData name="Cristian Chilipirea" userId="34ab170da5908fc4" providerId="LiveId" clId="{7840C37D-FDDB-4314-A31E-446F31402874}" dt="2019-10-13T10:38:54.326" v="90"/>
          <ac:spMkLst>
            <pc:docMk/>
            <pc:sldMk cId="749517494" sldId="495"/>
            <ac:spMk id="18" creationId="{F9AE13F8-4B4D-4AE8-B1AA-F7617D71E167}"/>
          </ac:spMkLst>
        </pc:spChg>
        <pc:spChg chg="add del">
          <ac:chgData name="Cristian Chilipirea" userId="34ab170da5908fc4" providerId="LiveId" clId="{7840C37D-FDDB-4314-A31E-446F31402874}" dt="2019-10-13T10:38:54.326" v="90"/>
          <ac:spMkLst>
            <pc:docMk/>
            <pc:sldMk cId="749517494" sldId="495"/>
            <ac:spMk id="19" creationId="{DFB64739-6320-4DC8-BB65-F6FA30B1D30C}"/>
          </ac:spMkLst>
        </pc:spChg>
        <pc:spChg chg="add del">
          <ac:chgData name="Cristian Chilipirea" userId="34ab170da5908fc4" providerId="LiveId" clId="{7840C37D-FDDB-4314-A31E-446F31402874}" dt="2019-10-13T10:38:54.326" v="90"/>
          <ac:spMkLst>
            <pc:docMk/>
            <pc:sldMk cId="749517494" sldId="495"/>
            <ac:spMk id="20" creationId="{08297447-4EE4-4C20-B17A-BEB908C4DD8B}"/>
          </ac:spMkLst>
        </pc:spChg>
        <pc:spChg chg="add">
          <ac:chgData name="Cristian Chilipirea" userId="34ab170da5908fc4" providerId="LiveId" clId="{7840C37D-FDDB-4314-A31E-446F31402874}" dt="2019-10-13T10:38:54.340" v="91"/>
          <ac:spMkLst>
            <pc:docMk/>
            <pc:sldMk cId="749517494" sldId="495"/>
            <ac:spMk id="21" creationId="{9EE33095-A6B5-438E-A81F-19906765626C}"/>
          </ac:spMkLst>
        </pc:spChg>
        <pc:spChg chg="add">
          <ac:chgData name="Cristian Chilipirea" userId="34ab170da5908fc4" providerId="LiveId" clId="{7840C37D-FDDB-4314-A31E-446F31402874}" dt="2019-10-13T10:38:54.340" v="91"/>
          <ac:spMkLst>
            <pc:docMk/>
            <pc:sldMk cId="749517494" sldId="495"/>
            <ac:spMk id="22" creationId="{075DBDDF-F510-40F4-96EC-8E566D1182D9}"/>
          </ac:spMkLst>
        </pc:spChg>
        <pc:spChg chg="add">
          <ac:chgData name="Cristian Chilipirea" userId="34ab170da5908fc4" providerId="LiveId" clId="{7840C37D-FDDB-4314-A31E-446F31402874}" dt="2019-10-13T10:38:54.340" v="91"/>
          <ac:spMkLst>
            <pc:docMk/>
            <pc:sldMk cId="749517494" sldId="495"/>
            <ac:spMk id="24" creationId="{BC702D62-AF4C-4D53-9719-1DAF7153C159}"/>
          </ac:spMkLst>
        </pc:spChg>
        <pc:spChg chg="add">
          <ac:chgData name="Cristian Chilipirea" userId="34ab170da5908fc4" providerId="LiveId" clId="{7840C37D-FDDB-4314-A31E-446F31402874}" dt="2019-10-13T10:38:54.340" v="91"/>
          <ac:spMkLst>
            <pc:docMk/>
            <pc:sldMk cId="749517494" sldId="495"/>
            <ac:spMk id="25" creationId="{5E415570-E7E4-4191-88D1-300ADDA577B6}"/>
          </ac:spMkLst>
        </pc:spChg>
        <pc:spChg chg="add">
          <ac:chgData name="Cristian Chilipirea" userId="34ab170da5908fc4" providerId="LiveId" clId="{7840C37D-FDDB-4314-A31E-446F31402874}" dt="2019-10-13T10:38:54.340" v="91"/>
          <ac:spMkLst>
            <pc:docMk/>
            <pc:sldMk cId="749517494" sldId="495"/>
            <ac:spMk id="26" creationId="{B5AE4EB9-65F2-40C7-8559-EA0CEB22B89E}"/>
          </ac:spMkLst>
        </pc:spChg>
        <pc:spChg chg="add">
          <ac:chgData name="Cristian Chilipirea" userId="34ab170da5908fc4" providerId="LiveId" clId="{7840C37D-FDDB-4314-A31E-446F31402874}" dt="2019-10-13T10:38:54.340" v="91"/>
          <ac:spMkLst>
            <pc:docMk/>
            <pc:sldMk cId="749517494" sldId="495"/>
            <ac:spMk id="27" creationId="{1ADCFC61-29A6-449A-A722-571824B8C6CC}"/>
          </ac:spMkLst>
        </pc:spChg>
        <pc:spChg chg="add">
          <ac:chgData name="Cristian Chilipirea" userId="34ab170da5908fc4" providerId="LiveId" clId="{7840C37D-FDDB-4314-A31E-446F31402874}" dt="2019-10-13T10:38:54.340" v="91"/>
          <ac:spMkLst>
            <pc:docMk/>
            <pc:sldMk cId="749517494" sldId="495"/>
            <ac:spMk id="33" creationId="{D734C4D0-188F-403E-8BAE-1EFEBD1C58C7}"/>
          </ac:spMkLst>
        </pc:spChg>
        <pc:spChg chg="add">
          <ac:chgData name="Cristian Chilipirea" userId="34ab170da5908fc4" providerId="LiveId" clId="{7840C37D-FDDB-4314-A31E-446F31402874}" dt="2019-10-13T10:38:54.340" v="91"/>
          <ac:spMkLst>
            <pc:docMk/>
            <pc:sldMk cId="749517494" sldId="495"/>
            <ac:spMk id="34" creationId="{1D86F3E4-5409-4960-9591-F858B9DC4F5A}"/>
          </ac:spMkLst>
        </pc:spChg>
        <pc:spChg chg="add">
          <ac:chgData name="Cristian Chilipirea" userId="34ab170da5908fc4" providerId="LiveId" clId="{7840C37D-FDDB-4314-A31E-446F31402874}" dt="2019-10-13T10:38:54.340" v="91"/>
          <ac:spMkLst>
            <pc:docMk/>
            <pc:sldMk cId="749517494" sldId="495"/>
            <ac:spMk id="35" creationId="{3671ED7E-6274-4050-9B53-97F4B92110D5}"/>
          </ac:spMkLst>
        </pc:spChg>
        <pc:spChg chg="add">
          <ac:chgData name="Cristian Chilipirea" userId="34ab170da5908fc4" providerId="LiveId" clId="{7840C37D-FDDB-4314-A31E-446F31402874}" dt="2019-10-13T10:38:54.340" v="91"/>
          <ac:spMkLst>
            <pc:docMk/>
            <pc:sldMk cId="749517494" sldId="495"/>
            <ac:spMk id="36" creationId="{3BACB218-D8BB-4150-A426-B19DFC20C7D6}"/>
          </ac:spMkLst>
        </pc:spChg>
        <pc:spChg chg="add">
          <ac:chgData name="Cristian Chilipirea" userId="34ab170da5908fc4" providerId="LiveId" clId="{7840C37D-FDDB-4314-A31E-446F31402874}" dt="2019-10-13T10:38:54.340" v="91"/>
          <ac:spMkLst>
            <pc:docMk/>
            <pc:sldMk cId="749517494" sldId="495"/>
            <ac:spMk id="37" creationId="{870825C0-3B06-405D-9484-032B54FBB2B2}"/>
          </ac:spMkLst>
        </pc:spChg>
        <pc:cxnChg chg="add del">
          <ac:chgData name="Cristian Chilipirea" userId="34ab170da5908fc4" providerId="LiveId" clId="{7840C37D-FDDB-4314-A31E-446F31402874}" dt="2019-10-13T10:38:54.326" v="90"/>
          <ac:cxnSpMkLst>
            <pc:docMk/>
            <pc:sldMk cId="749517494" sldId="495"/>
            <ac:cxnSpMk id="6" creationId="{FAECB82A-E57A-4DE5-9DE4-F1D076987457}"/>
          </ac:cxnSpMkLst>
        </pc:cxnChg>
        <pc:cxnChg chg="add del">
          <ac:chgData name="Cristian Chilipirea" userId="34ab170da5908fc4" providerId="LiveId" clId="{7840C37D-FDDB-4314-A31E-446F31402874}" dt="2019-10-13T10:38:54.326" v="90"/>
          <ac:cxnSpMkLst>
            <pc:docMk/>
            <pc:sldMk cId="749517494" sldId="495"/>
            <ac:cxnSpMk id="11" creationId="{3845C756-EDD7-4BDD-916D-DC099735B8B8}"/>
          </ac:cxnSpMkLst>
        </pc:cxnChg>
        <pc:cxnChg chg="add del">
          <ac:chgData name="Cristian Chilipirea" userId="34ab170da5908fc4" providerId="LiveId" clId="{7840C37D-FDDB-4314-A31E-446F31402874}" dt="2019-10-13T10:38:54.326" v="90"/>
          <ac:cxnSpMkLst>
            <pc:docMk/>
            <pc:sldMk cId="749517494" sldId="495"/>
            <ac:cxnSpMk id="12" creationId="{DFA5A400-4B5E-481F-B9B6-15F9CC20ABC0}"/>
          </ac:cxnSpMkLst>
        </pc:cxnChg>
        <pc:cxnChg chg="add del">
          <ac:chgData name="Cristian Chilipirea" userId="34ab170da5908fc4" providerId="LiveId" clId="{7840C37D-FDDB-4314-A31E-446F31402874}" dt="2019-10-13T10:38:54.326" v="90"/>
          <ac:cxnSpMkLst>
            <pc:docMk/>
            <pc:sldMk cId="749517494" sldId="495"/>
            <ac:cxnSpMk id="13" creationId="{9C582B8B-229B-4AFC-BCF6-1BD4B7DFFEDD}"/>
          </ac:cxnSpMkLst>
        </pc:cxnChg>
        <pc:cxnChg chg="add del">
          <ac:chgData name="Cristian Chilipirea" userId="34ab170da5908fc4" providerId="LiveId" clId="{7840C37D-FDDB-4314-A31E-446F31402874}" dt="2019-10-13T10:38:54.326" v="90"/>
          <ac:cxnSpMkLst>
            <pc:docMk/>
            <pc:sldMk cId="749517494" sldId="495"/>
            <ac:cxnSpMk id="14" creationId="{CD5CC683-1EAA-491D-A081-599314CB7493}"/>
          </ac:cxnSpMkLst>
        </pc:cxnChg>
        <pc:cxnChg chg="add del">
          <ac:chgData name="Cristian Chilipirea" userId="34ab170da5908fc4" providerId="LiveId" clId="{7840C37D-FDDB-4314-A31E-446F31402874}" dt="2019-10-13T10:38:54.326" v="90"/>
          <ac:cxnSpMkLst>
            <pc:docMk/>
            <pc:sldMk cId="749517494" sldId="495"/>
            <ac:cxnSpMk id="15" creationId="{FBCE4B8D-E6A2-4F39-BA3D-8BEE5A2D3EED}"/>
          </ac:cxnSpMkLst>
        </pc:cxnChg>
        <pc:cxnChg chg="add">
          <ac:chgData name="Cristian Chilipirea" userId="34ab170da5908fc4" providerId="LiveId" clId="{7840C37D-FDDB-4314-A31E-446F31402874}" dt="2019-10-13T10:38:54.340" v="91"/>
          <ac:cxnSpMkLst>
            <pc:docMk/>
            <pc:sldMk cId="749517494" sldId="495"/>
            <ac:cxnSpMk id="23" creationId="{43817789-E127-41C7-8B95-7F5425ED1F70}"/>
          </ac:cxnSpMkLst>
        </pc:cxnChg>
        <pc:cxnChg chg="add">
          <ac:chgData name="Cristian Chilipirea" userId="34ab170da5908fc4" providerId="LiveId" clId="{7840C37D-FDDB-4314-A31E-446F31402874}" dt="2019-10-13T10:38:54.340" v="91"/>
          <ac:cxnSpMkLst>
            <pc:docMk/>
            <pc:sldMk cId="749517494" sldId="495"/>
            <ac:cxnSpMk id="28" creationId="{344A531C-09BF-404C-A495-B1C453F11122}"/>
          </ac:cxnSpMkLst>
        </pc:cxnChg>
        <pc:cxnChg chg="add">
          <ac:chgData name="Cristian Chilipirea" userId="34ab170da5908fc4" providerId="LiveId" clId="{7840C37D-FDDB-4314-A31E-446F31402874}" dt="2019-10-13T10:38:54.340" v="91"/>
          <ac:cxnSpMkLst>
            <pc:docMk/>
            <pc:sldMk cId="749517494" sldId="495"/>
            <ac:cxnSpMk id="29" creationId="{DBF24BED-6BA1-4D43-B037-E5D5BD9EF08E}"/>
          </ac:cxnSpMkLst>
        </pc:cxnChg>
        <pc:cxnChg chg="add">
          <ac:chgData name="Cristian Chilipirea" userId="34ab170da5908fc4" providerId="LiveId" clId="{7840C37D-FDDB-4314-A31E-446F31402874}" dt="2019-10-13T10:38:54.340" v="91"/>
          <ac:cxnSpMkLst>
            <pc:docMk/>
            <pc:sldMk cId="749517494" sldId="495"/>
            <ac:cxnSpMk id="30" creationId="{C53C69BC-F46B-4723-A7F8-8DAA2D67AFBC}"/>
          </ac:cxnSpMkLst>
        </pc:cxnChg>
        <pc:cxnChg chg="add">
          <ac:chgData name="Cristian Chilipirea" userId="34ab170da5908fc4" providerId="LiveId" clId="{7840C37D-FDDB-4314-A31E-446F31402874}" dt="2019-10-13T10:38:54.340" v="91"/>
          <ac:cxnSpMkLst>
            <pc:docMk/>
            <pc:sldMk cId="749517494" sldId="495"/>
            <ac:cxnSpMk id="31" creationId="{603BAA6B-7240-4965-9AD1-3C942EA7C414}"/>
          </ac:cxnSpMkLst>
        </pc:cxnChg>
        <pc:cxnChg chg="add">
          <ac:chgData name="Cristian Chilipirea" userId="34ab170da5908fc4" providerId="LiveId" clId="{7840C37D-FDDB-4314-A31E-446F31402874}" dt="2019-10-13T10:38:54.340" v="91"/>
          <ac:cxnSpMkLst>
            <pc:docMk/>
            <pc:sldMk cId="749517494" sldId="495"/>
            <ac:cxnSpMk id="32" creationId="{FA6A0BAB-D7BC-42E5-B52D-380D85A31487}"/>
          </ac:cxnSpMkLst>
        </pc:cxnChg>
      </pc:sldChg>
      <pc:sldChg chg="del">
        <pc:chgData name="Cristian Chilipirea" userId="34ab170da5908fc4" providerId="LiveId" clId="{7840C37D-FDDB-4314-A31E-446F31402874}" dt="2019-10-13T10:35:42.851" v="10" actId="2696"/>
        <pc:sldMkLst>
          <pc:docMk/>
          <pc:sldMk cId="1630810243" sldId="496"/>
        </pc:sldMkLst>
      </pc:sldChg>
      <pc:sldChg chg="addSp delSp modSp add">
        <pc:chgData name="Cristian Chilipirea" userId="34ab170da5908fc4" providerId="LiveId" clId="{7840C37D-FDDB-4314-A31E-446F31402874}" dt="2019-10-13T10:40:32.427" v="123" actId="14100"/>
        <pc:sldMkLst>
          <pc:docMk/>
          <pc:sldMk cId="3721453940" sldId="496"/>
        </pc:sldMkLst>
        <pc:spChg chg="mod">
          <ac:chgData name="Cristian Chilipirea" userId="34ab170da5908fc4" providerId="LiveId" clId="{7840C37D-FDDB-4314-A31E-446F31402874}" dt="2019-10-13T10:38:59.968" v="93"/>
          <ac:spMkLst>
            <pc:docMk/>
            <pc:sldMk cId="3721453940" sldId="496"/>
            <ac:spMk id="2" creationId="{936A426B-680E-4B12-A181-3C5866398B75}"/>
          </ac:spMkLst>
        </pc:spChg>
        <pc:spChg chg="del">
          <ac:chgData name="Cristian Chilipirea" userId="34ab170da5908fc4" providerId="LiveId" clId="{7840C37D-FDDB-4314-A31E-446F31402874}" dt="2019-10-13T10:39:01.983" v="94" actId="478"/>
          <ac:spMkLst>
            <pc:docMk/>
            <pc:sldMk cId="3721453940" sldId="496"/>
            <ac:spMk id="3" creationId="{BE0F95DB-0D16-4829-A666-A909AA919F3C}"/>
          </ac:spMkLst>
        </pc:spChg>
        <pc:spChg chg="add del mod">
          <ac:chgData name="Cristian Chilipirea" userId="34ab170da5908fc4" providerId="LiveId" clId="{7840C37D-FDDB-4314-A31E-446F31402874}" dt="2019-10-13T10:39:13.371" v="98"/>
          <ac:spMkLst>
            <pc:docMk/>
            <pc:sldMk cId="3721453940" sldId="496"/>
            <ac:spMk id="19" creationId="{EA3271A5-B28D-45C6-AE1F-55EC23E0DC42}"/>
          </ac:spMkLst>
        </pc:spChg>
        <pc:spChg chg="add del mod">
          <ac:chgData name="Cristian Chilipirea" userId="34ab170da5908fc4" providerId="LiveId" clId="{7840C37D-FDDB-4314-A31E-446F31402874}" dt="2019-10-13T10:39:13.371" v="98"/>
          <ac:spMkLst>
            <pc:docMk/>
            <pc:sldMk cId="3721453940" sldId="496"/>
            <ac:spMk id="20" creationId="{F4E98286-B0D3-4177-BD34-8BE714CAF691}"/>
          </ac:spMkLst>
        </pc:spChg>
        <pc:spChg chg="add del mod">
          <ac:chgData name="Cristian Chilipirea" userId="34ab170da5908fc4" providerId="LiveId" clId="{7840C37D-FDDB-4314-A31E-446F31402874}" dt="2019-10-13T10:39:13.371" v="98"/>
          <ac:spMkLst>
            <pc:docMk/>
            <pc:sldMk cId="3721453940" sldId="496"/>
            <ac:spMk id="21" creationId="{AAFCD839-7B2A-4683-BED9-BD0FC63C6C8F}"/>
          </ac:spMkLst>
        </pc:spChg>
        <pc:spChg chg="add del mod">
          <ac:chgData name="Cristian Chilipirea" userId="34ab170da5908fc4" providerId="LiveId" clId="{7840C37D-FDDB-4314-A31E-446F31402874}" dt="2019-10-13T10:39:13.371" v="98"/>
          <ac:spMkLst>
            <pc:docMk/>
            <pc:sldMk cId="3721453940" sldId="496"/>
            <ac:spMk id="22" creationId="{FE4DE6C4-7F6C-4A52-8F36-1A42F6961935}"/>
          </ac:spMkLst>
        </pc:spChg>
        <pc:spChg chg="add del mod">
          <ac:chgData name="Cristian Chilipirea" userId="34ab170da5908fc4" providerId="LiveId" clId="{7840C37D-FDDB-4314-A31E-446F31402874}" dt="2019-10-13T10:39:13.371" v="98"/>
          <ac:spMkLst>
            <pc:docMk/>
            <pc:sldMk cId="3721453940" sldId="496"/>
            <ac:spMk id="23" creationId="{A861C047-3F94-4F91-83FF-492B3CC823B1}"/>
          </ac:spMkLst>
        </pc:spChg>
        <pc:spChg chg="add del mod">
          <ac:chgData name="Cristian Chilipirea" userId="34ab170da5908fc4" providerId="LiveId" clId="{7840C37D-FDDB-4314-A31E-446F31402874}" dt="2019-10-13T10:39:13.371" v="98"/>
          <ac:spMkLst>
            <pc:docMk/>
            <pc:sldMk cId="3721453940" sldId="496"/>
            <ac:spMk id="24" creationId="{2E18CB15-1975-4D3D-8C52-C2B89F9D59D9}"/>
          </ac:spMkLst>
        </pc:spChg>
        <pc:spChg chg="add del mod">
          <ac:chgData name="Cristian Chilipirea" userId="34ab170da5908fc4" providerId="LiveId" clId="{7840C37D-FDDB-4314-A31E-446F31402874}" dt="2019-10-13T10:39:13.371" v="98"/>
          <ac:spMkLst>
            <pc:docMk/>
            <pc:sldMk cId="3721453940" sldId="496"/>
            <ac:spMk id="25" creationId="{7FEE96AB-501C-4903-A8A8-EE56F361BFBC}"/>
          </ac:spMkLst>
        </pc:spChg>
        <pc:spChg chg="add del mod">
          <ac:chgData name="Cristian Chilipirea" userId="34ab170da5908fc4" providerId="LiveId" clId="{7840C37D-FDDB-4314-A31E-446F31402874}" dt="2019-10-13T10:39:13.371" v="98"/>
          <ac:spMkLst>
            <pc:docMk/>
            <pc:sldMk cId="3721453940" sldId="496"/>
            <ac:spMk id="26" creationId="{3EF05F3D-5282-4E70-8AD5-B7F6785DF402}"/>
          </ac:spMkLst>
        </pc:spChg>
        <pc:spChg chg="add del mod">
          <ac:chgData name="Cristian Chilipirea" userId="34ab170da5908fc4" providerId="LiveId" clId="{7840C37D-FDDB-4314-A31E-446F31402874}" dt="2019-10-13T10:39:13.371" v="98"/>
          <ac:spMkLst>
            <pc:docMk/>
            <pc:sldMk cId="3721453940" sldId="496"/>
            <ac:spMk id="27" creationId="{98532E44-45CF-42D7-A9CF-31356F801D52}"/>
          </ac:spMkLst>
        </pc:spChg>
        <pc:spChg chg="add del mod">
          <ac:chgData name="Cristian Chilipirea" userId="34ab170da5908fc4" providerId="LiveId" clId="{7840C37D-FDDB-4314-A31E-446F31402874}" dt="2019-10-13T10:39:13.371" v="98"/>
          <ac:spMkLst>
            <pc:docMk/>
            <pc:sldMk cId="3721453940" sldId="496"/>
            <ac:spMk id="28" creationId="{3C754473-1969-4F57-8838-A4A5735CC886}"/>
          </ac:spMkLst>
        </pc:spChg>
        <pc:spChg chg="add del mod">
          <ac:chgData name="Cristian Chilipirea" userId="34ab170da5908fc4" providerId="LiveId" clId="{7840C37D-FDDB-4314-A31E-446F31402874}" dt="2019-10-13T10:39:13.371" v="98"/>
          <ac:spMkLst>
            <pc:docMk/>
            <pc:sldMk cId="3721453940" sldId="496"/>
            <ac:spMk id="29" creationId="{936C5C68-853C-4891-ACF5-13C400C57296}"/>
          </ac:spMkLst>
        </pc:spChg>
        <pc:spChg chg="add del mod">
          <ac:chgData name="Cristian Chilipirea" userId="34ab170da5908fc4" providerId="LiveId" clId="{7840C37D-FDDB-4314-A31E-446F31402874}" dt="2019-10-13T10:39:13.371" v="98"/>
          <ac:spMkLst>
            <pc:docMk/>
            <pc:sldMk cId="3721453940" sldId="496"/>
            <ac:spMk id="30" creationId="{C957512D-D179-4CA7-81CE-F0F8C7EDD93A}"/>
          </ac:spMkLst>
        </pc:spChg>
        <pc:spChg chg="add del mod">
          <ac:chgData name="Cristian Chilipirea" userId="34ab170da5908fc4" providerId="LiveId" clId="{7840C37D-FDDB-4314-A31E-446F31402874}" dt="2019-10-13T10:39:13.371" v="98"/>
          <ac:spMkLst>
            <pc:docMk/>
            <pc:sldMk cId="3721453940" sldId="496"/>
            <ac:spMk id="31" creationId="{82246BF2-2FFE-4130-AC07-9826D9C18E4A}"/>
          </ac:spMkLst>
        </pc:spChg>
        <pc:spChg chg="add del mod">
          <ac:chgData name="Cristian Chilipirea" userId="34ab170da5908fc4" providerId="LiveId" clId="{7840C37D-FDDB-4314-A31E-446F31402874}" dt="2019-10-13T10:39:13.371" v="98"/>
          <ac:spMkLst>
            <pc:docMk/>
            <pc:sldMk cId="3721453940" sldId="496"/>
            <ac:spMk id="32" creationId="{652955F8-B336-4D5A-8FB7-6A43A12E909A}"/>
          </ac:spMkLst>
        </pc:spChg>
        <pc:spChg chg="add del mod">
          <ac:chgData name="Cristian Chilipirea" userId="34ab170da5908fc4" providerId="LiveId" clId="{7840C37D-FDDB-4314-A31E-446F31402874}" dt="2019-10-13T10:39:13.371" v="98"/>
          <ac:spMkLst>
            <pc:docMk/>
            <pc:sldMk cId="3721453940" sldId="496"/>
            <ac:spMk id="33" creationId="{5E89BE69-761F-4E26-97C3-9BC2557FC25C}"/>
          </ac:spMkLst>
        </pc:spChg>
        <pc:spChg chg="add del mod">
          <ac:chgData name="Cristian Chilipirea" userId="34ab170da5908fc4" providerId="LiveId" clId="{7840C37D-FDDB-4314-A31E-446F31402874}" dt="2019-10-13T10:39:13.371" v="98"/>
          <ac:spMkLst>
            <pc:docMk/>
            <pc:sldMk cId="3721453940" sldId="496"/>
            <ac:spMk id="34" creationId="{675EDC26-5046-4172-A153-94BDB1DC5FE7}"/>
          </ac:spMkLst>
        </pc:spChg>
        <pc:spChg chg="add del mod">
          <ac:chgData name="Cristian Chilipirea" userId="34ab170da5908fc4" providerId="LiveId" clId="{7840C37D-FDDB-4314-A31E-446F31402874}" dt="2019-10-13T10:39:13.371" v="98"/>
          <ac:spMkLst>
            <pc:docMk/>
            <pc:sldMk cId="3721453940" sldId="496"/>
            <ac:spMk id="35" creationId="{99D7830D-30BC-493A-926D-E554A5723AFF}"/>
          </ac:spMkLst>
        </pc:spChg>
        <pc:spChg chg="add del mod">
          <ac:chgData name="Cristian Chilipirea" userId="34ab170da5908fc4" providerId="LiveId" clId="{7840C37D-FDDB-4314-A31E-446F31402874}" dt="2019-10-13T10:39:13.371" v="98"/>
          <ac:spMkLst>
            <pc:docMk/>
            <pc:sldMk cId="3721453940" sldId="496"/>
            <ac:spMk id="36" creationId="{26B15C54-0397-4259-9D20-B88C613D23B2}"/>
          </ac:spMkLst>
        </pc:spChg>
        <pc:spChg chg="add del mod">
          <ac:chgData name="Cristian Chilipirea" userId="34ab170da5908fc4" providerId="LiveId" clId="{7840C37D-FDDB-4314-A31E-446F31402874}" dt="2019-10-13T10:39:13.371" v="98"/>
          <ac:spMkLst>
            <pc:docMk/>
            <pc:sldMk cId="3721453940" sldId="496"/>
            <ac:spMk id="37" creationId="{993B682F-9FE6-4346-8AE5-9A17E19DA5DE}"/>
          </ac:spMkLst>
        </pc:spChg>
        <pc:spChg chg="add del mod">
          <ac:chgData name="Cristian Chilipirea" userId="34ab170da5908fc4" providerId="LiveId" clId="{7840C37D-FDDB-4314-A31E-446F31402874}" dt="2019-10-13T10:39:13.371" v="98"/>
          <ac:spMkLst>
            <pc:docMk/>
            <pc:sldMk cId="3721453940" sldId="496"/>
            <ac:spMk id="38" creationId="{B1B09177-2D6E-47AA-BD3E-EC7BEE662C08}"/>
          </ac:spMkLst>
        </pc:spChg>
        <pc:spChg chg="add del mod">
          <ac:chgData name="Cristian Chilipirea" userId="34ab170da5908fc4" providerId="LiveId" clId="{7840C37D-FDDB-4314-A31E-446F31402874}" dt="2019-10-13T10:39:13.371" v="98"/>
          <ac:spMkLst>
            <pc:docMk/>
            <pc:sldMk cId="3721453940" sldId="496"/>
            <ac:spMk id="39" creationId="{6575E4B6-1AC0-47C7-8C8F-48145516CB20}"/>
          </ac:spMkLst>
        </pc:spChg>
        <pc:spChg chg="add del mod">
          <ac:chgData name="Cristian Chilipirea" userId="34ab170da5908fc4" providerId="LiveId" clId="{7840C37D-FDDB-4314-A31E-446F31402874}" dt="2019-10-13T10:39:13.371" v="98"/>
          <ac:spMkLst>
            <pc:docMk/>
            <pc:sldMk cId="3721453940" sldId="496"/>
            <ac:spMk id="40" creationId="{8CB4F762-E014-453A-9EAD-9F802F3AD10C}"/>
          </ac:spMkLst>
        </pc:spChg>
        <pc:spChg chg="add del mod">
          <ac:chgData name="Cristian Chilipirea" userId="34ab170da5908fc4" providerId="LiveId" clId="{7840C37D-FDDB-4314-A31E-446F31402874}" dt="2019-10-13T10:39:13.371" v="98"/>
          <ac:spMkLst>
            <pc:docMk/>
            <pc:sldMk cId="3721453940" sldId="496"/>
            <ac:spMk id="41" creationId="{34CDD7C8-2FA9-4B77-9402-101174D4AA15}"/>
          </ac:spMkLst>
        </pc:spChg>
        <pc:spChg chg="add del mod">
          <ac:chgData name="Cristian Chilipirea" userId="34ab170da5908fc4" providerId="LiveId" clId="{7840C37D-FDDB-4314-A31E-446F31402874}" dt="2019-10-13T10:39:13.371" v="98"/>
          <ac:spMkLst>
            <pc:docMk/>
            <pc:sldMk cId="3721453940" sldId="496"/>
            <ac:spMk id="42" creationId="{3E104B94-1046-4DE0-91B4-8D9D78AC1784}"/>
          </ac:spMkLst>
        </pc:spChg>
        <pc:spChg chg="add del mod">
          <ac:chgData name="Cristian Chilipirea" userId="34ab170da5908fc4" providerId="LiveId" clId="{7840C37D-FDDB-4314-A31E-446F31402874}" dt="2019-10-13T10:39:13.371" v="98"/>
          <ac:spMkLst>
            <pc:docMk/>
            <pc:sldMk cId="3721453940" sldId="496"/>
            <ac:spMk id="43" creationId="{C2CB256B-9676-4629-A737-07EAD2275680}"/>
          </ac:spMkLst>
        </pc:spChg>
        <pc:spChg chg="add del mod">
          <ac:chgData name="Cristian Chilipirea" userId="34ab170da5908fc4" providerId="LiveId" clId="{7840C37D-FDDB-4314-A31E-446F31402874}" dt="2019-10-13T10:39:13.371" v="98"/>
          <ac:spMkLst>
            <pc:docMk/>
            <pc:sldMk cId="3721453940" sldId="496"/>
            <ac:spMk id="44" creationId="{BF6B5B46-079F-4414-9750-A40E155A1A56}"/>
          </ac:spMkLst>
        </pc:spChg>
        <pc:spChg chg="add del mod">
          <ac:chgData name="Cristian Chilipirea" userId="34ab170da5908fc4" providerId="LiveId" clId="{7840C37D-FDDB-4314-A31E-446F31402874}" dt="2019-10-13T10:39:13.371" v="98"/>
          <ac:spMkLst>
            <pc:docMk/>
            <pc:sldMk cId="3721453940" sldId="496"/>
            <ac:spMk id="45" creationId="{FCA9281B-F29F-41DA-A7AB-545F22D56C4B}"/>
          </ac:spMkLst>
        </pc:spChg>
        <pc:spChg chg="add del mod">
          <ac:chgData name="Cristian Chilipirea" userId="34ab170da5908fc4" providerId="LiveId" clId="{7840C37D-FDDB-4314-A31E-446F31402874}" dt="2019-10-13T10:39:13.371" v="98"/>
          <ac:spMkLst>
            <pc:docMk/>
            <pc:sldMk cId="3721453940" sldId="496"/>
            <ac:spMk id="46" creationId="{C9529D11-54A2-4050-8A0A-F3B90BA277F9}"/>
          </ac:spMkLst>
        </pc:spChg>
        <pc:spChg chg="add del mod">
          <ac:chgData name="Cristian Chilipirea" userId="34ab170da5908fc4" providerId="LiveId" clId="{7840C37D-FDDB-4314-A31E-446F31402874}" dt="2019-10-13T10:39:13.371" v="98"/>
          <ac:spMkLst>
            <pc:docMk/>
            <pc:sldMk cId="3721453940" sldId="496"/>
            <ac:spMk id="47" creationId="{B6AFEBB2-B6C4-434F-B5A1-B608B6A40E69}"/>
          </ac:spMkLst>
        </pc:spChg>
        <pc:spChg chg="add del mod">
          <ac:chgData name="Cristian Chilipirea" userId="34ab170da5908fc4" providerId="LiveId" clId="{7840C37D-FDDB-4314-A31E-446F31402874}" dt="2019-10-13T10:39:13.371" v="98"/>
          <ac:spMkLst>
            <pc:docMk/>
            <pc:sldMk cId="3721453940" sldId="496"/>
            <ac:spMk id="48" creationId="{B6287254-3659-4EEE-B131-AA18EC400222}"/>
          </ac:spMkLst>
        </pc:spChg>
        <pc:spChg chg="add del mod">
          <ac:chgData name="Cristian Chilipirea" userId="34ab170da5908fc4" providerId="LiveId" clId="{7840C37D-FDDB-4314-A31E-446F31402874}" dt="2019-10-13T10:39:13.371" v="98"/>
          <ac:spMkLst>
            <pc:docMk/>
            <pc:sldMk cId="3721453940" sldId="496"/>
            <ac:spMk id="49" creationId="{A7CECAEE-B0A3-49E1-BB5D-B262C043B44E}"/>
          </ac:spMkLst>
        </pc:spChg>
        <pc:spChg chg="add del mod">
          <ac:chgData name="Cristian Chilipirea" userId="34ab170da5908fc4" providerId="LiveId" clId="{7840C37D-FDDB-4314-A31E-446F31402874}" dt="2019-10-13T10:39:13.371" v="98"/>
          <ac:spMkLst>
            <pc:docMk/>
            <pc:sldMk cId="3721453940" sldId="496"/>
            <ac:spMk id="50" creationId="{039C7F73-89C3-47CF-9B4A-066D22449C34}"/>
          </ac:spMkLst>
        </pc:spChg>
        <pc:spChg chg="add del mod">
          <ac:chgData name="Cristian Chilipirea" userId="34ab170da5908fc4" providerId="LiveId" clId="{7840C37D-FDDB-4314-A31E-446F31402874}" dt="2019-10-13T10:39:13.371" v="98"/>
          <ac:spMkLst>
            <pc:docMk/>
            <pc:sldMk cId="3721453940" sldId="496"/>
            <ac:spMk id="51" creationId="{D33DA36D-313C-4AA4-849E-9C1A2A214EFE}"/>
          </ac:spMkLst>
        </pc:spChg>
        <pc:spChg chg="add del">
          <ac:chgData name="Cristian Chilipirea" userId="34ab170da5908fc4" providerId="LiveId" clId="{7840C37D-FDDB-4314-A31E-446F31402874}" dt="2019-10-13T10:39:21.803" v="100"/>
          <ac:spMkLst>
            <pc:docMk/>
            <pc:sldMk cId="3721453940" sldId="496"/>
            <ac:spMk id="67" creationId="{7E0B9644-F9B8-4051-8C44-77D120EC6A1F}"/>
          </ac:spMkLst>
        </pc:spChg>
        <pc:spChg chg="add del">
          <ac:chgData name="Cristian Chilipirea" userId="34ab170da5908fc4" providerId="LiveId" clId="{7840C37D-FDDB-4314-A31E-446F31402874}" dt="2019-10-13T10:39:21.803" v="100"/>
          <ac:spMkLst>
            <pc:docMk/>
            <pc:sldMk cId="3721453940" sldId="496"/>
            <ac:spMk id="68" creationId="{53E2F7A3-D859-4FF5-A201-FB642D14FE0C}"/>
          </ac:spMkLst>
        </pc:spChg>
        <pc:spChg chg="add del">
          <ac:chgData name="Cristian Chilipirea" userId="34ab170da5908fc4" providerId="LiveId" clId="{7840C37D-FDDB-4314-A31E-446F31402874}" dt="2019-10-13T10:39:21.803" v="100"/>
          <ac:spMkLst>
            <pc:docMk/>
            <pc:sldMk cId="3721453940" sldId="496"/>
            <ac:spMk id="69" creationId="{8D537317-C6E2-43C2-883F-E95D3F6279FD}"/>
          </ac:spMkLst>
        </pc:spChg>
        <pc:spChg chg="add del">
          <ac:chgData name="Cristian Chilipirea" userId="34ab170da5908fc4" providerId="LiveId" clId="{7840C37D-FDDB-4314-A31E-446F31402874}" dt="2019-10-13T10:39:21.803" v="100"/>
          <ac:spMkLst>
            <pc:docMk/>
            <pc:sldMk cId="3721453940" sldId="496"/>
            <ac:spMk id="70" creationId="{1350307C-82D9-4C50-A880-D18AA00685D8}"/>
          </ac:spMkLst>
        </pc:spChg>
        <pc:spChg chg="add del">
          <ac:chgData name="Cristian Chilipirea" userId="34ab170da5908fc4" providerId="LiveId" clId="{7840C37D-FDDB-4314-A31E-446F31402874}" dt="2019-10-13T10:39:21.803" v="100"/>
          <ac:spMkLst>
            <pc:docMk/>
            <pc:sldMk cId="3721453940" sldId="496"/>
            <ac:spMk id="71" creationId="{ACE45BA8-DFFF-44EB-AAD5-2ABE3DCC3F38}"/>
          </ac:spMkLst>
        </pc:spChg>
        <pc:spChg chg="add del">
          <ac:chgData name="Cristian Chilipirea" userId="34ab170da5908fc4" providerId="LiveId" clId="{7840C37D-FDDB-4314-A31E-446F31402874}" dt="2019-10-13T10:39:21.803" v="100"/>
          <ac:spMkLst>
            <pc:docMk/>
            <pc:sldMk cId="3721453940" sldId="496"/>
            <ac:spMk id="72" creationId="{6BC3DF19-F918-4D5E-9CDC-4C3F38ED6639}"/>
          </ac:spMkLst>
        </pc:spChg>
        <pc:spChg chg="add del">
          <ac:chgData name="Cristian Chilipirea" userId="34ab170da5908fc4" providerId="LiveId" clId="{7840C37D-FDDB-4314-A31E-446F31402874}" dt="2019-10-13T10:39:21.803" v="100"/>
          <ac:spMkLst>
            <pc:docMk/>
            <pc:sldMk cId="3721453940" sldId="496"/>
            <ac:spMk id="73" creationId="{109CD476-D29D-4A13-AB7A-46AA3AE9587A}"/>
          </ac:spMkLst>
        </pc:spChg>
        <pc:spChg chg="add del">
          <ac:chgData name="Cristian Chilipirea" userId="34ab170da5908fc4" providerId="LiveId" clId="{7840C37D-FDDB-4314-A31E-446F31402874}" dt="2019-10-13T10:39:21.803" v="100"/>
          <ac:spMkLst>
            <pc:docMk/>
            <pc:sldMk cId="3721453940" sldId="496"/>
            <ac:spMk id="74" creationId="{34077488-9EC5-4225-B602-D946B22891C6}"/>
          </ac:spMkLst>
        </pc:spChg>
        <pc:spChg chg="add del">
          <ac:chgData name="Cristian Chilipirea" userId="34ab170da5908fc4" providerId="LiveId" clId="{7840C37D-FDDB-4314-A31E-446F31402874}" dt="2019-10-13T10:39:21.803" v="100"/>
          <ac:spMkLst>
            <pc:docMk/>
            <pc:sldMk cId="3721453940" sldId="496"/>
            <ac:spMk id="75" creationId="{D03DAFB7-B2FB-409B-9A96-069DE2CEACF5}"/>
          </ac:spMkLst>
        </pc:spChg>
        <pc:spChg chg="add del">
          <ac:chgData name="Cristian Chilipirea" userId="34ab170da5908fc4" providerId="LiveId" clId="{7840C37D-FDDB-4314-A31E-446F31402874}" dt="2019-10-13T10:39:21.803" v="100"/>
          <ac:spMkLst>
            <pc:docMk/>
            <pc:sldMk cId="3721453940" sldId="496"/>
            <ac:spMk id="76" creationId="{D0B528DF-14AC-45DB-9970-3434652E0D19}"/>
          </ac:spMkLst>
        </pc:spChg>
        <pc:spChg chg="add del">
          <ac:chgData name="Cristian Chilipirea" userId="34ab170da5908fc4" providerId="LiveId" clId="{7840C37D-FDDB-4314-A31E-446F31402874}" dt="2019-10-13T10:39:21.803" v="100"/>
          <ac:spMkLst>
            <pc:docMk/>
            <pc:sldMk cId="3721453940" sldId="496"/>
            <ac:spMk id="77" creationId="{98EDC578-C83F-406C-82F5-ED7DF197A139}"/>
          </ac:spMkLst>
        </pc:spChg>
        <pc:spChg chg="add del">
          <ac:chgData name="Cristian Chilipirea" userId="34ab170da5908fc4" providerId="LiveId" clId="{7840C37D-FDDB-4314-A31E-446F31402874}" dt="2019-10-13T10:39:21.803" v="100"/>
          <ac:spMkLst>
            <pc:docMk/>
            <pc:sldMk cId="3721453940" sldId="496"/>
            <ac:spMk id="78" creationId="{0B85ED3E-DC8A-4E30-A86A-C5E250DED684}"/>
          </ac:spMkLst>
        </pc:spChg>
        <pc:spChg chg="add del">
          <ac:chgData name="Cristian Chilipirea" userId="34ab170da5908fc4" providerId="LiveId" clId="{7840C37D-FDDB-4314-A31E-446F31402874}" dt="2019-10-13T10:39:21.803" v="100"/>
          <ac:spMkLst>
            <pc:docMk/>
            <pc:sldMk cId="3721453940" sldId="496"/>
            <ac:spMk id="79" creationId="{078FA66E-D00C-410E-B228-B0312C1A09E6}"/>
          </ac:spMkLst>
        </pc:spChg>
        <pc:spChg chg="add del">
          <ac:chgData name="Cristian Chilipirea" userId="34ab170da5908fc4" providerId="LiveId" clId="{7840C37D-FDDB-4314-A31E-446F31402874}" dt="2019-10-13T10:39:21.803" v="100"/>
          <ac:spMkLst>
            <pc:docMk/>
            <pc:sldMk cId="3721453940" sldId="496"/>
            <ac:spMk id="80" creationId="{2D370626-75B1-4C72-9453-3A6BE7E06F9E}"/>
          </ac:spMkLst>
        </pc:spChg>
        <pc:spChg chg="add del">
          <ac:chgData name="Cristian Chilipirea" userId="34ab170da5908fc4" providerId="LiveId" clId="{7840C37D-FDDB-4314-A31E-446F31402874}" dt="2019-10-13T10:39:21.803" v="100"/>
          <ac:spMkLst>
            <pc:docMk/>
            <pc:sldMk cId="3721453940" sldId="496"/>
            <ac:spMk id="81" creationId="{8BD23938-D941-4494-9A3C-35E633D553BE}"/>
          </ac:spMkLst>
        </pc:spChg>
        <pc:spChg chg="add del">
          <ac:chgData name="Cristian Chilipirea" userId="34ab170da5908fc4" providerId="LiveId" clId="{7840C37D-FDDB-4314-A31E-446F31402874}" dt="2019-10-13T10:39:21.803" v="100"/>
          <ac:spMkLst>
            <pc:docMk/>
            <pc:sldMk cId="3721453940" sldId="496"/>
            <ac:spMk id="82" creationId="{BB7F4513-4156-495D-BB1D-2AB430C84D55}"/>
          </ac:spMkLst>
        </pc:spChg>
        <pc:spChg chg="add del">
          <ac:chgData name="Cristian Chilipirea" userId="34ab170da5908fc4" providerId="LiveId" clId="{7840C37D-FDDB-4314-A31E-446F31402874}" dt="2019-10-13T10:39:21.803" v="100"/>
          <ac:spMkLst>
            <pc:docMk/>
            <pc:sldMk cId="3721453940" sldId="496"/>
            <ac:spMk id="83" creationId="{98C92547-E5AE-4D7B-9D64-32BFBD08714A}"/>
          </ac:spMkLst>
        </pc:spChg>
        <pc:spChg chg="add del">
          <ac:chgData name="Cristian Chilipirea" userId="34ab170da5908fc4" providerId="LiveId" clId="{7840C37D-FDDB-4314-A31E-446F31402874}" dt="2019-10-13T10:39:21.803" v="100"/>
          <ac:spMkLst>
            <pc:docMk/>
            <pc:sldMk cId="3721453940" sldId="496"/>
            <ac:spMk id="84" creationId="{16D84B81-B8B5-4EDF-88D3-30CF4AB3D838}"/>
          </ac:spMkLst>
        </pc:spChg>
        <pc:spChg chg="add del">
          <ac:chgData name="Cristian Chilipirea" userId="34ab170da5908fc4" providerId="LiveId" clId="{7840C37D-FDDB-4314-A31E-446F31402874}" dt="2019-10-13T10:39:21.803" v="100"/>
          <ac:spMkLst>
            <pc:docMk/>
            <pc:sldMk cId="3721453940" sldId="496"/>
            <ac:spMk id="85" creationId="{EE995609-A2B3-47F8-98B5-6D0A9D920966}"/>
          </ac:spMkLst>
        </pc:spChg>
        <pc:spChg chg="add del">
          <ac:chgData name="Cristian Chilipirea" userId="34ab170da5908fc4" providerId="LiveId" clId="{7840C37D-FDDB-4314-A31E-446F31402874}" dt="2019-10-13T10:39:21.803" v="100"/>
          <ac:spMkLst>
            <pc:docMk/>
            <pc:sldMk cId="3721453940" sldId="496"/>
            <ac:spMk id="86" creationId="{B49BDFB4-E3A0-4470-BCDC-84E5A696211D}"/>
          </ac:spMkLst>
        </pc:spChg>
        <pc:spChg chg="add del">
          <ac:chgData name="Cristian Chilipirea" userId="34ab170da5908fc4" providerId="LiveId" clId="{7840C37D-FDDB-4314-A31E-446F31402874}" dt="2019-10-13T10:39:21.803" v="100"/>
          <ac:spMkLst>
            <pc:docMk/>
            <pc:sldMk cId="3721453940" sldId="496"/>
            <ac:spMk id="87" creationId="{ECAC7F64-FADE-4F0D-B210-72E6602F9191}"/>
          </ac:spMkLst>
        </pc:spChg>
        <pc:spChg chg="add del">
          <ac:chgData name="Cristian Chilipirea" userId="34ab170da5908fc4" providerId="LiveId" clId="{7840C37D-FDDB-4314-A31E-446F31402874}" dt="2019-10-13T10:39:21.803" v="100"/>
          <ac:spMkLst>
            <pc:docMk/>
            <pc:sldMk cId="3721453940" sldId="496"/>
            <ac:spMk id="88" creationId="{BF63C7FF-C9E1-4992-B63C-4997EA4674FA}"/>
          </ac:spMkLst>
        </pc:spChg>
        <pc:spChg chg="add del">
          <ac:chgData name="Cristian Chilipirea" userId="34ab170da5908fc4" providerId="LiveId" clId="{7840C37D-FDDB-4314-A31E-446F31402874}" dt="2019-10-13T10:39:21.803" v="100"/>
          <ac:spMkLst>
            <pc:docMk/>
            <pc:sldMk cId="3721453940" sldId="496"/>
            <ac:spMk id="89" creationId="{FA8EFF2C-81C5-4E61-B2A2-8F6062CC888C}"/>
          </ac:spMkLst>
        </pc:spChg>
        <pc:spChg chg="add del">
          <ac:chgData name="Cristian Chilipirea" userId="34ab170da5908fc4" providerId="LiveId" clId="{7840C37D-FDDB-4314-A31E-446F31402874}" dt="2019-10-13T10:39:21.803" v="100"/>
          <ac:spMkLst>
            <pc:docMk/>
            <pc:sldMk cId="3721453940" sldId="496"/>
            <ac:spMk id="90" creationId="{52A77362-65FF-4206-9FCE-4AB0E63BF4CB}"/>
          </ac:spMkLst>
        </pc:spChg>
        <pc:spChg chg="add del">
          <ac:chgData name="Cristian Chilipirea" userId="34ab170da5908fc4" providerId="LiveId" clId="{7840C37D-FDDB-4314-A31E-446F31402874}" dt="2019-10-13T10:39:21.803" v="100"/>
          <ac:spMkLst>
            <pc:docMk/>
            <pc:sldMk cId="3721453940" sldId="496"/>
            <ac:spMk id="91" creationId="{F3828FF5-610C-435A-969C-AE892356FA7A}"/>
          </ac:spMkLst>
        </pc:spChg>
        <pc:spChg chg="add del">
          <ac:chgData name="Cristian Chilipirea" userId="34ab170da5908fc4" providerId="LiveId" clId="{7840C37D-FDDB-4314-A31E-446F31402874}" dt="2019-10-13T10:39:21.803" v="100"/>
          <ac:spMkLst>
            <pc:docMk/>
            <pc:sldMk cId="3721453940" sldId="496"/>
            <ac:spMk id="92" creationId="{FC246976-1893-4D25-B090-CDD8E4556168}"/>
          </ac:spMkLst>
        </pc:spChg>
        <pc:spChg chg="add del">
          <ac:chgData name="Cristian Chilipirea" userId="34ab170da5908fc4" providerId="LiveId" clId="{7840C37D-FDDB-4314-A31E-446F31402874}" dt="2019-10-13T10:39:21.803" v="100"/>
          <ac:spMkLst>
            <pc:docMk/>
            <pc:sldMk cId="3721453940" sldId="496"/>
            <ac:spMk id="93" creationId="{F668F3CB-EC4C-408C-9C3B-B220A2048C4C}"/>
          </ac:spMkLst>
        </pc:spChg>
        <pc:spChg chg="add del">
          <ac:chgData name="Cristian Chilipirea" userId="34ab170da5908fc4" providerId="LiveId" clId="{7840C37D-FDDB-4314-A31E-446F31402874}" dt="2019-10-13T10:39:21.803" v="100"/>
          <ac:spMkLst>
            <pc:docMk/>
            <pc:sldMk cId="3721453940" sldId="496"/>
            <ac:spMk id="94" creationId="{1C6E5228-AD87-41F2-9AD3-FFB350CA217F}"/>
          </ac:spMkLst>
        </pc:spChg>
        <pc:spChg chg="add del">
          <ac:chgData name="Cristian Chilipirea" userId="34ab170da5908fc4" providerId="LiveId" clId="{7840C37D-FDDB-4314-A31E-446F31402874}" dt="2019-10-13T10:39:21.803" v="100"/>
          <ac:spMkLst>
            <pc:docMk/>
            <pc:sldMk cId="3721453940" sldId="496"/>
            <ac:spMk id="95" creationId="{2AFFDF47-3115-40C2-A370-75E27FB5054A}"/>
          </ac:spMkLst>
        </pc:spChg>
        <pc:spChg chg="add del">
          <ac:chgData name="Cristian Chilipirea" userId="34ab170da5908fc4" providerId="LiveId" clId="{7840C37D-FDDB-4314-A31E-446F31402874}" dt="2019-10-13T10:39:21.803" v="100"/>
          <ac:spMkLst>
            <pc:docMk/>
            <pc:sldMk cId="3721453940" sldId="496"/>
            <ac:spMk id="96" creationId="{A5B4CD34-A461-4A24-9726-499339CA8550}"/>
          </ac:spMkLst>
        </pc:spChg>
        <pc:spChg chg="add del">
          <ac:chgData name="Cristian Chilipirea" userId="34ab170da5908fc4" providerId="LiveId" clId="{7840C37D-FDDB-4314-A31E-446F31402874}" dt="2019-10-13T10:39:21.803" v="100"/>
          <ac:spMkLst>
            <pc:docMk/>
            <pc:sldMk cId="3721453940" sldId="496"/>
            <ac:spMk id="97" creationId="{09BBBC47-3EF8-4514-B923-817A9E1B62C1}"/>
          </ac:spMkLst>
        </pc:spChg>
        <pc:spChg chg="add del">
          <ac:chgData name="Cristian Chilipirea" userId="34ab170da5908fc4" providerId="LiveId" clId="{7840C37D-FDDB-4314-A31E-446F31402874}" dt="2019-10-13T10:39:21.803" v="100"/>
          <ac:spMkLst>
            <pc:docMk/>
            <pc:sldMk cId="3721453940" sldId="496"/>
            <ac:spMk id="98" creationId="{413737D7-02A1-4D15-BE38-626DD261C17A}"/>
          </ac:spMkLst>
        </pc:spChg>
        <pc:spChg chg="add del">
          <ac:chgData name="Cristian Chilipirea" userId="34ab170da5908fc4" providerId="LiveId" clId="{7840C37D-FDDB-4314-A31E-446F31402874}" dt="2019-10-13T10:39:21.803" v="100"/>
          <ac:spMkLst>
            <pc:docMk/>
            <pc:sldMk cId="3721453940" sldId="496"/>
            <ac:spMk id="99" creationId="{0617EF0E-315B-4D28-9DB8-1F5DFC29CFEF}"/>
          </ac:spMkLst>
        </pc:spChg>
        <pc:spChg chg="add del">
          <ac:chgData name="Cristian Chilipirea" userId="34ab170da5908fc4" providerId="LiveId" clId="{7840C37D-FDDB-4314-A31E-446F31402874}" dt="2019-10-13T10:39:26.746" v="102"/>
          <ac:spMkLst>
            <pc:docMk/>
            <pc:sldMk cId="3721453940" sldId="496"/>
            <ac:spMk id="100" creationId="{8B88FE8B-1E62-4BBB-A07A-3122BB839A8C}"/>
          </ac:spMkLst>
        </pc:spChg>
        <pc:spChg chg="add mod">
          <ac:chgData name="Cristian Chilipirea" userId="34ab170da5908fc4" providerId="LiveId" clId="{7840C37D-FDDB-4314-A31E-446F31402874}" dt="2019-10-13T10:39:28.658" v="104" actId="1076"/>
          <ac:spMkLst>
            <pc:docMk/>
            <pc:sldMk cId="3721453940" sldId="496"/>
            <ac:spMk id="101" creationId="{C13A43DA-1734-4315-A91C-B1F4344721B3}"/>
          </ac:spMkLst>
        </pc:spChg>
        <pc:spChg chg="add del">
          <ac:chgData name="Cristian Chilipirea" userId="34ab170da5908fc4" providerId="LiveId" clId="{7840C37D-FDDB-4314-A31E-446F31402874}" dt="2019-10-13T10:39:45.139" v="106"/>
          <ac:spMkLst>
            <pc:docMk/>
            <pc:sldMk cId="3721453940" sldId="496"/>
            <ac:spMk id="117" creationId="{6EAC2950-BB3C-4119-95FC-A84041EE9678}"/>
          </ac:spMkLst>
        </pc:spChg>
        <pc:spChg chg="add del">
          <ac:chgData name="Cristian Chilipirea" userId="34ab170da5908fc4" providerId="LiveId" clId="{7840C37D-FDDB-4314-A31E-446F31402874}" dt="2019-10-13T10:39:45.139" v="106"/>
          <ac:spMkLst>
            <pc:docMk/>
            <pc:sldMk cId="3721453940" sldId="496"/>
            <ac:spMk id="118" creationId="{C3E2ABC4-E1CA-4C68-8A38-16CC5DB2219A}"/>
          </ac:spMkLst>
        </pc:spChg>
        <pc:spChg chg="add del">
          <ac:chgData name="Cristian Chilipirea" userId="34ab170da5908fc4" providerId="LiveId" clId="{7840C37D-FDDB-4314-A31E-446F31402874}" dt="2019-10-13T10:39:45.139" v="106"/>
          <ac:spMkLst>
            <pc:docMk/>
            <pc:sldMk cId="3721453940" sldId="496"/>
            <ac:spMk id="119" creationId="{976113ED-8340-4C0C-99F5-428031A005A7}"/>
          </ac:spMkLst>
        </pc:spChg>
        <pc:spChg chg="add del">
          <ac:chgData name="Cristian Chilipirea" userId="34ab170da5908fc4" providerId="LiveId" clId="{7840C37D-FDDB-4314-A31E-446F31402874}" dt="2019-10-13T10:39:45.139" v="106"/>
          <ac:spMkLst>
            <pc:docMk/>
            <pc:sldMk cId="3721453940" sldId="496"/>
            <ac:spMk id="120" creationId="{3F77BF76-CE63-4459-AA52-4199C5BE8EA6}"/>
          </ac:spMkLst>
        </pc:spChg>
        <pc:spChg chg="add del">
          <ac:chgData name="Cristian Chilipirea" userId="34ab170da5908fc4" providerId="LiveId" clId="{7840C37D-FDDB-4314-A31E-446F31402874}" dt="2019-10-13T10:39:45.139" v="106"/>
          <ac:spMkLst>
            <pc:docMk/>
            <pc:sldMk cId="3721453940" sldId="496"/>
            <ac:spMk id="121" creationId="{206AC448-5AF6-48CA-9AC1-0379FB0E0247}"/>
          </ac:spMkLst>
        </pc:spChg>
        <pc:spChg chg="add del">
          <ac:chgData name="Cristian Chilipirea" userId="34ab170da5908fc4" providerId="LiveId" clId="{7840C37D-FDDB-4314-A31E-446F31402874}" dt="2019-10-13T10:39:45.139" v="106"/>
          <ac:spMkLst>
            <pc:docMk/>
            <pc:sldMk cId="3721453940" sldId="496"/>
            <ac:spMk id="122" creationId="{1AC17CF0-A2FE-4231-8B5A-177D7D513780}"/>
          </ac:spMkLst>
        </pc:spChg>
        <pc:spChg chg="add del">
          <ac:chgData name="Cristian Chilipirea" userId="34ab170da5908fc4" providerId="LiveId" clId="{7840C37D-FDDB-4314-A31E-446F31402874}" dt="2019-10-13T10:39:45.139" v="106"/>
          <ac:spMkLst>
            <pc:docMk/>
            <pc:sldMk cId="3721453940" sldId="496"/>
            <ac:spMk id="123" creationId="{A40EC460-7640-4C5B-AE91-A06D1002E376}"/>
          </ac:spMkLst>
        </pc:spChg>
        <pc:spChg chg="add del">
          <ac:chgData name="Cristian Chilipirea" userId="34ab170da5908fc4" providerId="LiveId" clId="{7840C37D-FDDB-4314-A31E-446F31402874}" dt="2019-10-13T10:39:45.139" v="106"/>
          <ac:spMkLst>
            <pc:docMk/>
            <pc:sldMk cId="3721453940" sldId="496"/>
            <ac:spMk id="124" creationId="{0F464EA2-42D7-411A-88EC-1C80A4713779}"/>
          </ac:spMkLst>
        </pc:spChg>
        <pc:spChg chg="add del">
          <ac:chgData name="Cristian Chilipirea" userId="34ab170da5908fc4" providerId="LiveId" clId="{7840C37D-FDDB-4314-A31E-446F31402874}" dt="2019-10-13T10:39:45.139" v="106"/>
          <ac:spMkLst>
            <pc:docMk/>
            <pc:sldMk cId="3721453940" sldId="496"/>
            <ac:spMk id="125" creationId="{5F474A0D-5381-4355-83B1-3ED24B7E5621}"/>
          </ac:spMkLst>
        </pc:spChg>
        <pc:spChg chg="add del">
          <ac:chgData name="Cristian Chilipirea" userId="34ab170da5908fc4" providerId="LiveId" clId="{7840C37D-FDDB-4314-A31E-446F31402874}" dt="2019-10-13T10:39:45.139" v="106"/>
          <ac:spMkLst>
            <pc:docMk/>
            <pc:sldMk cId="3721453940" sldId="496"/>
            <ac:spMk id="126" creationId="{324A0D4C-5497-4F4C-B778-6BC8852B250C}"/>
          </ac:spMkLst>
        </pc:spChg>
        <pc:spChg chg="add del">
          <ac:chgData name="Cristian Chilipirea" userId="34ab170da5908fc4" providerId="LiveId" clId="{7840C37D-FDDB-4314-A31E-446F31402874}" dt="2019-10-13T10:39:45.139" v="106"/>
          <ac:spMkLst>
            <pc:docMk/>
            <pc:sldMk cId="3721453940" sldId="496"/>
            <ac:spMk id="127" creationId="{3905AEA6-2381-42F9-88A0-76F9B5708DD6}"/>
          </ac:spMkLst>
        </pc:spChg>
        <pc:spChg chg="add del">
          <ac:chgData name="Cristian Chilipirea" userId="34ab170da5908fc4" providerId="LiveId" clId="{7840C37D-FDDB-4314-A31E-446F31402874}" dt="2019-10-13T10:39:45.139" v="106"/>
          <ac:spMkLst>
            <pc:docMk/>
            <pc:sldMk cId="3721453940" sldId="496"/>
            <ac:spMk id="128" creationId="{8BA23C8C-6445-4581-8A0A-96E66A44705F}"/>
          </ac:spMkLst>
        </pc:spChg>
        <pc:spChg chg="add del">
          <ac:chgData name="Cristian Chilipirea" userId="34ab170da5908fc4" providerId="LiveId" clId="{7840C37D-FDDB-4314-A31E-446F31402874}" dt="2019-10-13T10:39:45.139" v="106"/>
          <ac:spMkLst>
            <pc:docMk/>
            <pc:sldMk cId="3721453940" sldId="496"/>
            <ac:spMk id="129" creationId="{7ACD031F-3A11-4FF2-9220-7A74E778C00E}"/>
          </ac:spMkLst>
        </pc:spChg>
        <pc:spChg chg="add del">
          <ac:chgData name="Cristian Chilipirea" userId="34ab170da5908fc4" providerId="LiveId" clId="{7840C37D-FDDB-4314-A31E-446F31402874}" dt="2019-10-13T10:39:45.139" v="106"/>
          <ac:spMkLst>
            <pc:docMk/>
            <pc:sldMk cId="3721453940" sldId="496"/>
            <ac:spMk id="130" creationId="{72F62E1F-5B00-419F-8688-9D793F82BF51}"/>
          </ac:spMkLst>
        </pc:spChg>
        <pc:spChg chg="add del">
          <ac:chgData name="Cristian Chilipirea" userId="34ab170da5908fc4" providerId="LiveId" clId="{7840C37D-FDDB-4314-A31E-446F31402874}" dt="2019-10-13T10:39:45.139" v="106"/>
          <ac:spMkLst>
            <pc:docMk/>
            <pc:sldMk cId="3721453940" sldId="496"/>
            <ac:spMk id="131" creationId="{5D301A31-76B1-4CC2-ADEF-4B743CC60DE3}"/>
          </ac:spMkLst>
        </pc:spChg>
        <pc:spChg chg="add del">
          <ac:chgData name="Cristian Chilipirea" userId="34ab170da5908fc4" providerId="LiveId" clId="{7840C37D-FDDB-4314-A31E-446F31402874}" dt="2019-10-13T10:39:45.139" v="106"/>
          <ac:spMkLst>
            <pc:docMk/>
            <pc:sldMk cId="3721453940" sldId="496"/>
            <ac:spMk id="132" creationId="{46EFA18F-A46B-4815-816F-CCFAE0B678E3}"/>
          </ac:spMkLst>
        </pc:spChg>
        <pc:spChg chg="add del">
          <ac:chgData name="Cristian Chilipirea" userId="34ab170da5908fc4" providerId="LiveId" clId="{7840C37D-FDDB-4314-A31E-446F31402874}" dt="2019-10-13T10:39:45.139" v="106"/>
          <ac:spMkLst>
            <pc:docMk/>
            <pc:sldMk cId="3721453940" sldId="496"/>
            <ac:spMk id="133" creationId="{557889DC-56C4-4E43-B1A1-3A40F4E37B74}"/>
          </ac:spMkLst>
        </pc:spChg>
        <pc:spChg chg="add del">
          <ac:chgData name="Cristian Chilipirea" userId="34ab170da5908fc4" providerId="LiveId" clId="{7840C37D-FDDB-4314-A31E-446F31402874}" dt="2019-10-13T10:39:45.139" v="106"/>
          <ac:spMkLst>
            <pc:docMk/>
            <pc:sldMk cId="3721453940" sldId="496"/>
            <ac:spMk id="134" creationId="{AEE1B100-BC73-46AC-B7F4-BB7E756C707F}"/>
          </ac:spMkLst>
        </pc:spChg>
        <pc:spChg chg="add del">
          <ac:chgData name="Cristian Chilipirea" userId="34ab170da5908fc4" providerId="LiveId" clId="{7840C37D-FDDB-4314-A31E-446F31402874}" dt="2019-10-13T10:39:45.139" v="106"/>
          <ac:spMkLst>
            <pc:docMk/>
            <pc:sldMk cId="3721453940" sldId="496"/>
            <ac:spMk id="135" creationId="{F2D16860-E7F8-4AB7-8536-BF3EBAF990DC}"/>
          </ac:spMkLst>
        </pc:spChg>
        <pc:spChg chg="add del">
          <ac:chgData name="Cristian Chilipirea" userId="34ab170da5908fc4" providerId="LiveId" clId="{7840C37D-FDDB-4314-A31E-446F31402874}" dt="2019-10-13T10:39:45.139" v="106"/>
          <ac:spMkLst>
            <pc:docMk/>
            <pc:sldMk cId="3721453940" sldId="496"/>
            <ac:spMk id="136" creationId="{2EF48C7A-F654-4E84-BBAC-36D059EF4A4D}"/>
          </ac:spMkLst>
        </pc:spChg>
        <pc:spChg chg="add del">
          <ac:chgData name="Cristian Chilipirea" userId="34ab170da5908fc4" providerId="LiveId" clId="{7840C37D-FDDB-4314-A31E-446F31402874}" dt="2019-10-13T10:39:45.139" v="106"/>
          <ac:spMkLst>
            <pc:docMk/>
            <pc:sldMk cId="3721453940" sldId="496"/>
            <ac:spMk id="137" creationId="{87EC8C3E-AD20-4327-9B62-5CDEC81E558F}"/>
          </ac:spMkLst>
        </pc:spChg>
        <pc:spChg chg="add del">
          <ac:chgData name="Cristian Chilipirea" userId="34ab170da5908fc4" providerId="LiveId" clId="{7840C37D-FDDB-4314-A31E-446F31402874}" dt="2019-10-13T10:39:45.139" v="106"/>
          <ac:spMkLst>
            <pc:docMk/>
            <pc:sldMk cId="3721453940" sldId="496"/>
            <ac:spMk id="138" creationId="{88A45067-D0FC-46B3-A282-F55303514B9B}"/>
          </ac:spMkLst>
        </pc:spChg>
        <pc:spChg chg="add del">
          <ac:chgData name="Cristian Chilipirea" userId="34ab170da5908fc4" providerId="LiveId" clId="{7840C37D-FDDB-4314-A31E-446F31402874}" dt="2019-10-13T10:39:45.139" v="106"/>
          <ac:spMkLst>
            <pc:docMk/>
            <pc:sldMk cId="3721453940" sldId="496"/>
            <ac:spMk id="139" creationId="{25568BE0-14FB-419E-B20E-6D02C16A61C3}"/>
          </ac:spMkLst>
        </pc:spChg>
        <pc:spChg chg="add del">
          <ac:chgData name="Cristian Chilipirea" userId="34ab170da5908fc4" providerId="LiveId" clId="{7840C37D-FDDB-4314-A31E-446F31402874}" dt="2019-10-13T10:39:45.139" v="106"/>
          <ac:spMkLst>
            <pc:docMk/>
            <pc:sldMk cId="3721453940" sldId="496"/>
            <ac:spMk id="140" creationId="{204B86B3-6AA0-49C3-8DFF-756D52A48341}"/>
          </ac:spMkLst>
        </pc:spChg>
        <pc:spChg chg="add del">
          <ac:chgData name="Cristian Chilipirea" userId="34ab170da5908fc4" providerId="LiveId" clId="{7840C37D-FDDB-4314-A31E-446F31402874}" dt="2019-10-13T10:39:45.139" v="106"/>
          <ac:spMkLst>
            <pc:docMk/>
            <pc:sldMk cId="3721453940" sldId="496"/>
            <ac:spMk id="141" creationId="{897D764E-FD69-4AFA-8935-61B4A3E28F74}"/>
          </ac:spMkLst>
        </pc:spChg>
        <pc:spChg chg="add del">
          <ac:chgData name="Cristian Chilipirea" userId="34ab170da5908fc4" providerId="LiveId" clId="{7840C37D-FDDB-4314-A31E-446F31402874}" dt="2019-10-13T10:39:45.139" v="106"/>
          <ac:spMkLst>
            <pc:docMk/>
            <pc:sldMk cId="3721453940" sldId="496"/>
            <ac:spMk id="142" creationId="{174245D5-32CE-40C8-90B0-0A12A61979D5}"/>
          </ac:spMkLst>
        </pc:spChg>
        <pc:spChg chg="add del">
          <ac:chgData name="Cristian Chilipirea" userId="34ab170da5908fc4" providerId="LiveId" clId="{7840C37D-FDDB-4314-A31E-446F31402874}" dt="2019-10-13T10:39:45.139" v="106"/>
          <ac:spMkLst>
            <pc:docMk/>
            <pc:sldMk cId="3721453940" sldId="496"/>
            <ac:spMk id="143" creationId="{92DDAD38-B14D-4EA4-925C-7E8890286905}"/>
          </ac:spMkLst>
        </pc:spChg>
        <pc:spChg chg="add del">
          <ac:chgData name="Cristian Chilipirea" userId="34ab170da5908fc4" providerId="LiveId" clId="{7840C37D-FDDB-4314-A31E-446F31402874}" dt="2019-10-13T10:39:45.139" v="106"/>
          <ac:spMkLst>
            <pc:docMk/>
            <pc:sldMk cId="3721453940" sldId="496"/>
            <ac:spMk id="144" creationId="{D1E8AD14-2B78-441F-80B0-E352D1240FF7}"/>
          </ac:spMkLst>
        </pc:spChg>
        <pc:spChg chg="add del">
          <ac:chgData name="Cristian Chilipirea" userId="34ab170da5908fc4" providerId="LiveId" clId="{7840C37D-FDDB-4314-A31E-446F31402874}" dt="2019-10-13T10:39:45.139" v="106"/>
          <ac:spMkLst>
            <pc:docMk/>
            <pc:sldMk cId="3721453940" sldId="496"/>
            <ac:spMk id="145" creationId="{93A93858-58A3-4F05-9213-C71F5F356AA3}"/>
          </ac:spMkLst>
        </pc:spChg>
        <pc:spChg chg="add del">
          <ac:chgData name="Cristian Chilipirea" userId="34ab170da5908fc4" providerId="LiveId" clId="{7840C37D-FDDB-4314-A31E-446F31402874}" dt="2019-10-13T10:39:45.139" v="106"/>
          <ac:spMkLst>
            <pc:docMk/>
            <pc:sldMk cId="3721453940" sldId="496"/>
            <ac:spMk id="146" creationId="{32D9B905-3976-4813-AB93-930D30473B5B}"/>
          </ac:spMkLst>
        </pc:spChg>
        <pc:spChg chg="add del">
          <ac:chgData name="Cristian Chilipirea" userId="34ab170da5908fc4" providerId="LiveId" clId="{7840C37D-FDDB-4314-A31E-446F31402874}" dt="2019-10-13T10:39:45.139" v="106"/>
          <ac:spMkLst>
            <pc:docMk/>
            <pc:sldMk cId="3721453940" sldId="496"/>
            <ac:spMk id="147" creationId="{4FED5577-595B-4C5B-9E86-130D6A666265}"/>
          </ac:spMkLst>
        </pc:spChg>
        <pc:spChg chg="add del">
          <ac:chgData name="Cristian Chilipirea" userId="34ab170da5908fc4" providerId="LiveId" clId="{7840C37D-FDDB-4314-A31E-446F31402874}" dt="2019-10-13T10:39:45.139" v="106"/>
          <ac:spMkLst>
            <pc:docMk/>
            <pc:sldMk cId="3721453940" sldId="496"/>
            <ac:spMk id="148" creationId="{42A8DC26-3E69-487E-AD83-36BDC9C01236}"/>
          </ac:spMkLst>
        </pc:spChg>
        <pc:spChg chg="add del">
          <ac:chgData name="Cristian Chilipirea" userId="34ab170da5908fc4" providerId="LiveId" clId="{7840C37D-FDDB-4314-A31E-446F31402874}" dt="2019-10-13T10:39:53.291" v="108"/>
          <ac:spMkLst>
            <pc:docMk/>
            <pc:sldMk cId="3721453940" sldId="496"/>
            <ac:spMk id="164" creationId="{4925446B-4576-4571-8E91-042EEC928D50}"/>
          </ac:spMkLst>
        </pc:spChg>
        <pc:spChg chg="add del">
          <ac:chgData name="Cristian Chilipirea" userId="34ab170da5908fc4" providerId="LiveId" clId="{7840C37D-FDDB-4314-A31E-446F31402874}" dt="2019-10-13T10:39:53.291" v="108"/>
          <ac:spMkLst>
            <pc:docMk/>
            <pc:sldMk cId="3721453940" sldId="496"/>
            <ac:spMk id="165" creationId="{9EE5D242-983F-460D-9D16-317836D8FB0F}"/>
          </ac:spMkLst>
        </pc:spChg>
        <pc:spChg chg="add del">
          <ac:chgData name="Cristian Chilipirea" userId="34ab170da5908fc4" providerId="LiveId" clId="{7840C37D-FDDB-4314-A31E-446F31402874}" dt="2019-10-13T10:39:53.291" v="108"/>
          <ac:spMkLst>
            <pc:docMk/>
            <pc:sldMk cId="3721453940" sldId="496"/>
            <ac:spMk id="166" creationId="{38F3163C-8172-42B1-B6DF-14577C03FAF6}"/>
          </ac:spMkLst>
        </pc:spChg>
        <pc:spChg chg="add del">
          <ac:chgData name="Cristian Chilipirea" userId="34ab170da5908fc4" providerId="LiveId" clId="{7840C37D-FDDB-4314-A31E-446F31402874}" dt="2019-10-13T10:39:53.291" v="108"/>
          <ac:spMkLst>
            <pc:docMk/>
            <pc:sldMk cId="3721453940" sldId="496"/>
            <ac:spMk id="167" creationId="{A293593D-704E-4776-A3B1-CEBA1A1FA20A}"/>
          </ac:spMkLst>
        </pc:spChg>
        <pc:spChg chg="add del">
          <ac:chgData name="Cristian Chilipirea" userId="34ab170da5908fc4" providerId="LiveId" clId="{7840C37D-FDDB-4314-A31E-446F31402874}" dt="2019-10-13T10:39:53.291" v="108"/>
          <ac:spMkLst>
            <pc:docMk/>
            <pc:sldMk cId="3721453940" sldId="496"/>
            <ac:spMk id="168" creationId="{C5781D0C-E7D0-4759-99CD-18A6D1A01BB3}"/>
          </ac:spMkLst>
        </pc:spChg>
        <pc:spChg chg="add del">
          <ac:chgData name="Cristian Chilipirea" userId="34ab170da5908fc4" providerId="LiveId" clId="{7840C37D-FDDB-4314-A31E-446F31402874}" dt="2019-10-13T10:39:53.291" v="108"/>
          <ac:spMkLst>
            <pc:docMk/>
            <pc:sldMk cId="3721453940" sldId="496"/>
            <ac:spMk id="169" creationId="{E90DB490-82C4-45B9-B67C-750816C35C74}"/>
          </ac:spMkLst>
        </pc:spChg>
        <pc:spChg chg="add del">
          <ac:chgData name="Cristian Chilipirea" userId="34ab170da5908fc4" providerId="LiveId" clId="{7840C37D-FDDB-4314-A31E-446F31402874}" dt="2019-10-13T10:39:53.291" v="108"/>
          <ac:spMkLst>
            <pc:docMk/>
            <pc:sldMk cId="3721453940" sldId="496"/>
            <ac:spMk id="170" creationId="{67E12F95-DCA8-4C24-A127-8820F0B3C1AA}"/>
          </ac:spMkLst>
        </pc:spChg>
        <pc:spChg chg="add del">
          <ac:chgData name="Cristian Chilipirea" userId="34ab170da5908fc4" providerId="LiveId" clId="{7840C37D-FDDB-4314-A31E-446F31402874}" dt="2019-10-13T10:39:53.291" v="108"/>
          <ac:spMkLst>
            <pc:docMk/>
            <pc:sldMk cId="3721453940" sldId="496"/>
            <ac:spMk id="171" creationId="{EC9C1506-A313-4EE8-89D7-5E787D49BDAC}"/>
          </ac:spMkLst>
        </pc:spChg>
        <pc:spChg chg="add del">
          <ac:chgData name="Cristian Chilipirea" userId="34ab170da5908fc4" providerId="LiveId" clId="{7840C37D-FDDB-4314-A31E-446F31402874}" dt="2019-10-13T10:39:53.291" v="108"/>
          <ac:spMkLst>
            <pc:docMk/>
            <pc:sldMk cId="3721453940" sldId="496"/>
            <ac:spMk id="172" creationId="{FAFA8AE3-DC3E-4188-9EB2-80FAF9EA8D24}"/>
          </ac:spMkLst>
        </pc:spChg>
        <pc:spChg chg="add del">
          <ac:chgData name="Cristian Chilipirea" userId="34ab170da5908fc4" providerId="LiveId" clId="{7840C37D-FDDB-4314-A31E-446F31402874}" dt="2019-10-13T10:39:53.291" v="108"/>
          <ac:spMkLst>
            <pc:docMk/>
            <pc:sldMk cId="3721453940" sldId="496"/>
            <ac:spMk id="173" creationId="{B7BD52BC-2C60-404D-BF5D-25A09666A4A9}"/>
          </ac:spMkLst>
        </pc:spChg>
        <pc:spChg chg="add del">
          <ac:chgData name="Cristian Chilipirea" userId="34ab170da5908fc4" providerId="LiveId" clId="{7840C37D-FDDB-4314-A31E-446F31402874}" dt="2019-10-13T10:39:53.291" v="108"/>
          <ac:spMkLst>
            <pc:docMk/>
            <pc:sldMk cId="3721453940" sldId="496"/>
            <ac:spMk id="174" creationId="{9F1C95E9-8F57-47CB-B7C3-AC04915037B6}"/>
          </ac:spMkLst>
        </pc:spChg>
        <pc:spChg chg="add del">
          <ac:chgData name="Cristian Chilipirea" userId="34ab170da5908fc4" providerId="LiveId" clId="{7840C37D-FDDB-4314-A31E-446F31402874}" dt="2019-10-13T10:39:53.291" v="108"/>
          <ac:spMkLst>
            <pc:docMk/>
            <pc:sldMk cId="3721453940" sldId="496"/>
            <ac:spMk id="175" creationId="{EDE04925-0507-4986-AE72-040B5B925E3D}"/>
          </ac:spMkLst>
        </pc:spChg>
        <pc:spChg chg="add del">
          <ac:chgData name="Cristian Chilipirea" userId="34ab170da5908fc4" providerId="LiveId" clId="{7840C37D-FDDB-4314-A31E-446F31402874}" dt="2019-10-13T10:39:53.291" v="108"/>
          <ac:spMkLst>
            <pc:docMk/>
            <pc:sldMk cId="3721453940" sldId="496"/>
            <ac:spMk id="176" creationId="{DF0CF097-D72B-47E3-9CD6-DE3C602E066F}"/>
          </ac:spMkLst>
        </pc:spChg>
        <pc:spChg chg="add del">
          <ac:chgData name="Cristian Chilipirea" userId="34ab170da5908fc4" providerId="LiveId" clId="{7840C37D-FDDB-4314-A31E-446F31402874}" dt="2019-10-13T10:39:53.291" v="108"/>
          <ac:spMkLst>
            <pc:docMk/>
            <pc:sldMk cId="3721453940" sldId="496"/>
            <ac:spMk id="177" creationId="{07A2C5C8-4CA2-4A2F-8F6D-654367091B9F}"/>
          </ac:spMkLst>
        </pc:spChg>
        <pc:spChg chg="add del">
          <ac:chgData name="Cristian Chilipirea" userId="34ab170da5908fc4" providerId="LiveId" clId="{7840C37D-FDDB-4314-A31E-446F31402874}" dt="2019-10-13T10:39:53.291" v="108"/>
          <ac:spMkLst>
            <pc:docMk/>
            <pc:sldMk cId="3721453940" sldId="496"/>
            <ac:spMk id="178" creationId="{A64237D1-7AAC-40F3-9A54-56082A5609D4}"/>
          </ac:spMkLst>
        </pc:spChg>
        <pc:spChg chg="add del">
          <ac:chgData name="Cristian Chilipirea" userId="34ab170da5908fc4" providerId="LiveId" clId="{7840C37D-FDDB-4314-A31E-446F31402874}" dt="2019-10-13T10:39:53.291" v="108"/>
          <ac:spMkLst>
            <pc:docMk/>
            <pc:sldMk cId="3721453940" sldId="496"/>
            <ac:spMk id="179" creationId="{2054D4EE-FCB4-4B97-A34D-4D75A512CA77}"/>
          </ac:spMkLst>
        </pc:spChg>
        <pc:spChg chg="add del">
          <ac:chgData name="Cristian Chilipirea" userId="34ab170da5908fc4" providerId="LiveId" clId="{7840C37D-FDDB-4314-A31E-446F31402874}" dt="2019-10-13T10:39:53.291" v="108"/>
          <ac:spMkLst>
            <pc:docMk/>
            <pc:sldMk cId="3721453940" sldId="496"/>
            <ac:spMk id="180" creationId="{1417691C-9165-47AC-B0A9-D582EC941B57}"/>
          </ac:spMkLst>
        </pc:spChg>
        <pc:spChg chg="add del">
          <ac:chgData name="Cristian Chilipirea" userId="34ab170da5908fc4" providerId="LiveId" clId="{7840C37D-FDDB-4314-A31E-446F31402874}" dt="2019-10-13T10:39:53.291" v="108"/>
          <ac:spMkLst>
            <pc:docMk/>
            <pc:sldMk cId="3721453940" sldId="496"/>
            <ac:spMk id="181" creationId="{661760ED-88BE-4373-A039-5472CE3F7B88}"/>
          </ac:spMkLst>
        </pc:spChg>
        <pc:spChg chg="add del">
          <ac:chgData name="Cristian Chilipirea" userId="34ab170da5908fc4" providerId="LiveId" clId="{7840C37D-FDDB-4314-A31E-446F31402874}" dt="2019-10-13T10:39:53.291" v="108"/>
          <ac:spMkLst>
            <pc:docMk/>
            <pc:sldMk cId="3721453940" sldId="496"/>
            <ac:spMk id="182" creationId="{7F9D570D-E9FF-49FA-AA40-1D947509122D}"/>
          </ac:spMkLst>
        </pc:spChg>
        <pc:spChg chg="add del">
          <ac:chgData name="Cristian Chilipirea" userId="34ab170da5908fc4" providerId="LiveId" clId="{7840C37D-FDDB-4314-A31E-446F31402874}" dt="2019-10-13T10:39:53.291" v="108"/>
          <ac:spMkLst>
            <pc:docMk/>
            <pc:sldMk cId="3721453940" sldId="496"/>
            <ac:spMk id="183" creationId="{9631E5D6-4582-4BB4-A599-EB33BFCAF6EB}"/>
          </ac:spMkLst>
        </pc:spChg>
        <pc:spChg chg="add del">
          <ac:chgData name="Cristian Chilipirea" userId="34ab170da5908fc4" providerId="LiveId" clId="{7840C37D-FDDB-4314-A31E-446F31402874}" dt="2019-10-13T10:39:53.291" v="108"/>
          <ac:spMkLst>
            <pc:docMk/>
            <pc:sldMk cId="3721453940" sldId="496"/>
            <ac:spMk id="184" creationId="{011C1C22-8A34-4588-B169-8C046895484D}"/>
          </ac:spMkLst>
        </pc:spChg>
        <pc:spChg chg="add del">
          <ac:chgData name="Cristian Chilipirea" userId="34ab170da5908fc4" providerId="LiveId" clId="{7840C37D-FDDB-4314-A31E-446F31402874}" dt="2019-10-13T10:39:53.291" v="108"/>
          <ac:spMkLst>
            <pc:docMk/>
            <pc:sldMk cId="3721453940" sldId="496"/>
            <ac:spMk id="185" creationId="{7A86914A-E71B-49AE-8AE3-5EE5798390A7}"/>
          </ac:spMkLst>
        </pc:spChg>
        <pc:spChg chg="add del">
          <ac:chgData name="Cristian Chilipirea" userId="34ab170da5908fc4" providerId="LiveId" clId="{7840C37D-FDDB-4314-A31E-446F31402874}" dt="2019-10-13T10:39:53.291" v="108"/>
          <ac:spMkLst>
            <pc:docMk/>
            <pc:sldMk cId="3721453940" sldId="496"/>
            <ac:spMk id="186" creationId="{1FF95990-3019-4FE9-B59E-F432881D9905}"/>
          </ac:spMkLst>
        </pc:spChg>
        <pc:spChg chg="add del">
          <ac:chgData name="Cristian Chilipirea" userId="34ab170da5908fc4" providerId="LiveId" clId="{7840C37D-FDDB-4314-A31E-446F31402874}" dt="2019-10-13T10:39:53.291" v="108"/>
          <ac:spMkLst>
            <pc:docMk/>
            <pc:sldMk cId="3721453940" sldId="496"/>
            <ac:spMk id="187" creationId="{6A40ACC1-5350-4918-93AD-4CC5E7C3CB3A}"/>
          </ac:spMkLst>
        </pc:spChg>
        <pc:spChg chg="add del">
          <ac:chgData name="Cristian Chilipirea" userId="34ab170da5908fc4" providerId="LiveId" clId="{7840C37D-FDDB-4314-A31E-446F31402874}" dt="2019-10-13T10:39:53.291" v="108"/>
          <ac:spMkLst>
            <pc:docMk/>
            <pc:sldMk cId="3721453940" sldId="496"/>
            <ac:spMk id="188" creationId="{5BB46A71-854E-4282-BA96-2D5DC3B3961F}"/>
          </ac:spMkLst>
        </pc:spChg>
        <pc:spChg chg="add del">
          <ac:chgData name="Cristian Chilipirea" userId="34ab170da5908fc4" providerId="LiveId" clId="{7840C37D-FDDB-4314-A31E-446F31402874}" dt="2019-10-13T10:39:53.291" v="108"/>
          <ac:spMkLst>
            <pc:docMk/>
            <pc:sldMk cId="3721453940" sldId="496"/>
            <ac:spMk id="189" creationId="{52D60978-C690-4C6F-BE36-A5E773693356}"/>
          </ac:spMkLst>
        </pc:spChg>
        <pc:spChg chg="add del">
          <ac:chgData name="Cristian Chilipirea" userId="34ab170da5908fc4" providerId="LiveId" clId="{7840C37D-FDDB-4314-A31E-446F31402874}" dt="2019-10-13T10:39:53.291" v="108"/>
          <ac:spMkLst>
            <pc:docMk/>
            <pc:sldMk cId="3721453940" sldId="496"/>
            <ac:spMk id="190" creationId="{E25BAA9B-9CA2-426F-B566-BF30F78120A9}"/>
          </ac:spMkLst>
        </pc:spChg>
        <pc:spChg chg="add del">
          <ac:chgData name="Cristian Chilipirea" userId="34ab170da5908fc4" providerId="LiveId" clId="{7840C37D-FDDB-4314-A31E-446F31402874}" dt="2019-10-13T10:39:53.291" v="108"/>
          <ac:spMkLst>
            <pc:docMk/>
            <pc:sldMk cId="3721453940" sldId="496"/>
            <ac:spMk id="191" creationId="{2B27941E-1E41-40D8-980A-64982D2D248F}"/>
          </ac:spMkLst>
        </pc:spChg>
        <pc:spChg chg="add del">
          <ac:chgData name="Cristian Chilipirea" userId="34ab170da5908fc4" providerId="LiveId" clId="{7840C37D-FDDB-4314-A31E-446F31402874}" dt="2019-10-13T10:39:53.291" v="108"/>
          <ac:spMkLst>
            <pc:docMk/>
            <pc:sldMk cId="3721453940" sldId="496"/>
            <ac:spMk id="192" creationId="{E76FA27E-1AEE-4B2D-AFC1-C54DFEA2EA32}"/>
          </ac:spMkLst>
        </pc:spChg>
        <pc:spChg chg="add del">
          <ac:chgData name="Cristian Chilipirea" userId="34ab170da5908fc4" providerId="LiveId" clId="{7840C37D-FDDB-4314-A31E-446F31402874}" dt="2019-10-13T10:39:53.291" v="108"/>
          <ac:spMkLst>
            <pc:docMk/>
            <pc:sldMk cId="3721453940" sldId="496"/>
            <ac:spMk id="193" creationId="{3F274CA6-AA7C-46BE-9780-C2424CAAAA2E}"/>
          </ac:spMkLst>
        </pc:spChg>
        <pc:spChg chg="add del">
          <ac:chgData name="Cristian Chilipirea" userId="34ab170da5908fc4" providerId="LiveId" clId="{7840C37D-FDDB-4314-A31E-446F31402874}" dt="2019-10-13T10:39:53.291" v="108"/>
          <ac:spMkLst>
            <pc:docMk/>
            <pc:sldMk cId="3721453940" sldId="496"/>
            <ac:spMk id="194" creationId="{89FD82F6-F1B8-4B4F-A55D-60C0FFB3D3DB}"/>
          </ac:spMkLst>
        </pc:spChg>
        <pc:spChg chg="add del">
          <ac:chgData name="Cristian Chilipirea" userId="34ab170da5908fc4" providerId="LiveId" clId="{7840C37D-FDDB-4314-A31E-446F31402874}" dt="2019-10-13T10:39:53.291" v="108"/>
          <ac:spMkLst>
            <pc:docMk/>
            <pc:sldMk cId="3721453940" sldId="496"/>
            <ac:spMk id="195" creationId="{611C0649-2CEC-4855-8EE5-20F4D67688EC}"/>
          </ac:spMkLst>
        </pc:spChg>
        <pc:spChg chg="add del">
          <ac:chgData name="Cristian Chilipirea" userId="34ab170da5908fc4" providerId="LiveId" clId="{7840C37D-FDDB-4314-A31E-446F31402874}" dt="2019-10-13T10:39:55.655" v="110"/>
          <ac:spMkLst>
            <pc:docMk/>
            <pc:sldMk cId="3721453940" sldId="496"/>
            <ac:spMk id="211" creationId="{D26E2B15-7FDD-44C5-BDB1-68C09E61B016}"/>
          </ac:spMkLst>
        </pc:spChg>
        <pc:spChg chg="add del">
          <ac:chgData name="Cristian Chilipirea" userId="34ab170da5908fc4" providerId="LiveId" clId="{7840C37D-FDDB-4314-A31E-446F31402874}" dt="2019-10-13T10:39:55.655" v="110"/>
          <ac:spMkLst>
            <pc:docMk/>
            <pc:sldMk cId="3721453940" sldId="496"/>
            <ac:spMk id="212" creationId="{1B4EBB5A-3678-4ED1-B775-6AA2ED834956}"/>
          </ac:spMkLst>
        </pc:spChg>
        <pc:spChg chg="add del">
          <ac:chgData name="Cristian Chilipirea" userId="34ab170da5908fc4" providerId="LiveId" clId="{7840C37D-FDDB-4314-A31E-446F31402874}" dt="2019-10-13T10:39:55.655" v="110"/>
          <ac:spMkLst>
            <pc:docMk/>
            <pc:sldMk cId="3721453940" sldId="496"/>
            <ac:spMk id="213" creationId="{48D439A9-45F0-4269-9E63-B6680531FB39}"/>
          </ac:spMkLst>
        </pc:spChg>
        <pc:spChg chg="add del">
          <ac:chgData name="Cristian Chilipirea" userId="34ab170da5908fc4" providerId="LiveId" clId="{7840C37D-FDDB-4314-A31E-446F31402874}" dt="2019-10-13T10:39:55.655" v="110"/>
          <ac:spMkLst>
            <pc:docMk/>
            <pc:sldMk cId="3721453940" sldId="496"/>
            <ac:spMk id="214" creationId="{3B9F1129-B3D8-4568-A572-479772508F17}"/>
          </ac:spMkLst>
        </pc:spChg>
        <pc:spChg chg="add del">
          <ac:chgData name="Cristian Chilipirea" userId="34ab170da5908fc4" providerId="LiveId" clId="{7840C37D-FDDB-4314-A31E-446F31402874}" dt="2019-10-13T10:39:55.655" v="110"/>
          <ac:spMkLst>
            <pc:docMk/>
            <pc:sldMk cId="3721453940" sldId="496"/>
            <ac:spMk id="215" creationId="{9786D1B4-2C45-4D7E-8492-41614439AFD8}"/>
          </ac:spMkLst>
        </pc:spChg>
        <pc:spChg chg="add del">
          <ac:chgData name="Cristian Chilipirea" userId="34ab170da5908fc4" providerId="LiveId" clId="{7840C37D-FDDB-4314-A31E-446F31402874}" dt="2019-10-13T10:39:55.655" v="110"/>
          <ac:spMkLst>
            <pc:docMk/>
            <pc:sldMk cId="3721453940" sldId="496"/>
            <ac:spMk id="216" creationId="{A9E389F5-9A34-4B8A-86CB-2692A7663DC0}"/>
          </ac:spMkLst>
        </pc:spChg>
        <pc:spChg chg="add del">
          <ac:chgData name="Cristian Chilipirea" userId="34ab170da5908fc4" providerId="LiveId" clId="{7840C37D-FDDB-4314-A31E-446F31402874}" dt="2019-10-13T10:39:55.655" v="110"/>
          <ac:spMkLst>
            <pc:docMk/>
            <pc:sldMk cId="3721453940" sldId="496"/>
            <ac:spMk id="217" creationId="{4E1D54E1-9986-4F11-A1D9-8DCA8ED35289}"/>
          </ac:spMkLst>
        </pc:spChg>
        <pc:spChg chg="add del">
          <ac:chgData name="Cristian Chilipirea" userId="34ab170da5908fc4" providerId="LiveId" clId="{7840C37D-FDDB-4314-A31E-446F31402874}" dt="2019-10-13T10:39:55.655" v="110"/>
          <ac:spMkLst>
            <pc:docMk/>
            <pc:sldMk cId="3721453940" sldId="496"/>
            <ac:spMk id="218" creationId="{2C694C46-6154-4093-B9C5-1E514726F337}"/>
          </ac:spMkLst>
        </pc:spChg>
        <pc:spChg chg="add del">
          <ac:chgData name="Cristian Chilipirea" userId="34ab170da5908fc4" providerId="LiveId" clId="{7840C37D-FDDB-4314-A31E-446F31402874}" dt="2019-10-13T10:39:55.655" v="110"/>
          <ac:spMkLst>
            <pc:docMk/>
            <pc:sldMk cId="3721453940" sldId="496"/>
            <ac:spMk id="219" creationId="{0BC18EFD-85CC-4429-8C20-2AECF0571936}"/>
          </ac:spMkLst>
        </pc:spChg>
        <pc:spChg chg="add del">
          <ac:chgData name="Cristian Chilipirea" userId="34ab170da5908fc4" providerId="LiveId" clId="{7840C37D-FDDB-4314-A31E-446F31402874}" dt="2019-10-13T10:39:55.655" v="110"/>
          <ac:spMkLst>
            <pc:docMk/>
            <pc:sldMk cId="3721453940" sldId="496"/>
            <ac:spMk id="220" creationId="{BB525ED3-0422-4094-A0F3-66DE7126CBAD}"/>
          </ac:spMkLst>
        </pc:spChg>
        <pc:spChg chg="add del">
          <ac:chgData name="Cristian Chilipirea" userId="34ab170da5908fc4" providerId="LiveId" clId="{7840C37D-FDDB-4314-A31E-446F31402874}" dt="2019-10-13T10:39:55.655" v="110"/>
          <ac:spMkLst>
            <pc:docMk/>
            <pc:sldMk cId="3721453940" sldId="496"/>
            <ac:spMk id="221" creationId="{49EA8DE5-C0B0-44A2-9D7D-3BF25E12DCCA}"/>
          </ac:spMkLst>
        </pc:spChg>
        <pc:spChg chg="add del">
          <ac:chgData name="Cristian Chilipirea" userId="34ab170da5908fc4" providerId="LiveId" clId="{7840C37D-FDDB-4314-A31E-446F31402874}" dt="2019-10-13T10:39:55.655" v="110"/>
          <ac:spMkLst>
            <pc:docMk/>
            <pc:sldMk cId="3721453940" sldId="496"/>
            <ac:spMk id="222" creationId="{A0A3DCD9-819A-4532-8B1D-7A72023FF7DA}"/>
          </ac:spMkLst>
        </pc:spChg>
        <pc:spChg chg="add del">
          <ac:chgData name="Cristian Chilipirea" userId="34ab170da5908fc4" providerId="LiveId" clId="{7840C37D-FDDB-4314-A31E-446F31402874}" dt="2019-10-13T10:39:55.655" v="110"/>
          <ac:spMkLst>
            <pc:docMk/>
            <pc:sldMk cId="3721453940" sldId="496"/>
            <ac:spMk id="223" creationId="{9B06E13E-403E-4147-B8C0-73E73D536D89}"/>
          </ac:spMkLst>
        </pc:spChg>
        <pc:spChg chg="add del">
          <ac:chgData name="Cristian Chilipirea" userId="34ab170da5908fc4" providerId="LiveId" clId="{7840C37D-FDDB-4314-A31E-446F31402874}" dt="2019-10-13T10:39:55.655" v="110"/>
          <ac:spMkLst>
            <pc:docMk/>
            <pc:sldMk cId="3721453940" sldId="496"/>
            <ac:spMk id="224" creationId="{3749EC38-640A-4B4F-B1AA-97544F247E01}"/>
          </ac:spMkLst>
        </pc:spChg>
        <pc:spChg chg="add del">
          <ac:chgData name="Cristian Chilipirea" userId="34ab170da5908fc4" providerId="LiveId" clId="{7840C37D-FDDB-4314-A31E-446F31402874}" dt="2019-10-13T10:39:55.655" v="110"/>
          <ac:spMkLst>
            <pc:docMk/>
            <pc:sldMk cId="3721453940" sldId="496"/>
            <ac:spMk id="225" creationId="{59E52A24-798C-4A59-A8ED-ECE3AD3953F3}"/>
          </ac:spMkLst>
        </pc:spChg>
        <pc:spChg chg="add del">
          <ac:chgData name="Cristian Chilipirea" userId="34ab170da5908fc4" providerId="LiveId" clId="{7840C37D-FDDB-4314-A31E-446F31402874}" dt="2019-10-13T10:39:55.655" v="110"/>
          <ac:spMkLst>
            <pc:docMk/>
            <pc:sldMk cId="3721453940" sldId="496"/>
            <ac:spMk id="226" creationId="{C3B50E74-2433-433B-9BAA-B8F760D936D0}"/>
          </ac:spMkLst>
        </pc:spChg>
        <pc:spChg chg="add del">
          <ac:chgData name="Cristian Chilipirea" userId="34ab170da5908fc4" providerId="LiveId" clId="{7840C37D-FDDB-4314-A31E-446F31402874}" dt="2019-10-13T10:39:55.655" v="110"/>
          <ac:spMkLst>
            <pc:docMk/>
            <pc:sldMk cId="3721453940" sldId="496"/>
            <ac:spMk id="227" creationId="{0470FDB1-93A0-475E-9F98-1AF3CD04CBC0}"/>
          </ac:spMkLst>
        </pc:spChg>
        <pc:spChg chg="add del">
          <ac:chgData name="Cristian Chilipirea" userId="34ab170da5908fc4" providerId="LiveId" clId="{7840C37D-FDDB-4314-A31E-446F31402874}" dt="2019-10-13T10:39:55.655" v="110"/>
          <ac:spMkLst>
            <pc:docMk/>
            <pc:sldMk cId="3721453940" sldId="496"/>
            <ac:spMk id="228" creationId="{AC61042F-116C-4679-8E7E-A5A4FA91006E}"/>
          </ac:spMkLst>
        </pc:spChg>
        <pc:spChg chg="add del">
          <ac:chgData name="Cristian Chilipirea" userId="34ab170da5908fc4" providerId="LiveId" clId="{7840C37D-FDDB-4314-A31E-446F31402874}" dt="2019-10-13T10:39:55.655" v="110"/>
          <ac:spMkLst>
            <pc:docMk/>
            <pc:sldMk cId="3721453940" sldId="496"/>
            <ac:spMk id="229" creationId="{809EB148-4A3A-4520-9AF9-CA38765A9DA1}"/>
          </ac:spMkLst>
        </pc:spChg>
        <pc:spChg chg="add del">
          <ac:chgData name="Cristian Chilipirea" userId="34ab170da5908fc4" providerId="LiveId" clId="{7840C37D-FDDB-4314-A31E-446F31402874}" dt="2019-10-13T10:39:55.655" v="110"/>
          <ac:spMkLst>
            <pc:docMk/>
            <pc:sldMk cId="3721453940" sldId="496"/>
            <ac:spMk id="230" creationId="{A5416141-C56F-4C15-BBA8-0CA36C97605B}"/>
          </ac:spMkLst>
        </pc:spChg>
        <pc:spChg chg="add del">
          <ac:chgData name="Cristian Chilipirea" userId="34ab170da5908fc4" providerId="LiveId" clId="{7840C37D-FDDB-4314-A31E-446F31402874}" dt="2019-10-13T10:39:55.655" v="110"/>
          <ac:spMkLst>
            <pc:docMk/>
            <pc:sldMk cId="3721453940" sldId="496"/>
            <ac:spMk id="231" creationId="{F69321E0-DF0C-4AAB-88DD-0DBA315E9426}"/>
          </ac:spMkLst>
        </pc:spChg>
        <pc:spChg chg="add del">
          <ac:chgData name="Cristian Chilipirea" userId="34ab170da5908fc4" providerId="LiveId" clId="{7840C37D-FDDB-4314-A31E-446F31402874}" dt="2019-10-13T10:39:55.655" v="110"/>
          <ac:spMkLst>
            <pc:docMk/>
            <pc:sldMk cId="3721453940" sldId="496"/>
            <ac:spMk id="232" creationId="{0458FB88-4655-43FD-83BB-38BCA21BF794}"/>
          </ac:spMkLst>
        </pc:spChg>
        <pc:spChg chg="add del">
          <ac:chgData name="Cristian Chilipirea" userId="34ab170da5908fc4" providerId="LiveId" clId="{7840C37D-FDDB-4314-A31E-446F31402874}" dt="2019-10-13T10:39:55.655" v="110"/>
          <ac:spMkLst>
            <pc:docMk/>
            <pc:sldMk cId="3721453940" sldId="496"/>
            <ac:spMk id="233" creationId="{8B3046C3-E80B-4B5A-8731-083553F4E261}"/>
          </ac:spMkLst>
        </pc:spChg>
        <pc:spChg chg="add del">
          <ac:chgData name="Cristian Chilipirea" userId="34ab170da5908fc4" providerId="LiveId" clId="{7840C37D-FDDB-4314-A31E-446F31402874}" dt="2019-10-13T10:39:55.655" v="110"/>
          <ac:spMkLst>
            <pc:docMk/>
            <pc:sldMk cId="3721453940" sldId="496"/>
            <ac:spMk id="234" creationId="{56F6B5D7-B63F-4D0A-847E-9CEBAD299384}"/>
          </ac:spMkLst>
        </pc:spChg>
        <pc:spChg chg="add del">
          <ac:chgData name="Cristian Chilipirea" userId="34ab170da5908fc4" providerId="LiveId" clId="{7840C37D-FDDB-4314-A31E-446F31402874}" dt="2019-10-13T10:39:55.655" v="110"/>
          <ac:spMkLst>
            <pc:docMk/>
            <pc:sldMk cId="3721453940" sldId="496"/>
            <ac:spMk id="235" creationId="{90E363C7-B74B-4EEF-9DBF-7E1CC7A64ACB}"/>
          </ac:spMkLst>
        </pc:spChg>
        <pc:spChg chg="add del">
          <ac:chgData name="Cristian Chilipirea" userId="34ab170da5908fc4" providerId="LiveId" clId="{7840C37D-FDDB-4314-A31E-446F31402874}" dt="2019-10-13T10:39:55.655" v="110"/>
          <ac:spMkLst>
            <pc:docMk/>
            <pc:sldMk cId="3721453940" sldId="496"/>
            <ac:spMk id="236" creationId="{3E074107-31CD-4EE7-9CE5-C91305A6408B}"/>
          </ac:spMkLst>
        </pc:spChg>
        <pc:spChg chg="add del">
          <ac:chgData name="Cristian Chilipirea" userId="34ab170da5908fc4" providerId="LiveId" clId="{7840C37D-FDDB-4314-A31E-446F31402874}" dt="2019-10-13T10:39:55.655" v="110"/>
          <ac:spMkLst>
            <pc:docMk/>
            <pc:sldMk cId="3721453940" sldId="496"/>
            <ac:spMk id="237" creationId="{C149A054-9849-4496-B2C2-C026252E4BBE}"/>
          </ac:spMkLst>
        </pc:spChg>
        <pc:spChg chg="add del">
          <ac:chgData name="Cristian Chilipirea" userId="34ab170da5908fc4" providerId="LiveId" clId="{7840C37D-FDDB-4314-A31E-446F31402874}" dt="2019-10-13T10:39:55.655" v="110"/>
          <ac:spMkLst>
            <pc:docMk/>
            <pc:sldMk cId="3721453940" sldId="496"/>
            <ac:spMk id="238" creationId="{453C07A8-A8B7-4EEF-9713-CEB816ADA59E}"/>
          </ac:spMkLst>
        </pc:spChg>
        <pc:spChg chg="add del">
          <ac:chgData name="Cristian Chilipirea" userId="34ab170da5908fc4" providerId="LiveId" clId="{7840C37D-FDDB-4314-A31E-446F31402874}" dt="2019-10-13T10:39:55.655" v="110"/>
          <ac:spMkLst>
            <pc:docMk/>
            <pc:sldMk cId="3721453940" sldId="496"/>
            <ac:spMk id="239" creationId="{DCF226D4-C3DA-4AF4-AA34-8C01D80EC515}"/>
          </ac:spMkLst>
        </pc:spChg>
        <pc:spChg chg="add del">
          <ac:chgData name="Cristian Chilipirea" userId="34ab170da5908fc4" providerId="LiveId" clId="{7840C37D-FDDB-4314-A31E-446F31402874}" dt="2019-10-13T10:39:55.655" v="110"/>
          <ac:spMkLst>
            <pc:docMk/>
            <pc:sldMk cId="3721453940" sldId="496"/>
            <ac:spMk id="240" creationId="{B4AE48F3-904E-4E2B-A7E2-7F831D68C00C}"/>
          </ac:spMkLst>
        </pc:spChg>
        <pc:spChg chg="add del">
          <ac:chgData name="Cristian Chilipirea" userId="34ab170da5908fc4" providerId="LiveId" clId="{7840C37D-FDDB-4314-A31E-446F31402874}" dt="2019-10-13T10:39:55.655" v="110"/>
          <ac:spMkLst>
            <pc:docMk/>
            <pc:sldMk cId="3721453940" sldId="496"/>
            <ac:spMk id="241" creationId="{4FABB613-50E5-40F1-9C50-0846168C36C8}"/>
          </ac:spMkLst>
        </pc:spChg>
        <pc:spChg chg="add del">
          <ac:chgData name="Cristian Chilipirea" userId="34ab170da5908fc4" providerId="LiveId" clId="{7840C37D-FDDB-4314-A31E-446F31402874}" dt="2019-10-13T10:39:55.655" v="110"/>
          <ac:spMkLst>
            <pc:docMk/>
            <pc:sldMk cId="3721453940" sldId="496"/>
            <ac:spMk id="242" creationId="{B0025002-75D0-4257-84DE-E1BCFDF8604D}"/>
          </ac:spMkLst>
        </pc:spChg>
        <pc:spChg chg="add del">
          <ac:chgData name="Cristian Chilipirea" userId="34ab170da5908fc4" providerId="LiveId" clId="{7840C37D-FDDB-4314-A31E-446F31402874}" dt="2019-10-13T10:40:00.222" v="112"/>
          <ac:spMkLst>
            <pc:docMk/>
            <pc:sldMk cId="3721453940" sldId="496"/>
            <ac:spMk id="249" creationId="{B74F7EAC-DF39-46C2-8B55-AD5C71CE4D1B}"/>
          </ac:spMkLst>
        </pc:spChg>
        <pc:spChg chg="add del">
          <ac:chgData name="Cristian Chilipirea" userId="34ab170da5908fc4" providerId="LiveId" clId="{7840C37D-FDDB-4314-A31E-446F31402874}" dt="2019-10-13T10:40:00.222" v="112"/>
          <ac:spMkLst>
            <pc:docMk/>
            <pc:sldMk cId="3721453940" sldId="496"/>
            <ac:spMk id="250" creationId="{DFCC6203-ECF1-4A07-AF39-3C9A48CFE996}"/>
          </ac:spMkLst>
        </pc:spChg>
        <pc:spChg chg="add del">
          <ac:chgData name="Cristian Chilipirea" userId="34ab170da5908fc4" providerId="LiveId" clId="{7840C37D-FDDB-4314-A31E-446F31402874}" dt="2019-10-13T10:40:00.222" v="112"/>
          <ac:spMkLst>
            <pc:docMk/>
            <pc:sldMk cId="3721453940" sldId="496"/>
            <ac:spMk id="251" creationId="{BFD74609-FE1C-43EC-9FF7-9A47309DB91B}"/>
          </ac:spMkLst>
        </pc:spChg>
        <pc:spChg chg="add del">
          <ac:chgData name="Cristian Chilipirea" userId="34ab170da5908fc4" providerId="LiveId" clId="{7840C37D-FDDB-4314-A31E-446F31402874}" dt="2019-10-13T10:40:00.222" v="112"/>
          <ac:spMkLst>
            <pc:docMk/>
            <pc:sldMk cId="3721453940" sldId="496"/>
            <ac:spMk id="252" creationId="{4C810E71-9BE6-4493-BC4A-E8A2C91A68B6}"/>
          </ac:spMkLst>
        </pc:spChg>
        <pc:spChg chg="add del">
          <ac:chgData name="Cristian Chilipirea" userId="34ab170da5908fc4" providerId="LiveId" clId="{7840C37D-FDDB-4314-A31E-446F31402874}" dt="2019-10-13T10:40:00.222" v="112"/>
          <ac:spMkLst>
            <pc:docMk/>
            <pc:sldMk cId="3721453940" sldId="496"/>
            <ac:spMk id="253" creationId="{625191A1-D60D-471D-81F1-DE8FF3B6DA91}"/>
          </ac:spMkLst>
        </pc:spChg>
        <pc:spChg chg="add del">
          <ac:chgData name="Cristian Chilipirea" userId="34ab170da5908fc4" providerId="LiveId" clId="{7840C37D-FDDB-4314-A31E-446F31402874}" dt="2019-10-13T10:40:00.222" v="112"/>
          <ac:spMkLst>
            <pc:docMk/>
            <pc:sldMk cId="3721453940" sldId="496"/>
            <ac:spMk id="254" creationId="{082BFB48-533E-442A-931D-15DE64ED91EE}"/>
          </ac:spMkLst>
        </pc:spChg>
        <pc:spChg chg="add del">
          <ac:chgData name="Cristian Chilipirea" userId="34ab170da5908fc4" providerId="LiveId" clId="{7840C37D-FDDB-4314-A31E-446F31402874}" dt="2019-10-13T10:40:00.222" v="112"/>
          <ac:spMkLst>
            <pc:docMk/>
            <pc:sldMk cId="3721453940" sldId="496"/>
            <ac:spMk id="255" creationId="{859A4DE9-8B75-43AE-9ABB-479BE322DB8B}"/>
          </ac:spMkLst>
        </pc:spChg>
        <pc:spChg chg="add del">
          <ac:chgData name="Cristian Chilipirea" userId="34ab170da5908fc4" providerId="LiveId" clId="{7840C37D-FDDB-4314-A31E-446F31402874}" dt="2019-10-13T10:40:00.222" v="112"/>
          <ac:spMkLst>
            <pc:docMk/>
            <pc:sldMk cId="3721453940" sldId="496"/>
            <ac:spMk id="256" creationId="{20F73F92-5237-4CB3-92F5-60F7F9E49DB2}"/>
          </ac:spMkLst>
        </pc:spChg>
        <pc:spChg chg="add del">
          <ac:chgData name="Cristian Chilipirea" userId="34ab170da5908fc4" providerId="LiveId" clId="{7840C37D-FDDB-4314-A31E-446F31402874}" dt="2019-10-13T10:40:00.222" v="112"/>
          <ac:spMkLst>
            <pc:docMk/>
            <pc:sldMk cId="3721453940" sldId="496"/>
            <ac:spMk id="257" creationId="{11E15B19-A558-45BD-AAB1-987DEE105758}"/>
          </ac:spMkLst>
        </pc:spChg>
        <pc:spChg chg="add del">
          <ac:chgData name="Cristian Chilipirea" userId="34ab170da5908fc4" providerId="LiveId" clId="{7840C37D-FDDB-4314-A31E-446F31402874}" dt="2019-10-13T10:40:00.222" v="112"/>
          <ac:spMkLst>
            <pc:docMk/>
            <pc:sldMk cId="3721453940" sldId="496"/>
            <ac:spMk id="258" creationId="{0A6D7E05-5526-4BB5-8B9D-922E72C3D93D}"/>
          </ac:spMkLst>
        </pc:spChg>
        <pc:spChg chg="add del">
          <ac:chgData name="Cristian Chilipirea" userId="34ab170da5908fc4" providerId="LiveId" clId="{7840C37D-FDDB-4314-A31E-446F31402874}" dt="2019-10-13T10:40:00.222" v="112"/>
          <ac:spMkLst>
            <pc:docMk/>
            <pc:sldMk cId="3721453940" sldId="496"/>
            <ac:spMk id="259" creationId="{75BACB52-59F8-46DC-9515-FFEA26080566}"/>
          </ac:spMkLst>
        </pc:spChg>
        <pc:spChg chg="add del">
          <ac:chgData name="Cristian Chilipirea" userId="34ab170da5908fc4" providerId="LiveId" clId="{7840C37D-FDDB-4314-A31E-446F31402874}" dt="2019-10-13T10:40:00.222" v="112"/>
          <ac:spMkLst>
            <pc:docMk/>
            <pc:sldMk cId="3721453940" sldId="496"/>
            <ac:spMk id="260" creationId="{35F7D3E3-6099-4B3B-8D57-171BD58F5FDF}"/>
          </ac:spMkLst>
        </pc:spChg>
        <pc:spChg chg="add del">
          <ac:chgData name="Cristian Chilipirea" userId="34ab170da5908fc4" providerId="LiveId" clId="{7840C37D-FDDB-4314-A31E-446F31402874}" dt="2019-10-13T10:40:00.222" v="112"/>
          <ac:spMkLst>
            <pc:docMk/>
            <pc:sldMk cId="3721453940" sldId="496"/>
            <ac:spMk id="261" creationId="{ED25EEBA-C634-426A-86CB-72589FCFA8DB}"/>
          </ac:spMkLst>
        </pc:spChg>
        <pc:spChg chg="add del">
          <ac:chgData name="Cristian Chilipirea" userId="34ab170da5908fc4" providerId="LiveId" clId="{7840C37D-FDDB-4314-A31E-446F31402874}" dt="2019-10-13T10:40:00.222" v="112"/>
          <ac:spMkLst>
            <pc:docMk/>
            <pc:sldMk cId="3721453940" sldId="496"/>
            <ac:spMk id="262" creationId="{25964C65-FEC7-4A30-ADCF-FB4DF68D30DC}"/>
          </ac:spMkLst>
        </pc:spChg>
        <pc:spChg chg="add del">
          <ac:chgData name="Cristian Chilipirea" userId="34ab170da5908fc4" providerId="LiveId" clId="{7840C37D-FDDB-4314-A31E-446F31402874}" dt="2019-10-13T10:40:00.222" v="112"/>
          <ac:spMkLst>
            <pc:docMk/>
            <pc:sldMk cId="3721453940" sldId="496"/>
            <ac:spMk id="263" creationId="{0A8959CD-76FF-4C93-B45B-BA0805F6B5E7}"/>
          </ac:spMkLst>
        </pc:spChg>
        <pc:spChg chg="add del">
          <ac:chgData name="Cristian Chilipirea" userId="34ab170da5908fc4" providerId="LiveId" clId="{7840C37D-FDDB-4314-A31E-446F31402874}" dt="2019-10-13T10:40:00.222" v="112"/>
          <ac:spMkLst>
            <pc:docMk/>
            <pc:sldMk cId="3721453940" sldId="496"/>
            <ac:spMk id="264" creationId="{C709225B-B22C-4FD4-8EFB-B77542D27FDF}"/>
          </ac:spMkLst>
        </pc:spChg>
        <pc:spChg chg="add del">
          <ac:chgData name="Cristian Chilipirea" userId="34ab170da5908fc4" providerId="LiveId" clId="{7840C37D-FDDB-4314-A31E-446F31402874}" dt="2019-10-13T10:40:00.222" v="112"/>
          <ac:spMkLst>
            <pc:docMk/>
            <pc:sldMk cId="3721453940" sldId="496"/>
            <ac:spMk id="265" creationId="{EB0B7F20-E752-4C61-B313-921EA0350492}"/>
          </ac:spMkLst>
        </pc:spChg>
        <pc:spChg chg="add del">
          <ac:chgData name="Cristian Chilipirea" userId="34ab170da5908fc4" providerId="LiveId" clId="{7840C37D-FDDB-4314-A31E-446F31402874}" dt="2019-10-13T10:40:00.222" v="112"/>
          <ac:spMkLst>
            <pc:docMk/>
            <pc:sldMk cId="3721453940" sldId="496"/>
            <ac:spMk id="266" creationId="{62A7614C-16A7-4EC6-BF49-74A58BC3EB59}"/>
          </ac:spMkLst>
        </pc:spChg>
        <pc:spChg chg="add del">
          <ac:chgData name="Cristian Chilipirea" userId="34ab170da5908fc4" providerId="LiveId" clId="{7840C37D-FDDB-4314-A31E-446F31402874}" dt="2019-10-13T10:40:00.222" v="112"/>
          <ac:spMkLst>
            <pc:docMk/>
            <pc:sldMk cId="3721453940" sldId="496"/>
            <ac:spMk id="267" creationId="{B0540401-91F9-4DA7-9FBB-47AACBB72161}"/>
          </ac:spMkLst>
        </pc:spChg>
        <pc:spChg chg="add del">
          <ac:chgData name="Cristian Chilipirea" userId="34ab170da5908fc4" providerId="LiveId" clId="{7840C37D-FDDB-4314-A31E-446F31402874}" dt="2019-10-13T10:40:00.222" v="112"/>
          <ac:spMkLst>
            <pc:docMk/>
            <pc:sldMk cId="3721453940" sldId="496"/>
            <ac:spMk id="268" creationId="{4E4EA786-AF16-4671-AEE7-C358B1ECB1AC}"/>
          </ac:spMkLst>
        </pc:spChg>
        <pc:spChg chg="add del">
          <ac:chgData name="Cristian Chilipirea" userId="34ab170da5908fc4" providerId="LiveId" clId="{7840C37D-FDDB-4314-A31E-446F31402874}" dt="2019-10-13T10:40:00.222" v="112"/>
          <ac:spMkLst>
            <pc:docMk/>
            <pc:sldMk cId="3721453940" sldId="496"/>
            <ac:spMk id="269" creationId="{73B2F7D1-3820-46A7-A8F1-7D5149CACD9A}"/>
          </ac:spMkLst>
        </pc:spChg>
        <pc:spChg chg="add del">
          <ac:chgData name="Cristian Chilipirea" userId="34ab170da5908fc4" providerId="LiveId" clId="{7840C37D-FDDB-4314-A31E-446F31402874}" dt="2019-10-13T10:40:00.222" v="112"/>
          <ac:spMkLst>
            <pc:docMk/>
            <pc:sldMk cId="3721453940" sldId="496"/>
            <ac:spMk id="270" creationId="{E8F04833-DFA7-4E3A-8A87-7D21D7B1CD17}"/>
          </ac:spMkLst>
        </pc:spChg>
        <pc:spChg chg="add del">
          <ac:chgData name="Cristian Chilipirea" userId="34ab170da5908fc4" providerId="LiveId" clId="{7840C37D-FDDB-4314-A31E-446F31402874}" dt="2019-10-13T10:40:00.222" v="112"/>
          <ac:spMkLst>
            <pc:docMk/>
            <pc:sldMk cId="3721453940" sldId="496"/>
            <ac:spMk id="271" creationId="{A6CF4EA9-AA8C-4069-ABC8-D9F9F298CC88}"/>
          </ac:spMkLst>
        </pc:spChg>
        <pc:spChg chg="add del">
          <ac:chgData name="Cristian Chilipirea" userId="34ab170da5908fc4" providerId="LiveId" clId="{7840C37D-FDDB-4314-A31E-446F31402874}" dt="2019-10-13T10:40:00.222" v="112"/>
          <ac:spMkLst>
            <pc:docMk/>
            <pc:sldMk cId="3721453940" sldId="496"/>
            <ac:spMk id="272" creationId="{694E6AE5-28C4-4AE6-9E79-7B726E9324DF}"/>
          </ac:spMkLst>
        </pc:spChg>
        <pc:spChg chg="add del">
          <ac:chgData name="Cristian Chilipirea" userId="34ab170da5908fc4" providerId="LiveId" clId="{7840C37D-FDDB-4314-A31E-446F31402874}" dt="2019-10-13T10:40:00.222" v="112"/>
          <ac:spMkLst>
            <pc:docMk/>
            <pc:sldMk cId="3721453940" sldId="496"/>
            <ac:spMk id="273" creationId="{54C141A2-F3B4-44D4-B054-2720265C3DB6}"/>
          </ac:spMkLst>
        </pc:spChg>
        <pc:spChg chg="add del">
          <ac:chgData name="Cristian Chilipirea" userId="34ab170da5908fc4" providerId="LiveId" clId="{7840C37D-FDDB-4314-A31E-446F31402874}" dt="2019-10-13T10:40:00.222" v="112"/>
          <ac:spMkLst>
            <pc:docMk/>
            <pc:sldMk cId="3721453940" sldId="496"/>
            <ac:spMk id="274" creationId="{F08616E2-B22B-4EC6-906B-959BF95D9807}"/>
          </ac:spMkLst>
        </pc:spChg>
        <pc:spChg chg="add del mod">
          <ac:chgData name="Cristian Chilipirea" userId="34ab170da5908fc4" providerId="LiveId" clId="{7840C37D-FDDB-4314-A31E-446F31402874}" dt="2019-10-13T10:40:16.374" v="116"/>
          <ac:spMkLst>
            <pc:docMk/>
            <pc:sldMk cId="3721453940" sldId="496"/>
            <ac:spMk id="290" creationId="{496E7F73-29BE-4744-9B5B-2CB6875FF5D9}"/>
          </ac:spMkLst>
        </pc:spChg>
        <pc:spChg chg="add del mod">
          <ac:chgData name="Cristian Chilipirea" userId="34ab170da5908fc4" providerId="LiveId" clId="{7840C37D-FDDB-4314-A31E-446F31402874}" dt="2019-10-13T10:40:16.374" v="116"/>
          <ac:spMkLst>
            <pc:docMk/>
            <pc:sldMk cId="3721453940" sldId="496"/>
            <ac:spMk id="291" creationId="{36D4CB45-B581-4FD4-B295-5BF4B07912E9}"/>
          </ac:spMkLst>
        </pc:spChg>
        <pc:spChg chg="add del mod">
          <ac:chgData name="Cristian Chilipirea" userId="34ab170da5908fc4" providerId="LiveId" clId="{7840C37D-FDDB-4314-A31E-446F31402874}" dt="2019-10-13T10:40:16.374" v="116"/>
          <ac:spMkLst>
            <pc:docMk/>
            <pc:sldMk cId="3721453940" sldId="496"/>
            <ac:spMk id="292" creationId="{08FF2DAB-FC4D-4578-A573-B5094F36D4BE}"/>
          </ac:spMkLst>
        </pc:spChg>
        <pc:spChg chg="add del mod">
          <ac:chgData name="Cristian Chilipirea" userId="34ab170da5908fc4" providerId="LiveId" clId="{7840C37D-FDDB-4314-A31E-446F31402874}" dt="2019-10-13T10:40:16.374" v="116"/>
          <ac:spMkLst>
            <pc:docMk/>
            <pc:sldMk cId="3721453940" sldId="496"/>
            <ac:spMk id="293" creationId="{C39F9163-7BCB-498E-90B5-B9FE8E510EB7}"/>
          </ac:spMkLst>
        </pc:spChg>
        <pc:spChg chg="add del mod">
          <ac:chgData name="Cristian Chilipirea" userId="34ab170da5908fc4" providerId="LiveId" clId="{7840C37D-FDDB-4314-A31E-446F31402874}" dt="2019-10-13T10:40:16.374" v="116"/>
          <ac:spMkLst>
            <pc:docMk/>
            <pc:sldMk cId="3721453940" sldId="496"/>
            <ac:spMk id="294" creationId="{F0310B07-C0E8-4359-9944-262D967C6D29}"/>
          </ac:spMkLst>
        </pc:spChg>
        <pc:spChg chg="add del mod">
          <ac:chgData name="Cristian Chilipirea" userId="34ab170da5908fc4" providerId="LiveId" clId="{7840C37D-FDDB-4314-A31E-446F31402874}" dt="2019-10-13T10:40:16.374" v="116"/>
          <ac:spMkLst>
            <pc:docMk/>
            <pc:sldMk cId="3721453940" sldId="496"/>
            <ac:spMk id="295" creationId="{D0454316-8C73-456F-94D9-07C23E225CE1}"/>
          </ac:spMkLst>
        </pc:spChg>
        <pc:spChg chg="add del mod">
          <ac:chgData name="Cristian Chilipirea" userId="34ab170da5908fc4" providerId="LiveId" clId="{7840C37D-FDDB-4314-A31E-446F31402874}" dt="2019-10-13T10:40:16.374" v="116"/>
          <ac:spMkLst>
            <pc:docMk/>
            <pc:sldMk cId="3721453940" sldId="496"/>
            <ac:spMk id="296" creationId="{B5B11F10-DA10-4CD1-82F1-4DCF0DEF8DC9}"/>
          </ac:spMkLst>
        </pc:spChg>
        <pc:spChg chg="add del mod">
          <ac:chgData name="Cristian Chilipirea" userId="34ab170da5908fc4" providerId="LiveId" clId="{7840C37D-FDDB-4314-A31E-446F31402874}" dt="2019-10-13T10:40:16.374" v="116"/>
          <ac:spMkLst>
            <pc:docMk/>
            <pc:sldMk cId="3721453940" sldId="496"/>
            <ac:spMk id="297" creationId="{234AD0DA-B5CD-4CC5-83E4-84043D6D1751}"/>
          </ac:spMkLst>
        </pc:spChg>
        <pc:spChg chg="add del mod">
          <ac:chgData name="Cristian Chilipirea" userId="34ab170da5908fc4" providerId="LiveId" clId="{7840C37D-FDDB-4314-A31E-446F31402874}" dt="2019-10-13T10:40:16.374" v="116"/>
          <ac:spMkLst>
            <pc:docMk/>
            <pc:sldMk cId="3721453940" sldId="496"/>
            <ac:spMk id="298" creationId="{B1CDDC4C-8108-4728-97E4-E6A5EFE1714D}"/>
          </ac:spMkLst>
        </pc:spChg>
        <pc:spChg chg="add del mod">
          <ac:chgData name="Cristian Chilipirea" userId="34ab170da5908fc4" providerId="LiveId" clId="{7840C37D-FDDB-4314-A31E-446F31402874}" dt="2019-10-13T10:40:16.374" v="116"/>
          <ac:spMkLst>
            <pc:docMk/>
            <pc:sldMk cId="3721453940" sldId="496"/>
            <ac:spMk id="299" creationId="{ECADD4C1-59B7-4334-822F-C0D955B95B23}"/>
          </ac:spMkLst>
        </pc:spChg>
        <pc:spChg chg="add del mod">
          <ac:chgData name="Cristian Chilipirea" userId="34ab170da5908fc4" providerId="LiveId" clId="{7840C37D-FDDB-4314-A31E-446F31402874}" dt="2019-10-13T10:40:16.374" v="116"/>
          <ac:spMkLst>
            <pc:docMk/>
            <pc:sldMk cId="3721453940" sldId="496"/>
            <ac:spMk id="300" creationId="{655BEF0C-3933-4000-9639-130069116C42}"/>
          </ac:spMkLst>
        </pc:spChg>
        <pc:spChg chg="add del mod">
          <ac:chgData name="Cristian Chilipirea" userId="34ab170da5908fc4" providerId="LiveId" clId="{7840C37D-FDDB-4314-A31E-446F31402874}" dt="2019-10-13T10:40:16.374" v="116"/>
          <ac:spMkLst>
            <pc:docMk/>
            <pc:sldMk cId="3721453940" sldId="496"/>
            <ac:spMk id="301" creationId="{FB803923-AE07-4956-9762-5E19E2D51730}"/>
          </ac:spMkLst>
        </pc:spChg>
        <pc:spChg chg="add del mod">
          <ac:chgData name="Cristian Chilipirea" userId="34ab170da5908fc4" providerId="LiveId" clId="{7840C37D-FDDB-4314-A31E-446F31402874}" dt="2019-10-13T10:40:16.374" v="116"/>
          <ac:spMkLst>
            <pc:docMk/>
            <pc:sldMk cId="3721453940" sldId="496"/>
            <ac:spMk id="302" creationId="{71417C89-2FD4-4079-9A4B-8B3C04B9CBFE}"/>
          </ac:spMkLst>
        </pc:spChg>
        <pc:spChg chg="add del mod">
          <ac:chgData name="Cristian Chilipirea" userId="34ab170da5908fc4" providerId="LiveId" clId="{7840C37D-FDDB-4314-A31E-446F31402874}" dt="2019-10-13T10:40:16.374" v="116"/>
          <ac:spMkLst>
            <pc:docMk/>
            <pc:sldMk cId="3721453940" sldId="496"/>
            <ac:spMk id="303" creationId="{D9B402F7-7FCB-4F2F-A8FB-851B83F2864A}"/>
          </ac:spMkLst>
        </pc:spChg>
        <pc:spChg chg="add del mod">
          <ac:chgData name="Cristian Chilipirea" userId="34ab170da5908fc4" providerId="LiveId" clId="{7840C37D-FDDB-4314-A31E-446F31402874}" dt="2019-10-13T10:40:16.374" v="116"/>
          <ac:spMkLst>
            <pc:docMk/>
            <pc:sldMk cId="3721453940" sldId="496"/>
            <ac:spMk id="304" creationId="{8BE97BC1-BEB5-4098-8822-E50CF2D37957}"/>
          </ac:spMkLst>
        </pc:spChg>
        <pc:spChg chg="add del mod">
          <ac:chgData name="Cristian Chilipirea" userId="34ab170da5908fc4" providerId="LiveId" clId="{7840C37D-FDDB-4314-A31E-446F31402874}" dt="2019-10-13T10:40:16.374" v="116"/>
          <ac:spMkLst>
            <pc:docMk/>
            <pc:sldMk cId="3721453940" sldId="496"/>
            <ac:spMk id="305" creationId="{4797B6AA-DE02-499B-8FC2-E4E9CB38FEB6}"/>
          </ac:spMkLst>
        </pc:spChg>
        <pc:spChg chg="add del mod">
          <ac:chgData name="Cristian Chilipirea" userId="34ab170da5908fc4" providerId="LiveId" clId="{7840C37D-FDDB-4314-A31E-446F31402874}" dt="2019-10-13T10:40:16.374" v="116"/>
          <ac:spMkLst>
            <pc:docMk/>
            <pc:sldMk cId="3721453940" sldId="496"/>
            <ac:spMk id="306" creationId="{61DA3869-9DDC-4421-B1D2-EBE347F0A8C4}"/>
          </ac:spMkLst>
        </pc:spChg>
        <pc:spChg chg="add del mod">
          <ac:chgData name="Cristian Chilipirea" userId="34ab170da5908fc4" providerId="LiveId" clId="{7840C37D-FDDB-4314-A31E-446F31402874}" dt="2019-10-13T10:40:16.374" v="116"/>
          <ac:spMkLst>
            <pc:docMk/>
            <pc:sldMk cId="3721453940" sldId="496"/>
            <ac:spMk id="307" creationId="{46F83F36-D40B-4AD9-B811-667F6E939B63}"/>
          </ac:spMkLst>
        </pc:spChg>
        <pc:spChg chg="add del mod">
          <ac:chgData name="Cristian Chilipirea" userId="34ab170da5908fc4" providerId="LiveId" clId="{7840C37D-FDDB-4314-A31E-446F31402874}" dt="2019-10-13T10:40:16.374" v="116"/>
          <ac:spMkLst>
            <pc:docMk/>
            <pc:sldMk cId="3721453940" sldId="496"/>
            <ac:spMk id="308" creationId="{AA120A81-513C-48ED-AE8A-7B9668B8A410}"/>
          </ac:spMkLst>
        </pc:spChg>
        <pc:spChg chg="add del mod">
          <ac:chgData name="Cristian Chilipirea" userId="34ab170da5908fc4" providerId="LiveId" clId="{7840C37D-FDDB-4314-A31E-446F31402874}" dt="2019-10-13T10:40:16.374" v="116"/>
          <ac:spMkLst>
            <pc:docMk/>
            <pc:sldMk cId="3721453940" sldId="496"/>
            <ac:spMk id="309" creationId="{9A25B34B-CAAC-48E6-933A-AD1C6237C08F}"/>
          </ac:spMkLst>
        </pc:spChg>
        <pc:spChg chg="add del mod">
          <ac:chgData name="Cristian Chilipirea" userId="34ab170da5908fc4" providerId="LiveId" clId="{7840C37D-FDDB-4314-A31E-446F31402874}" dt="2019-10-13T10:40:16.374" v="116"/>
          <ac:spMkLst>
            <pc:docMk/>
            <pc:sldMk cId="3721453940" sldId="496"/>
            <ac:spMk id="310" creationId="{894F6F22-A469-40D9-A5D5-393E3A258A68}"/>
          </ac:spMkLst>
        </pc:spChg>
        <pc:spChg chg="add del mod">
          <ac:chgData name="Cristian Chilipirea" userId="34ab170da5908fc4" providerId="LiveId" clId="{7840C37D-FDDB-4314-A31E-446F31402874}" dt="2019-10-13T10:40:16.374" v="116"/>
          <ac:spMkLst>
            <pc:docMk/>
            <pc:sldMk cId="3721453940" sldId="496"/>
            <ac:spMk id="311" creationId="{D373A849-ECC8-459E-ABD2-137E95007468}"/>
          </ac:spMkLst>
        </pc:spChg>
        <pc:spChg chg="add del mod">
          <ac:chgData name="Cristian Chilipirea" userId="34ab170da5908fc4" providerId="LiveId" clId="{7840C37D-FDDB-4314-A31E-446F31402874}" dt="2019-10-13T10:40:16.374" v="116"/>
          <ac:spMkLst>
            <pc:docMk/>
            <pc:sldMk cId="3721453940" sldId="496"/>
            <ac:spMk id="312" creationId="{8CC0B279-48E3-419E-AC1F-16132BD48528}"/>
          </ac:spMkLst>
        </pc:spChg>
        <pc:spChg chg="add del mod">
          <ac:chgData name="Cristian Chilipirea" userId="34ab170da5908fc4" providerId="LiveId" clId="{7840C37D-FDDB-4314-A31E-446F31402874}" dt="2019-10-13T10:40:16.374" v="116"/>
          <ac:spMkLst>
            <pc:docMk/>
            <pc:sldMk cId="3721453940" sldId="496"/>
            <ac:spMk id="313" creationId="{A75F6737-46AF-4A6A-8E68-0B70E316BECB}"/>
          </ac:spMkLst>
        </pc:spChg>
        <pc:spChg chg="add del mod">
          <ac:chgData name="Cristian Chilipirea" userId="34ab170da5908fc4" providerId="LiveId" clId="{7840C37D-FDDB-4314-A31E-446F31402874}" dt="2019-10-13T10:40:16.374" v="116"/>
          <ac:spMkLst>
            <pc:docMk/>
            <pc:sldMk cId="3721453940" sldId="496"/>
            <ac:spMk id="314" creationId="{77859769-A8A7-4240-A4C1-C732AAA93CC6}"/>
          </ac:spMkLst>
        </pc:spChg>
        <pc:spChg chg="add del mod">
          <ac:chgData name="Cristian Chilipirea" userId="34ab170da5908fc4" providerId="LiveId" clId="{7840C37D-FDDB-4314-A31E-446F31402874}" dt="2019-10-13T10:40:16.374" v="116"/>
          <ac:spMkLst>
            <pc:docMk/>
            <pc:sldMk cId="3721453940" sldId="496"/>
            <ac:spMk id="315" creationId="{6CB2507A-AF3B-4898-940B-4C4BCB0BBD6B}"/>
          </ac:spMkLst>
        </pc:spChg>
        <pc:spChg chg="add del mod">
          <ac:chgData name="Cristian Chilipirea" userId="34ab170da5908fc4" providerId="LiveId" clId="{7840C37D-FDDB-4314-A31E-446F31402874}" dt="2019-10-13T10:40:16.374" v="116"/>
          <ac:spMkLst>
            <pc:docMk/>
            <pc:sldMk cId="3721453940" sldId="496"/>
            <ac:spMk id="316" creationId="{7EE2BAFB-9054-4708-8A0E-2016088B3B2F}"/>
          </ac:spMkLst>
        </pc:spChg>
        <pc:spChg chg="add del mod">
          <ac:chgData name="Cristian Chilipirea" userId="34ab170da5908fc4" providerId="LiveId" clId="{7840C37D-FDDB-4314-A31E-446F31402874}" dt="2019-10-13T10:40:16.374" v="116"/>
          <ac:spMkLst>
            <pc:docMk/>
            <pc:sldMk cId="3721453940" sldId="496"/>
            <ac:spMk id="317" creationId="{1AD170A9-C666-4FB3-9CD7-C0665A30A9FB}"/>
          </ac:spMkLst>
        </pc:spChg>
        <pc:spChg chg="add del mod">
          <ac:chgData name="Cristian Chilipirea" userId="34ab170da5908fc4" providerId="LiveId" clId="{7840C37D-FDDB-4314-A31E-446F31402874}" dt="2019-10-13T10:40:16.374" v="116"/>
          <ac:spMkLst>
            <pc:docMk/>
            <pc:sldMk cId="3721453940" sldId="496"/>
            <ac:spMk id="318" creationId="{2BD8F9CF-EE68-4660-B0EB-C7F2D0B779EF}"/>
          </ac:spMkLst>
        </pc:spChg>
        <pc:spChg chg="add del mod">
          <ac:chgData name="Cristian Chilipirea" userId="34ab170da5908fc4" providerId="LiveId" clId="{7840C37D-FDDB-4314-A31E-446F31402874}" dt="2019-10-13T10:40:16.374" v="116"/>
          <ac:spMkLst>
            <pc:docMk/>
            <pc:sldMk cId="3721453940" sldId="496"/>
            <ac:spMk id="319" creationId="{9ADE167B-A6DB-45CE-AB34-C802980354FF}"/>
          </ac:spMkLst>
        </pc:spChg>
        <pc:spChg chg="add del mod">
          <ac:chgData name="Cristian Chilipirea" userId="34ab170da5908fc4" providerId="LiveId" clId="{7840C37D-FDDB-4314-A31E-446F31402874}" dt="2019-10-13T10:40:16.374" v="116"/>
          <ac:spMkLst>
            <pc:docMk/>
            <pc:sldMk cId="3721453940" sldId="496"/>
            <ac:spMk id="320" creationId="{EB384F37-5462-4B0E-B005-50247E49E587}"/>
          </ac:spMkLst>
        </pc:spChg>
        <pc:spChg chg="add del mod">
          <ac:chgData name="Cristian Chilipirea" userId="34ab170da5908fc4" providerId="LiveId" clId="{7840C37D-FDDB-4314-A31E-446F31402874}" dt="2019-10-13T10:40:16.374" v="116"/>
          <ac:spMkLst>
            <pc:docMk/>
            <pc:sldMk cId="3721453940" sldId="496"/>
            <ac:spMk id="321" creationId="{1F7C92B2-FD17-4BC7-BA1C-3B86A89000AA}"/>
          </ac:spMkLst>
        </pc:spChg>
        <pc:picChg chg="add mod">
          <ac:chgData name="Cristian Chilipirea" userId="34ab170da5908fc4" providerId="LiveId" clId="{7840C37D-FDDB-4314-A31E-446F31402874}" dt="2019-10-13T10:40:32.427" v="123" actId="14100"/>
          <ac:picMkLst>
            <pc:docMk/>
            <pc:sldMk cId="3721453940" sldId="496"/>
            <ac:picMk id="323" creationId="{96C69CB7-60E6-48AE-A8DF-281C95CA74C6}"/>
          </ac:picMkLst>
        </pc:picChg>
        <pc:cxnChg chg="add del mod">
          <ac:chgData name="Cristian Chilipirea" userId="34ab170da5908fc4" providerId="LiveId" clId="{7840C37D-FDDB-4314-A31E-446F31402874}" dt="2019-10-13T10:39:13.371" v="98"/>
          <ac:cxnSpMkLst>
            <pc:docMk/>
            <pc:sldMk cId="3721453940" sldId="496"/>
            <ac:cxnSpMk id="4" creationId="{186666B7-1355-463B-9E32-4DB2930CC442}"/>
          </ac:cxnSpMkLst>
        </pc:cxnChg>
        <pc:cxnChg chg="add del mod">
          <ac:chgData name="Cristian Chilipirea" userId="34ab170da5908fc4" providerId="LiveId" clId="{7840C37D-FDDB-4314-A31E-446F31402874}" dt="2019-10-13T10:39:13.371" v="98"/>
          <ac:cxnSpMkLst>
            <pc:docMk/>
            <pc:sldMk cId="3721453940" sldId="496"/>
            <ac:cxnSpMk id="5" creationId="{365D922F-F8B8-4B80-A45F-8AAEF131DE75}"/>
          </ac:cxnSpMkLst>
        </pc:cxnChg>
        <pc:cxnChg chg="add del mod">
          <ac:chgData name="Cristian Chilipirea" userId="34ab170da5908fc4" providerId="LiveId" clId="{7840C37D-FDDB-4314-A31E-446F31402874}" dt="2019-10-13T10:39:13.371" v="98"/>
          <ac:cxnSpMkLst>
            <pc:docMk/>
            <pc:sldMk cId="3721453940" sldId="496"/>
            <ac:cxnSpMk id="6" creationId="{D8F0D1BC-5DEF-44C2-A2A9-D4D66B6A54D8}"/>
          </ac:cxnSpMkLst>
        </pc:cxnChg>
        <pc:cxnChg chg="add del mod">
          <ac:chgData name="Cristian Chilipirea" userId="34ab170da5908fc4" providerId="LiveId" clId="{7840C37D-FDDB-4314-A31E-446F31402874}" dt="2019-10-13T10:39:13.371" v="98"/>
          <ac:cxnSpMkLst>
            <pc:docMk/>
            <pc:sldMk cId="3721453940" sldId="496"/>
            <ac:cxnSpMk id="7" creationId="{7B05C855-0BA8-44B1-A189-40599D302CFC}"/>
          </ac:cxnSpMkLst>
        </pc:cxnChg>
        <pc:cxnChg chg="add del mod">
          <ac:chgData name="Cristian Chilipirea" userId="34ab170da5908fc4" providerId="LiveId" clId="{7840C37D-FDDB-4314-A31E-446F31402874}" dt="2019-10-13T10:39:13.371" v="98"/>
          <ac:cxnSpMkLst>
            <pc:docMk/>
            <pc:sldMk cId="3721453940" sldId="496"/>
            <ac:cxnSpMk id="8" creationId="{05332599-200F-4583-9C2E-31A68F76CC88}"/>
          </ac:cxnSpMkLst>
        </pc:cxnChg>
        <pc:cxnChg chg="add del mod">
          <ac:chgData name="Cristian Chilipirea" userId="34ab170da5908fc4" providerId="LiveId" clId="{7840C37D-FDDB-4314-A31E-446F31402874}" dt="2019-10-13T10:39:13.371" v="98"/>
          <ac:cxnSpMkLst>
            <pc:docMk/>
            <pc:sldMk cId="3721453940" sldId="496"/>
            <ac:cxnSpMk id="9" creationId="{67292DB6-E970-452C-BAAB-9B502383B0F0}"/>
          </ac:cxnSpMkLst>
        </pc:cxnChg>
        <pc:cxnChg chg="add del mod">
          <ac:chgData name="Cristian Chilipirea" userId="34ab170da5908fc4" providerId="LiveId" clId="{7840C37D-FDDB-4314-A31E-446F31402874}" dt="2019-10-13T10:39:13.371" v="98"/>
          <ac:cxnSpMkLst>
            <pc:docMk/>
            <pc:sldMk cId="3721453940" sldId="496"/>
            <ac:cxnSpMk id="10" creationId="{05E7CBA1-13BA-4815-84A6-9DFDEDB695A1}"/>
          </ac:cxnSpMkLst>
        </pc:cxnChg>
        <pc:cxnChg chg="add del mod">
          <ac:chgData name="Cristian Chilipirea" userId="34ab170da5908fc4" providerId="LiveId" clId="{7840C37D-FDDB-4314-A31E-446F31402874}" dt="2019-10-13T10:39:13.371" v="98"/>
          <ac:cxnSpMkLst>
            <pc:docMk/>
            <pc:sldMk cId="3721453940" sldId="496"/>
            <ac:cxnSpMk id="11" creationId="{4C3AE525-44BB-4834-ABED-E57F520C7C1B}"/>
          </ac:cxnSpMkLst>
        </pc:cxnChg>
        <pc:cxnChg chg="add del mod">
          <ac:chgData name="Cristian Chilipirea" userId="34ab170da5908fc4" providerId="LiveId" clId="{7840C37D-FDDB-4314-A31E-446F31402874}" dt="2019-10-13T10:39:13.371" v="98"/>
          <ac:cxnSpMkLst>
            <pc:docMk/>
            <pc:sldMk cId="3721453940" sldId="496"/>
            <ac:cxnSpMk id="12" creationId="{3B41F9B3-8D89-4A61-9570-200960CE820E}"/>
          </ac:cxnSpMkLst>
        </pc:cxnChg>
        <pc:cxnChg chg="add del mod">
          <ac:chgData name="Cristian Chilipirea" userId="34ab170da5908fc4" providerId="LiveId" clId="{7840C37D-FDDB-4314-A31E-446F31402874}" dt="2019-10-13T10:39:13.371" v="98"/>
          <ac:cxnSpMkLst>
            <pc:docMk/>
            <pc:sldMk cId="3721453940" sldId="496"/>
            <ac:cxnSpMk id="13" creationId="{FEF315D8-4502-4B2B-AA8E-597583BAC210}"/>
          </ac:cxnSpMkLst>
        </pc:cxnChg>
        <pc:cxnChg chg="add del mod">
          <ac:chgData name="Cristian Chilipirea" userId="34ab170da5908fc4" providerId="LiveId" clId="{7840C37D-FDDB-4314-A31E-446F31402874}" dt="2019-10-13T10:39:13.371" v="98"/>
          <ac:cxnSpMkLst>
            <pc:docMk/>
            <pc:sldMk cId="3721453940" sldId="496"/>
            <ac:cxnSpMk id="14" creationId="{AEA1AB04-9A8C-4122-968D-7B45443C8206}"/>
          </ac:cxnSpMkLst>
        </pc:cxnChg>
        <pc:cxnChg chg="add del mod">
          <ac:chgData name="Cristian Chilipirea" userId="34ab170da5908fc4" providerId="LiveId" clId="{7840C37D-FDDB-4314-A31E-446F31402874}" dt="2019-10-13T10:39:13.371" v="98"/>
          <ac:cxnSpMkLst>
            <pc:docMk/>
            <pc:sldMk cId="3721453940" sldId="496"/>
            <ac:cxnSpMk id="15" creationId="{9381DC22-B5B3-4230-BEF5-25892047A029}"/>
          </ac:cxnSpMkLst>
        </pc:cxnChg>
        <pc:cxnChg chg="add del mod">
          <ac:chgData name="Cristian Chilipirea" userId="34ab170da5908fc4" providerId="LiveId" clId="{7840C37D-FDDB-4314-A31E-446F31402874}" dt="2019-10-13T10:39:13.371" v="98"/>
          <ac:cxnSpMkLst>
            <pc:docMk/>
            <pc:sldMk cId="3721453940" sldId="496"/>
            <ac:cxnSpMk id="16" creationId="{FF5A11DA-9C90-4912-88EA-F8553FA14AC9}"/>
          </ac:cxnSpMkLst>
        </pc:cxnChg>
        <pc:cxnChg chg="add del mod">
          <ac:chgData name="Cristian Chilipirea" userId="34ab170da5908fc4" providerId="LiveId" clId="{7840C37D-FDDB-4314-A31E-446F31402874}" dt="2019-10-13T10:39:13.371" v="98"/>
          <ac:cxnSpMkLst>
            <pc:docMk/>
            <pc:sldMk cId="3721453940" sldId="496"/>
            <ac:cxnSpMk id="17" creationId="{4B462168-C621-470F-801D-2EE6AFEB554D}"/>
          </ac:cxnSpMkLst>
        </pc:cxnChg>
        <pc:cxnChg chg="add del mod">
          <ac:chgData name="Cristian Chilipirea" userId="34ab170da5908fc4" providerId="LiveId" clId="{7840C37D-FDDB-4314-A31E-446F31402874}" dt="2019-10-13T10:39:13.371" v="98"/>
          <ac:cxnSpMkLst>
            <pc:docMk/>
            <pc:sldMk cId="3721453940" sldId="496"/>
            <ac:cxnSpMk id="18" creationId="{362DB53B-C632-4CDF-BFC4-BB5A26B480CD}"/>
          </ac:cxnSpMkLst>
        </pc:cxnChg>
        <pc:cxnChg chg="add del">
          <ac:chgData name="Cristian Chilipirea" userId="34ab170da5908fc4" providerId="LiveId" clId="{7840C37D-FDDB-4314-A31E-446F31402874}" dt="2019-10-13T10:39:21.803" v="100"/>
          <ac:cxnSpMkLst>
            <pc:docMk/>
            <pc:sldMk cId="3721453940" sldId="496"/>
            <ac:cxnSpMk id="52" creationId="{EB1373DC-F236-4212-9197-006167BC6DEA}"/>
          </ac:cxnSpMkLst>
        </pc:cxnChg>
        <pc:cxnChg chg="add del">
          <ac:chgData name="Cristian Chilipirea" userId="34ab170da5908fc4" providerId="LiveId" clId="{7840C37D-FDDB-4314-A31E-446F31402874}" dt="2019-10-13T10:39:21.803" v="100"/>
          <ac:cxnSpMkLst>
            <pc:docMk/>
            <pc:sldMk cId="3721453940" sldId="496"/>
            <ac:cxnSpMk id="53" creationId="{37F36749-F4C6-4702-8035-32A13633A773}"/>
          </ac:cxnSpMkLst>
        </pc:cxnChg>
        <pc:cxnChg chg="add del">
          <ac:chgData name="Cristian Chilipirea" userId="34ab170da5908fc4" providerId="LiveId" clId="{7840C37D-FDDB-4314-A31E-446F31402874}" dt="2019-10-13T10:39:21.803" v="100"/>
          <ac:cxnSpMkLst>
            <pc:docMk/>
            <pc:sldMk cId="3721453940" sldId="496"/>
            <ac:cxnSpMk id="54" creationId="{AC679754-CCF3-4083-9998-9792E5CB20F3}"/>
          </ac:cxnSpMkLst>
        </pc:cxnChg>
        <pc:cxnChg chg="add del">
          <ac:chgData name="Cristian Chilipirea" userId="34ab170da5908fc4" providerId="LiveId" clId="{7840C37D-FDDB-4314-A31E-446F31402874}" dt="2019-10-13T10:39:21.803" v="100"/>
          <ac:cxnSpMkLst>
            <pc:docMk/>
            <pc:sldMk cId="3721453940" sldId="496"/>
            <ac:cxnSpMk id="55" creationId="{5BD612EC-DBFB-46B3-B50B-ACEE0C9A6BB3}"/>
          </ac:cxnSpMkLst>
        </pc:cxnChg>
        <pc:cxnChg chg="add del">
          <ac:chgData name="Cristian Chilipirea" userId="34ab170da5908fc4" providerId="LiveId" clId="{7840C37D-FDDB-4314-A31E-446F31402874}" dt="2019-10-13T10:39:21.803" v="100"/>
          <ac:cxnSpMkLst>
            <pc:docMk/>
            <pc:sldMk cId="3721453940" sldId="496"/>
            <ac:cxnSpMk id="56" creationId="{B3B032F6-064A-40FB-A0B7-276EACE000F9}"/>
          </ac:cxnSpMkLst>
        </pc:cxnChg>
        <pc:cxnChg chg="add del">
          <ac:chgData name="Cristian Chilipirea" userId="34ab170da5908fc4" providerId="LiveId" clId="{7840C37D-FDDB-4314-A31E-446F31402874}" dt="2019-10-13T10:39:21.803" v="100"/>
          <ac:cxnSpMkLst>
            <pc:docMk/>
            <pc:sldMk cId="3721453940" sldId="496"/>
            <ac:cxnSpMk id="57" creationId="{8681C562-DDD6-4BF3-A89F-F12C05BE0971}"/>
          </ac:cxnSpMkLst>
        </pc:cxnChg>
        <pc:cxnChg chg="add del">
          <ac:chgData name="Cristian Chilipirea" userId="34ab170da5908fc4" providerId="LiveId" clId="{7840C37D-FDDB-4314-A31E-446F31402874}" dt="2019-10-13T10:39:21.803" v="100"/>
          <ac:cxnSpMkLst>
            <pc:docMk/>
            <pc:sldMk cId="3721453940" sldId="496"/>
            <ac:cxnSpMk id="58" creationId="{A1D595F0-0F47-4229-A811-37851684498E}"/>
          </ac:cxnSpMkLst>
        </pc:cxnChg>
        <pc:cxnChg chg="add del">
          <ac:chgData name="Cristian Chilipirea" userId="34ab170da5908fc4" providerId="LiveId" clId="{7840C37D-FDDB-4314-A31E-446F31402874}" dt="2019-10-13T10:39:21.803" v="100"/>
          <ac:cxnSpMkLst>
            <pc:docMk/>
            <pc:sldMk cId="3721453940" sldId="496"/>
            <ac:cxnSpMk id="59" creationId="{27710C32-8480-4ED8-8B44-AB25059BB53C}"/>
          </ac:cxnSpMkLst>
        </pc:cxnChg>
        <pc:cxnChg chg="add del">
          <ac:chgData name="Cristian Chilipirea" userId="34ab170da5908fc4" providerId="LiveId" clId="{7840C37D-FDDB-4314-A31E-446F31402874}" dt="2019-10-13T10:39:21.803" v="100"/>
          <ac:cxnSpMkLst>
            <pc:docMk/>
            <pc:sldMk cId="3721453940" sldId="496"/>
            <ac:cxnSpMk id="60" creationId="{37E29519-13A5-4D98-9C4F-53E59E0555ED}"/>
          </ac:cxnSpMkLst>
        </pc:cxnChg>
        <pc:cxnChg chg="add del">
          <ac:chgData name="Cristian Chilipirea" userId="34ab170da5908fc4" providerId="LiveId" clId="{7840C37D-FDDB-4314-A31E-446F31402874}" dt="2019-10-13T10:39:21.803" v="100"/>
          <ac:cxnSpMkLst>
            <pc:docMk/>
            <pc:sldMk cId="3721453940" sldId="496"/>
            <ac:cxnSpMk id="61" creationId="{DE39A383-67B6-4953-8B5C-C9FF07383804}"/>
          </ac:cxnSpMkLst>
        </pc:cxnChg>
        <pc:cxnChg chg="add del">
          <ac:chgData name="Cristian Chilipirea" userId="34ab170da5908fc4" providerId="LiveId" clId="{7840C37D-FDDB-4314-A31E-446F31402874}" dt="2019-10-13T10:39:21.803" v="100"/>
          <ac:cxnSpMkLst>
            <pc:docMk/>
            <pc:sldMk cId="3721453940" sldId="496"/>
            <ac:cxnSpMk id="62" creationId="{3C9B96D3-9901-4F36-B644-D70292E6AF2D}"/>
          </ac:cxnSpMkLst>
        </pc:cxnChg>
        <pc:cxnChg chg="add del">
          <ac:chgData name="Cristian Chilipirea" userId="34ab170da5908fc4" providerId="LiveId" clId="{7840C37D-FDDB-4314-A31E-446F31402874}" dt="2019-10-13T10:39:21.803" v="100"/>
          <ac:cxnSpMkLst>
            <pc:docMk/>
            <pc:sldMk cId="3721453940" sldId="496"/>
            <ac:cxnSpMk id="63" creationId="{9D326CBD-AC87-4802-B01C-F96FC2A5F715}"/>
          </ac:cxnSpMkLst>
        </pc:cxnChg>
        <pc:cxnChg chg="add del">
          <ac:chgData name="Cristian Chilipirea" userId="34ab170da5908fc4" providerId="LiveId" clId="{7840C37D-FDDB-4314-A31E-446F31402874}" dt="2019-10-13T10:39:21.803" v="100"/>
          <ac:cxnSpMkLst>
            <pc:docMk/>
            <pc:sldMk cId="3721453940" sldId="496"/>
            <ac:cxnSpMk id="64" creationId="{5E960BDB-FA88-4114-B419-DDF4DE4B776C}"/>
          </ac:cxnSpMkLst>
        </pc:cxnChg>
        <pc:cxnChg chg="add del">
          <ac:chgData name="Cristian Chilipirea" userId="34ab170da5908fc4" providerId="LiveId" clId="{7840C37D-FDDB-4314-A31E-446F31402874}" dt="2019-10-13T10:39:21.803" v="100"/>
          <ac:cxnSpMkLst>
            <pc:docMk/>
            <pc:sldMk cId="3721453940" sldId="496"/>
            <ac:cxnSpMk id="65" creationId="{F7D3B591-DBD8-47F8-AB79-A9916696E8A6}"/>
          </ac:cxnSpMkLst>
        </pc:cxnChg>
        <pc:cxnChg chg="add del">
          <ac:chgData name="Cristian Chilipirea" userId="34ab170da5908fc4" providerId="LiveId" clId="{7840C37D-FDDB-4314-A31E-446F31402874}" dt="2019-10-13T10:39:21.803" v="100"/>
          <ac:cxnSpMkLst>
            <pc:docMk/>
            <pc:sldMk cId="3721453940" sldId="496"/>
            <ac:cxnSpMk id="66" creationId="{44E85118-9A53-44EF-AFDF-4B6F24889153}"/>
          </ac:cxnSpMkLst>
        </pc:cxnChg>
        <pc:cxnChg chg="add del">
          <ac:chgData name="Cristian Chilipirea" userId="34ab170da5908fc4" providerId="LiveId" clId="{7840C37D-FDDB-4314-A31E-446F31402874}" dt="2019-10-13T10:39:45.139" v="106"/>
          <ac:cxnSpMkLst>
            <pc:docMk/>
            <pc:sldMk cId="3721453940" sldId="496"/>
            <ac:cxnSpMk id="102" creationId="{4A1F8DCC-4D20-403E-8925-AEBA134496BD}"/>
          </ac:cxnSpMkLst>
        </pc:cxnChg>
        <pc:cxnChg chg="add del">
          <ac:chgData name="Cristian Chilipirea" userId="34ab170da5908fc4" providerId="LiveId" clId="{7840C37D-FDDB-4314-A31E-446F31402874}" dt="2019-10-13T10:39:45.139" v="106"/>
          <ac:cxnSpMkLst>
            <pc:docMk/>
            <pc:sldMk cId="3721453940" sldId="496"/>
            <ac:cxnSpMk id="103" creationId="{3AB52728-3C0F-4DAC-8DE6-3C2165FFD5DB}"/>
          </ac:cxnSpMkLst>
        </pc:cxnChg>
        <pc:cxnChg chg="add del">
          <ac:chgData name="Cristian Chilipirea" userId="34ab170da5908fc4" providerId="LiveId" clId="{7840C37D-FDDB-4314-A31E-446F31402874}" dt="2019-10-13T10:39:45.139" v="106"/>
          <ac:cxnSpMkLst>
            <pc:docMk/>
            <pc:sldMk cId="3721453940" sldId="496"/>
            <ac:cxnSpMk id="104" creationId="{D543F112-492E-433C-A2B8-223F6BCA68EE}"/>
          </ac:cxnSpMkLst>
        </pc:cxnChg>
        <pc:cxnChg chg="add del">
          <ac:chgData name="Cristian Chilipirea" userId="34ab170da5908fc4" providerId="LiveId" clId="{7840C37D-FDDB-4314-A31E-446F31402874}" dt="2019-10-13T10:39:45.139" v="106"/>
          <ac:cxnSpMkLst>
            <pc:docMk/>
            <pc:sldMk cId="3721453940" sldId="496"/>
            <ac:cxnSpMk id="105" creationId="{419A28C1-F17A-4CD1-8680-8AF20F8F6E40}"/>
          </ac:cxnSpMkLst>
        </pc:cxnChg>
        <pc:cxnChg chg="add del">
          <ac:chgData name="Cristian Chilipirea" userId="34ab170da5908fc4" providerId="LiveId" clId="{7840C37D-FDDB-4314-A31E-446F31402874}" dt="2019-10-13T10:39:45.139" v="106"/>
          <ac:cxnSpMkLst>
            <pc:docMk/>
            <pc:sldMk cId="3721453940" sldId="496"/>
            <ac:cxnSpMk id="106" creationId="{615627CA-2901-4AF2-A0E7-81F03D911D40}"/>
          </ac:cxnSpMkLst>
        </pc:cxnChg>
        <pc:cxnChg chg="add del">
          <ac:chgData name="Cristian Chilipirea" userId="34ab170da5908fc4" providerId="LiveId" clId="{7840C37D-FDDB-4314-A31E-446F31402874}" dt="2019-10-13T10:39:45.139" v="106"/>
          <ac:cxnSpMkLst>
            <pc:docMk/>
            <pc:sldMk cId="3721453940" sldId="496"/>
            <ac:cxnSpMk id="107" creationId="{8130D1F6-5143-4713-BFC7-0E21EF12C79C}"/>
          </ac:cxnSpMkLst>
        </pc:cxnChg>
        <pc:cxnChg chg="add del">
          <ac:chgData name="Cristian Chilipirea" userId="34ab170da5908fc4" providerId="LiveId" clId="{7840C37D-FDDB-4314-A31E-446F31402874}" dt="2019-10-13T10:39:45.139" v="106"/>
          <ac:cxnSpMkLst>
            <pc:docMk/>
            <pc:sldMk cId="3721453940" sldId="496"/>
            <ac:cxnSpMk id="108" creationId="{0B7C1E60-A247-4DCD-ABA8-22138AC7E167}"/>
          </ac:cxnSpMkLst>
        </pc:cxnChg>
        <pc:cxnChg chg="add del">
          <ac:chgData name="Cristian Chilipirea" userId="34ab170da5908fc4" providerId="LiveId" clId="{7840C37D-FDDB-4314-A31E-446F31402874}" dt="2019-10-13T10:39:45.139" v="106"/>
          <ac:cxnSpMkLst>
            <pc:docMk/>
            <pc:sldMk cId="3721453940" sldId="496"/>
            <ac:cxnSpMk id="109" creationId="{BD9C7A55-7DF3-46CF-A422-5C7F7B263ACB}"/>
          </ac:cxnSpMkLst>
        </pc:cxnChg>
        <pc:cxnChg chg="add del">
          <ac:chgData name="Cristian Chilipirea" userId="34ab170da5908fc4" providerId="LiveId" clId="{7840C37D-FDDB-4314-A31E-446F31402874}" dt="2019-10-13T10:39:45.139" v="106"/>
          <ac:cxnSpMkLst>
            <pc:docMk/>
            <pc:sldMk cId="3721453940" sldId="496"/>
            <ac:cxnSpMk id="110" creationId="{BE0BDF53-7950-420B-869E-792F08C79502}"/>
          </ac:cxnSpMkLst>
        </pc:cxnChg>
        <pc:cxnChg chg="add del">
          <ac:chgData name="Cristian Chilipirea" userId="34ab170da5908fc4" providerId="LiveId" clId="{7840C37D-FDDB-4314-A31E-446F31402874}" dt="2019-10-13T10:39:45.139" v="106"/>
          <ac:cxnSpMkLst>
            <pc:docMk/>
            <pc:sldMk cId="3721453940" sldId="496"/>
            <ac:cxnSpMk id="111" creationId="{7159BA59-4BB3-4B48-8F69-57864DAC6A81}"/>
          </ac:cxnSpMkLst>
        </pc:cxnChg>
        <pc:cxnChg chg="add del">
          <ac:chgData name="Cristian Chilipirea" userId="34ab170da5908fc4" providerId="LiveId" clId="{7840C37D-FDDB-4314-A31E-446F31402874}" dt="2019-10-13T10:39:45.139" v="106"/>
          <ac:cxnSpMkLst>
            <pc:docMk/>
            <pc:sldMk cId="3721453940" sldId="496"/>
            <ac:cxnSpMk id="112" creationId="{9637EC30-8C2E-46B9-9FC7-8F6149A7078D}"/>
          </ac:cxnSpMkLst>
        </pc:cxnChg>
        <pc:cxnChg chg="add del">
          <ac:chgData name="Cristian Chilipirea" userId="34ab170da5908fc4" providerId="LiveId" clId="{7840C37D-FDDB-4314-A31E-446F31402874}" dt="2019-10-13T10:39:45.139" v="106"/>
          <ac:cxnSpMkLst>
            <pc:docMk/>
            <pc:sldMk cId="3721453940" sldId="496"/>
            <ac:cxnSpMk id="113" creationId="{B6D046DD-3E68-456D-A74E-13F7838CDC6B}"/>
          </ac:cxnSpMkLst>
        </pc:cxnChg>
        <pc:cxnChg chg="add del">
          <ac:chgData name="Cristian Chilipirea" userId="34ab170da5908fc4" providerId="LiveId" clId="{7840C37D-FDDB-4314-A31E-446F31402874}" dt="2019-10-13T10:39:45.139" v="106"/>
          <ac:cxnSpMkLst>
            <pc:docMk/>
            <pc:sldMk cId="3721453940" sldId="496"/>
            <ac:cxnSpMk id="114" creationId="{D56349B7-A75A-41E5-9935-9A4A252DA990}"/>
          </ac:cxnSpMkLst>
        </pc:cxnChg>
        <pc:cxnChg chg="add del">
          <ac:chgData name="Cristian Chilipirea" userId="34ab170da5908fc4" providerId="LiveId" clId="{7840C37D-FDDB-4314-A31E-446F31402874}" dt="2019-10-13T10:39:45.139" v="106"/>
          <ac:cxnSpMkLst>
            <pc:docMk/>
            <pc:sldMk cId="3721453940" sldId="496"/>
            <ac:cxnSpMk id="115" creationId="{245AE009-AD55-4946-878B-10D767716C97}"/>
          </ac:cxnSpMkLst>
        </pc:cxnChg>
        <pc:cxnChg chg="add del">
          <ac:chgData name="Cristian Chilipirea" userId="34ab170da5908fc4" providerId="LiveId" clId="{7840C37D-FDDB-4314-A31E-446F31402874}" dt="2019-10-13T10:39:45.139" v="106"/>
          <ac:cxnSpMkLst>
            <pc:docMk/>
            <pc:sldMk cId="3721453940" sldId="496"/>
            <ac:cxnSpMk id="116" creationId="{0E156053-062A-4224-B844-64A046D36F7C}"/>
          </ac:cxnSpMkLst>
        </pc:cxnChg>
        <pc:cxnChg chg="add del">
          <ac:chgData name="Cristian Chilipirea" userId="34ab170da5908fc4" providerId="LiveId" clId="{7840C37D-FDDB-4314-A31E-446F31402874}" dt="2019-10-13T10:39:53.291" v="108"/>
          <ac:cxnSpMkLst>
            <pc:docMk/>
            <pc:sldMk cId="3721453940" sldId="496"/>
            <ac:cxnSpMk id="149" creationId="{81C67DC5-59EB-45DF-944B-8B1B9BD52928}"/>
          </ac:cxnSpMkLst>
        </pc:cxnChg>
        <pc:cxnChg chg="add del">
          <ac:chgData name="Cristian Chilipirea" userId="34ab170da5908fc4" providerId="LiveId" clId="{7840C37D-FDDB-4314-A31E-446F31402874}" dt="2019-10-13T10:39:53.291" v="108"/>
          <ac:cxnSpMkLst>
            <pc:docMk/>
            <pc:sldMk cId="3721453940" sldId="496"/>
            <ac:cxnSpMk id="150" creationId="{BAD58DB8-CD11-47EC-8B52-341EE0B32E2B}"/>
          </ac:cxnSpMkLst>
        </pc:cxnChg>
        <pc:cxnChg chg="add del">
          <ac:chgData name="Cristian Chilipirea" userId="34ab170da5908fc4" providerId="LiveId" clId="{7840C37D-FDDB-4314-A31E-446F31402874}" dt="2019-10-13T10:39:53.291" v="108"/>
          <ac:cxnSpMkLst>
            <pc:docMk/>
            <pc:sldMk cId="3721453940" sldId="496"/>
            <ac:cxnSpMk id="151" creationId="{41154EC7-9734-43D4-BC56-F1A09F4FE5B8}"/>
          </ac:cxnSpMkLst>
        </pc:cxnChg>
        <pc:cxnChg chg="add del">
          <ac:chgData name="Cristian Chilipirea" userId="34ab170da5908fc4" providerId="LiveId" clId="{7840C37D-FDDB-4314-A31E-446F31402874}" dt="2019-10-13T10:39:53.291" v="108"/>
          <ac:cxnSpMkLst>
            <pc:docMk/>
            <pc:sldMk cId="3721453940" sldId="496"/>
            <ac:cxnSpMk id="152" creationId="{48E8F8A7-4BCF-4DC1-8E7D-C303E0E5E69E}"/>
          </ac:cxnSpMkLst>
        </pc:cxnChg>
        <pc:cxnChg chg="add del">
          <ac:chgData name="Cristian Chilipirea" userId="34ab170da5908fc4" providerId="LiveId" clId="{7840C37D-FDDB-4314-A31E-446F31402874}" dt="2019-10-13T10:39:53.291" v="108"/>
          <ac:cxnSpMkLst>
            <pc:docMk/>
            <pc:sldMk cId="3721453940" sldId="496"/>
            <ac:cxnSpMk id="153" creationId="{797D38CF-F211-429E-A37A-18BF5782DC55}"/>
          </ac:cxnSpMkLst>
        </pc:cxnChg>
        <pc:cxnChg chg="add del">
          <ac:chgData name="Cristian Chilipirea" userId="34ab170da5908fc4" providerId="LiveId" clId="{7840C37D-FDDB-4314-A31E-446F31402874}" dt="2019-10-13T10:39:53.291" v="108"/>
          <ac:cxnSpMkLst>
            <pc:docMk/>
            <pc:sldMk cId="3721453940" sldId="496"/>
            <ac:cxnSpMk id="154" creationId="{2E7FC920-9BAF-4353-9432-8C1219BC4503}"/>
          </ac:cxnSpMkLst>
        </pc:cxnChg>
        <pc:cxnChg chg="add del">
          <ac:chgData name="Cristian Chilipirea" userId="34ab170da5908fc4" providerId="LiveId" clId="{7840C37D-FDDB-4314-A31E-446F31402874}" dt="2019-10-13T10:39:53.291" v="108"/>
          <ac:cxnSpMkLst>
            <pc:docMk/>
            <pc:sldMk cId="3721453940" sldId="496"/>
            <ac:cxnSpMk id="155" creationId="{2036DDD4-6ABD-4830-8156-4A260BB48CF6}"/>
          </ac:cxnSpMkLst>
        </pc:cxnChg>
        <pc:cxnChg chg="add del">
          <ac:chgData name="Cristian Chilipirea" userId="34ab170da5908fc4" providerId="LiveId" clId="{7840C37D-FDDB-4314-A31E-446F31402874}" dt="2019-10-13T10:39:53.291" v="108"/>
          <ac:cxnSpMkLst>
            <pc:docMk/>
            <pc:sldMk cId="3721453940" sldId="496"/>
            <ac:cxnSpMk id="156" creationId="{712E2ECA-9EA6-4C4E-BA27-A36AB939AEA8}"/>
          </ac:cxnSpMkLst>
        </pc:cxnChg>
        <pc:cxnChg chg="add del">
          <ac:chgData name="Cristian Chilipirea" userId="34ab170da5908fc4" providerId="LiveId" clId="{7840C37D-FDDB-4314-A31E-446F31402874}" dt="2019-10-13T10:39:53.291" v="108"/>
          <ac:cxnSpMkLst>
            <pc:docMk/>
            <pc:sldMk cId="3721453940" sldId="496"/>
            <ac:cxnSpMk id="157" creationId="{B65B916A-1F72-43A4-990F-F6BE1FF7062B}"/>
          </ac:cxnSpMkLst>
        </pc:cxnChg>
        <pc:cxnChg chg="add del">
          <ac:chgData name="Cristian Chilipirea" userId="34ab170da5908fc4" providerId="LiveId" clId="{7840C37D-FDDB-4314-A31E-446F31402874}" dt="2019-10-13T10:39:53.291" v="108"/>
          <ac:cxnSpMkLst>
            <pc:docMk/>
            <pc:sldMk cId="3721453940" sldId="496"/>
            <ac:cxnSpMk id="158" creationId="{3CD7E4B0-6C97-4B67-9F19-1DD43F89FCE0}"/>
          </ac:cxnSpMkLst>
        </pc:cxnChg>
        <pc:cxnChg chg="add del">
          <ac:chgData name="Cristian Chilipirea" userId="34ab170da5908fc4" providerId="LiveId" clId="{7840C37D-FDDB-4314-A31E-446F31402874}" dt="2019-10-13T10:39:53.291" v="108"/>
          <ac:cxnSpMkLst>
            <pc:docMk/>
            <pc:sldMk cId="3721453940" sldId="496"/>
            <ac:cxnSpMk id="159" creationId="{C2ED8BD3-7780-4803-B39B-08270F70CB7D}"/>
          </ac:cxnSpMkLst>
        </pc:cxnChg>
        <pc:cxnChg chg="add del">
          <ac:chgData name="Cristian Chilipirea" userId="34ab170da5908fc4" providerId="LiveId" clId="{7840C37D-FDDB-4314-A31E-446F31402874}" dt="2019-10-13T10:39:53.291" v="108"/>
          <ac:cxnSpMkLst>
            <pc:docMk/>
            <pc:sldMk cId="3721453940" sldId="496"/>
            <ac:cxnSpMk id="160" creationId="{8775ADB8-E1F8-4DBA-8E62-671C6D0206CE}"/>
          </ac:cxnSpMkLst>
        </pc:cxnChg>
        <pc:cxnChg chg="add del">
          <ac:chgData name="Cristian Chilipirea" userId="34ab170da5908fc4" providerId="LiveId" clId="{7840C37D-FDDB-4314-A31E-446F31402874}" dt="2019-10-13T10:39:53.291" v="108"/>
          <ac:cxnSpMkLst>
            <pc:docMk/>
            <pc:sldMk cId="3721453940" sldId="496"/>
            <ac:cxnSpMk id="161" creationId="{61DB9113-DFFD-4605-A63D-0DEF7AD46284}"/>
          </ac:cxnSpMkLst>
        </pc:cxnChg>
        <pc:cxnChg chg="add del">
          <ac:chgData name="Cristian Chilipirea" userId="34ab170da5908fc4" providerId="LiveId" clId="{7840C37D-FDDB-4314-A31E-446F31402874}" dt="2019-10-13T10:39:53.291" v="108"/>
          <ac:cxnSpMkLst>
            <pc:docMk/>
            <pc:sldMk cId="3721453940" sldId="496"/>
            <ac:cxnSpMk id="162" creationId="{326AED14-C1CC-4B59-BFA7-9561DD8EB0A6}"/>
          </ac:cxnSpMkLst>
        </pc:cxnChg>
        <pc:cxnChg chg="add del">
          <ac:chgData name="Cristian Chilipirea" userId="34ab170da5908fc4" providerId="LiveId" clId="{7840C37D-FDDB-4314-A31E-446F31402874}" dt="2019-10-13T10:39:53.291" v="108"/>
          <ac:cxnSpMkLst>
            <pc:docMk/>
            <pc:sldMk cId="3721453940" sldId="496"/>
            <ac:cxnSpMk id="163" creationId="{917EA1AC-7152-4EEB-81DD-AB9B9F07B261}"/>
          </ac:cxnSpMkLst>
        </pc:cxnChg>
        <pc:cxnChg chg="add del">
          <ac:chgData name="Cristian Chilipirea" userId="34ab170da5908fc4" providerId="LiveId" clId="{7840C37D-FDDB-4314-A31E-446F31402874}" dt="2019-10-13T10:39:55.655" v="110"/>
          <ac:cxnSpMkLst>
            <pc:docMk/>
            <pc:sldMk cId="3721453940" sldId="496"/>
            <ac:cxnSpMk id="196" creationId="{E845DE0D-6D82-42F4-91DC-29DB11864DEA}"/>
          </ac:cxnSpMkLst>
        </pc:cxnChg>
        <pc:cxnChg chg="add del">
          <ac:chgData name="Cristian Chilipirea" userId="34ab170da5908fc4" providerId="LiveId" clId="{7840C37D-FDDB-4314-A31E-446F31402874}" dt="2019-10-13T10:39:55.655" v="110"/>
          <ac:cxnSpMkLst>
            <pc:docMk/>
            <pc:sldMk cId="3721453940" sldId="496"/>
            <ac:cxnSpMk id="197" creationId="{1A541924-3712-4A33-BA7E-BD2561DEE574}"/>
          </ac:cxnSpMkLst>
        </pc:cxnChg>
        <pc:cxnChg chg="add del">
          <ac:chgData name="Cristian Chilipirea" userId="34ab170da5908fc4" providerId="LiveId" clId="{7840C37D-FDDB-4314-A31E-446F31402874}" dt="2019-10-13T10:39:55.655" v="110"/>
          <ac:cxnSpMkLst>
            <pc:docMk/>
            <pc:sldMk cId="3721453940" sldId="496"/>
            <ac:cxnSpMk id="198" creationId="{BB3F0310-A30C-44FB-85F8-0248B0275ADF}"/>
          </ac:cxnSpMkLst>
        </pc:cxnChg>
        <pc:cxnChg chg="add del">
          <ac:chgData name="Cristian Chilipirea" userId="34ab170da5908fc4" providerId="LiveId" clId="{7840C37D-FDDB-4314-A31E-446F31402874}" dt="2019-10-13T10:39:55.655" v="110"/>
          <ac:cxnSpMkLst>
            <pc:docMk/>
            <pc:sldMk cId="3721453940" sldId="496"/>
            <ac:cxnSpMk id="199" creationId="{92A0A86F-1D05-4F1F-BE82-9C49F6F24441}"/>
          </ac:cxnSpMkLst>
        </pc:cxnChg>
        <pc:cxnChg chg="add del">
          <ac:chgData name="Cristian Chilipirea" userId="34ab170da5908fc4" providerId="LiveId" clId="{7840C37D-FDDB-4314-A31E-446F31402874}" dt="2019-10-13T10:39:55.655" v="110"/>
          <ac:cxnSpMkLst>
            <pc:docMk/>
            <pc:sldMk cId="3721453940" sldId="496"/>
            <ac:cxnSpMk id="200" creationId="{366BDB27-9A52-4BEA-970C-EDB3F9B57757}"/>
          </ac:cxnSpMkLst>
        </pc:cxnChg>
        <pc:cxnChg chg="add del">
          <ac:chgData name="Cristian Chilipirea" userId="34ab170da5908fc4" providerId="LiveId" clId="{7840C37D-FDDB-4314-A31E-446F31402874}" dt="2019-10-13T10:39:55.655" v="110"/>
          <ac:cxnSpMkLst>
            <pc:docMk/>
            <pc:sldMk cId="3721453940" sldId="496"/>
            <ac:cxnSpMk id="201" creationId="{B3933475-056A-4FDE-98A8-8305C87605A3}"/>
          </ac:cxnSpMkLst>
        </pc:cxnChg>
        <pc:cxnChg chg="add del">
          <ac:chgData name="Cristian Chilipirea" userId="34ab170da5908fc4" providerId="LiveId" clId="{7840C37D-FDDB-4314-A31E-446F31402874}" dt="2019-10-13T10:39:55.655" v="110"/>
          <ac:cxnSpMkLst>
            <pc:docMk/>
            <pc:sldMk cId="3721453940" sldId="496"/>
            <ac:cxnSpMk id="202" creationId="{6D10F4CF-5459-40D9-AB9F-F1158F8F0C31}"/>
          </ac:cxnSpMkLst>
        </pc:cxnChg>
        <pc:cxnChg chg="add del">
          <ac:chgData name="Cristian Chilipirea" userId="34ab170da5908fc4" providerId="LiveId" clId="{7840C37D-FDDB-4314-A31E-446F31402874}" dt="2019-10-13T10:39:55.655" v="110"/>
          <ac:cxnSpMkLst>
            <pc:docMk/>
            <pc:sldMk cId="3721453940" sldId="496"/>
            <ac:cxnSpMk id="203" creationId="{F3011EC3-7B8B-4CC3-A0B3-870787CCD91F}"/>
          </ac:cxnSpMkLst>
        </pc:cxnChg>
        <pc:cxnChg chg="add del">
          <ac:chgData name="Cristian Chilipirea" userId="34ab170da5908fc4" providerId="LiveId" clId="{7840C37D-FDDB-4314-A31E-446F31402874}" dt="2019-10-13T10:39:55.655" v="110"/>
          <ac:cxnSpMkLst>
            <pc:docMk/>
            <pc:sldMk cId="3721453940" sldId="496"/>
            <ac:cxnSpMk id="204" creationId="{E4C44301-66D2-457C-B94E-E342CA4D3F7D}"/>
          </ac:cxnSpMkLst>
        </pc:cxnChg>
        <pc:cxnChg chg="add del">
          <ac:chgData name="Cristian Chilipirea" userId="34ab170da5908fc4" providerId="LiveId" clId="{7840C37D-FDDB-4314-A31E-446F31402874}" dt="2019-10-13T10:39:55.655" v="110"/>
          <ac:cxnSpMkLst>
            <pc:docMk/>
            <pc:sldMk cId="3721453940" sldId="496"/>
            <ac:cxnSpMk id="205" creationId="{CF2D9592-506F-4BDC-8664-01642D6979BA}"/>
          </ac:cxnSpMkLst>
        </pc:cxnChg>
        <pc:cxnChg chg="add del">
          <ac:chgData name="Cristian Chilipirea" userId="34ab170da5908fc4" providerId="LiveId" clId="{7840C37D-FDDB-4314-A31E-446F31402874}" dt="2019-10-13T10:39:55.655" v="110"/>
          <ac:cxnSpMkLst>
            <pc:docMk/>
            <pc:sldMk cId="3721453940" sldId="496"/>
            <ac:cxnSpMk id="206" creationId="{E6D27C02-434C-42DF-A7AD-65C653D907B3}"/>
          </ac:cxnSpMkLst>
        </pc:cxnChg>
        <pc:cxnChg chg="add del">
          <ac:chgData name="Cristian Chilipirea" userId="34ab170da5908fc4" providerId="LiveId" clId="{7840C37D-FDDB-4314-A31E-446F31402874}" dt="2019-10-13T10:39:55.655" v="110"/>
          <ac:cxnSpMkLst>
            <pc:docMk/>
            <pc:sldMk cId="3721453940" sldId="496"/>
            <ac:cxnSpMk id="207" creationId="{F5F2D056-FDDF-423B-8020-BB727E426754}"/>
          </ac:cxnSpMkLst>
        </pc:cxnChg>
        <pc:cxnChg chg="add del">
          <ac:chgData name="Cristian Chilipirea" userId="34ab170da5908fc4" providerId="LiveId" clId="{7840C37D-FDDB-4314-A31E-446F31402874}" dt="2019-10-13T10:39:55.655" v="110"/>
          <ac:cxnSpMkLst>
            <pc:docMk/>
            <pc:sldMk cId="3721453940" sldId="496"/>
            <ac:cxnSpMk id="208" creationId="{BCFECD99-8108-4298-86D4-BE1802AE4535}"/>
          </ac:cxnSpMkLst>
        </pc:cxnChg>
        <pc:cxnChg chg="add del">
          <ac:chgData name="Cristian Chilipirea" userId="34ab170da5908fc4" providerId="LiveId" clId="{7840C37D-FDDB-4314-A31E-446F31402874}" dt="2019-10-13T10:39:55.655" v="110"/>
          <ac:cxnSpMkLst>
            <pc:docMk/>
            <pc:sldMk cId="3721453940" sldId="496"/>
            <ac:cxnSpMk id="209" creationId="{67D08597-0089-4B39-B3C6-ADE147BB9738}"/>
          </ac:cxnSpMkLst>
        </pc:cxnChg>
        <pc:cxnChg chg="add del">
          <ac:chgData name="Cristian Chilipirea" userId="34ab170da5908fc4" providerId="LiveId" clId="{7840C37D-FDDB-4314-A31E-446F31402874}" dt="2019-10-13T10:39:55.655" v="110"/>
          <ac:cxnSpMkLst>
            <pc:docMk/>
            <pc:sldMk cId="3721453940" sldId="496"/>
            <ac:cxnSpMk id="210" creationId="{CA66E0DC-DFE2-4AF8-8FF3-E4A0DAC2FA4D}"/>
          </ac:cxnSpMkLst>
        </pc:cxnChg>
        <pc:cxnChg chg="add del">
          <ac:chgData name="Cristian Chilipirea" userId="34ab170da5908fc4" providerId="LiveId" clId="{7840C37D-FDDB-4314-A31E-446F31402874}" dt="2019-10-13T10:40:00.222" v="112"/>
          <ac:cxnSpMkLst>
            <pc:docMk/>
            <pc:sldMk cId="3721453940" sldId="496"/>
            <ac:cxnSpMk id="243" creationId="{EE83F078-4B86-4932-A518-63A7DBAEBE8D}"/>
          </ac:cxnSpMkLst>
        </pc:cxnChg>
        <pc:cxnChg chg="add del">
          <ac:chgData name="Cristian Chilipirea" userId="34ab170da5908fc4" providerId="LiveId" clId="{7840C37D-FDDB-4314-A31E-446F31402874}" dt="2019-10-13T10:40:00.222" v="112"/>
          <ac:cxnSpMkLst>
            <pc:docMk/>
            <pc:sldMk cId="3721453940" sldId="496"/>
            <ac:cxnSpMk id="244" creationId="{687DBE70-0BE0-489E-80FD-0607D8CBD71A}"/>
          </ac:cxnSpMkLst>
        </pc:cxnChg>
        <pc:cxnChg chg="add del">
          <ac:chgData name="Cristian Chilipirea" userId="34ab170da5908fc4" providerId="LiveId" clId="{7840C37D-FDDB-4314-A31E-446F31402874}" dt="2019-10-13T10:40:00.222" v="112"/>
          <ac:cxnSpMkLst>
            <pc:docMk/>
            <pc:sldMk cId="3721453940" sldId="496"/>
            <ac:cxnSpMk id="245" creationId="{24BE3941-4F2C-49CE-9F2E-696E3335B277}"/>
          </ac:cxnSpMkLst>
        </pc:cxnChg>
        <pc:cxnChg chg="add del">
          <ac:chgData name="Cristian Chilipirea" userId="34ab170da5908fc4" providerId="LiveId" clId="{7840C37D-FDDB-4314-A31E-446F31402874}" dt="2019-10-13T10:40:00.222" v="112"/>
          <ac:cxnSpMkLst>
            <pc:docMk/>
            <pc:sldMk cId="3721453940" sldId="496"/>
            <ac:cxnSpMk id="246" creationId="{CB2AE414-F0AB-4564-B736-C75C37FFA4D1}"/>
          </ac:cxnSpMkLst>
        </pc:cxnChg>
        <pc:cxnChg chg="add del">
          <ac:chgData name="Cristian Chilipirea" userId="34ab170da5908fc4" providerId="LiveId" clId="{7840C37D-FDDB-4314-A31E-446F31402874}" dt="2019-10-13T10:40:00.222" v="112"/>
          <ac:cxnSpMkLst>
            <pc:docMk/>
            <pc:sldMk cId="3721453940" sldId="496"/>
            <ac:cxnSpMk id="247" creationId="{EFBE9FF8-DC62-4D8A-A464-1E99F7E2AE11}"/>
          </ac:cxnSpMkLst>
        </pc:cxnChg>
        <pc:cxnChg chg="add del">
          <ac:chgData name="Cristian Chilipirea" userId="34ab170da5908fc4" providerId="LiveId" clId="{7840C37D-FDDB-4314-A31E-446F31402874}" dt="2019-10-13T10:40:00.222" v="112"/>
          <ac:cxnSpMkLst>
            <pc:docMk/>
            <pc:sldMk cId="3721453940" sldId="496"/>
            <ac:cxnSpMk id="248" creationId="{4AE4AB36-44DC-49C8-824A-55451CAAA615}"/>
          </ac:cxnSpMkLst>
        </pc:cxnChg>
        <pc:cxnChg chg="add del mod">
          <ac:chgData name="Cristian Chilipirea" userId="34ab170da5908fc4" providerId="LiveId" clId="{7840C37D-FDDB-4314-A31E-446F31402874}" dt="2019-10-13T10:40:16.374" v="116"/>
          <ac:cxnSpMkLst>
            <pc:docMk/>
            <pc:sldMk cId="3721453940" sldId="496"/>
            <ac:cxnSpMk id="275" creationId="{8B826282-F360-4202-9B15-8096C5D566E0}"/>
          </ac:cxnSpMkLst>
        </pc:cxnChg>
        <pc:cxnChg chg="add del mod">
          <ac:chgData name="Cristian Chilipirea" userId="34ab170da5908fc4" providerId="LiveId" clId="{7840C37D-FDDB-4314-A31E-446F31402874}" dt="2019-10-13T10:40:16.374" v="116"/>
          <ac:cxnSpMkLst>
            <pc:docMk/>
            <pc:sldMk cId="3721453940" sldId="496"/>
            <ac:cxnSpMk id="276" creationId="{EEABC89E-F562-4F77-9C4E-CB14D7854095}"/>
          </ac:cxnSpMkLst>
        </pc:cxnChg>
        <pc:cxnChg chg="add del mod">
          <ac:chgData name="Cristian Chilipirea" userId="34ab170da5908fc4" providerId="LiveId" clId="{7840C37D-FDDB-4314-A31E-446F31402874}" dt="2019-10-13T10:40:16.374" v="116"/>
          <ac:cxnSpMkLst>
            <pc:docMk/>
            <pc:sldMk cId="3721453940" sldId="496"/>
            <ac:cxnSpMk id="277" creationId="{A2ADC268-1240-429B-857D-6C692343484C}"/>
          </ac:cxnSpMkLst>
        </pc:cxnChg>
        <pc:cxnChg chg="add del mod">
          <ac:chgData name="Cristian Chilipirea" userId="34ab170da5908fc4" providerId="LiveId" clId="{7840C37D-FDDB-4314-A31E-446F31402874}" dt="2019-10-13T10:40:16.374" v="116"/>
          <ac:cxnSpMkLst>
            <pc:docMk/>
            <pc:sldMk cId="3721453940" sldId="496"/>
            <ac:cxnSpMk id="278" creationId="{47D896A9-907A-4747-BBF8-B67E4BD3D593}"/>
          </ac:cxnSpMkLst>
        </pc:cxnChg>
        <pc:cxnChg chg="add del mod">
          <ac:chgData name="Cristian Chilipirea" userId="34ab170da5908fc4" providerId="LiveId" clId="{7840C37D-FDDB-4314-A31E-446F31402874}" dt="2019-10-13T10:40:16.374" v="116"/>
          <ac:cxnSpMkLst>
            <pc:docMk/>
            <pc:sldMk cId="3721453940" sldId="496"/>
            <ac:cxnSpMk id="279" creationId="{27525821-FEB5-42AA-B939-720A23A22095}"/>
          </ac:cxnSpMkLst>
        </pc:cxnChg>
        <pc:cxnChg chg="add del mod">
          <ac:chgData name="Cristian Chilipirea" userId="34ab170da5908fc4" providerId="LiveId" clId="{7840C37D-FDDB-4314-A31E-446F31402874}" dt="2019-10-13T10:40:16.374" v="116"/>
          <ac:cxnSpMkLst>
            <pc:docMk/>
            <pc:sldMk cId="3721453940" sldId="496"/>
            <ac:cxnSpMk id="280" creationId="{9B8C1571-C977-4DE5-8F4E-48927F3A469C}"/>
          </ac:cxnSpMkLst>
        </pc:cxnChg>
        <pc:cxnChg chg="add del mod">
          <ac:chgData name="Cristian Chilipirea" userId="34ab170da5908fc4" providerId="LiveId" clId="{7840C37D-FDDB-4314-A31E-446F31402874}" dt="2019-10-13T10:40:16.374" v="116"/>
          <ac:cxnSpMkLst>
            <pc:docMk/>
            <pc:sldMk cId="3721453940" sldId="496"/>
            <ac:cxnSpMk id="281" creationId="{334D8535-56ED-40AB-929C-A544B79B05DD}"/>
          </ac:cxnSpMkLst>
        </pc:cxnChg>
        <pc:cxnChg chg="add del mod">
          <ac:chgData name="Cristian Chilipirea" userId="34ab170da5908fc4" providerId="LiveId" clId="{7840C37D-FDDB-4314-A31E-446F31402874}" dt="2019-10-13T10:40:16.374" v="116"/>
          <ac:cxnSpMkLst>
            <pc:docMk/>
            <pc:sldMk cId="3721453940" sldId="496"/>
            <ac:cxnSpMk id="282" creationId="{2BE73F37-7A74-46D0-B3DB-56A7C6565AB8}"/>
          </ac:cxnSpMkLst>
        </pc:cxnChg>
        <pc:cxnChg chg="add del mod">
          <ac:chgData name="Cristian Chilipirea" userId="34ab170da5908fc4" providerId="LiveId" clId="{7840C37D-FDDB-4314-A31E-446F31402874}" dt="2019-10-13T10:40:16.374" v="116"/>
          <ac:cxnSpMkLst>
            <pc:docMk/>
            <pc:sldMk cId="3721453940" sldId="496"/>
            <ac:cxnSpMk id="283" creationId="{F74A5FBB-4838-46F1-AC0A-8E15E7F03BD8}"/>
          </ac:cxnSpMkLst>
        </pc:cxnChg>
        <pc:cxnChg chg="add del mod">
          <ac:chgData name="Cristian Chilipirea" userId="34ab170da5908fc4" providerId="LiveId" clId="{7840C37D-FDDB-4314-A31E-446F31402874}" dt="2019-10-13T10:40:16.374" v="116"/>
          <ac:cxnSpMkLst>
            <pc:docMk/>
            <pc:sldMk cId="3721453940" sldId="496"/>
            <ac:cxnSpMk id="284" creationId="{EDA415ED-C327-46E7-96F7-0FC333D06A79}"/>
          </ac:cxnSpMkLst>
        </pc:cxnChg>
        <pc:cxnChg chg="add del mod">
          <ac:chgData name="Cristian Chilipirea" userId="34ab170da5908fc4" providerId="LiveId" clId="{7840C37D-FDDB-4314-A31E-446F31402874}" dt="2019-10-13T10:40:16.374" v="116"/>
          <ac:cxnSpMkLst>
            <pc:docMk/>
            <pc:sldMk cId="3721453940" sldId="496"/>
            <ac:cxnSpMk id="285" creationId="{09193217-5D09-44EB-A313-3A4EAC37D3DE}"/>
          </ac:cxnSpMkLst>
        </pc:cxnChg>
        <pc:cxnChg chg="add del mod">
          <ac:chgData name="Cristian Chilipirea" userId="34ab170da5908fc4" providerId="LiveId" clId="{7840C37D-FDDB-4314-A31E-446F31402874}" dt="2019-10-13T10:40:16.374" v="116"/>
          <ac:cxnSpMkLst>
            <pc:docMk/>
            <pc:sldMk cId="3721453940" sldId="496"/>
            <ac:cxnSpMk id="286" creationId="{14146E96-C39D-4162-8D1D-CB64E6677460}"/>
          </ac:cxnSpMkLst>
        </pc:cxnChg>
        <pc:cxnChg chg="add del mod">
          <ac:chgData name="Cristian Chilipirea" userId="34ab170da5908fc4" providerId="LiveId" clId="{7840C37D-FDDB-4314-A31E-446F31402874}" dt="2019-10-13T10:40:16.374" v="116"/>
          <ac:cxnSpMkLst>
            <pc:docMk/>
            <pc:sldMk cId="3721453940" sldId="496"/>
            <ac:cxnSpMk id="287" creationId="{65ADC29D-4837-4124-82C2-AC29B2A9C856}"/>
          </ac:cxnSpMkLst>
        </pc:cxnChg>
        <pc:cxnChg chg="add del mod">
          <ac:chgData name="Cristian Chilipirea" userId="34ab170da5908fc4" providerId="LiveId" clId="{7840C37D-FDDB-4314-A31E-446F31402874}" dt="2019-10-13T10:40:16.374" v="116"/>
          <ac:cxnSpMkLst>
            <pc:docMk/>
            <pc:sldMk cId="3721453940" sldId="496"/>
            <ac:cxnSpMk id="288" creationId="{6909D523-9B3D-48D0-9F62-315B16B1E50E}"/>
          </ac:cxnSpMkLst>
        </pc:cxnChg>
        <pc:cxnChg chg="add del mod">
          <ac:chgData name="Cristian Chilipirea" userId="34ab170da5908fc4" providerId="LiveId" clId="{7840C37D-FDDB-4314-A31E-446F31402874}" dt="2019-10-13T10:40:16.374" v="116"/>
          <ac:cxnSpMkLst>
            <pc:docMk/>
            <pc:sldMk cId="3721453940" sldId="496"/>
            <ac:cxnSpMk id="289" creationId="{4573557D-C4A9-464C-809C-C927A12508DB}"/>
          </ac:cxnSpMkLst>
        </pc:cxnChg>
      </pc:sldChg>
      <pc:sldChg chg="del">
        <pc:chgData name="Cristian Chilipirea" userId="34ab170da5908fc4" providerId="LiveId" clId="{7840C37D-FDDB-4314-A31E-446F31402874}" dt="2019-10-13T10:35:43.326" v="11" actId="2696"/>
        <pc:sldMkLst>
          <pc:docMk/>
          <pc:sldMk cId="1486881486" sldId="497"/>
        </pc:sldMkLst>
      </pc:sldChg>
      <pc:sldChg chg="addSp delSp modSp add">
        <pc:chgData name="Cristian Chilipirea" userId="34ab170da5908fc4" providerId="LiveId" clId="{7840C37D-FDDB-4314-A31E-446F31402874}" dt="2019-10-13T10:40:54.692" v="130" actId="1076"/>
        <pc:sldMkLst>
          <pc:docMk/>
          <pc:sldMk cId="3219915166" sldId="497"/>
        </pc:sldMkLst>
        <pc:spChg chg="mod">
          <ac:chgData name="Cristian Chilipirea" userId="34ab170da5908fc4" providerId="LiveId" clId="{7840C37D-FDDB-4314-A31E-446F31402874}" dt="2019-10-13T10:40:42.019" v="125"/>
          <ac:spMkLst>
            <pc:docMk/>
            <pc:sldMk cId="3219915166" sldId="497"/>
            <ac:spMk id="2" creationId="{07F100E1-E127-44F3-B73F-CDB20A862E95}"/>
          </ac:spMkLst>
        </pc:spChg>
        <pc:spChg chg="del">
          <ac:chgData name="Cristian Chilipirea" userId="34ab170da5908fc4" providerId="LiveId" clId="{7840C37D-FDDB-4314-A31E-446F31402874}" dt="2019-10-13T10:40:43.786" v="126" actId="478"/>
          <ac:spMkLst>
            <pc:docMk/>
            <pc:sldMk cId="3219915166" sldId="497"/>
            <ac:spMk id="3" creationId="{97761BD7-6EC6-4794-B582-8E9739B85272}"/>
          </ac:spMkLst>
        </pc:spChg>
        <pc:spChg chg="add del">
          <ac:chgData name="Cristian Chilipirea" userId="34ab170da5908fc4" providerId="LiveId" clId="{7840C37D-FDDB-4314-A31E-446F31402874}" dt="2019-10-13T10:40:48.793" v="128"/>
          <ac:spMkLst>
            <pc:docMk/>
            <pc:sldMk cId="3219915166" sldId="497"/>
            <ac:spMk id="4" creationId="{3AE65DC9-66F8-4856-B2FD-0F72B183F023}"/>
          </ac:spMkLst>
        </pc:spChg>
        <pc:spChg chg="add del">
          <ac:chgData name="Cristian Chilipirea" userId="34ab170da5908fc4" providerId="LiveId" clId="{7840C37D-FDDB-4314-A31E-446F31402874}" dt="2019-10-13T10:40:48.793" v="128"/>
          <ac:spMkLst>
            <pc:docMk/>
            <pc:sldMk cId="3219915166" sldId="497"/>
            <ac:spMk id="5" creationId="{18D5110A-FD2A-48B8-8631-F323097C0553}"/>
          </ac:spMkLst>
        </pc:spChg>
        <pc:spChg chg="add del">
          <ac:chgData name="Cristian Chilipirea" userId="34ab170da5908fc4" providerId="LiveId" clId="{7840C37D-FDDB-4314-A31E-446F31402874}" dt="2019-10-13T10:40:48.793" v="128"/>
          <ac:spMkLst>
            <pc:docMk/>
            <pc:sldMk cId="3219915166" sldId="497"/>
            <ac:spMk id="6" creationId="{839E8424-C3B2-4876-A099-64CCFF70F821}"/>
          </ac:spMkLst>
        </pc:spChg>
        <pc:spChg chg="add del">
          <ac:chgData name="Cristian Chilipirea" userId="34ab170da5908fc4" providerId="LiveId" clId="{7840C37D-FDDB-4314-A31E-446F31402874}" dt="2019-10-13T10:40:48.793" v="128"/>
          <ac:spMkLst>
            <pc:docMk/>
            <pc:sldMk cId="3219915166" sldId="497"/>
            <ac:spMk id="8" creationId="{20F79559-5F76-46F8-B1E7-02BAF7D3F4EC}"/>
          </ac:spMkLst>
        </pc:spChg>
        <pc:spChg chg="add del">
          <ac:chgData name="Cristian Chilipirea" userId="34ab170da5908fc4" providerId="LiveId" clId="{7840C37D-FDDB-4314-A31E-446F31402874}" dt="2019-10-13T10:40:48.793" v="128"/>
          <ac:spMkLst>
            <pc:docMk/>
            <pc:sldMk cId="3219915166" sldId="497"/>
            <ac:spMk id="9" creationId="{14244A59-239A-4625-993B-06526AB66A18}"/>
          </ac:spMkLst>
        </pc:spChg>
        <pc:spChg chg="add del">
          <ac:chgData name="Cristian Chilipirea" userId="34ab170da5908fc4" providerId="LiveId" clId="{7840C37D-FDDB-4314-A31E-446F31402874}" dt="2019-10-13T10:40:48.793" v="128"/>
          <ac:spMkLst>
            <pc:docMk/>
            <pc:sldMk cId="3219915166" sldId="497"/>
            <ac:spMk id="11" creationId="{E806889E-3BC9-4AC2-A130-C833BDF4AE32}"/>
          </ac:spMkLst>
        </pc:spChg>
        <pc:spChg chg="add del">
          <ac:chgData name="Cristian Chilipirea" userId="34ab170da5908fc4" providerId="LiveId" clId="{7840C37D-FDDB-4314-A31E-446F31402874}" dt="2019-10-13T10:40:48.793" v="128"/>
          <ac:spMkLst>
            <pc:docMk/>
            <pc:sldMk cId="3219915166" sldId="497"/>
            <ac:spMk id="12" creationId="{423FBEB3-11CA-44C3-8019-6DF94AAF10C1}"/>
          </ac:spMkLst>
        </pc:spChg>
        <pc:spChg chg="add del">
          <ac:chgData name="Cristian Chilipirea" userId="34ab170da5908fc4" providerId="LiveId" clId="{7840C37D-FDDB-4314-A31E-446F31402874}" dt="2019-10-13T10:40:48.793" v="128"/>
          <ac:spMkLst>
            <pc:docMk/>
            <pc:sldMk cId="3219915166" sldId="497"/>
            <ac:spMk id="17" creationId="{2E2E7C86-7753-4416-BDFB-A014C9F23CFB}"/>
          </ac:spMkLst>
        </pc:spChg>
        <pc:spChg chg="add del">
          <ac:chgData name="Cristian Chilipirea" userId="34ab170da5908fc4" providerId="LiveId" clId="{7840C37D-FDDB-4314-A31E-446F31402874}" dt="2019-10-13T10:40:48.793" v="128"/>
          <ac:spMkLst>
            <pc:docMk/>
            <pc:sldMk cId="3219915166" sldId="497"/>
            <ac:spMk id="19" creationId="{4735EAAA-6898-41A1-8A2D-045D5CB4C67A}"/>
          </ac:spMkLst>
        </pc:spChg>
        <pc:spChg chg="add del">
          <ac:chgData name="Cristian Chilipirea" userId="34ab170da5908fc4" providerId="LiveId" clId="{7840C37D-FDDB-4314-A31E-446F31402874}" dt="2019-10-13T10:40:48.793" v="128"/>
          <ac:spMkLst>
            <pc:docMk/>
            <pc:sldMk cId="3219915166" sldId="497"/>
            <ac:spMk id="22" creationId="{E5FCFD5E-F184-4904-AE75-69DB3FC765E1}"/>
          </ac:spMkLst>
        </pc:spChg>
        <pc:spChg chg="add del">
          <ac:chgData name="Cristian Chilipirea" userId="34ab170da5908fc4" providerId="LiveId" clId="{7840C37D-FDDB-4314-A31E-446F31402874}" dt="2019-10-13T10:40:48.793" v="128"/>
          <ac:spMkLst>
            <pc:docMk/>
            <pc:sldMk cId="3219915166" sldId="497"/>
            <ac:spMk id="27" creationId="{691A615C-7EB9-4E54-AAA4-40BC04E6ABFB}"/>
          </ac:spMkLst>
        </pc:spChg>
        <pc:spChg chg="add del">
          <ac:chgData name="Cristian Chilipirea" userId="34ab170da5908fc4" providerId="LiveId" clId="{7840C37D-FDDB-4314-A31E-446F31402874}" dt="2019-10-13T10:40:48.793" v="128"/>
          <ac:spMkLst>
            <pc:docMk/>
            <pc:sldMk cId="3219915166" sldId="497"/>
            <ac:spMk id="31" creationId="{4819E81B-BDB7-4B66-A7C6-E4D200AED538}"/>
          </ac:spMkLst>
        </pc:spChg>
        <pc:spChg chg="add del">
          <ac:chgData name="Cristian Chilipirea" userId="34ab170da5908fc4" providerId="LiveId" clId="{7840C37D-FDDB-4314-A31E-446F31402874}" dt="2019-10-13T10:40:48.793" v="128"/>
          <ac:spMkLst>
            <pc:docMk/>
            <pc:sldMk cId="3219915166" sldId="497"/>
            <ac:spMk id="38" creationId="{18ECFD92-9A56-46C5-910C-2B161C175354}"/>
          </ac:spMkLst>
        </pc:spChg>
        <pc:spChg chg="add del">
          <ac:chgData name="Cristian Chilipirea" userId="34ab170da5908fc4" providerId="LiveId" clId="{7840C37D-FDDB-4314-A31E-446F31402874}" dt="2019-10-13T10:40:48.793" v="128"/>
          <ac:spMkLst>
            <pc:docMk/>
            <pc:sldMk cId="3219915166" sldId="497"/>
            <ac:spMk id="39" creationId="{62EA717B-4158-42A1-98B9-516B54AB00D1}"/>
          </ac:spMkLst>
        </pc:spChg>
        <pc:spChg chg="add del">
          <ac:chgData name="Cristian Chilipirea" userId="34ab170da5908fc4" providerId="LiveId" clId="{7840C37D-FDDB-4314-A31E-446F31402874}" dt="2019-10-13T10:40:48.793" v="128"/>
          <ac:spMkLst>
            <pc:docMk/>
            <pc:sldMk cId="3219915166" sldId="497"/>
            <ac:spMk id="40" creationId="{60D700AB-7E17-49BA-92FD-B65A2C6FD88F}"/>
          </ac:spMkLst>
        </pc:spChg>
        <pc:spChg chg="add del">
          <ac:chgData name="Cristian Chilipirea" userId="34ab170da5908fc4" providerId="LiveId" clId="{7840C37D-FDDB-4314-A31E-446F31402874}" dt="2019-10-13T10:40:48.793" v="128"/>
          <ac:spMkLst>
            <pc:docMk/>
            <pc:sldMk cId="3219915166" sldId="497"/>
            <ac:spMk id="42" creationId="{51723D75-D952-4D3A-8D81-B87F1D17594F}"/>
          </ac:spMkLst>
        </pc:spChg>
        <pc:spChg chg="add del">
          <ac:chgData name="Cristian Chilipirea" userId="34ab170da5908fc4" providerId="LiveId" clId="{7840C37D-FDDB-4314-A31E-446F31402874}" dt="2019-10-13T10:40:48.793" v="128"/>
          <ac:spMkLst>
            <pc:docMk/>
            <pc:sldMk cId="3219915166" sldId="497"/>
            <ac:spMk id="44" creationId="{1A1F3CF6-A0F7-4B17-9EB6-BB231A271A6D}"/>
          </ac:spMkLst>
        </pc:spChg>
        <pc:spChg chg="add del">
          <ac:chgData name="Cristian Chilipirea" userId="34ab170da5908fc4" providerId="LiveId" clId="{7840C37D-FDDB-4314-A31E-446F31402874}" dt="2019-10-13T10:40:48.793" v="128"/>
          <ac:spMkLst>
            <pc:docMk/>
            <pc:sldMk cId="3219915166" sldId="497"/>
            <ac:spMk id="52" creationId="{46949D58-1E0C-4E18-9BCD-1A5FBE33239B}"/>
          </ac:spMkLst>
        </pc:spChg>
        <pc:spChg chg="add del">
          <ac:chgData name="Cristian Chilipirea" userId="34ab170da5908fc4" providerId="LiveId" clId="{7840C37D-FDDB-4314-A31E-446F31402874}" dt="2019-10-13T10:40:48.793" v="128"/>
          <ac:spMkLst>
            <pc:docMk/>
            <pc:sldMk cId="3219915166" sldId="497"/>
            <ac:spMk id="53" creationId="{6D851551-9ABE-4779-A907-5D4DF592C82E}"/>
          </ac:spMkLst>
        </pc:spChg>
        <pc:spChg chg="add del">
          <ac:chgData name="Cristian Chilipirea" userId="34ab170da5908fc4" providerId="LiveId" clId="{7840C37D-FDDB-4314-A31E-446F31402874}" dt="2019-10-13T10:40:48.793" v="128"/>
          <ac:spMkLst>
            <pc:docMk/>
            <pc:sldMk cId="3219915166" sldId="497"/>
            <ac:spMk id="54" creationId="{3CCB1AD1-AEE8-4DFA-96CB-39CD936F6B10}"/>
          </ac:spMkLst>
        </pc:spChg>
        <pc:spChg chg="add del">
          <ac:chgData name="Cristian Chilipirea" userId="34ab170da5908fc4" providerId="LiveId" clId="{7840C37D-FDDB-4314-A31E-446F31402874}" dt="2019-10-13T10:40:48.793" v="128"/>
          <ac:spMkLst>
            <pc:docMk/>
            <pc:sldMk cId="3219915166" sldId="497"/>
            <ac:spMk id="55" creationId="{9314B97F-6E2D-4C81-BE85-A218639A31CF}"/>
          </ac:spMkLst>
        </pc:spChg>
        <pc:spChg chg="add del">
          <ac:chgData name="Cristian Chilipirea" userId="34ab170da5908fc4" providerId="LiveId" clId="{7840C37D-FDDB-4314-A31E-446F31402874}" dt="2019-10-13T10:40:48.793" v="128"/>
          <ac:spMkLst>
            <pc:docMk/>
            <pc:sldMk cId="3219915166" sldId="497"/>
            <ac:spMk id="56" creationId="{DAE496C1-6069-42F4-820D-423A2C1B91A5}"/>
          </ac:spMkLst>
        </pc:spChg>
        <pc:spChg chg="add del">
          <ac:chgData name="Cristian Chilipirea" userId="34ab170da5908fc4" providerId="LiveId" clId="{7840C37D-FDDB-4314-A31E-446F31402874}" dt="2019-10-13T10:40:48.793" v="128"/>
          <ac:spMkLst>
            <pc:docMk/>
            <pc:sldMk cId="3219915166" sldId="497"/>
            <ac:spMk id="57" creationId="{09AC928B-846B-4DCC-9A87-FB312529114E}"/>
          </ac:spMkLst>
        </pc:spChg>
        <pc:spChg chg="add del">
          <ac:chgData name="Cristian Chilipirea" userId="34ab170da5908fc4" providerId="LiveId" clId="{7840C37D-FDDB-4314-A31E-446F31402874}" dt="2019-10-13T10:40:48.793" v="128"/>
          <ac:spMkLst>
            <pc:docMk/>
            <pc:sldMk cId="3219915166" sldId="497"/>
            <ac:spMk id="58" creationId="{E43FB05D-EE9D-4F09-A264-22F0B7675116}"/>
          </ac:spMkLst>
        </pc:spChg>
        <pc:spChg chg="add del">
          <ac:chgData name="Cristian Chilipirea" userId="34ab170da5908fc4" providerId="LiveId" clId="{7840C37D-FDDB-4314-A31E-446F31402874}" dt="2019-10-13T10:40:48.793" v="128"/>
          <ac:spMkLst>
            <pc:docMk/>
            <pc:sldMk cId="3219915166" sldId="497"/>
            <ac:spMk id="59" creationId="{0686B47C-2533-4071-8BE9-B8C2E5FD2D29}"/>
          </ac:spMkLst>
        </pc:spChg>
        <pc:spChg chg="add mod">
          <ac:chgData name="Cristian Chilipirea" userId="34ab170da5908fc4" providerId="LiveId" clId="{7840C37D-FDDB-4314-A31E-446F31402874}" dt="2019-10-13T10:40:54.692" v="130" actId="1076"/>
          <ac:spMkLst>
            <pc:docMk/>
            <pc:sldMk cId="3219915166" sldId="497"/>
            <ac:spMk id="61" creationId="{73FEA4F5-BC27-4B12-A98B-8D9FDB08FB7F}"/>
          </ac:spMkLst>
        </pc:spChg>
        <pc:spChg chg="add mod">
          <ac:chgData name="Cristian Chilipirea" userId="34ab170da5908fc4" providerId="LiveId" clId="{7840C37D-FDDB-4314-A31E-446F31402874}" dt="2019-10-13T10:40:54.692" v="130" actId="1076"/>
          <ac:spMkLst>
            <pc:docMk/>
            <pc:sldMk cId="3219915166" sldId="497"/>
            <ac:spMk id="62" creationId="{AC52B874-89D7-4AF6-A70C-5876D9D49873}"/>
          </ac:spMkLst>
        </pc:spChg>
        <pc:spChg chg="add mod">
          <ac:chgData name="Cristian Chilipirea" userId="34ab170da5908fc4" providerId="LiveId" clId="{7840C37D-FDDB-4314-A31E-446F31402874}" dt="2019-10-13T10:40:54.692" v="130" actId="1076"/>
          <ac:spMkLst>
            <pc:docMk/>
            <pc:sldMk cId="3219915166" sldId="497"/>
            <ac:spMk id="63" creationId="{5DFC1F13-DD20-429A-8C21-397DEF4E1702}"/>
          </ac:spMkLst>
        </pc:spChg>
        <pc:spChg chg="add mod">
          <ac:chgData name="Cristian Chilipirea" userId="34ab170da5908fc4" providerId="LiveId" clId="{7840C37D-FDDB-4314-A31E-446F31402874}" dt="2019-10-13T10:40:54.692" v="130" actId="1076"/>
          <ac:spMkLst>
            <pc:docMk/>
            <pc:sldMk cId="3219915166" sldId="497"/>
            <ac:spMk id="65" creationId="{00303D1B-69B1-48C8-AE91-E01DD7431412}"/>
          </ac:spMkLst>
        </pc:spChg>
        <pc:spChg chg="add mod">
          <ac:chgData name="Cristian Chilipirea" userId="34ab170da5908fc4" providerId="LiveId" clId="{7840C37D-FDDB-4314-A31E-446F31402874}" dt="2019-10-13T10:40:54.692" v="130" actId="1076"/>
          <ac:spMkLst>
            <pc:docMk/>
            <pc:sldMk cId="3219915166" sldId="497"/>
            <ac:spMk id="66" creationId="{41A30147-D3CF-416A-B939-1C0AD2D706D9}"/>
          </ac:spMkLst>
        </pc:spChg>
        <pc:spChg chg="add mod">
          <ac:chgData name="Cristian Chilipirea" userId="34ab170da5908fc4" providerId="LiveId" clId="{7840C37D-FDDB-4314-A31E-446F31402874}" dt="2019-10-13T10:40:54.692" v="130" actId="1076"/>
          <ac:spMkLst>
            <pc:docMk/>
            <pc:sldMk cId="3219915166" sldId="497"/>
            <ac:spMk id="68" creationId="{38A07B37-A7D3-42E6-B344-F318C4D9F8F2}"/>
          </ac:spMkLst>
        </pc:spChg>
        <pc:spChg chg="add mod">
          <ac:chgData name="Cristian Chilipirea" userId="34ab170da5908fc4" providerId="LiveId" clId="{7840C37D-FDDB-4314-A31E-446F31402874}" dt="2019-10-13T10:40:54.692" v="130" actId="1076"/>
          <ac:spMkLst>
            <pc:docMk/>
            <pc:sldMk cId="3219915166" sldId="497"/>
            <ac:spMk id="69" creationId="{E339754A-6FBF-468A-95C5-6548DDBC9B22}"/>
          </ac:spMkLst>
        </pc:spChg>
        <pc:spChg chg="add mod">
          <ac:chgData name="Cristian Chilipirea" userId="34ab170da5908fc4" providerId="LiveId" clId="{7840C37D-FDDB-4314-A31E-446F31402874}" dt="2019-10-13T10:40:54.692" v="130" actId="1076"/>
          <ac:spMkLst>
            <pc:docMk/>
            <pc:sldMk cId="3219915166" sldId="497"/>
            <ac:spMk id="74" creationId="{A56EECC8-926E-4EF9-AC25-7C69BA1D5D2C}"/>
          </ac:spMkLst>
        </pc:spChg>
        <pc:spChg chg="add mod">
          <ac:chgData name="Cristian Chilipirea" userId="34ab170da5908fc4" providerId="LiveId" clId="{7840C37D-FDDB-4314-A31E-446F31402874}" dt="2019-10-13T10:40:54.692" v="130" actId="1076"/>
          <ac:spMkLst>
            <pc:docMk/>
            <pc:sldMk cId="3219915166" sldId="497"/>
            <ac:spMk id="76" creationId="{0DBB744D-0497-4129-967F-1DF292E39DA5}"/>
          </ac:spMkLst>
        </pc:spChg>
        <pc:spChg chg="add mod">
          <ac:chgData name="Cristian Chilipirea" userId="34ab170da5908fc4" providerId="LiveId" clId="{7840C37D-FDDB-4314-A31E-446F31402874}" dt="2019-10-13T10:40:54.692" v="130" actId="1076"/>
          <ac:spMkLst>
            <pc:docMk/>
            <pc:sldMk cId="3219915166" sldId="497"/>
            <ac:spMk id="79" creationId="{13B67B0F-B430-4729-94ED-C615897506AC}"/>
          </ac:spMkLst>
        </pc:spChg>
        <pc:spChg chg="add mod">
          <ac:chgData name="Cristian Chilipirea" userId="34ab170da5908fc4" providerId="LiveId" clId="{7840C37D-FDDB-4314-A31E-446F31402874}" dt="2019-10-13T10:40:54.692" v="130" actId="1076"/>
          <ac:spMkLst>
            <pc:docMk/>
            <pc:sldMk cId="3219915166" sldId="497"/>
            <ac:spMk id="84" creationId="{5B990458-0724-49B2-9C2F-2ADEC44717DD}"/>
          </ac:spMkLst>
        </pc:spChg>
        <pc:spChg chg="add mod">
          <ac:chgData name="Cristian Chilipirea" userId="34ab170da5908fc4" providerId="LiveId" clId="{7840C37D-FDDB-4314-A31E-446F31402874}" dt="2019-10-13T10:40:54.692" v="130" actId="1076"/>
          <ac:spMkLst>
            <pc:docMk/>
            <pc:sldMk cId="3219915166" sldId="497"/>
            <ac:spMk id="88" creationId="{5619F937-58CA-408F-8E14-991E0926C31B}"/>
          </ac:spMkLst>
        </pc:spChg>
        <pc:spChg chg="add mod">
          <ac:chgData name="Cristian Chilipirea" userId="34ab170da5908fc4" providerId="LiveId" clId="{7840C37D-FDDB-4314-A31E-446F31402874}" dt="2019-10-13T10:40:54.692" v="130" actId="1076"/>
          <ac:spMkLst>
            <pc:docMk/>
            <pc:sldMk cId="3219915166" sldId="497"/>
            <ac:spMk id="95" creationId="{84FE8E34-FF86-419A-B9B1-723912657131}"/>
          </ac:spMkLst>
        </pc:spChg>
        <pc:spChg chg="add mod">
          <ac:chgData name="Cristian Chilipirea" userId="34ab170da5908fc4" providerId="LiveId" clId="{7840C37D-FDDB-4314-A31E-446F31402874}" dt="2019-10-13T10:40:54.692" v="130" actId="1076"/>
          <ac:spMkLst>
            <pc:docMk/>
            <pc:sldMk cId="3219915166" sldId="497"/>
            <ac:spMk id="96" creationId="{7001B46C-DF11-40C6-B574-F14612A13CEB}"/>
          </ac:spMkLst>
        </pc:spChg>
        <pc:spChg chg="add mod">
          <ac:chgData name="Cristian Chilipirea" userId="34ab170da5908fc4" providerId="LiveId" clId="{7840C37D-FDDB-4314-A31E-446F31402874}" dt="2019-10-13T10:40:54.692" v="130" actId="1076"/>
          <ac:spMkLst>
            <pc:docMk/>
            <pc:sldMk cId="3219915166" sldId="497"/>
            <ac:spMk id="97" creationId="{E6F355B9-3A05-43F2-A79D-DE54EDE43951}"/>
          </ac:spMkLst>
        </pc:spChg>
        <pc:spChg chg="add mod">
          <ac:chgData name="Cristian Chilipirea" userId="34ab170da5908fc4" providerId="LiveId" clId="{7840C37D-FDDB-4314-A31E-446F31402874}" dt="2019-10-13T10:40:54.692" v="130" actId="1076"/>
          <ac:spMkLst>
            <pc:docMk/>
            <pc:sldMk cId="3219915166" sldId="497"/>
            <ac:spMk id="99" creationId="{4BE17BD6-C5E5-4A78-ABC0-21BC729A1BE2}"/>
          </ac:spMkLst>
        </pc:spChg>
        <pc:spChg chg="add mod">
          <ac:chgData name="Cristian Chilipirea" userId="34ab170da5908fc4" providerId="LiveId" clId="{7840C37D-FDDB-4314-A31E-446F31402874}" dt="2019-10-13T10:40:54.692" v="130" actId="1076"/>
          <ac:spMkLst>
            <pc:docMk/>
            <pc:sldMk cId="3219915166" sldId="497"/>
            <ac:spMk id="101" creationId="{B285A08B-4974-43FF-BF71-AB01A1A62301}"/>
          </ac:spMkLst>
        </pc:spChg>
        <pc:spChg chg="add mod">
          <ac:chgData name="Cristian Chilipirea" userId="34ab170da5908fc4" providerId="LiveId" clId="{7840C37D-FDDB-4314-A31E-446F31402874}" dt="2019-10-13T10:40:54.692" v="130" actId="1076"/>
          <ac:spMkLst>
            <pc:docMk/>
            <pc:sldMk cId="3219915166" sldId="497"/>
            <ac:spMk id="109" creationId="{B1F7A69C-5438-46E8-AFC3-A37F4045D734}"/>
          </ac:spMkLst>
        </pc:spChg>
        <pc:spChg chg="add mod">
          <ac:chgData name="Cristian Chilipirea" userId="34ab170da5908fc4" providerId="LiveId" clId="{7840C37D-FDDB-4314-A31E-446F31402874}" dt="2019-10-13T10:40:54.692" v="130" actId="1076"/>
          <ac:spMkLst>
            <pc:docMk/>
            <pc:sldMk cId="3219915166" sldId="497"/>
            <ac:spMk id="110" creationId="{B9E48B8C-D1D0-4E30-B3A2-6EBFBF4EC4FE}"/>
          </ac:spMkLst>
        </pc:spChg>
        <pc:spChg chg="add mod">
          <ac:chgData name="Cristian Chilipirea" userId="34ab170da5908fc4" providerId="LiveId" clId="{7840C37D-FDDB-4314-A31E-446F31402874}" dt="2019-10-13T10:40:54.692" v="130" actId="1076"/>
          <ac:spMkLst>
            <pc:docMk/>
            <pc:sldMk cId="3219915166" sldId="497"/>
            <ac:spMk id="111" creationId="{7F7A844F-BA16-49EF-A9AE-E0A62159F500}"/>
          </ac:spMkLst>
        </pc:spChg>
        <pc:spChg chg="add mod">
          <ac:chgData name="Cristian Chilipirea" userId="34ab170da5908fc4" providerId="LiveId" clId="{7840C37D-FDDB-4314-A31E-446F31402874}" dt="2019-10-13T10:40:54.692" v="130" actId="1076"/>
          <ac:spMkLst>
            <pc:docMk/>
            <pc:sldMk cId="3219915166" sldId="497"/>
            <ac:spMk id="112" creationId="{1F013A47-FBD4-4258-9826-476D39DF06EC}"/>
          </ac:spMkLst>
        </pc:spChg>
        <pc:spChg chg="add mod">
          <ac:chgData name="Cristian Chilipirea" userId="34ab170da5908fc4" providerId="LiveId" clId="{7840C37D-FDDB-4314-A31E-446F31402874}" dt="2019-10-13T10:40:54.692" v="130" actId="1076"/>
          <ac:spMkLst>
            <pc:docMk/>
            <pc:sldMk cId="3219915166" sldId="497"/>
            <ac:spMk id="113" creationId="{BE0A7FC6-9CF6-423B-AADF-7B276C807A5F}"/>
          </ac:spMkLst>
        </pc:spChg>
        <pc:spChg chg="add mod">
          <ac:chgData name="Cristian Chilipirea" userId="34ab170da5908fc4" providerId="LiveId" clId="{7840C37D-FDDB-4314-A31E-446F31402874}" dt="2019-10-13T10:40:54.692" v="130" actId="1076"/>
          <ac:spMkLst>
            <pc:docMk/>
            <pc:sldMk cId="3219915166" sldId="497"/>
            <ac:spMk id="114" creationId="{55743828-9609-467F-B356-0C819314103F}"/>
          </ac:spMkLst>
        </pc:spChg>
        <pc:spChg chg="add mod">
          <ac:chgData name="Cristian Chilipirea" userId="34ab170da5908fc4" providerId="LiveId" clId="{7840C37D-FDDB-4314-A31E-446F31402874}" dt="2019-10-13T10:40:54.692" v="130" actId="1076"/>
          <ac:spMkLst>
            <pc:docMk/>
            <pc:sldMk cId="3219915166" sldId="497"/>
            <ac:spMk id="115" creationId="{5ADF65A1-77FD-404B-9A95-D6C2E2734EC2}"/>
          </ac:spMkLst>
        </pc:spChg>
        <pc:spChg chg="add mod">
          <ac:chgData name="Cristian Chilipirea" userId="34ab170da5908fc4" providerId="LiveId" clId="{7840C37D-FDDB-4314-A31E-446F31402874}" dt="2019-10-13T10:40:54.692" v="130" actId="1076"/>
          <ac:spMkLst>
            <pc:docMk/>
            <pc:sldMk cId="3219915166" sldId="497"/>
            <ac:spMk id="116" creationId="{E9ADE4A7-06BB-4F03-BD88-6594ED5A098C}"/>
          </ac:spMkLst>
        </pc:spChg>
        <pc:cxnChg chg="add del">
          <ac:chgData name="Cristian Chilipirea" userId="34ab170da5908fc4" providerId="LiveId" clId="{7840C37D-FDDB-4314-A31E-446F31402874}" dt="2019-10-13T10:40:48.793" v="128"/>
          <ac:cxnSpMkLst>
            <pc:docMk/>
            <pc:sldMk cId="3219915166" sldId="497"/>
            <ac:cxnSpMk id="7" creationId="{8F780F77-D737-421E-B0C2-558B2FB54C0B}"/>
          </ac:cxnSpMkLst>
        </pc:cxnChg>
        <pc:cxnChg chg="add del">
          <ac:chgData name="Cristian Chilipirea" userId="34ab170da5908fc4" providerId="LiveId" clId="{7840C37D-FDDB-4314-A31E-446F31402874}" dt="2019-10-13T10:40:48.793" v="128"/>
          <ac:cxnSpMkLst>
            <pc:docMk/>
            <pc:sldMk cId="3219915166" sldId="497"/>
            <ac:cxnSpMk id="10" creationId="{0E6F85A5-9FB0-4738-AD39-73BCA083E559}"/>
          </ac:cxnSpMkLst>
        </pc:cxnChg>
        <pc:cxnChg chg="add del">
          <ac:chgData name="Cristian Chilipirea" userId="34ab170da5908fc4" providerId="LiveId" clId="{7840C37D-FDDB-4314-A31E-446F31402874}" dt="2019-10-13T10:40:48.793" v="128"/>
          <ac:cxnSpMkLst>
            <pc:docMk/>
            <pc:sldMk cId="3219915166" sldId="497"/>
            <ac:cxnSpMk id="13" creationId="{1AD9FF76-039F-44CD-AAEE-DE975E8B223D}"/>
          </ac:cxnSpMkLst>
        </pc:cxnChg>
        <pc:cxnChg chg="add del">
          <ac:chgData name="Cristian Chilipirea" userId="34ab170da5908fc4" providerId="LiveId" clId="{7840C37D-FDDB-4314-A31E-446F31402874}" dt="2019-10-13T10:40:48.793" v="128"/>
          <ac:cxnSpMkLst>
            <pc:docMk/>
            <pc:sldMk cId="3219915166" sldId="497"/>
            <ac:cxnSpMk id="14" creationId="{F484753F-98DD-47EE-8441-F964CFA8F63D}"/>
          </ac:cxnSpMkLst>
        </pc:cxnChg>
        <pc:cxnChg chg="add del">
          <ac:chgData name="Cristian Chilipirea" userId="34ab170da5908fc4" providerId="LiveId" clId="{7840C37D-FDDB-4314-A31E-446F31402874}" dt="2019-10-13T10:40:48.793" v="128"/>
          <ac:cxnSpMkLst>
            <pc:docMk/>
            <pc:sldMk cId="3219915166" sldId="497"/>
            <ac:cxnSpMk id="15" creationId="{DD264A85-4324-4215-A2EF-FFFF5EAB9400}"/>
          </ac:cxnSpMkLst>
        </pc:cxnChg>
        <pc:cxnChg chg="add del">
          <ac:chgData name="Cristian Chilipirea" userId="34ab170da5908fc4" providerId="LiveId" clId="{7840C37D-FDDB-4314-A31E-446F31402874}" dt="2019-10-13T10:40:48.793" v="128"/>
          <ac:cxnSpMkLst>
            <pc:docMk/>
            <pc:sldMk cId="3219915166" sldId="497"/>
            <ac:cxnSpMk id="16" creationId="{D4372988-0EEF-4461-BC40-C15C3D56077C}"/>
          </ac:cxnSpMkLst>
        </pc:cxnChg>
        <pc:cxnChg chg="add del">
          <ac:chgData name="Cristian Chilipirea" userId="34ab170da5908fc4" providerId="LiveId" clId="{7840C37D-FDDB-4314-A31E-446F31402874}" dt="2019-10-13T10:40:48.793" v="128"/>
          <ac:cxnSpMkLst>
            <pc:docMk/>
            <pc:sldMk cId="3219915166" sldId="497"/>
            <ac:cxnSpMk id="18" creationId="{2A4F878C-2466-4942-AB04-C36BB7D81F52}"/>
          </ac:cxnSpMkLst>
        </pc:cxnChg>
        <pc:cxnChg chg="add del">
          <ac:chgData name="Cristian Chilipirea" userId="34ab170da5908fc4" providerId="LiveId" clId="{7840C37D-FDDB-4314-A31E-446F31402874}" dt="2019-10-13T10:40:48.793" v="128"/>
          <ac:cxnSpMkLst>
            <pc:docMk/>
            <pc:sldMk cId="3219915166" sldId="497"/>
            <ac:cxnSpMk id="20" creationId="{4A441468-99BC-4C21-AF44-5729B87C369C}"/>
          </ac:cxnSpMkLst>
        </pc:cxnChg>
        <pc:cxnChg chg="add del">
          <ac:chgData name="Cristian Chilipirea" userId="34ab170da5908fc4" providerId="LiveId" clId="{7840C37D-FDDB-4314-A31E-446F31402874}" dt="2019-10-13T10:40:48.793" v="128"/>
          <ac:cxnSpMkLst>
            <pc:docMk/>
            <pc:sldMk cId="3219915166" sldId="497"/>
            <ac:cxnSpMk id="21" creationId="{D67F1BDB-7A71-4BAD-92BF-B9D1B36D6098}"/>
          </ac:cxnSpMkLst>
        </pc:cxnChg>
        <pc:cxnChg chg="add del">
          <ac:chgData name="Cristian Chilipirea" userId="34ab170da5908fc4" providerId="LiveId" clId="{7840C37D-FDDB-4314-A31E-446F31402874}" dt="2019-10-13T10:40:48.793" v="128"/>
          <ac:cxnSpMkLst>
            <pc:docMk/>
            <pc:sldMk cId="3219915166" sldId="497"/>
            <ac:cxnSpMk id="23" creationId="{F734E65F-8179-4723-B779-87FC7A515BFC}"/>
          </ac:cxnSpMkLst>
        </pc:cxnChg>
        <pc:cxnChg chg="add del">
          <ac:chgData name="Cristian Chilipirea" userId="34ab170da5908fc4" providerId="LiveId" clId="{7840C37D-FDDB-4314-A31E-446F31402874}" dt="2019-10-13T10:40:48.793" v="128"/>
          <ac:cxnSpMkLst>
            <pc:docMk/>
            <pc:sldMk cId="3219915166" sldId="497"/>
            <ac:cxnSpMk id="24" creationId="{E3CF0D65-3A16-4AC7-B25F-DB5A7D21C6E2}"/>
          </ac:cxnSpMkLst>
        </pc:cxnChg>
        <pc:cxnChg chg="add del">
          <ac:chgData name="Cristian Chilipirea" userId="34ab170da5908fc4" providerId="LiveId" clId="{7840C37D-FDDB-4314-A31E-446F31402874}" dt="2019-10-13T10:40:48.793" v="128"/>
          <ac:cxnSpMkLst>
            <pc:docMk/>
            <pc:sldMk cId="3219915166" sldId="497"/>
            <ac:cxnSpMk id="25" creationId="{759575E7-E2C7-441A-8C7E-1ABEC81A28F1}"/>
          </ac:cxnSpMkLst>
        </pc:cxnChg>
        <pc:cxnChg chg="add del">
          <ac:chgData name="Cristian Chilipirea" userId="34ab170da5908fc4" providerId="LiveId" clId="{7840C37D-FDDB-4314-A31E-446F31402874}" dt="2019-10-13T10:40:48.793" v="128"/>
          <ac:cxnSpMkLst>
            <pc:docMk/>
            <pc:sldMk cId="3219915166" sldId="497"/>
            <ac:cxnSpMk id="26" creationId="{61F6F054-4CE9-4503-8231-0D7EF6D9E2F4}"/>
          </ac:cxnSpMkLst>
        </pc:cxnChg>
        <pc:cxnChg chg="add del">
          <ac:chgData name="Cristian Chilipirea" userId="34ab170da5908fc4" providerId="LiveId" clId="{7840C37D-FDDB-4314-A31E-446F31402874}" dt="2019-10-13T10:40:48.793" v="128"/>
          <ac:cxnSpMkLst>
            <pc:docMk/>
            <pc:sldMk cId="3219915166" sldId="497"/>
            <ac:cxnSpMk id="28" creationId="{50B053F6-BF04-40F2-9100-D95E4671EBF1}"/>
          </ac:cxnSpMkLst>
        </pc:cxnChg>
        <pc:cxnChg chg="add del">
          <ac:chgData name="Cristian Chilipirea" userId="34ab170da5908fc4" providerId="LiveId" clId="{7840C37D-FDDB-4314-A31E-446F31402874}" dt="2019-10-13T10:40:48.793" v="128"/>
          <ac:cxnSpMkLst>
            <pc:docMk/>
            <pc:sldMk cId="3219915166" sldId="497"/>
            <ac:cxnSpMk id="29" creationId="{4C4B45CA-BD06-4C54-BD55-B842BED2BBC9}"/>
          </ac:cxnSpMkLst>
        </pc:cxnChg>
        <pc:cxnChg chg="add del">
          <ac:chgData name="Cristian Chilipirea" userId="34ab170da5908fc4" providerId="LiveId" clId="{7840C37D-FDDB-4314-A31E-446F31402874}" dt="2019-10-13T10:40:48.793" v="128"/>
          <ac:cxnSpMkLst>
            <pc:docMk/>
            <pc:sldMk cId="3219915166" sldId="497"/>
            <ac:cxnSpMk id="30" creationId="{B972853B-42DC-4285-A8C8-E5F849685CFB}"/>
          </ac:cxnSpMkLst>
        </pc:cxnChg>
        <pc:cxnChg chg="add del">
          <ac:chgData name="Cristian Chilipirea" userId="34ab170da5908fc4" providerId="LiveId" clId="{7840C37D-FDDB-4314-A31E-446F31402874}" dt="2019-10-13T10:40:48.793" v="128"/>
          <ac:cxnSpMkLst>
            <pc:docMk/>
            <pc:sldMk cId="3219915166" sldId="497"/>
            <ac:cxnSpMk id="32" creationId="{4E823D3D-926F-44E6-83DC-3F514114BC31}"/>
          </ac:cxnSpMkLst>
        </pc:cxnChg>
        <pc:cxnChg chg="add del">
          <ac:chgData name="Cristian Chilipirea" userId="34ab170da5908fc4" providerId="LiveId" clId="{7840C37D-FDDB-4314-A31E-446F31402874}" dt="2019-10-13T10:40:48.793" v="128"/>
          <ac:cxnSpMkLst>
            <pc:docMk/>
            <pc:sldMk cId="3219915166" sldId="497"/>
            <ac:cxnSpMk id="33" creationId="{1BBF14A6-BB9E-475C-8DBE-CF62201BB97A}"/>
          </ac:cxnSpMkLst>
        </pc:cxnChg>
        <pc:cxnChg chg="add del">
          <ac:chgData name="Cristian Chilipirea" userId="34ab170da5908fc4" providerId="LiveId" clId="{7840C37D-FDDB-4314-A31E-446F31402874}" dt="2019-10-13T10:40:48.793" v="128"/>
          <ac:cxnSpMkLst>
            <pc:docMk/>
            <pc:sldMk cId="3219915166" sldId="497"/>
            <ac:cxnSpMk id="34" creationId="{46F991E8-70E0-415C-82A4-F7522624860F}"/>
          </ac:cxnSpMkLst>
        </pc:cxnChg>
        <pc:cxnChg chg="add del">
          <ac:chgData name="Cristian Chilipirea" userId="34ab170da5908fc4" providerId="LiveId" clId="{7840C37D-FDDB-4314-A31E-446F31402874}" dt="2019-10-13T10:40:48.793" v="128"/>
          <ac:cxnSpMkLst>
            <pc:docMk/>
            <pc:sldMk cId="3219915166" sldId="497"/>
            <ac:cxnSpMk id="35" creationId="{EB6083DD-23AC-4B0C-8103-D1F595BA0931}"/>
          </ac:cxnSpMkLst>
        </pc:cxnChg>
        <pc:cxnChg chg="add del">
          <ac:chgData name="Cristian Chilipirea" userId="34ab170da5908fc4" providerId="LiveId" clId="{7840C37D-FDDB-4314-A31E-446F31402874}" dt="2019-10-13T10:40:48.793" v="128"/>
          <ac:cxnSpMkLst>
            <pc:docMk/>
            <pc:sldMk cId="3219915166" sldId="497"/>
            <ac:cxnSpMk id="36" creationId="{577A8AF1-6456-4BA4-BC6A-0C9454A36C77}"/>
          </ac:cxnSpMkLst>
        </pc:cxnChg>
        <pc:cxnChg chg="add del">
          <ac:chgData name="Cristian Chilipirea" userId="34ab170da5908fc4" providerId="LiveId" clId="{7840C37D-FDDB-4314-A31E-446F31402874}" dt="2019-10-13T10:40:48.793" v="128"/>
          <ac:cxnSpMkLst>
            <pc:docMk/>
            <pc:sldMk cId="3219915166" sldId="497"/>
            <ac:cxnSpMk id="37" creationId="{406C073E-DC53-485D-B934-D50A0167DAE0}"/>
          </ac:cxnSpMkLst>
        </pc:cxnChg>
        <pc:cxnChg chg="add del">
          <ac:chgData name="Cristian Chilipirea" userId="34ab170da5908fc4" providerId="LiveId" clId="{7840C37D-FDDB-4314-A31E-446F31402874}" dt="2019-10-13T10:40:48.793" v="128"/>
          <ac:cxnSpMkLst>
            <pc:docMk/>
            <pc:sldMk cId="3219915166" sldId="497"/>
            <ac:cxnSpMk id="41" creationId="{C163A819-033B-42D5-B640-1B8AD4763C39}"/>
          </ac:cxnSpMkLst>
        </pc:cxnChg>
        <pc:cxnChg chg="add del">
          <ac:chgData name="Cristian Chilipirea" userId="34ab170da5908fc4" providerId="LiveId" clId="{7840C37D-FDDB-4314-A31E-446F31402874}" dt="2019-10-13T10:40:48.793" v="128"/>
          <ac:cxnSpMkLst>
            <pc:docMk/>
            <pc:sldMk cId="3219915166" sldId="497"/>
            <ac:cxnSpMk id="43" creationId="{F7DBF86F-07F0-4F81-A7EE-B2A4192F459E}"/>
          </ac:cxnSpMkLst>
        </pc:cxnChg>
        <pc:cxnChg chg="add del">
          <ac:chgData name="Cristian Chilipirea" userId="34ab170da5908fc4" providerId="LiveId" clId="{7840C37D-FDDB-4314-A31E-446F31402874}" dt="2019-10-13T10:40:48.793" v="128"/>
          <ac:cxnSpMkLst>
            <pc:docMk/>
            <pc:sldMk cId="3219915166" sldId="497"/>
            <ac:cxnSpMk id="45" creationId="{C76E5342-48DA-470C-A077-7FC2E5246193}"/>
          </ac:cxnSpMkLst>
        </pc:cxnChg>
        <pc:cxnChg chg="add del">
          <ac:chgData name="Cristian Chilipirea" userId="34ab170da5908fc4" providerId="LiveId" clId="{7840C37D-FDDB-4314-A31E-446F31402874}" dt="2019-10-13T10:40:48.793" v="128"/>
          <ac:cxnSpMkLst>
            <pc:docMk/>
            <pc:sldMk cId="3219915166" sldId="497"/>
            <ac:cxnSpMk id="46" creationId="{42651BC7-CE67-4FFE-858D-F7BE6CA94443}"/>
          </ac:cxnSpMkLst>
        </pc:cxnChg>
        <pc:cxnChg chg="add del">
          <ac:chgData name="Cristian Chilipirea" userId="34ab170da5908fc4" providerId="LiveId" clId="{7840C37D-FDDB-4314-A31E-446F31402874}" dt="2019-10-13T10:40:48.793" v="128"/>
          <ac:cxnSpMkLst>
            <pc:docMk/>
            <pc:sldMk cId="3219915166" sldId="497"/>
            <ac:cxnSpMk id="47" creationId="{5A8A27A6-39C9-40E7-A6D5-6841540236F2}"/>
          </ac:cxnSpMkLst>
        </pc:cxnChg>
        <pc:cxnChg chg="add del">
          <ac:chgData name="Cristian Chilipirea" userId="34ab170da5908fc4" providerId="LiveId" clId="{7840C37D-FDDB-4314-A31E-446F31402874}" dt="2019-10-13T10:40:48.793" v="128"/>
          <ac:cxnSpMkLst>
            <pc:docMk/>
            <pc:sldMk cId="3219915166" sldId="497"/>
            <ac:cxnSpMk id="48" creationId="{9E48C6D5-D625-4849-A112-6E563029A06D}"/>
          </ac:cxnSpMkLst>
        </pc:cxnChg>
        <pc:cxnChg chg="add del">
          <ac:chgData name="Cristian Chilipirea" userId="34ab170da5908fc4" providerId="LiveId" clId="{7840C37D-FDDB-4314-A31E-446F31402874}" dt="2019-10-13T10:40:48.793" v="128"/>
          <ac:cxnSpMkLst>
            <pc:docMk/>
            <pc:sldMk cId="3219915166" sldId="497"/>
            <ac:cxnSpMk id="49" creationId="{F884ED80-6531-4680-9FB7-FB642DE5CEF7}"/>
          </ac:cxnSpMkLst>
        </pc:cxnChg>
        <pc:cxnChg chg="add del">
          <ac:chgData name="Cristian Chilipirea" userId="34ab170da5908fc4" providerId="LiveId" clId="{7840C37D-FDDB-4314-A31E-446F31402874}" dt="2019-10-13T10:40:48.793" v="128"/>
          <ac:cxnSpMkLst>
            <pc:docMk/>
            <pc:sldMk cId="3219915166" sldId="497"/>
            <ac:cxnSpMk id="50" creationId="{8911A827-ADE5-4200-8941-EF5D0931DF56}"/>
          </ac:cxnSpMkLst>
        </pc:cxnChg>
        <pc:cxnChg chg="add del">
          <ac:chgData name="Cristian Chilipirea" userId="34ab170da5908fc4" providerId="LiveId" clId="{7840C37D-FDDB-4314-A31E-446F31402874}" dt="2019-10-13T10:40:48.793" v="128"/>
          <ac:cxnSpMkLst>
            <pc:docMk/>
            <pc:sldMk cId="3219915166" sldId="497"/>
            <ac:cxnSpMk id="51" creationId="{C628FAF4-2FC5-433C-926C-D6B71CB40036}"/>
          </ac:cxnSpMkLst>
        </pc:cxnChg>
        <pc:cxnChg chg="add del">
          <ac:chgData name="Cristian Chilipirea" userId="34ab170da5908fc4" providerId="LiveId" clId="{7840C37D-FDDB-4314-A31E-446F31402874}" dt="2019-10-13T10:40:48.793" v="128"/>
          <ac:cxnSpMkLst>
            <pc:docMk/>
            <pc:sldMk cId="3219915166" sldId="497"/>
            <ac:cxnSpMk id="60" creationId="{1E802924-C1B9-4FC0-8198-82298451FC58}"/>
          </ac:cxnSpMkLst>
        </pc:cxnChg>
        <pc:cxnChg chg="add mod">
          <ac:chgData name="Cristian Chilipirea" userId="34ab170da5908fc4" providerId="LiveId" clId="{7840C37D-FDDB-4314-A31E-446F31402874}" dt="2019-10-13T10:40:54.692" v="130" actId="1076"/>
          <ac:cxnSpMkLst>
            <pc:docMk/>
            <pc:sldMk cId="3219915166" sldId="497"/>
            <ac:cxnSpMk id="64" creationId="{FB0AB696-C415-4F3B-88BC-7F399FD9342C}"/>
          </ac:cxnSpMkLst>
        </pc:cxnChg>
        <pc:cxnChg chg="add mod">
          <ac:chgData name="Cristian Chilipirea" userId="34ab170da5908fc4" providerId="LiveId" clId="{7840C37D-FDDB-4314-A31E-446F31402874}" dt="2019-10-13T10:40:54.692" v="130" actId="1076"/>
          <ac:cxnSpMkLst>
            <pc:docMk/>
            <pc:sldMk cId="3219915166" sldId="497"/>
            <ac:cxnSpMk id="67" creationId="{99FDA816-6870-48E0-9EB5-A12C3B09E409}"/>
          </ac:cxnSpMkLst>
        </pc:cxnChg>
        <pc:cxnChg chg="add mod">
          <ac:chgData name="Cristian Chilipirea" userId="34ab170da5908fc4" providerId="LiveId" clId="{7840C37D-FDDB-4314-A31E-446F31402874}" dt="2019-10-13T10:40:54.692" v="130" actId="1076"/>
          <ac:cxnSpMkLst>
            <pc:docMk/>
            <pc:sldMk cId="3219915166" sldId="497"/>
            <ac:cxnSpMk id="70" creationId="{E93FE558-8031-4178-9078-113146C90174}"/>
          </ac:cxnSpMkLst>
        </pc:cxnChg>
        <pc:cxnChg chg="add mod">
          <ac:chgData name="Cristian Chilipirea" userId="34ab170da5908fc4" providerId="LiveId" clId="{7840C37D-FDDB-4314-A31E-446F31402874}" dt="2019-10-13T10:40:54.692" v="130" actId="1076"/>
          <ac:cxnSpMkLst>
            <pc:docMk/>
            <pc:sldMk cId="3219915166" sldId="497"/>
            <ac:cxnSpMk id="71" creationId="{D68E7DA3-0EF7-407F-8020-70209EF0CA0C}"/>
          </ac:cxnSpMkLst>
        </pc:cxnChg>
        <pc:cxnChg chg="add mod">
          <ac:chgData name="Cristian Chilipirea" userId="34ab170da5908fc4" providerId="LiveId" clId="{7840C37D-FDDB-4314-A31E-446F31402874}" dt="2019-10-13T10:40:54.692" v="130" actId="1076"/>
          <ac:cxnSpMkLst>
            <pc:docMk/>
            <pc:sldMk cId="3219915166" sldId="497"/>
            <ac:cxnSpMk id="72" creationId="{8A6470F1-F4B1-4E48-8C66-D33B59D384E2}"/>
          </ac:cxnSpMkLst>
        </pc:cxnChg>
        <pc:cxnChg chg="add mod">
          <ac:chgData name="Cristian Chilipirea" userId="34ab170da5908fc4" providerId="LiveId" clId="{7840C37D-FDDB-4314-A31E-446F31402874}" dt="2019-10-13T10:40:54.692" v="130" actId="1076"/>
          <ac:cxnSpMkLst>
            <pc:docMk/>
            <pc:sldMk cId="3219915166" sldId="497"/>
            <ac:cxnSpMk id="73" creationId="{478C811B-D1CD-408C-AA6B-799CC500B5E1}"/>
          </ac:cxnSpMkLst>
        </pc:cxnChg>
        <pc:cxnChg chg="add mod">
          <ac:chgData name="Cristian Chilipirea" userId="34ab170da5908fc4" providerId="LiveId" clId="{7840C37D-FDDB-4314-A31E-446F31402874}" dt="2019-10-13T10:40:54.692" v="130" actId="1076"/>
          <ac:cxnSpMkLst>
            <pc:docMk/>
            <pc:sldMk cId="3219915166" sldId="497"/>
            <ac:cxnSpMk id="75" creationId="{79EEDE6A-FCC7-4DC7-9927-EA66C08E9B49}"/>
          </ac:cxnSpMkLst>
        </pc:cxnChg>
        <pc:cxnChg chg="add mod">
          <ac:chgData name="Cristian Chilipirea" userId="34ab170da5908fc4" providerId="LiveId" clId="{7840C37D-FDDB-4314-A31E-446F31402874}" dt="2019-10-13T10:40:54.692" v="130" actId="1076"/>
          <ac:cxnSpMkLst>
            <pc:docMk/>
            <pc:sldMk cId="3219915166" sldId="497"/>
            <ac:cxnSpMk id="77" creationId="{5D7BD586-4424-4041-BABB-ED967C358F0E}"/>
          </ac:cxnSpMkLst>
        </pc:cxnChg>
        <pc:cxnChg chg="add mod">
          <ac:chgData name="Cristian Chilipirea" userId="34ab170da5908fc4" providerId="LiveId" clId="{7840C37D-FDDB-4314-A31E-446F31402874}" dt="2019-10-13T10:40:54.692" v="130" actId="1076"/>
          <ac:cxnSpMkLst>
            <pc:docMk/>
            <pc:sldMk cId="3219915166" sldId="497"/>
            <ac:cxnSpMk id="78" creationId="{8C606A96-04D3-43CA-8959-022D8DD046B8}"/>
          </ac:cxnSpMkLst>
        </pc:cxnChg>
        <pc:cxnChg chg="add mod">
          <ac:chgData name="Cristian Chilipirea" userId="34ab170da5908fc4" providerId="LiveId" clId="{7840C37D-FDDB-4314-A31E-446F31402874}" dt="2019-10-13T10:40:54.692" v="130" actId="1076"/>
          <ac:cxnSpMkLst>
            <pc:docMk/>
            <pc:sldMk cId="3219915166" sldId="497"/>
            <ac:cxnSpMk id="80" creationId="{4FCE8DBE-EEF0-4495-8BC5-D7FF718EEC92}"/>
          </ac:cxnSpMkLst>
        </pc:cxnChg>
        <pc:cxnChg chg="add mod">
          <ac:chgData name="Cristian Chilipirea" userId="34ab170da5908fc4" providerId="LiveId" clId="{7840C37D-FDDB-4314-A31E-446F31402874}" dt="2019-10-13T10:40:54.692" v="130" actId="1076"/>
          <ac:cxnSpMkLst>
            <pc:docMk/>
            <pc:sldMk cId="3219915166" sldId="497"/>
            <ac:cxnSpMk id="81" creationId="{71FCE647-73AA-453D-9F7C-2E1DC8E73040}"/>
          </ac:cxnSpMkLst>
        </pc:cxnChg>
        <pc:cxnChg chg="add mod">
          <ac:chgData name="Cristian Chilipirea" userId="34ab170da5908fc4" providerId="LiveId" clId="{7840C37D-FDDB-4314-A31E-446F31402874}" dt="2019-10-13T10:40:54.692" v="130" actId="1076"/>
          <ac:cxnSpMkLst>
            <pc:docMk/>
            <pc:sldMk cId="3219915166" sldId="497"/>
            <ac:cxnSpMk id="82" creationId="{FF481711-03E7-47E0-84CC-4C8691172621}"/>
          </ac:cxnSpMkLst>
        </pc:cxnChg>
        <pc:cxnChg chg="add mod">
          <ac:chgData name="Cristian Chilipirea" userId="34ab170da5908fc4" providerId="LiveId" clId="{7840C37D-FDDB-4314-A31E-446F31402874}" dt="2019-10-13T10:40:54.692" v="130" actId="1076"/>
          <ac:cxnSpMkLst>
            <pc:docMk/>
            <pc:sldMk cId="3219915166" sldId="497"/>
            <ac:cxnSpMk id="83" creationId="{574FDBB6-8B30-4CDC-B0C5-90CA1736724E}"/>
          </ac:cxnSpMkLst>
        </pc:cxnChg>
        <pc:cxnChg chg="add mod">
          <ac:chgData name="Cristian Chilipirea" userId="34ab170da5908fc4" providerId="LiveId" clId="{7840C37D-FDDB-4314-A31E-446F31402874}" dt="2019-10-13T10:40:54.692" v="130" actId="1076"/>
          <ac:cxnSpMkLst>
            <pc:docMk/>
            <pc:sldMk cId="3219915166" sldId="497"/>
            <ac:cxnSpMk id="85" creationId="{71912590-5880-4A09-A126-2708EC2A957A}"/>
          </ac:cxnSpMkLst>
        </pc:cxnChg>
        <pc:cxnChg chg="add mod">
          <ac:chgData name="Cristian Chilipirea" userId="34ab170da5908fc4" providerId="LiveId" clId="{7840C37D-FDDB-4314-A31E-446F31402874}" dt="2019-10-13T10:40:54.692" v="130" actId="1076"/>
          <ac:cxnSpMkLst>
            <pc:docMk/>
            <pc:sldMk cId="3219915166" sldId="497"/>
            <ac:cxnSpMk id="86" creationId="{EEF7454C-A7EB-4358-A4A5-C97590470850}"/>
          </ac:cxnSpMkLst>
        </pc:cxnChg>
        <pc:cxnChg chg="add mod">
          <ac:chgData name="Cristian Chilipirea" userId="34ab170da5908fc4" providerId="LiveId" clId="{7840C37D-FDDB-4314-A31E-446F31402874}" dt="2019-10-13T10:40:54.692" v="130" actId="1076"/>
          <ac:cxnSpMkLst>
            <pc:docMk/>
            <pc:sldMk cId="3219915166" sldId="497"/>
            <ac:cxnSpMk id="87" creationId="{43E78667-C0C2-4E50-BFA0-2F10D7D2EA84}"/>
          </ac:cxnSpMkLst>
        </pc:cxnChg>
        <pc:cxnChg chg="add mod">
          <ac:chgData name="Cristian Chilipirea" userId="34ab170da5908fc4" providerId="LiveId" clId="{7840C37D-FDDB-4314-A31E-446F31402874}" dt="2019-10-13T10:40:54.692" v="130" actId="1076"/>
          <ac:cxnSpMkLst>
            <pc:docMk/>
            <pc:sldMk cId="3219915166" sldId="497"/>
            <ac:cxnSpMk id="89" creationId="{066F1129-DF8D-4F68-A59B-3711BB621655}"/>
          </ac:cxnSpMkLst>
        </pc:cxnChg>
        <pc:cxnChg chg="add mod">
          <ac:chgData name="Cristian Chilipirea" userId="34ab170da5908fc4" providerId="LiveId" clId="{7840C37D-FDDB-4314-A31E-446F31402874}" dt="2019-10-13T10:40:54.692" v="130" actId="1076"/>
          <ac:cxnSpMkLst>
            <pc:docMk/>
            <pc:sldMk cId="3219915166" sldId="497"/>
            <ac:cxnSpMk id="90" creationId="{33729554-7BA3-4E5C-B3BF-21397184BC5C}"/>
          </ac:cxnSpMkLst>
        </pc:cxnChg>
        <pc:cxnChg chg="add mod">
          <ac:chgData name="Cristian Chilipirea" userId="34ab170da5908fc4" providerId="LiveId" clId="{7840C37D-FDDB-4314-A31E-446F31402874}" dt="2019-10-13T10:40:54.692" v="130" actId="1076"/>
          <ac:cxnSpMkLst>
            <pc:docMk/>
            <pc:sldMk cId="3219915166" sldId="497"/>
            <ac:cxnSpMk id="91" creationId="{F6AEE321-094F-40C4-B2E4-33E7234F3368}"/>
          </ac:cxnSpMkLst>
        </pc:cxnChg>
        <pc:cxnChg chg="add mod">
          <ac:chgData name="Cristian Chilipirea" userId="34ab170da5908fc4" providerId="LiveId" clId="{7840C37D-FDDB-4314-A31E-446F31402874}" dt="2019-10-13T10:40:54.692" v="130" actId="1076"/>
          <ac:cxnSpMkLst>
            <pc:docMk/>
            <pc:sldMk cId="3219915166" sldId="497"/>
            <ac:cxnSpMk id="92" creationId="{1060AA8D-58D2-41BD-89C9-70A5DF112D83}"/>
          </ac:cxnSpMkLst>
        </pc:cxnChg>
        <pc:cxnChg chg="add mod">
          <ac:chgData name="Cristian Chilipirea" userId="34ab170da5908fc4" providerId="LiveId" clId="{7840C37D-FDDB-4314-A31E-446F31402874}" dt="2019-10-13T10:40:54.692" v="130" actId="1076"/>
          <ac:cxnSpMkLst>
            <pc:docMk/>
            <pc:sldMk cId="3219915166" sldId="497"/>
            <ac:cxnSpMk id="93" creationId="{C5F88A05-8F29-4449-929D-A4FDA4C06D96}"/>
          </ac:cxnSpMkLst>
        </pc:cxnChg>
        <pc:cxnChg chg="add mod">
          <ac:chgData name="Cristian Chilipirea" userId="34ab170da5908fc4" providerId="LiveId" clId="{7840C37D-FDDB-4314-A31E-446F31402874}" dt="2019-10-13T10:40:54.692" v="130" actId="1076"/>
          <ac:cxnSpMkLst>
            <pc:docMk/>
            <pc:sldMk cId="3219915166" sldId="497"/>
            <ac:cxnSpMk id="94" creationId="{E245B373-4584-438E-A05C-0CD6F28E1B60}"/>
          </ac:cxnSpMkLst>
        </pc:cxnChg>
        <pc:cxnChg chg="add mod">
          <ac:chgData name="Cristian Chilipirea" userId="34ab170da5908fc4" providerId="LiveId" clId="{7840C37D-FDDB-4314-A31E-446F31402874}" dt="2019-10-13T10:40:54.692" v="130" actId="1076"/>
          <ac:cxnSpMkLst>
            <pc:docMk/>
            <pc:sldMk cId="3219915166" sldId="497"/>
            <ac:cxnSpMk id="98" creationId="{81FA5F27-4E90-4B53-A572-FA0E6372924D}"/>
          </ac:cxnSpMkLst>
        </pc:cxnChg>
        <pc:cxnChg chg="add mod">
          <ac:chgData name="Cristian Chilipirea" userId="34ab170da5908fc4" providerId="LiveId" clId="{7840C37D-FDDB-4314-A31E-446F31402874}" dt="2019-10-13T10:40:54.692" v="130" actId="1076"/>
          <ac:cxnSpMkLst>
            <pc:docMk/>
            <pc:sldMk cId="3219915166" sldId="497"/>
            <ac:cxnSpMk id="100" creationId="{663D3D97-BCB1-4BAE-8ECE-EC10A7DA7FB6}"/>
          </ac:cxnSpMkLst>
        </pc:cxnChg>
        <pc:cxnChg chg="add mod">
          <ac:chgData name="Cristian Chilipirea" userId="34ab170da5908fc4" providerId="LiveId" clId="{7840C37D-FDDB-4314-A31E-446F31402874}" dt="2019-10-13T10:40:54.692" v="130" actId="1076"/>
          <ac:cxnSpMkLst>
            <pc:docMk/>
            <pc:sldMk cId="3219915166" sldId="497"/>
            <ac:cxnSpMk id="102" creationId="{B8E56C4A-FF6F-4C25-9F71-CD3BB39D052F}"/>
          </ac:cxnSpMkLst>
        </pc:cxnChg>
        <pc:cxnChg chg="add mod">
          <ac:chgData name="Cristian Chilipirea" userId="34ab170da5908fc4" providerId="LiveId" clId="{7840C37D-FDDB-4314-A31E-446F31402874}" dt="2019-10-13T10:40:54.692" v="130" actId="1076"/>
          <ac:cxnSpMkLst>
            <pc:docMk/>
            <pc:sldMk cId="3219915166" sldId="497"/>
            <ac:cxnSpMk id="103" creationId="{C3F04908-C888-42FB-B685-BCEDA81B24E1}"/>
          </ac:cxnSpMkLst>
        </pc:cxnChg>
        <pc:cxnChg chg="add mod">
          <ac:chgData name="Cristian Chilipirea" userId="34ab170da5908fc4" providerId="LiveId" clId="{7840C37D-FDDB-4314-A31E-446F31402874}" dt="2019-10-13T10:40:54.692" v="130" actId="1076"/>
          <ac:cxnSpMkLst>
            <pc:docMk/>
            <pc:sldMk cId="3219915166" sldId="497"/>
            <ac:cxnSpMk id="104" creationId="{34A455C8-8E83-4708-A0BD-86EDB02778EE}"/>
          </ac:cxnSpMkLst>
        </pc:cxnChg>
        <pc:cxnChg chg="add mod">
          <ac:chgData name="Cristian Chilipirea" userId="34ab170da5908fc4" providerId="LiveId" clId="{7840C37D-FDDB-4314-A31E-446F31402874}" dt="2019-10-13T10:40:54.692" v="130" actId="1076"/>
          <ac:cxnSpMkLst>
            <pc:docMk/>
            <pc:sldMk cId="3219915166" sldId="497"/>
            <ac:cxnSpMk id="105" creationId="{A2B21416-16E6-41E7-9D60-877BCC979F2D}"/>
          </ac:cxnSpMkLst>
        </pc:cxnChg>
        <pc:cxnChg chg="add mod">
          <ac:chgData name="Cristian Chilipirea" userId="34ab170da5908fc4" providerId="LiveId" clId="{7840C37D-FDDB-4314-A31E-446F31402874}" dt="2019-10-13T10:40:54.692" v="130" actId="1076"/>
          <ac:cxnSpMkLst>
            <pc:docMk/>
            <pc:sldMk cId="3219915166" sldId="497"/>
            <ac:cxnSpMk id="106" creationId="{D3BF9F11-12CD-46E0-9AF4-1E4BE9EA1213}"/>
          </ac:cxnSpMkLst>
        </pc:cxnChg>
        <pc:cxnChg chg="add mod">
          <ac:chgData name="Cristian Chilipirea" userId="34ab170da5908fc4" providerId="LiveId" clId="{7840C37D-FDDB-4314-A31E-446F31402874}" dt="2019-10-13T10:40:54.692" v="130" actId="1076"/>
          <ac:cxnSpMkLst>
            <pc:docMk/>
            <pc:sldMk cId="3219915166" sldId="497"/>
            <ac:cxnSpMk id="107" creationId="{EB6DA461-8F57-4CA6-BF17-779E2625C8B3}"/>
          </ac:cxnSpMkLst>
        </pc:cxnChg>
        <pc:cxnChg chg="add mod">
          <ac:chgData name="Cristian Chilipirea" userId="34ab170da5908fc4" providerId="LiveId" clId="{7840C37D-FDDB-4314-A31E-446F31402874}" dt="2019-10-13T10:40:54.692" v="130" actId="1076"/>
          <ac:cxnSpMkLst>
            <pc:docMk/>
            <pc:sldMk cId="3219915166" sldId="497"/>
            <ac:cxnSpMk id="108" creationId="{AC07CE99-9198-42B7-8BAF-619C02751320}"/>
          </ac:cxnSpMkLst>
        </pc:cxnChg>
        <pc:cxnChg chg="add mod">
          <ac:chgData name="Cristian Chilipirea" userId="34ab170da5908fc4" providerId="LiveId" clId="{7840C37D-FDDB-4314-A31E-446F31402874}" dt="2019-10-13T10:40:54.692" v="130" actId="1076"/>
          <ac:cxnSpMkLst>
            <pc:docMk/>
            <pc:sldMk cId="3219915166" sldId="497"/>
            <ac:cxnSpMk id="117" creationId="{6D2DF28D-129F-4457-A1C6-713D68F30423}"/>
          </ac:cxnSpMkLst>
        </pc:cxnChg>
      </pc:sldChg>
      <pc:sldChg chg="del">
        <pc:chgData name="Cristian Chilipirea" userId="34ab170da5908fc4" providerId="LiveId" clId="{7840C37D-FDDB-4314-A31E-446F31402874}" dt="2019-10-13T10:35:43.389" v="12" actId="2696"/>
        <pc:sldMkLst>
          <pc:docMk/>
          <pc:sldMk cId="2629326266" sldId="498"/>
        </pc:sldMkLst>
      </pc:sldChg>
      <pc:sldChg chg="addSp delSp modSp add">
        <pc:chgData name="Cristian Chilipirea" userId="34ab170da5908fc4" providerId="LiveId" clId="{7840C37D-FDDB-4314-A31E-446F31402874}" dt="2019-10-13T10:41:15.061" v="137" actId="1076"/>
        <pc:sldMkLst>
          <pc:docMk/>
          <pc:sldMk cId="2852432191" sldId="498"/>
        </pc:sldMkLst>
        <pc:spChg chg="mod">
          <ac:chgData name="Cristian Chilipirea" userId="34ab170da5908fc4" providerId="LiveId" clId="{7840C37D-FDDB-4314-A31E-446F31402874}" dt="2019-10-13T10:41:02.998" v="132"/>
          <ac:spMkLst>
            <pc:docMk/>
            <pc:sldMk cId="2852432191" sldId="498"/>
            <ac:spMk id="2" creationId="{A79EBED4-027B-426A-A350-DDD5F628FAE8}"/>
          </ac:spMkLst>
        </pc:spChg>
        <pc:spChg chg="del">
          <ac:chgData name="Cristian Chilipirea" userId="34ab170da5908fc4" providerId="LiveId" clId="{7840C37D-FDDB-4314-A31E-446F31402874}" dt="2019-10-13T10:41:05.154" v="133" actId="478"/>
          <ac:spMkLst>
            <pc:docMk/>
            <pc:sldMk cId="2852432191" sldId="498"/>
            <ac:spMk id="3" creationId="{E2A79A9D-00F0-4646-A59E-669F44EA10F0}"/>
          </ac:spMkLst>
        </pc:spChg>
        <pc:spChg chg="add del">
          <ac:chgData name="Cristian Chilipirea" userId="34ab170da5908fc4" providerId="LiveId" clId="{7840C37D-FDDB-4314-A31E-446F31402874}" dt="2019-10-13T10:41:13.348" v="135"/>
          <ac:spMkLst>
            <pc:docMk/>
            <pc:sldMk cId="2852432191" sldId="498"/>
            <ac:spMk id="4" creationId="{B536550B-DD7D-4014-8B73-AD665498B70D}"/>
          </ac:spMkLst>
        </pc:spChg>
        <pc:spChg chg="add mod">
          <ac:chgData name="Cristian Chilipirea" userId="34ab170da5908fc4" providerId="LiveId" clId="{7840C37D-FDDB-4314-A31E-446F31402874}" dt="2019-10-13T10:41:15.061" v="137" actId="1076"/>
          <ac:spMkLst>
            <pc:docMk/>
            <pc:sldMk cId="2852432191" sldId="498"/>
            <ac:spMk id="5" creationId="{62C9C3BE-D554-43FA-8FC8-7F41D35A5E1D}"/>
          </ac:spMkLst>
        </pc:spChg>
      </pc:sldChg>
      <pc:sldChg chg="addSp delSp modSp add">
        <pc:chgData name="Cristian Chilipirea" userId="34ab170da5908fc4" providerId="LiveId" clId="{7840C37D-FDDB-4314-A31E-446F31402874}" dt="2019-10-13T10:41:39.046" v="143"/>
        <pc:sldMkLst>
          <pc:docMk/>
          <pc:sldMk cId="1040693409" sldId="499"/>
        </pc:sldMkLst>
        <pc:spChg chg="mod">
          <ac:chgData name="Cristian Chilipirea" userId="34ab170da5908fc4" providerId="LiveId" clId="{7840C37D-FDDB-4314-A31E-446F31402874}" dt="2019-10-13T10:41:32.465" v="139"/>
          <ac:spMkLst>
            <pc:docMk/>
            <pc:sldMk cId="1040693409" sldId="499"/>
            <ac:spMk id="2" creationId="{8EACB673-A897-4014-89BD-D6928E462804}"/>
          </ac:spMkLst>
        </pc:spChg>
        <pc:spChg chg="del">
          <ac:chgData name="Cristian Chilipirea" userId="34ab170da5908fc4" providerId="LiveId" clId="{7840C37D-FDDB-4314-A31E-446F31402874}" dt="2019-10-13T10:41:34.138" v="140" actId="478"/>
          <ac:spMkLst>
            <pc:docMk/>
            <pc:sldMk cId="1040693409" sldId="499"/>
            <ac:spMk id="3" creationId="{7A576D76-D680-4AF9-919E-45786F00146B}"/>
          </ac:spMkLst>
        </pc:spChg>
        <pc:spChg chg="add del">
          <ac:chgData name="Cristian Chilipirea" userId="34ab170da5908fc4" providerId="LiveId" clId="{7840C37D-FDDB-4314-A31E-446F31402874}" dt="2019-10-13T10:41:39.034" v="142"/>
          <ac:spMkLst>
            <pc:docMk/>
            <pc:sldMk cId="1040693409" sldId="499"/>
            <ac:spMk id="4" creationId="{1AE47C11-CC87-456B-A0A8-387A5FC68F74}"/>
          </ac:spMkLst>
        </pc:spChg>
        <pc:spChg chg="add">
          <ac:chgData name="Cristian Chilipirea" userId="34ab170da5908fc4" providerId="LiveId" clId="{7840C37D-FDDB-4314-A31E-446F31402874}" dt="2019-10-13T10:41:39.046" v="143"/>
          <ac:spMkLst>
            <pc:docMk/>
            <pc:sldMk cId="1040693409" sldId="499"/>
            <ac:spMk id="5" creationId="{AD99BD12-9D26-4D22-83A7-548F3070BAD0}"/>
          </ac:spMkLst>
        </pc:spChg>
      </pc:sldChg>
      <pc:sldChg chg="del">
        <pc:chgData name="Cristian Chilipirea" userId="34ab170da5908fc4" providerId="LiveId" clId="{7840C37D-FDDB-4314-A31E-446F31402874}" dt="2019-10-13T10:35:43.543" v="13" actId="2696"/>
        <pc:sldMkLst>
          <pc:docMk/>
          <pc:sldMk cId="1164803092" sldId="499"/>
        </pc:sldMkLst>
      </pc:sldChg>
      <pc:sldChg chg="addSp delSp modSp add modAnim">
        <pc:chgData name="Cristian Chilipirea" userId="34ab170da5908fc4" providerId="LiveId" clId="{7840C37D-FDDB-4314-A31E-446F31402874}" dt="2019-10-13T10:41:54.373" v="150" actId="1076"/>
        <pc:sldMkLst>
          <pc:docMk/>
          <pc:sldMk cId="1222057455" sldId="500"/>
        </pc:sldMkLst>
        <pc:spChg chg="mod">
          <ac:chgData name="Cristian Chilipirea" userId="34ab170da5908fc4" providerId="LiveId" clId="{7840C37D-FDDB-4314-A31E-446F31402874}" dt="2019-10-13T10:41:45.927" v="145"/>
          <ac:spMkLst>
            <pc:docMk/>
            <pc:sldMk cId="1222057455" sldId="500"/>
            <ac:spMk id="2" creationId="{65DDB337-887F-471F-8CB4-1922EBD3E43F}"/>
          </ac:spMkLst>
        </pc:spChg>
        <pc:spChg chg="del">
          <ac:chgData name="Cristian Chilipirea" userId="34ab170da5908fc4" providerId="LiveId" clId="{7840C37D-FDDB-4314-A31E-446F31402874}" dt="2019-10-13T10:41:47.499" v="146" actId="478"/>
          <ac:spMkLst>
            <pc:docMk/>
            <pc:sldMk cId="1222057455" sldId="500"/>
            <ac:spMk id="3" creationId="{D2F3CAD2-7788-4F1D-807B-2D7D41CA5F54}"/>
          </ac:spMkLst>
        </pc:spChg>
        <pc:spChg chg="add del">
          <ac:chgData name="Cristian Chilipirea" userId="34ab170da5908fc4" providerId="LiveId" clId="{7840C37D-FDDB-4314-A31E-446F31402874}" dt="2019-10-13T10:41:52.601" v="148"/>
          <ac:spMkLst>
            <pc:docMk/>
            <pc:sldMk cId="1222057455" sldId="500"/>
            <ac:spMk id="4" creationId="{6BFEFBCA-B2FD-4E2C-8EAC-32FB4060B7CE}"/>
          </ac:spMkLst>
        </pc:spChg>
        <pc:spChg chg="add del">
          <ac:chgData name="Cristian Chilipirea" userId="34ab170da5908fc4" providerId="LiveId" clId="{7840C37D-FDDB-4314-A31E-446F31402874}" dt="2019-10-13T10:41:52.601" v="148"/>
          <ac:spMkLst>
            <pc:docMk/>
            <pc:sldMk cId="1222057455" sldId="500"/>
            <ac:spMk id="5" creationId="{6A41470D-165D-4FE5-BF7D-68D9062632B1}"/>
          </ac:spMkLst>
        </pc:spChg>
        <pc:spChg chg="add del">
          <ac:chgData name="Cristian Chilipirea" userId="34ab170da5908fc4" providerId="LiveId" clId="{7840C37D-FDDB-4314-A31E-446F31402874}" dt="2019-10-13T10:41:52.601" v="148"/>
          <ac:spMkLst>
            <pc:docMk/>
            <pc:sldMk cId="1222057455" sldId="500"/>
            <ac:spMk id="6" creationId="{E2147D2F-72BD-4899-9B83-086DEE4A1C1C}"/>
          </ac:spMkLst>
        </pc:spChg>
        <pc:spChg chg="add del">
          <ac:chgData name="Cristian Chilipirea" userId="34ab170da5908fc4" providerId="LiveId" clId="{7840C37D-FDDB-4314-A31E-446F31402874}" dt="2019-10-13T10:41:52.601" v="148"/>
          <ac:spMkLst>
            <pc:docMk/>
            <pc:sldMk cId="1222057455" sldId="500"/>
            <ac:spMk id="7" creationId="{AE9824A7-C6E2-4609-A3F7-EE3F390DF83E}"/>
          </ac:spMkLst>
        </pc:spChg>
        <pc:spChg chg="add mod">
          <ac:chgData name="Cristian Chilipirea" userId="34ab170da5908fc4" providerId="LiveId" clId="{7840C37D-FDDB-4314-A31E-446F31402874}" dt="2019-10-13T10:41:54.373" v="150" actId="1076"/>
          <ac:spMkLst>
            <pc:docMk/>
            <pc:sldMk cId="1222057455" sldId="500"/>
            <ac:spMk id="8" creationId="{0D7A76AF-D71F-4C4C-9DA8-E1D44A615A06}"/>
          </ac:spMkLst>
        </pc:spChg>
        <pc:spChg chg="add mod">
          <ac:chgData name="Cristian Chilipirea" userId="34ab170da5908fc4" providerId="LiveId" clId="{7840C37D-FDDB-4314-A31E-446F31402874}" dt="2019-10-13T10:41:54.373" v="150" actId="1076"/>
          <ac:spMkLst>
            <pc:docMk/>
            <pc:sldMk cId="1222057455" sldId="500"/>
            <ac:spMk id="9" creationId="{4EA60229-8222-4779-8770-6701031868E8}"/>
          </ac:spMkLst>
        </pc:spChg>
        <pc:spChg chg="add mod">
          <ac:chgData name="Cristian Chilipirea" userId="34ab170da5908fc4" providerId="LiveId" clId="{7840C37D-FDDB-4314-A31E-446F31402874}" dt="2019-10-13T10:41:54.373" v="150" actId="1076"/>
          <ac:spMkLst>
            <pc:docMk/>
            <pc:sldMk cId="1222057455" sldId="500"/>
            <ac:spMk id="10" creationId="{D26291B3-18C2-4048-89E8-E3892F9593E0}"/>
          </ac:spMkLst>
        </pc:spChg>
        <pc:spChg chg="add mod">
          <ac:chgData name="Cristian Chilipirea" userId="34ab170da5908fc4" providerId="LiveId" clId="{7840C37D-FDDB-4314-A31E-446F31402874}" dt="2019-10-13T10:41:54.373" v="150" actId="1076"/>
          <ac:spMkLst>
            <pc:docMk/>
            <pc:sldMk cId="1222057455" sldId="500"/>
            <ac:spMk id="11" creationId="{187BDA1F-805B-4286-BFDE-E8CD39642314}"/>
          </ac:spMkLst>
        </pc:spChg>
      </pc:sldChg>
      <pc:sldChg chg="del">
        <pc:chgData name="Cristian Chilipirea" userId="34ab170da5908fc4" providerId="LiveId" clId="{7840C37D-FDDB-4314-A31E-446F31402874}" dt="2019-10-13T10:35:43.699" v="14" actId="2696"/>
        <pc:sldMkLst>
          <pc:docMk/>
          <pc:sldMk cId="3143592503" sldId="500"/>
        </pc:sldMkLst>
      </pc:sldChg>
      <pc:sldChg chg="del">
        <pc:chgData name="Cristian Chilipirea" userId="34ab170da5908fc4" providerId="LiveId" clId="{7840C37D-FDDB-4314-A31E-446F31402874}" dt="2019-10-13T10:35:43.995" v="15" actId="2696"/>
        <pc:sldMkLst>
          <pc:docMk/>
          <pc:sldMk cId="323294095" sldId="501"/>
        </pc:sldMkLst>
      </pc:sldChg>
      <pc:sldChg chg="addSp delSp modSp add">
        <pc:chgData name="Cristian Chilipirea" userId="34ab170da5908fc4" providerId="LiveId" clId="{7840C37D-FDDB-4314-A31E-446F31402874}" dt="2019-10-13T10:42:09.527" v="157" actId="1076"/>
        <pc:sldMkLst>
          <pc:docMk/>
          <pc:sldMk cId="1370954122" sldId="501"/>
        </pc:sldMkLst>
        <pc:spChg chg="mod">
          <ac:chgData name="Cristian Chilipirea" userId="34ab170da5908fc4" providerId="LiveId" clId="{7840C37D-FDDB-4314-A31E-446F31402874}" dt="2019-10-13T10:42:01.150" v="152"/>
          <ac:spMkLst>
            <pc:docMk/>
            <pc:sldMk cId="1370954122" sldId="501"/>
            <ac:spMk id="2" creationId="{FCD8D7C3-B2D4-464A-93D2-306DAEE61052}"/>
          </ac:spMkLst>
        </pc:spChg>
        <pc:spChg chg="del">
          <ac:chgData name="Cristian Chilipirea" userId="34ab170da5908fc4" providerId="LiveId" clId="{7840C37D-FDDB-4314-A31E-446F31402874}" dt="2019-10-13T10:42:02.638" v="153" actId="478"/>
          <ac:spMkLst>
            <pc:docMk/>
            <pc:sldMk cId="1370954122" sldId="501"/>
            <ac:spMk id="3" creationId="{91295558-10F1-4F35-801E-62AAE743EAE2}"/>
          </ac:spMkLst>
        </pc:spChg>
        <pc:spChg chg="add del">
          <ac:chgData name="Cristian Chilipirea" userId="34ab170da5908fc4" providerId="LiveId" clId="{7840C37D-FDDB-4314-A31E-446F31402874}" dt="2019-10-13T10:42:07.706" v="155"/>
          <ac:spMkLst>
            <pc:docMk/>
            <pc:sldMk cId="1370954122" sldId="501"/>
            <ac:spMk id="4" creationId="{525FB0BA-E52D-4436-8DD2-4EF5B6F48BBA}"/>
          </ac:spMkLst>
        </pc:spChg>
        <pc:spChg chg="add mod">
          <ac:chgData name="Cristian Chilipirea" userId="34ab170da5908fc4" providerId="LiveId" clId="{7840C37D-FDDB-4314-A31E-446F31402874}" dt="2019-10-13T10:42:09.527" v="157" actId="1076"/>
          <ac:spMkLst>
            <pc:docMk/>
            <pc:sldMk cId="1370954122" sldId="501"/>
            <ac:spMk id="5" creationId="{3CAC4DB6-2390-4792-90F0-23BFA021EB70}"/>
          </ac:spMkLst>
        </pc:spChg>
      </pc:sldChg>
      <pc:sldChg chg="del">
        <pc:chgData name="Cristian Chilipirea" userId="34ab170da5908fc4" providerId="LiveId" clId="{7840C37D-FDDB-4314-A31E-446F31402874}" dt="2019-10-13T10:35:44.437" v="16" actId="2696"/>
        <pc:sldMkLst>
          <pc:docMk/>
          <pc:sldMk cId="920455380" sldId="502"/>
        </pc:sldMkLst>
      </pc:sldChg>
      <pc:sldChg chg="addSp delSp modSp add">
        <pc:chgData name="Cristian Chilipirea" userId="34ab170da5908fc4" providerId="LiveId" clId="{7840C37D-FDDB-4314-A31E-446F31402874}" dt="2019-10-13T10:42:29.193" v="164" actId="1076"/>
        <pc:sldMkLst>
          <pc:docMk/>
          <pc:sldMk cId="3482124003" sldId="502"/>
        </pc:sldMkLst>
        <pc:spChg chg="mod">
          <ac:chgData name="Cristian Chilipirea" userId="34ab170da5908fc4" providerId="LiveId" clId="{7840C37D-FDDB-4314-A31E-446F31402874}" dt="2019-10-13T10:42:19.930" v="159"/>
          <ac:spMkLst>
            <pc:docMk/>
            <pc:sldMk cId="3482124003" sldId="502"/>
            <ac:spMk id="2" creationId="{E0DFFF9E-33CC-4D62-9F23-EFBE19AA0042}"/>
          </ac:spMkLst>
        </pc:spChg>
        <pc:spChg chg="del">
          <ac:chgData name="Cristian Chilipirea" userId="34ab170da5908fc4" providerId="LiveId" clId="{7840C37D-FDDB-4314-A31E-446F31402874}" dt="2019-10-13T10:42:21.330" v="160" actId="478"/>
          <ac:spMkLst>
            <pc:docMk/>
            <pc:sldMk cId="3482124003" sldId="502"/>
            <ac:spMk id="3" creationId="{441B2C41-B72A-4069-B6F7-8FC0F2350E85}"/>
          </ac:spMkLst>
        </pc:spChg>
        <pc:spChg chg="add del">
          <ac:chgData name="Cristian Chilipirea" userId="34ab170da5908fc4" providerId="LiveId" clId="{7840C37D-FDDB-4314-A31E-446F31402874}" dt="2019-10-13T10:42:26.745" v="162"/>
          <ac:spMkLst>
            <pc:docMk/>
            <pc:sldMk cId="3482124003" sldId="502"/>
            <ac:spMk id="4" creationId="{5CD26E6C-CAC0-44F3-90E3-D0B61511EEEE}"/>
          </ac:spMkLst>
        </pc:spChg>
        <pc:spChg chg="add mod">
          <ac:chgData name="Cristian Chilipirea" userId="34ab170da5908fc4" providerId="LiveId" clId="{7840C37D-FDDB-4314-A31E-446F31402874}" dt="2019-10-13T10:42:29.193" v="164" actId="1076"/>
          <ac:spMkLst>
            <pc:docMk/>
            <pc:sldMk cId="3482124003" sldId="502"/>
            <ac:spMk id="5" creationId="{1FF0704A-BCD1-47FF-9B9B-F96D38C8A276}"/>
          </ac:spMkLst>
        </pc:spChg>
      </pc:sldChg>
      <pc:sldChg chg="del">
        <pc:chgData name="Cristian Chilipirea" userId="34ab170da5908fc4" providerId="LiveId" clId="{7840C37D-FDDB-4314-A31E-446F31402874}" dt="2019-10-13T10:35:44.686" v="17" actId="2696"/>
        <pc:sldMkLst>
          <pc:docMk/>
          <pc:sldMk cId="632472671" sldId="503"/>
        </pc:sldMkLst>
      </pc:sldChg>
      <pc:sldChg chg="addSp delSp modSp add modAnim">
        <pc:chgData name="Cristian Chilipirea" userId="34ab170da5908fc4" providerId="LiveId" clId="{7840C37D-FDDB-4314-A31E-446F31402874}" dt="2019-10-13T10:42:43.941" v="170"/>
        <pc:sldMkLst>
          <pc:docMk/>
          <pc:sldMk cId="2685857901" sldId="503"/>
        </pc:sldMkLst>
        <pc:spChg chg="mod">
          <ac:chgData name="Cristian Chilipirea" userId="34ab170da5908fc4" providerId="LiveId" clId="{7840C37D-FDDB-4314-A31E-446F31402874}" dt="2019-10-13T10:42:36.107" v="166"/>
          <ac:spMkLst>
            <pc:docMk/>
            <pc:sldMk cId="2685857901" sldId="503"/>
            <ac:spMk id="2" creationId="{C2DDFD47-AE15-40E4-AB6A-E70B5FD241E7}"/>
          </ac:spMkLst>
        </pc:spChg>
        <pc:spChg chg="del">
          <ac:chgData name="Cristian Chilipirea" userId="34ab170da5908fc4" providerId="LiveId" clId="{7840C37D-FDDB-4314-A31E-446F31402874}" dt="2019-10-13T10:42:37.962" v="167" actId="478"/>
          <ac:spMkLst>
            <pc:docMk/>
            <pc:sldMk cId="2685857901" sldId="503"/>
            <ac:spMk id="3" creationId="{1E3F274B-8CB4-43DA-8FF3-21C9EF60AA92}"/>
          </ac:spMkLst>
        </pc:spChg>
        <pc:spChg chg="add del">
          <ac:chgData name="Cristian Chilipirea" userId="34ab170da5908fc4" providerId="LiveId" clId="{7840C37D-FDDB-4314-A31E-446F31402874}" dt="2019-10-13T10:42:43.909" v="169"/>
          <ac:spMkLst>
            <pc:docMk/>
            <pc:sldMk cId="2685857901" sldId="503"/>
            <ac:spMk id="4" creationId="{FC3E4AFE-E3E5-4451-AECB-FB4B2A629159}"/>
          </ac:spMkLst>
        </pc:spChg>
        <pc:spChg chg="add del">
          <ac:chgData name="Cristian Chilipirea" userId="34ab170da5908fc4" providerId="LiveId" clId="{7840C37D-FDDB-4314-A31E-446F31402874}" dt="2019-10-13T10:42:43.909" v="169"/>
          <ac:spMkLst>
            <pc:docMk/>
            <pc:sldMk cId="2685857901" sldId="503"/>
            <ac:spMk id="5" creationId="{4B4F9221-15E0-4F2C-81BC-D33FC5F12A3E}"/>
          </ac:spMkLst>
        </pc:spChg>
        <pc:spChg chg="add del">
          <ac:chgData name="Cristian Chilipirea" userId="34ab170da5908fc4" providerId="LiveId" clId="{7840C37D-FDDB-4314-A31E-446F31402874}" dt="2019-10-13T10:42:43.909" v="169"/>
          <ac:spMkLst>
            <pc:docMk/>
            <pc:sldMk cId="2685857901" sldId="503"/>
            <ac:spMk id="6" creationId="{46088826-6C59-45B6-BBA0-03336D0072CC}"/>
          </ac:spMkLst>
        </pc:spChg>
        <pc:spChg chg="add del">
          <ac:chgData name="Cristian Chilipirea" userId="34ab170da5908fc4" providerId="LiveId" clId="{7840C37D-FDDB-4314-A31E-446F31402874}" dt="2019-10-13T10:42:43.909" v="169"/>
          <ac:spMkLst>
            <pc:docMk/>
            <pc:sldMk cId="2685857901" sldId="503"/>
            <ac:spMk id="7" creationId="{CBAD20D2-9627-42E8-9AD7-2FBD7F351168}"/>
          </ac:spMkLst>
        </pc:spChg>
        <pc:spChg chg="add del">
          <ac:chgData name="Cristian Chilipirea" userId="34ab170da5908fc4" providerId="LiveId" clId="{7840C37D-FDDB-4314-A31E-446F31402874}" dt="2019-10-13T10:42:43.909" v="169"/>
          <ac:spMkLst>
            <pc:docMk/>
            <pc:sldMk cId="2685857901" sldId="503"/>
            <ac:spMk id="8" creationId="{326D6F02-2AD8-4254-9935-89E557CF5C4C}"/>
          </ac:spMkLst>
        </pc:spChg>
        <pc:spChg chg="add del">
          <ac:chgData name="Cristian Chilipirea" userId="34ab170da5908fc4" providerId="LiveId" clId="{7840C37D-FDDB-4314-A31E-446F31402874}" dt="2019-10-13T10:42:43.909" v="169"/>
          <ac:spMkLst>
            <pc:docMk/>
            <pc:sldMk cId="2685857901" sldId="503"/>
            <ac:spMk id="9" creationId="{46074464-9096-42AB-B000-534DC0399431}"/>
          </ac:spMkLst>
        </pc:spChg>
        <pc:spChg chg="add del">
          <ac:chgData name="Cristian Chilipirea" userId="34ab170da5908fc4" providerId="LiveId" clId="{7840C37D-FDDB-4314-A31E-446F31402874}" dt="2019-10-13T10:42:43.909" v="169"/>
          <ac:spMkLst>
            <pc:docMk/>
            <pc:sldMk cId="2685857901" sldId="503"/>
            <ac:spMk id="10" creationId="{A996CD6E-1A51-4EE7-A15F-81BAF678DF2F}"/>
          </ac:spMkLst>
        </pc:spChg>
        <pc:spChg chg="add del">
          <ac:chgData name="Cristian Chilipirea" userId="34ab170da5908fc4" providerId="LiveId" clId="{7840C37D-FDDB-4314-A31E-446F31402874}" dt="2019-10-13T10:42:43.909" v="169"/>
          <ac:spMkLst>
            <pc:docMk/>
            <pc:sldMk cId="2685857901" sldId="503"/>
            <ac:spMk id="11" creationId="{7E75E32F-1A34-4330-82CD-D447A2F64371}"/>
          </ac:spMkLst>
        </pc:spChg>
        <pc:spChg chg="add del">
          <ac:chgData name="Cristian Chilipirea" userId="34ab170da5908fc4" providerId="LiveId" clId="{7840C37D-FDDB-4314-A31E-446F31402874}" dt="2019-10-13T10:42:43.909" v="169"/>
          <ac:spMkLst>
            <pc:docMk/>
            <pc:sldMk cId="2685857901" sldId="503"/>
            <ac:spMk id="12" creationId="{F5990AFC-112A-4915-88F4-DD7589C1015B}"/>
          </ac:spMkLst>
        </pc:spChg>
        <pc:spChg chg="add del">
          <ac:chgData name="Cristian Chilipirea" userId="34ab170da5908fc4" providerId="LiveId" clId="{7840C37D-FDDB-4314-A31E-446F31402874}" dt="2019-10-13T10:42:43.909" v="169"/>
          <ac:spMkLst>
            <pc:docMk/>
            <pc:sldMk cId="2685857901" sldId="503"/>
            <ac:spMk id="13" creationId="{A40685E6-C7CE-4AED-BA5B-84F12C44CBDD}"/>
          </ac:spMkLst>
        </pc:spChg>
        <pc:spChg chg="add del">
          <ac:chgData name="Cristian Chilipirea" userId="34ab170da5908fc4" providerId="LiveId" clId="{7840C37D-FDDB-4314-A31E-446F31402874}" dt="2019-10-13T10:42:43.909" v="169"/>
          <ac:spMkLst>
            <pc:docMk/>
            <pc:sldMk cId="2685857901" sldId="503"/>
            <ac:spMk id="14" creationId="{409142D1-91A3-4DE4-9FC1-B986CAE581AA}"/>
          </ac:spMkLst>
        </pc:spChg>
        <pc:spChg chg="add del">
          <ac:chgData name="Cristian Chilipirea" userId="34ab170da5908fc4" providerId="LiveId" clId="{7840C37D-FDDB-4314-A31E-446F31402874}" dt="2019-10-13T10:42:43.909" v="169"/>
          <ac:spMkLst>
            <pc:docMk/>
            <pc:sldMk cId="2685857901" sldId="503"/>
            <ac:spMk id="15" creationId="{940D67C8-5C27-4E17-8FF0-C2BD9E2706F8}"/>
          </ac:spMkLst>
        </pc:spChg>
        <pc:spChg chg="add del">
          <ac:chgData name="Cristian Chilipirea" userId="34ab170da5908fc4" providerId="LiveId" clId="{7840C37D-FDDB-4314-A31E-446F31402874}" dt="2019-10-13T10:42:43.909" v="169"/>
          <ac:spMkLst>
            <pc:docMk/>
            <pc:sldMk cId="2685857901" sldId="503"/>
            <ac:spMk id="16" creationId="{527D4EE9-C667-49C2-B77E-BB32F57192C1}"/>
          </ac:spMkLst>
        </pc:spChg>
        <pc:spChg chg="add del">
          <ac:chgData name="Cristian Chilipirea" userId="34ab170da5908fc4" providerId="LiveId" clId="{7840C37D-FDDB-4314-A31E-446F31402874}" dt="2019-10-13T10:42:43.909" v="169"/>
          <ac:spMkLst>
            <pc:docMk/>
            <pc:sldMk cId="2685857901" sldId="503"/>
            <ac:spMk id="17" creationId="{016A4F26-B1DA-4460-86B6-3FA8201E7C02}"/>
          </ac:spMkLst>
        </pc:spChg>
        <pc:spChg chg="add del">
          <ac:chgData name="Cristian Chilipirea" userId="34ab170da5908fc4" providerId="LiveId" clId="{7840C37D-FDDB-4314-A31E-446F31402874}" dt="2019-10-13T10:42:43.909" v="169"/>
          <ac:spMkLst>
            <pc:docMk/>
            <pc:sldMk cId="2685857901" sldId="503"/>
            <ac:spMk id="55" creationId="{9F8F1F24-5E06-47AC-BD25-AFE5462B283F}"/>
          </ac:spMkLst>
        </pc:spChg>
        <pc:spChg chg="add del">
          <ac:chgData name="Cristian Chilipirea" userId="34ab170da5908fc4" providerId="LiveId" clId="{7840C37D-FDDB-4314-A31E-446F31402874}" dt="2019-10-13T10:42:43.909" v="169"/>
          <ac:spMkLst>
            <pc:docMk/>
            <pc:sldMk cId="2685857901" sldId="503"/>
            <ac:spMk id="56" creationId="{D1B532A3-C29C-479F-9C35-E9D39ABAB838}"/>
          </ac:spMkLst>
        </pc:spChg>
        <pc:spChg chg="add del">
          <ac:chgData name="Cristian Chilipirea" userId="34ab170da5908fc4" providerId="LiveId" clId="{7840C37D-FDDB-4314-A31E-446F31402874}" dt="2019-10-13T10:42:43.909" v="169"/>
          <ac:spMkLst>
            <pc:docMk/>
            <pc:sldMk cId="2685857901" sldId="503"/>
            <ac:spMk id="57" creationId="{EEFE2881-0736-4DB7-9C73-1178F353CC8C}"/>
          </ac:spMkLst>
        </pc:spChg>
        <pc:spChg chg="add del">
          <ac:chgData name="Cristian Chilipirea" userId="34ab170da5908fc4" providerId="LiveId" clId="{7840C37D-FDDB-4314-A31E-446F31402874}" dt="2019-10-13T10:42:43.909" v="169"/>
          <ac:spMkLst>
            <pc:docMk/>
            <pc:sldMk cId="2685857901" sldId="503"/>
            <ac:spMk id="58" creationId="{3878116E-B073-40CE-9E7C-8FE24DCED54C}"/>
          </ac:spMkLst>
        </pc:spChg>
        <pc:spChg chg="add del">
          <ac:chgData name="Cristian Chilipirea" userId="34ab170da5908fc4" providerId="LiveId" clId="{7840C37D-FDDB-4314-A31E-446F31402874}" dt="2019-10-13T10:42:43.909" v="169"/>
          <ac:spMkLst>
            <pc:docMk/>
            <pc:sldMk cId="2685857901" sldId="503"/>
            <ac:spMk id="59" creationId="{EB97254A-6EF9-4A50-9CBE-C144FAD484FF}"/>
          </ac:spMkLst>
        </pc:spChg>
        <pc:spChg chg="add del">
          <ac:chgData name="Cristian Chilipirea" userId="34ab170da5908fc4" providerId="LiveId" clId="{7840C37D-FDDB-4314-A31E-446F31402874}" dt="2019-10-13T10:42:43.909" v="169"/>
          <ac:spMkLst>
            <pc:docMk/>
            <pc:sldMk cId="2685857901" sldId="503"/>
            <ac:spMk id="60" creationId="{68A49A2D-11F9-4409-808D-B742613E8660}"/>
          </ac:spMkLst>
        </pc:spChg>
        <pc:spChg chg="add del">
          <ac:chgData name="Cristian Chilipirea" userId="34ab170da5908fc4" providerId="LiveId" clId="{7840C37D-FDDB-4314-A31E-446F31402874}" dt="2019-10-13T10:42:43.909" v="169"/>
          <ac:spMkLst>
            <pc:docMk/>
            <pc:sldMk cId="2685857901" sldId="503"/>
            <ac:spMk id="61" creationId="{782FCF54-D087-4730-91B1-D46CAE0F11A7}"/>
          </ac:spMkLst>
        </pc:spChg>
        <pc:spChg chg="add del">
          <ac:chgData name="Cristian Chilipirea" userId="34ab170da5908fc4" providerId="LiveId" clId="{7840C37D-FDDB-4314-A31E-446F31402874}" dt="2019-10-13T10:42:43.909" v="169"/>
          <ac:spMkLst>
            <pc:docMk/>
            <pc:sldMk cId="2685857901" sldId="503"/>
            <ac:spMk id="62" creationId="{E288059F-DB16-4820-BE63-A7EAB8B701FE}"/>
          </ac:spMkLst>
        </pc:spChg>
        <pc:spChg chg="add del">
          <ac:chgData name="Cristian Chilipirea" userId="34ab170da5908fc4" providerId="LiveId" clId="{7840C37D-FDDB-4314-A31E-446F31402874}" dt="2019-10-13T10:42:43.909" v="169"/>
          <ac:spMkLst>
            <pc:docMk/>
            <pc:sldMk cId="2685857901" sldId="503"/>
            <ac:spMk id="63" creationId="{EB4D4C84-2532-40CE-97E0-F2CFD363A348}"/>
          </ac:spMkLst>
        </pc:spChg>
        <pc:spChg chg="add del">
          <ac:chgData name="Cristian Chilipirea" userId="34ab170da5908fc4" providerId="LiveId" clId="{7840C37D-FDDB-4314-A31E-446F31402874}" dt="2019-10-13T10:42:43.909" v="169"/>
          <ac:spMkLst>
            <pc:docMk/>
            <pc:sldMk cId="2685857901" sldId="503"/>
            <ac:spMk id="64" creationId="{E56CC573-3B9C-448A-9CB1-C4FF1C185CCC}"/>
          </ac:spMkLst>
        </pc:spChg>
        <pc:spChg chg="add del">
          <ac:chgData name="Cristian Chilipirea" userId="34ab170da5908fc4" providerId="LiveId" clId="{7840C37D-FDDB-4314-A31E-446F31402874}" dt="2019-10-13T10:42:43.909" v="169"/>
          <ac:spMkLst>
            <pc:docMk/>
            <pc:sldMk cId="2685857901" sldId="503"/>
            <ac:spMk id="65" creationId="{F1119544-6ADA-462B-BEAA-75A5D63D7FB9}"/>
          </ac:spMkLst>
        </pc:spChg>
        <pc:spChg chg="add del">
          <ac:chgData name="Cristian Chilipirea" userId="34ab170da5908fc4" providerId="LiveId" clId="{7840C37D-FDDB-4314-A31E-446F31402874}" dt="2019-10-13T10:42:43.909" v="169"/>
          <ac:spMkLst>
            <pc:docMk/>
            <pc:sldMk cId="2685857901" sldId="503"/>
            <ac:spMk id="66" creationId="{2EA299CE-40D5-4068-A4D8-13BCB0485A3A}"/>
          </ac:spMkLst>
        </pc:spChg>
        <pc:spChg chg="add del">
          <ac:chgData name="Cristian Chilipirea" userId="34ab170da5908fc4" providerId="LiveId" clId="{7840C37D-FDDB-4314-A31E-446F31402874}" dt="2019-10-13T10:42:43.909" v="169"/>
          <ac:spMkLst>
            <pc:docMk/>
            <pc:sldMk cId="2685857901" sldId="503"/>
            <ac:spMk id="67" creationId="{0A925390-9818-4645-8CE0-F420EC12B1AC}"/>
          </ac:spMkLst>
        </pc:spChg>
        <pc:spChg chg="add del">
          <ac:chgData name="Cristian Chilipirea" userId="34ab170da5908fc4" providerId="LiveId" clId="{7840C37D-FDDB-4314-A31E-446F31402874}" dt="2019-10-13T10:42:43.909" v="169"/>
          <ac:spMkLst>
            <pc:docMk/>
            <pc:sldMk cId="2685857901" sldId="503"/>
            <ac:spMk id="68" creationId="{C63262DD-04E7-4362-8E39-69733A023C5B}"/>
          </ac:spMkLst>
        </pc:spChg>
        <pc:spChg chg="add del">
          <ac:chgData name="Cristian Chilipirea" userId="34ab170da5908fc4" providerId="LiveId" clId="{7840C37D-FDDB-4314-A31E-446F31402874}" dt="2019-10-13T10:42:43.909" v="169"/>
          <ac:spMkLst>
            <pc:docMk/>
            <pc:sldMk cId="2685857901" sldId="503"/>
            <ac:spMk id="69" creationId="{46294F55-0F63-4F10-86D3-18342E9BA1CA}"/>
          </ac:spMkLst>
        </pc:spChg>
        <pc:spChg chg="add del">
          <ac:chgData name="Cristian Chilipirea" userId="34ab170da5908fc4" providerId="LiveId" clId="{7840C37D-FDDB-4314-A31E-446F31402874}" dt="2019-10-13T10:42:43.909" v="169"/>
          <ac:spMkLst>
            <pc:docMk/>
            <pc:sldMk cId="2685857901" sldId="503"/>
            <ac:spMk id="70" creationId="{27761178-EBBC-4ABC-89E5-2F8B33760B84}"/>
          </ac:spMkLst>
        </pc:spChg>
        <pc:spChg chg="add del">
          <ac:chgData name="Cristian Chilipirea" userId="34ab170da5908fc4" providerId="LiveId" clId="{7840C37D-FDDB-4314-A31E-446F31402874}" dt="2019-10-13T10:42:43.909" v="169"/>
          <ac:spMkLst>
            <pc:docMk/>
            <pc:sldMk cId="2685857901" sldId="503"/>
            <ac:spMk id="71" creationId="{77147EA3-1019-4460-A24D-757D565EA5A6}"/>
          </ac:spMkLst>
        </pc:spChg>
        <pc:spChg chg="add del">
          <ac:chgData name="Cristian Chilipirea" userId="34ab170da5908fc4" providerId="LiveId" clId="{7840C37D-FDDB-4314-A31E-446F31402874}" dt="2019-10-13T10:42:43.909" v="169"/>
          <ac:spMkLst>
            <pc:docMk/>
            <pc:sldMk cId="2685857901" sldId="503"/>
            <ac:spMk id="72" creationId="{D3259AE0-F0CF-4E2B-95E9-31DD74161968}"/>
          </ac:spMkLst>
        </pc:spChg>
        <pc:spChg chg="add del">
          <ac:chgData name="Cristian Chilipirea" userId="34ab170da5908fc4" providerId="LiveId" clId="{7840C37D-FDDB-4314-A31E-446F31402874}" dt="2019-10-13T10:42:43.909" v="169"/>
          <ac:spMkLst>
            <pc:docMk/>
            <pc:sldMk cId="2685857901" sldId="503"/>
            <ac:spMk id="73" creationId="{C2709F2D-13FA-417C-BA07-4DA3F65B5392}"/>
          </ac:spMkLst>
        </pc:spChg>
        <pc:spChg chg="add del">
          <ac:chgData name="Cristian Chilipirea" userId="34ab170da5908fc4" providerId="LiveId" clId="{7840C37D-FDDB-4314-A31E-446F31402874}" dt="2019-10-13T10:42:43.909" v="169"/>
          <ac:spMkLst>
            <pc:docMk/>
            <pc:sldMk cId="2685857901" sldId="503"/>
            <ac:spMk id="87" creationId="{EDB1E73B-3A0C-47E1-AAAE-E50DA1CC8325}"/>
          </ac:spMkLst>
        </pc:spChg>
        <pc:spChg chg="add del">
          <ac:chgData name="Cristian Chilipirea" userId="34ab170da5908fc4" providerId="LiveId" clId="{7840C37D-FDDB-4314-A31E-446F31402874}" dt="2019-10-13T10:42:43.909" v="169"/>
          <ac:spMkLst>
            <pc:docMk/>
            <pc:sldMk cId="2685857901" sldId="503"/>
            <ac:spMk id="88" creationId="{CE46B186-5CFF-49B1-9436-EEB32777F58A}"/>
          </ac:spMkLst>
        </pc:spChg>
        <pc:spChg chg="add del">
          <ac:chgData name="Cristian Chilipirea" userId="34ab170da5908fc4" providerId="LiveId" clId="{7840C37D-FDDB-4314-A31E-446F31402874}" dt="2019-10-13T10:42:43.909" v="169"/>
          <ac:spMkLst>
            <pc:docMk/>
            <pc:sldMk cId="2685857901" sldId="503"/>
            <ac:spMk id="89" creationId="{952ECF48-1FC0-4389-94E6-C60A9DBD6756}"/>
          </ac:spMkLst>
        </pc:spChg>
        <pc:spChg chg="add del">
          <ac:chgData name="Cristian Chilipirea" userId="34ab170da5908fc4" providerId="LiveId" clId="{7840C37D-FDDB-4314-A31E-446F31402874}" dt="2019-10-13T10:42:43.909" v="169"/>
          <ac:spMkLst>
            <pc:docMk/>
            <pc:sldMk cId="2685857901" sldId="503"/>
            <ac:spMk id="90" creationId="{DF0AA185-A213-49D8-A01D-6CCBAAF9BD69}"/>
          </ac:spMkLst>
        </pc:spChg>
        <pc:spChg chg="add del">
          <ac:chgData name="Cristian Chilipirea" userId="34ab170da5908fc4" providerId="LiveId" clId="{7840C37D-FDDB-4314-A31E-446F31402874}" dt="2019-10-13T10:42:43.909" v="169"/>
          <ac:spMkLst>
            <pc:docMk/>
            <pc:sldMk cId="2685857901" sldId="503"/>
            <ac:spMk id="91" creationId="{FB6AA880-6EF7-43A6-9BA4-0E90BFF8152C}"/>
          </ac:spMkLst>
        </pc:spChg>
        <pc:spChg chg="add del">
          <ac:chgData name="Cristian Chilipirea" userId="34ab170da5908fc4" providerId="LiveId" clId="{7840C37D-FDDB-4314-A31E-446F31402874}" dt="2019-10-13T10:42:43.909" v="169"/>
          <ac:spMkLst>
            <pc:docMk/>
            <pc:sldMk cId="2685857901" sldId="503"/>
            <ac:spMk id="92" creationId="{2F933E5C-D928-4261-B842-E06DA23A8AA9}"/>
          </ac:spMkLst>
        </pc:spChg>
        <pc:spChg chg="add del">
          <ac:chgData name="Cristian Chilipirea" userId="34ab170da5908fc4" providerId="LiveId" clId="{7840C37D-FDDB-4314-A31E-446F31402874}" dt="2019-10-13T10:42:43.909" v="169"/>
          <ac:spMkLst>
            <pc:docMk/>
            <pc:sldMk cId="2685857901" sldId="503"/>
            <ac:spMk id="93" creationId="{B6923AC9-3588-4A17-93A3-A84434B7B9E4}"/>
          </ac:spMkLst>
        </pc:spChg>
        <pc:spChg chg="add del">
          <ac:chgData name="Cristian Chilipirea" userId="34ab170da5908fc4" providerId="LiveId" clId="{7840C37D-FDDB-4314-A31E-446F31402874}" dt="2019-10-13T10:42:43.909" v="169"/>
          <ac:spMkLst>
            <pc:docMk/>
            <pc:sldMk cId="2685857901" sldId="503"/>
            <ac:spMk id="94" creationId="{FBF4E3A1-13DE-44B4-9851-DECCCE02D972}"/>
          </ac:spMkLst>
        </pc:spChg>
        <pc:spChg chg="add del">
          <ac:chgData name="Cristian Chilipirea" userId="34ab170da5908fc4" providerId="LiveId" clId="{7840C37D-FDDB-4314-A31E-446F31402874}" dt="2019-10-13T10:42:43.909" v="169"/>
          <ac:spMkLst>
            <pc:docMk/>
            <pc:sldMk cId="2685857901" sldId="503"/>
            <ac:spMk id="95" creationId="{EC2EC09D-328E-4208-B789-C45EA5310ADC}"/>
          </ac:spMkLst>
        </pc:spChg>
        <pc:spChg chg="add del">
          <ac:chgData name="Cristian Chilipirea" userId="34ab170da5908fc4" providerId="LiveId" clId="{7840C37D-FDDB-4314-A31E-446F31402874}" dt="2019-10-13T10:42:43.909" v="169"/>
          <ac:spMkLst>
            <pc:docMk/>
            <pc:sldMk cId="2685857901" sldId="503"/>
            <ac:spMk id="96" creationId="{9F037F91-166C-4AE0-8F92-C3268C2DA310}"/>
          </ac:spMkLst>
        </pc:spChg>
        <pc:spChg chg="add del">
          <ac:chgData name="Cristian Chilipirea" userId="34ab170da5908fc4" providerId="LiveId" clId="{7840C37D-FDDB-4314-A31E-446F31402874}" dt="2019-10-13T10:42:43.909" v="169"/>
          <ac:spMkLst>
            <pc:docMk/>
            <pc:sldMk cId="2685857901" sldId="503"/>
            <ac:spMk id="97" creationId="{491E315D-2B14-4E17-8728-EE548D728B86}"/>
          </ac:spMkLst>
        </pc:spChg>
        <pc:spChg chg="add del">
          <ac:chgData name="Cristian Chilipirea" userId="34ab170da5908fc4" providerId="LiveId" clId="{7840C37D-FDDB-4314-A31E-446F31402874}" dt="2019-10-13T10:42:43.909" v="169"/>
          <ac:spMkLst>
            <pc:docMk/>
            <pc:sldMk cId="2685857901" sldId="503"/>
            <ac:spMk id="98" creationId="{735F6AF5-941E-44B0-9528-C67733D489BE}"/>
          </ac:spMkLst>
        </pc:spChg>
        <pc:spChg chg="add del">
          <ac:chgData name="Cristian Chilipirea" userId="34ab170da5908fc4" providerId="LiveId" clId="{7840C37D-FDDB-4314-A31E-446F31402874}" dt="2019-10-13T10:42:43.909" v="169"/>
          <ac:spMkLst>
            <pc:docMk/>
            <pc:sldMk cId="2685857901" sldId="503"/>
            <ac:spMk id="99" creationId="{2F71DF88-F6AD-4FB4-9984-F70DE6D97C41}"/>
          </ac:spMkLst>
        </pc:spChg>
        <pc:spChg chg="add del">
          <ac:chgData name="Cristian Chilipirea" userId="34ab170da5908fc4" providerId="LiveId" clId="{7840C37D-FDDB-4314-A31E-446F31402874}" dt="2019-10-13T10:42:43.909" v="169"/>
          <ac:spMkLst>
            <pc:docMk/>
            <pc:sldMk cId="2685857901" sldId="503"/>
            <ac:spMk id="100" creationId="{45C716AB-37BA-4230-A5EF-C61EF07C06A6}"/>
          </ac:spMkLst>
        </pc:spChg>
        <pc:spChg chg="add">
          <ac:chgData name="Cristian Chilipirea" userId="34ab170da5908fc4" providerId="LiveId" clId="{7840C37D-FDDB-4314-A31E-446F31402874}" dt="2019-10-13T10:42:43.941" v="170"/>
          <ac:spMkLst>
            <pc:docMk/>
            <pc:sldMk cId="2685857901" sldId="503"/>
            <ac:spMk id="101" creationId="{4C09669E-EB4E-44B5-AE11-A2DB34CA088A}"/>
          </ac:spMkLst>
        </pc:spChg>
        <pc:spChg chg="add">
          <ac:chgData name="Cristian Chilipirea" userId="34ab170da5908fc4" providerId="LiveId" clId="{7840C37D-FDDB-4314-A31E-446F31402874}" dt="2019-10-13T10:42:43.941" v="170"/>
          <ac:spMkLst>
            <pc:docMk/>
            <pc:sldMk cId="2685857901" sldId="503"/>
            <ac:spMk id="102" creationId="{849A2F72-922F-43D9-870F-BC6AF00777A4}"/>
          </ac:spMkLst>
        </pc:spChg>
        <pc:spChg chg="add">
          <ac:chgData name="Cristian Chilipirea" userId="34ab170da5908fc4" providerId="LiveId" clId="{7840C37D-FDDB-4314-A31E-446F31402874}" dt="2019-10-13T10:42:43.941" v="170"/>
          <ac:spMkLst>
            <pc:docMk/>
            <pc:sldMk cId="2685857901" sldId="503"/>
            <ac:spMk id="103" creationId="{E15F7DD8-FC66-4370-804C-B37CBE7B433C}"/>
          </ac:spMkLst>
        </pc:spChg>
        <pc:spChg chg="add">
          <ac:chgData name="Cristian Chilipirea" userId="34ab170da5908fc4" providerId="LiveId" clId="{7840C37D-FDDB-4314-A31E-446F31402874}" dt="2019-10-13T10:42:43.941" v="170"/>
          <ac:spMkLst>
            <pc:docMk/>
            <pc:sldMk cId="2685857901" sldId="503"/>
            <ac:spMk id="104" creationId="{64302202-7308-428B-BB4A-8CA583E3E448}"/>
          </ac:spMkLst>
        </pc:spChg>
        <pc:spChg chg="add">
          <ac:chgData name="Cristian Chilipirea" userId="34ab170da5908fc4" providerId="LiveId" clId="{7840C37D-FDDB-4314-A31E-446F31402874}" dt="2019-10-13T10:42:43.941" v="170"/>
          <ac:spMkLst>
            <pc:docMk/>
            <pc:sldMk cId="2685857901" sldId="503"/>
            <ac:spMk id="105" creationId="{7F9BBACB-AD01-4693-90A9-DE92AADFFA64}"/>
          </ac:spMkLst>
        </pc:spChg>
        <pc:spChg chg="add">
          <ac:chgData name="Cristian Chilipirea" userId="34ab170da5908fc4" providerId="LiveId" clId="{7840C37D-FDDB-4314-A31E-446F31402874}" dt="2019-10-13T10:42:43.941" v="170"/>
          <ac:spMkLst>
            <pc:docMk/>
            <pc:sldMk cId="2685857901" sldId="503"/>
            <ac:spMk id="106" creationId="{95B6250E-3887-49ED-BABE-125A8C7A14B7}"/>
          </ac:spMkLst>
        </pc:spChg>
        <pc:spChg chg="add">
          <ac:chgData name="Cristian Chilipirea" userId="34ab170da5908fc4" providerId="LiveId" clId="{7840C37D-FDDB-4314-A31E-446F31402874}" dt="2019-10-13T10:42:43.941" v="170"/>
          <ac:spMkLst>
            <pc:docMk/>
            <pc:sldMk cId="2685857901" sldId="503"/>
            <ac:spMk id="107" creationId="{35BC2780-E478-4F45-B8D6-AD3E054089C2}"/>
          </ac:spMkLst>
        </pc:spChg>
        <pc:spChg chg="add">
          <ac:chgData name="Cristian Chilipirea" userId="34ab170da5908fc4" providerId="LiveId" clId="{7840C37D-FDDB-4314-A31E-446F31402874}" dt="2019-10-13T10:42:43.941" v="170"/>
          <ac:spMkLst>
            <pc:docMk/>
            <pc:sldMk cId="2685857901" sldId="503"/>
            <ac:spMk id="108" creationId="{5508CCA5-CBBE-4F0E-A515-0A20B4901249}"/>
          </ac:spMkLst>
        </pc:spChg>
        <pc:spChg chg="add">
          <ac:chgData name="Cristian Chilipirea" userId="34ab170da5908fc4" providerId="LiveId" clId="{7840C37D-FDDB-4314-A31E-446F31402874}" dt="2019-10-13T10:42:43.941" v="170"/>
          <ac:spMkLst>
            <pc:docMk/>
            <pc:sldMk cId="2685857901" sldId="503"/>
            <ac:spMk id="109" creationId="{704C908B-9E78-4D0D-B607-FE5D5A2CB5F5}"/>
          </ac:spMkLst>
        </pc:spChg>
        <pc:spChg chg="add">
          <ac:chgData name="Cristian Chilipirea" userId="34ab170da5908fc4" providerId="LiveId" clId="{7840C37D-FDDB-4314-A31E-446F31402874}" dt="2019-10-13T10:42:43.941" v="170"/>
          <ac:spMkLst>
            <pc:docMk/>
            <pc:sldMk cId="2685857901" sldId="503"/>
            <ac:spMk id="110" creationId="{FB793E28-12DE-4B03-9CC8-40D56E8B1BBF}"/>
          </ac:spMkLst>
        </pc:spChg>
        <pc:spChg chg="add">
          <ac:chgData name="Cristian Chilipirea" userId="34ab170da5908fc4" providerId="LiveId" clId="{7840C37D-FDDB-4314-A31E-446F31402874}" dt="2019-10-13T10:42:43.941" v="170"/>
          <ac:spMkLst>
            <pc:docMk/>
            <pc:sldMk cId="2685857901" sldId="503"/>
            <ac:spMk id="111" creationId="{5104916D-0213-4A72-A3D0-D7D71C1AA7F3}"/>
          </ac:spMkLst>
        </pc:spChg>
        <pc:spChg chg="add">
          <ac:chgData name="Cristian Chilipirea" userId="34ab170da5908fc4" providerId="LiveId" clId="{7840C37D-FDDB-4314-A31E-446F31402874}" dt="2019-10-13T10:42:43.941" v="170"/>
          <ac:spMkLst>
            <pc:docMk/>
            <pc:sldMk cId="2685857901" sldId="503"/>
            <ac:spMk id="112" creationId="{999251C8-959C-4985-806E-3BD81B6073C2}"/>
          </ac:spMkLst>
        </pc:spChg>
        <pc:spChg chg="add">
          <ac:chgData name="Cristian Chilipirea" userId="34ab170da5908fc4" providerId="LiveId" clId="{7840C37D-FDDB-4314-A31E-446F31402874}" dt="2019-10-13T10:42:43.941" v="170"/>
          <ac:spMkLst>
            <pc:docMk/>
            <pc:sldMk cId="2685857901" sldId="503"/>
            <ac:spMk id="113" creationId="{4DE95C82-EAA1-4DC0-8AB4-13A4D75ACA2D}"/>
          </ac:spMkLst>
        </pc:spChg>
        <pc:spChg chg="add">
          <ac:chgData name="Cristian Chilipirea" userId="34ab170da5908fc4" providerId="LiveId" clId="{7840C37D-FDDB-4314-A31E-446F31402874}" dt="2019-10-13T10:42:43.941" v="170"/>
          <ac:spMkLst>
            <pc:docMk/>
            <pc:sldMk cId="2685857901" sldId="503"/>
            <ac:spMk id="114" creationId="{A7A284C3-8F4F-4286-9259-3B344D7EB4F5}"/>
          </ac:spMkLst>
        </pc:spChg>
        <pc:spChg chg="add">
          <ac:chgData name="Cristian Chilipirea" userId="34ab170da5908fc4" providerId="LiveId" clId="{7840C37D-FDDB-4314-A31E-446F31402874}" dt="2019-10-13T10:42:43.941" v="170"/>
          <ac:spMkLst>
            <pc:docMk/>
            <pc:sldMk cId="2685857901" sldId="503"/>
            <ac:spMk id="152" creationId="{A0063ECE-CAC8-4B75-B608-C327BA862C19}"/>
          </ac:spMkLst>
        </pc:spChg>
        <pc:spChg chg="add">
          <ac:chgData name="Cristian Chilipirea" userId="34ab170da5908fc4" providerId="LiveId" clId="{7840C37D-FDDB-4314-A31E-446F31402874}" dt="2019-10-13T10:42:43.941" v="170"/>
          <ac:spMkLst>
            <pc:docMk/>
            <pc:sldMk cId="2685857901" sldId="503"/>
            <ac:spMk id="153" creationId="{DB9DA68E-07E7-4EDD-AAAB-3A4D9040ACA8}"/>
          </ac:spMkLst>
        </pc:spChg>
        <pc:spChg chg="add">
          <ac:chgData name="Cristian Chilipirea" userId="34ab170da5908fc4" providerId="LiveId" clId="{7840C37D-FDDB-4314-A31E-446F31402874}" dt="2019-10-13T10:42:43.941" v="170"/>
          <ac:spMkLst>
            <pc:docMk/>
            <pc:sldMk cId="2685857901" sldId="503"/>
            <ac:spMk id="154" creationId="{A16D3F74-A3C8-48CD-8865-9C166ACE3B17}"/>
          </ac:spMkLst>
        </pc:spChg>
        <pc:spChg chg="add">
          <ac:chgData name="Cristian Chilipirea" userId="34ab170da5908fc4" providerId="LiveId" clId="{7840C37D-FDDB-4314-A31E-446F31402874}" dt="2019-10-13T10:42:43.941" v="170"/>
          <ac:spMkLst>
            <pc:docMk/>
            <pc:sldMk cId="2685857901" sldId="503"/>
            <ac:spMk id="155" creationId="{546A09AD-8AA2-4184-AA7B-727CA7BA7C3C}"/>
          </ac:spMkLst>
        </pc:spChg>
        <pc:spChg chg="add">
          <ac:chgData name="Cristian Chilipirea" userId="34ab170da5908fc4" providerId="LiveId" clId="{7840C37D-FDDB-4314-A31E-446F31402874}" dt="2019-10-13T10:42:43.941" v="170"/>
          <ac:spMkLst>
            <pc:docMk/>
            <pc:sldMk cId="2685857901" sldId="503"/>
            <ac:spMk id="156" creationId="{1D7FFB66-6953-4CE4-BE5F-44E5C8B7DE9D}"/>
          </ac:spMkLst>
        </pc:spChg>
        <pc:spChg chg="add">
          <ac:chgData name="Cristian Chilipirea" userId="34ab170da5908fc4" providerId="LiveId" clId="{7840C37D-FDDB-4314-A31E-446F31402874}" dt="2019-10-13T10:42:43.941" v="170"/>
          <ac:spMkLst>
            <pc:docMk/>
            <pc:sldMk cId="2685857901" sldId="503"/>
            <ac:spMk id="157" creationId="{9F5FC786-37E0-4307-BE17-D2F61C8F8348}"/>
          </ac:spMkLst>
        </pc:spChg>
        <pc:spChg chg="add">
          <ac:chgData name="Cristian Chilipirea" userId="34ab170da5908fc4" providerId="LiveId" clId="{7840C37D-FDDB-4314-A31E-446F31402874}" dt="2019-10-13T10:42:43.941" v="170"/>
          <ac:spMkLst>
            <pc:docMk/>
            <pc:sldMk cId="2685857901" sldId="503"/>
            <ac:spMk id="158" creationId="{340F4E94-F437-447D-8477-AF0252D39367}"/>
          </ac:spMkLst>
        </pc:spChg>
        <pc:spChg chg="add">
          <ac:chgData name="Cristian Chilipirea" userId="34ab170da5908fc4" providerId="LiveId" clId="{7840C37D-FDDB-4314-A31E-446F31402874}" dt="2019-10-13T10:42:43.941" v="170"/>
          <ac:spMkLst>
            <pc:docMk/>
            <pc:sldMk cId="2685857901" sldId="503"/>
            <ac:spMk id="159" creationId="{CD9B81EE-911D-4851-8803-23126A996D36}"/>
          </ac:spMkLst>
        </pc:spChg>
        <pc:spChg chg="add">
          <ac:chgData name="Cristian Chilipirea" userId="34ab170da5908fc4" providerId="LiveId" clId="{7840C37D-FDDB-4314-A31E-446F31402874}" dt="2019-10-13T10:42:43.941" v="170"/>
          <ac:spMkLst>
            <pc:docMk/>
            <pc:sldMk cId="2685857901" sldId="503"/>
            <ac:spMk id="160" creationId="{F520715C-F762-4C31-856C-D134264F71F5}"/>
          </ac:spMkLst>
        </pc:spChg>
        <pc:spChg chg="add">
          <ac:chgData name="Cristian Chilipirea" userId="34ab170da5908fc4" providerId="LiveId" clId="{7840C37D-FDDB-4314-A31E-446F31402874}" dt="2019-10-13T10:42:43.941" v="170"/>
          <ac:spMkLst>
            <pc:docMk/>
            <pc:sldMk cId="2685857901" sldId="503"/>
            <ac:spMk id="161" creationId="{68938723-40C7-4FB2-8B02-DE73CBF1BD15}"/>
          </ac:spMkLst>
        </pc:spChg>
        <pc:spChg chg="add">
          <ac:chgData name="Cristian Chilipirea" userId="34ab170da5908fc4" providerId="LiveId" clId="{7840C37D-FDDB-4314-A31E-446F31402874}" dt="2019-10-13T10:42:43.941" v="170"/>
          <ac:spMkLst>
            <pc:docMk/>
            <pc:sldMk cId="2685857901" sldId="503"/>
            <ac:spMk id="162" creationId="{B5A32E12-B32A-403C-AD12-BB8B42D58B2A}"/>
          </ac:spMkLst>
        </pc:spChg>
        <pc:spChg chg="add">
          <ac:chgData name="Cristian Chilipirea" userId="34ab170da5908fc4" providerId="LiveId" clId="{7840C37D-FDDB-4314-A31E-446F31402874}" dt="2019-10-13T10:42:43.941" v="170"/>
          <ac:spMkLst>
            <pc:docMk/>
            <pc:sldMk cId="2685857901" sldId="503"/>
            <ac:spMk id="163" creationId="{A1908F7E-5667-4DF9-895C-EDC0BF0032DC}"/>
          </ac:spMkLst>
        </pc:spChg>
        <pc:spChg chg="add">
          <ac:chgData name="Cristian Chilipirea" userId="34ab170da5908fc4" providerId="LiveId" clId="{7840C37D-FDDB-4314-A31E-446F31402874}" dt="2019-10-13T10:42:43.941" v="170"/>
          <ac:spMkLst>
            <pc:docMk/>
            <pc:sldMk cId="2685857901" sldId="503"/>
            <ac:spMk id="164" creationId="{4CC73D28-CC30-45C3-A170-49B5633B236D}"/>
          </ac:spMkLst>
        </pc:spChg>
        <pc:spChg chg="add">
          <ac:chgData name="Cristian Chilipirea" userId="34ab170da5908fc4" providerId="LiveId" clId="{7840C37D-FDDB-4314-A31E-446F31402874}" dt="2019-10-13T10:42:43.941" v="170"/>
          <ac:spMkLst>
            <pc:docMk/>
            <pc:sldMk cId="2685857901" sldId="503"/>
            <ac:spMk id="165" creationId="{36F59A01-2E59-4D29-8A62-9764E262BF54}"/>
          </ac:spMkLst>
        </pc:spChg>
        <pc:spChg chg="add">
          <ac:chgData name="Cristian Chilipirea" userId="34ab170da5908fc4" providerId="LiveId" clId="{7840C37D-FDDB-4314-A31E-446F31402874}" dt="2019-10-13T10:42:43.941" v="170"/>
          <ac:spMkLst>
            <pc:docMk/>
            <pc:sldMk cId="2685857901" sldId="503"/>
            <ac:spMk id="166" creationId="{31E3409E-EAC1-4ABA-9F8B-135C117CCADF}"/>
          </ac:spMkLst>
        </pc:spChg>
        <pc:spChg chg="add">
          <ac:chgData name="Cristian Chilipirea" userId="34ab170da5908fc4" providerId="LiveId" clId="{7840C37D-FDDB-4314-A31E-446F31402874}" dt="2019-10-13T10:42:43.941" v="170"/>
          <ac:spMkLst>
            <pc:docMk/>
            <pc:sldMk cId="2685857901" sldId="503"/>
            <ac:spMk id="167" creationId="{74FA552A-136E-430C-9470-7B1AF99A380B}"/>
          </ac:spMkLst>
        </pc:spChg>
        <pc:spChg chg="add">
          <ac:chgData name="Cristian Chilipirea" userId="34ab170da5908fc4" providerId="LiveId" clId="{7840C37D-FDDB-4314-A31E-446F31402874}" dt="2019-10-13T10:42:43.941" v="170"/>
          <ac:spMkLst>
            <pc:docMk/>
            <pc:sldMk cId="2685857901" sldId="503"/>
            <ac:spMk id="168" creationId="{E3894CD2-72A4-4108-B7BC-5F81F8E27C31}"/>
          </ac:spMkLst>
        </pc:spChg>
        <pc:spChg chg="add">
          <ac:chgData name="Cristian Chilipirea" userId="34ab170da5908fc4" providerId="LiveId" clId="{7840C37D-FDDB-4314-A31E-446F31402874}" dt="2019-10-13T10:42:43.941" v="170"/>
          <ac:spMkLst>
            <pc:docMk/>
            <pc:sldMk cId="2685857901" sldId="503"/>
            <ac:spMk id="169" creationId="{0FEB6469-E2D7-43CB-B998-5FB283BCF4A0}"/>
          </ac:spMkLst>
        </pc:spChg>
        <pc:spChg chg="add">
          <ac:chgData name="Cristian Chilipirea" userId="34ab170da5908fc4" providerId="LiveId" clId="{7840C37D-FDDB-4314-A31E-446F31402874}" dt="2019-10-13T10:42:43.941" v="170"/>
          <ac:spMkLst>
            <pc:docMk/>
            <pc:sldMk cId="2685857901" sldId="503"/>
            <ac:spMk id="170" creationId="{637A60FC-2167-4F3D-8DF6-984DB56ACC1E}"/>
          </ac:spMkLst>
        </pc:spChg>
        <pc:spChg chg="add">
          <ac:chgData name="Cristian Chilipirea" userId="34ab170da5908fc4" providerId="LiveId" clId="{7840C37D-FDDB-4314-A31E-446F31402874}" dt="2019-10-13T10:42:43.941" v="170"/>
          <ac:spMkLst>
            <pc:docMk/>
            <pc:sldMk cId="2685857901" sldId="503"/>
            <ac:spMk id="184" creationId="{941EC7EF-B9ED-4A0E-9982-4614074ADB22}"/>
          </ac:spMkLst>
        </pc:spChg>
        <pc:spChg chg="add">
          <ac:chgData name="Cristian Chilipirea" userId="34ab170da5908fc4" providerId="LiveId" clId="{7840C37D-FDDB-4314-A31E-446F31402874}" dt="2019-10-13T10:42:43.941" v="170"/>
          <ac:spMkLst>
            <pc:docMk/>
            <pc:sldMk cId="2685857901" sldId="503"/>
            <ac:spMk id="185" creationId="{D85DE90E-67A6-4F24-B09E-47C6494FC5A0}"/>
          </ac:spMkLst>
        </pc:spChg>
        <pc:spChg chg="add">
          <ac:chgData name="Cristian Chilipirea" userId="34ab170da5908fc4" providerId="LiveId" clId="{7840C37D-FDDB-4314-A31E-446F31402874}" dt="2019-10-13T10:42:43.941" v="170"/>
          <ac:spMkLst>
            <pc:docMk/>
            <pc:sldMk cId="2685857901" sldId="503"/>
            <ac:spMk id="186" creationId="{A48AB503-22BA-4315-B5CB-3F8CC19F82AF}"/>
          </ac:spMkLst>
        </pc:spChg>
        <pc:spChg chg="add">
          <ac:chgData name="Cristian Chilipirea" userId="34ab170da5908fc4" providerId="LiveId" clId="{7840C37D-FDDB-4314-A31E-446F31402874}" dt="2019-10-13T10:42:43.941" v="170"/>
          <ac:spMkLst>
            <pc:docMk/>
            <pc:sldMk cId="2685857901" sldId="503"/>
            <ac:spMk id="187" creationId="{E12528E4-AF78-4AEB-8458-B9B7FE366B8B}"/>
          </ac:spMkLst>
        </pc:spChg>
        <pc:spChg chg="add">
          <ac:chgData name="Cristian Chilipirea" userId="34ab170da5908fc4" providerId="LiveId" clId="{7840C37D-FDDB-4314-A31E-446F31402874}" dt="2019-10-13T10:42:43.941" v="170"/>
          <ac:spMkLst>
            <pc:docMk/>
            <pc:sldMk cId="2685857901" sldId="503"/>
            <ac:spMk id="188" creationId="{B96BABB2-9658-47E1-91D5-59ACC4DAF9F1}"/>
          </ac:spMkLst>
        </pc:spChg>
        <pc:spChg chg="add">
          <ac:chgData name="Cristian Chilipirea" userId="34ab170da5908fc4" providerId="LiveId" clId="{7840C37D-FDDB-4314-A31E-446F31402874}" dt="2019-10-13T10:42:43.941" v="170"/>
          <ac:spMkLst>
            <pc:docMk/>
            <pc:sldMk cId="2685857901" sldId="503"/>
            <ac:spMk id="189" creationId="{A8C70746-378F-475A-B36C-29F2775673C8}"/>
          </ac:spMkLst>
        </pc:spChg>
        <pc:spChg chg="add">
          <ac:chgData name="Cristian Chilipirea" userId="34ab170da5908fc4" providerId="LiveId" clId="{7840C37D-FDDB-4314-A31E-446F31402874}" dt="2019-10-13T10:42:43.941" v="170"/>
          <ac:spMkLst>
            <pc:docMk/>
            <pc:sldMk cId="2685857901" sldId="503"/>
            <ac:spMk id="190" creationId="{E427E9FE-A7DB-427B-8058-C186CBC7A9C5}"/>
          </ac:spMkLst>
        </pc:spChg>
        <pc:spChg chg="add">
          <ac:chgData name="Cristian Chilipirea" userId="34ab170da5908fc4" providerId="LiveId" clId="{7840C37D-FDDB-4314-A31E-446F31402874}" dt="2019-10-13T10:42:43.941" v="170"/>
          <ac:spMkLst>
            <pc:docMk/>
            <pc:sldMk cId="2685857901" sldId="503"/>
            <ac:spMk id="191" creationId="{92BD0033-C275-4ED9-A5EE-9560FE218123}"/>
          </ac:spMkLst>
        </pc:spChg>
        <pc:spChg chg="add">
          <ac:chgData name="Cristian Chilipirea" userId="34ab170da5908fc4" providerId="LiveId" clId="{7840C37D-FDDB-4314-A31E-446F31402874}" dt="2019-10-13T10:42:43.941" v="170"/>
          <ac:spMkLst>
            <pc:docMk/>
            <pc:sldMk cId="2685857901" sldId="503"/>
            <ac:spMk id="192" creationId="{6C7C3E3F-DCAE-4FBD-B51A-A2D458226F59}"/>
          </ac:spMkLst>
        </pc:spChg>
        <pc:spChg chg="add">
          <ac:chgData name="Cristian Chilipirea" userId="34ab170da5908fc4" providerId="LiveId" clId="{7840C37D-FDDB-4314-A31E-446F31402874}" dt="2019-10-13T10:42:43.941" v="170"/>
          <ac:spMkLst>
            <pc:docMk/>
            <pc:sldMk cId="2685857901" sldId="503"/>
            <ac:spMk id="193" creationId="{E7AA7366-60BD-4343-B9D9-254CC760765F}"/>
          </ac:spMkLst>
        </pc:spChg>
        <pc:spChg chg="add">
          <ac:chgData name="Cristian Chilipirea" userId="34ab170da5908fc4" providerId="LiveId" clId="{7840C37D-FDDB-4314-A31E-446F31402874}" dt="2019-10-13T10:42:43.941" v="170"/>
          <ac:spMkLst>
            <pc:docMk/>
            <pc:sldMk cId="2685857901" sldId="503"/>
            <ac:spMk id="194" creationId="{8A144FAF-A976-4CB7-B9A1-BEEBD131C8C6}"/>
          </ac:spMkLst>
        </pc:spChg>
        <pc:spChg chg="add">
          <ac:chgData name="Cristian Chilipirea" userId="34ab170da5908fc4" providerId="LiveId" clId="{7840C37D-FDDB-4314-A31E-446F31402874}" dt="2019-10-13T10:42:43.941" v="170"/>
          <ac:spMkLst>
            <pc:docMk/>
            <pc:sldMk cId="2685857901" sldId="503"/>
            <ac:spMk id="195" creationId="{42EDE23B-C9EC-4518-A358-E70D51C8901C}"/>
          </ac:spMkLst>
        </pc:spChg>
        <pc:spChg chg="add">
          <ac:chgData name="Cristian Chilipirea" userId="34ab170da5908fc4" providerId="LiveId" clId="{7840C37D-FDDB-4314-A31E-446F31402874}" dt="2019-10-13T10:42:43.941" v="170"/>
          <ac:spMkLst>
            <pc:docMk/>
            <pc:sldMk cId="2685857901" sldId="503"/>
            <ac:spMk id="196" creationId="{97A7A224-053F-41A3-B72D-3059B84AE954}"/>
          </ac:spMkLst>
        </pc:spChg>
        <pc:spChg chg="add">
          <ac:chgData name="Cristian Chilipirea" userId="34ab170da5908fc4" providerId="LiveId" clId="{7840C37D-FDDB-4314-A31E-446F31402874}" dt="2019-10-13T10:42:43.941" v="170"/>
          <ac:spMkLst>
            <pc:docMk/>
            <pc:sldMk cId="2685857901" sldId="503"/>
            <ac:spMk id="197" creationId="{A6EA72A9-15FE-4246-B03B-965BA98A9EAD}"/>
          </ac:spMkLst>
        </pc:spChg>
        <pc:cxnChg chg="add del">
          <ac:chgData name="Cristian Chilipirea" userId="34ab170da5908fc4" providerId="LiveId" clId="{7840C37D-FDDB-4314-A31E-446F31402874}" dt="2019-10-13T10:42:43.909" v="169"/>
          <ac:cxnSpMkLst>
            <pc:docMk/>
            <pc:sldMk cId="2685857901" sldId="503"/>
            <ac:cxnSpMk id="18" creationId="{6941185D-4F11-4271-A4ED-CF230170680C}"/>
          </ac:cxnSpMkLst>
        </pc:cxnChg>
        <pc:cxnChg chg="add del">
          <ac:chgData name="Cristian Chilipirea" userId="34ab170da5908fc4" providerId="LiveId" clId="{7840C37D-FDDB-4314-A31E-446F31402874}" dt="2019-10-13T10:42:43.909" v="169"/>
          <ac:cxnSpMkLst>
            <pc:docMk/>
            <pc:sldMk cId="2685857901" sldId="503"/>
            <ac:cxnSpMk id="19" creationId="{DCACE4CC-8F76-4AC9-A45A-79E6C2C75F8D}"/>
          </ac:cxnSpMkLst>
        </pc:cxnChg>
        <pc:cxnChg chg="add del">
          <ac:chgData name="Cristian Chilipirea" userId="34ab170da5908fc4" providerId="LiveId" clId="{7840C37D-FDDB-4314-A31E-446F31402874}" dt="2019-10-13T10:42:43.909" v="169"/>
          <ac:cxnSpMkLst>
            <pc:docMk/>
            <pc:sldMk cId="2685857901" sldId="503"/>
            <ac:cxnSpMk id="20" creationId="{C8334E26-572E-45C2-B132-893DB5EF156A}"/>
          </ac:cxnSpMkLst>
        </pc:cxnChg>
        <pc:cxnChg chg="add del">
          <ac:chgData name="Cristian Chilipirea" userId="34ab170da5908fc4" providerId="LiveId" clId="{7840C37D-FDDB-4314-A31E-446F31402874}" dt="2019-10-13T10:42:43.909" v="169"/>
          <ac:cxnSpMkLst>
            <pc:docMk/>
            <pc:sldMk cId="2685857901" sldId="503"/>
            <ac:cxnSpMk id="21" creationId="{5C91B993-8400-421D-A04C-09CC2CB76AC7}"/>
          </ac:cxnSpMkLst>
        </pc:cxnChg>
        <pc:cxnChg chg="add del">
          <ac:chgData name="Cristian Chilipirea" userId="34ab170da5908fc4" providerId="LiveId" clId="{7840C37D-FDDB-4314-A31E-446F31402874}" dt="2019-10-13T10:42:43.909" v="169"/>
          <ac:cxnSpMkLst>
            <pc:docMk/>
            <pc:sldMk cId="2685857901" sldId="503"/>
            <ac:cxnSpMk id="22" creationId="{37968C8A-27AE-4055-81D0-49B7854AA118}"/>
          </ac:cxnSpMkLst>
        </pc:cxnChg>
        <pc:cxnChg chg="add del">
          <ac:chgData name="Cristian Chilipirea" userId="34ab170da5908fc4" providerId="LiveId" clId="{7840C37D-FDDB-4314-A31E-446F31402874}" dt="2019-10-13T10:42:43.909" v="169"/>
          <ac:cxnSpMkLst>
            <pc:docMk/>
            <pc:sldMk cId="2685857901" sldId="503"/>
            <ac:cxnSpMk id="23" creationId="{FE8042A5-583F-49F6-985C-539066161B1A}"/>
          </ac:cxnSpMkLst>
        </pc:cxnChg>
        <pc:cxnChg chg="add del">
          <ac:chgData name="Cristian Chilipirea" userId="34ab170da5908fc4" providerId="LiveId" clId="{7840C37D-FDDB-4314-A31E-446F31402874}" dt="2019-10-13T10:42:43.909" v="169"/>
          <ac:cxnSpMkLst>
            <pc:docMk/>
            <pc:sldMk cId="2685857901" sldId="503"/>
            <ac:cxnSpMk id="24" creationId="{3F2DA0A9-2FCF-441F-BA5F-B1317DFF49BF}"/>
          </ac:cxnSpMkLst>
        </pc:cxnChg>
        <pc:cxnChg chg="add del">
          <ac:chgData name="Cristian Chilipirea" userId="34ab170da5908fc4" providerId="LiveId" clId="{7840C37D-FDDB-4314-A31E-446F31402874}" dt="2019-10-13T10:42:43.909" v="169"/>
          <ac:cxnSpMkLst>
            <pc:docMk/>
            <pc:sldMk cId="2685857901" sldId="503"/>
            <ac:cxnSpMk id="25" creationId="{61DDC34E-1B9C-4B93-9346-32CD7EEC1FC5}"/>
          </ac:cxnSpMkLst>
        </pc:cxnChg>
        <pc:cxnChg chg="add del">
          <ac:chgData name="Cristian Chilipirea" userId="34ab170da5908fc4" providerId="LiveId" clId="{7840C37D-FDDB-4314-A31E-446F31402874}" dt="2019-10-13T10:42:43.909" v="169"/>
          <ac:cxnSpMkLst>
            <pc:docMk/>
            <pc:sldMk cId="2685857901" sldId="503"/>
            <ac:cxnSpMk id="26" creationId="{488728F8-4876-4CF3-A8F9-6E2FAB8B0EA0}"/>
          </ac:cxnSpMkLst>
        </pc:cxnChg>
        <pc:cxnChg chg="add del">
          <ac:chgData name="Cristian Chilipirea" userId="34ab170da5908fc4" providerId="LiveId" clId="{7840C37D-FDDB-4314-A31E-446F31402874}" dt="2019-10-13T10:42:43.909" v="169"/>
          <ac:cxnSpMkLst>
            <pc:docMk/>
            <pc:sldMk cId="2685857901" sldId="503"/>
            <ac:cxnSpMk id="27" creationId="{719967F8-98CD-46EE-8C63-3C8549F2C6A5}"/>
          </ac:cxnSpMkLst>
        </pc:cxnChg>
        <pc:cxnChg chg="add del">
          <ac:chgData name="Cristian Chilipirea" userId="34ab170da5908fc4" providerId="LiveId" clId="{7840C37D-FDDB-4314-A31E-446F31402874}" dt="2019-10-13T10:42:43.909" v="169"/>
          <ac:cxnSpMkLst>
            <pc:docMk/>
            <pc:sldMk cId="2685857901" sldId="503"/>
            <ac:cxnSpMk id="28" creationId="{D8D0B53C-2FA2-4F92-B75C-8FB87012F60C}"/>
          </ac:cxnSpMkLst>
        </pc:cxnChg>
        <pc:cxnChg chg="add del">
          <ac:chgData name="Cristian Chilipirea" userId="34ab170da5908fc4" providerId="LiveId" clId="{7840C37D-FDDB-4314-A31E-446F31402874}" dt="2019-10-13T10:42:43.909" v="169"/>
          <ac:cxnSpMkLst>
            <pc:docMk/>
            <pc:sldMk cId="2685857901" sldId="503"/>
            <ac:cxnSpMk id="29" creationId="{AC8BD9F7-A7F4-41EE-B383-FADA548CB3EB}"/>
          </ac:cxnSpMkLst>
        </pc:cxnChg>
        <pc:cxnChg chg="add del">
          <ac:chgData name="Cristian Chilipirea" userId="34ab170da5908fc4" providerId="LiveId" clId="{7840C37D-FDDB-4314-A31E-446F31402874}" dt="2019-10-13T10:42:43.909" v="169"/>
          <ac:cxnSpMkLst>
            <pc:docMk/>
            <pc:sldMk cId="2685857901" sldId="503"/>
            <ac:cxnSpMk id="30" creationId="{3B3305BC-2B96-46B7-A204-CDB90BCA9AD4}"/>
          </ac:cxnSpMkLst>
        </pc:cxnChg>
        <pc:cxnChg chg="add del">
          <ac:chgData name="Cristian Chilipirea" userId="34ab170da5908fc4" providerId="LiveId" clId="{7840C37D-FDDB-4314-A31E-446F31402874}" dt="2019-10-13T10:42:43.909" v="169"/>
          <ac:cxnSpMkLst>
            <pc:docMk/>
            <pc:sldMk cId="2685857901" sldId="503"/>
            <ac:cxnSpMk id="31" creationId="{F0581892-AA59-4353-86D0-B89FCA2441DC}"/>
          </ac:cxnSpMkLst>
        </pc:cxnChg>
        <pc:cxnChg chg="add del">
          <ac:chgData name="Cristian Chilipirea" userId="34ab170da5908fc4" providerId="LiveId" clId="{7840C37D-FDDB-4314-A31E-446F31402874}" dt="2019-10-13T10:42:43.909" v="169"/>
          <ac:cxnSpMkLst>
            <pc:docMk/>
            <pc:sldMk cId="2685857901" sldId="503"/>
            <ac:cxnSpMk id="32" creationId="{A11029DE-4A5A-4A0F-B5C2-23D8761A2E63}"/>
          </ac:cxnSpMkLst>
        </pc:cxnChg>
        <pc:cxnChg chg="add del">
          <ac:chgData name="Cristian Chilipirea" userId="34ab170da5908fc4" providerId="LiveId" clId="{7840C37D-FDDB-4314-A31E-446F31402874}" dt="2019-10-13T10:42:43.909" v="169"/>
          <ac:cxnSpMkLst>
            <pc:docMk/>
            <pc:sldMk cId="2685857901" sldId="503"/>
            <ac:cxnSpMk id="33" creationId="{3D4D39CB-C27A-4E80-8DE5-585109B14288}"/>
          </ac:cxnSpMkLst>
        </pc:cxnChg>
        <pc:cxnChg chg="add del">
          <ac:chgData name="Cristian Chilipirea" userId="34ab170da5908fc4" providerId="LiveId" clId="{7840C37D-FDDB-4314-A31E-446F31402874}" dt="2019-10-13T10:42:43.909" v="169"/>
          <ac:cxnSpMkLst>
            <pc:docMk/>
            <pc:sldMk cId="2685857901" sldId="503"/>
            <ac:cxnSpMk id="34" creationId="{C0BBACD8-03C5-4D7F-A1FF-54994382F043}"/>
          </ac:cxnSpMkLst>
        </pc:cxnChg>
        <pc:cxnChg chg="add del">
          <ac:chgData name="Cristian Chilipirea" userId="34ab170da5908fc4" providerId="LiveId" clId="{7840C37D-FDDB-4314-A31E-446F31402874}" dt="2019-10-13T10:42:43.909" v="169"/>
          <ac:cxnSpMkLst>
            <pc:docMk/>
            <pc:sldMk cId="2685857901" sldId="503"/>
            <ac:cxnSpMk id="35" creationId="{3FF3D809-1312-4212-90F9-09124D7695A9}"/>
          </ac:cxnSpMkLst>
        </pc:cxnChg>
        <pc:cxnChg chg="add del">
          <ac:chgData name="Cristian Chilipirea" userId="34ab170da5908fc4" providerId="LiveId" clId="{7840C37D-FDDB-4314-A31E-446F31402874}" dt="2019-10-13T10:42:43.909" v="169"/>
          <ac:cxnSpMkLst>
            <pc:docMk/>
            <pc:sldMk cId="2685857901" sldId="503"/>
            <ac:cxnSpMk id="36" creationId="{1A5879E0-CA77-4D8B-9A1D-8A3101920B9A}"/>
          </ac:cxnSpMkLst>
        </pc:cxnChg>
        <pc:cxnChg chg="add del">
          <ac:chgData name="Cristian Chilipirea" userId="34ab170da5908fc4" providerId="LiveId" clId="{7840C37D-FDDB-4314-A31E-446F31402874}" dt="2019-10-13T10:42:43.909" v="169"/>
          <ac:cxnSpMkLst>
            <pc:docMk/>
            <pc:sldMk cId="2685857901" sldId="503"/>
            <ac:cxnSpMk id="37" creationId="{5E0D3F2D-39E1-4300-8B75-2404A6FC704D}"/>
          </ac:cxnSpMkLst>
        </pc:cxnChg>
        <pc:cxnChg chg="add del">
          <ac:chgData name="Cristian Chilipirea" userId="34ab170da5908fc4" providerId="LiveId" clId="{7840C37D-FDDB-4314-A31E-446F31402874}" dt="2019-10-13T10:42:43.909" v="169"/>
          <ac:cxnSpMkLst>
            <pc:docMk/>
            <pc:sldMk cId="2685857901" sldId="503"/>
            <ac:cxnSpMk id="38" creationId="{935EE922-61D1-4C1C-BB92-56C1B37E7886}"/>
          </ac:cxnSpMkLst>
        </pc:cxnChg>
        <pc:cxnChg chg="add del">
          <ac:chgData name="Cristian Chilipirea" userId="34ab170da5908fc4" providerId="LiveId" clId="{7840C37D-FDDB-4314-A31E-446F31402874}" dt="2019-10-13T10:42:43.909" v="169"/>
          <ac:cxnSpMkLst>
            <pc:docMk/>
            <pc:sldMk cId="2685857901" sldId="503"/>
            <ac:cxnSpMk id="39" creationId="{26D34B13-272B-41F5-A418-E907126E6F82}"/>
          </ac:cxnSpMkLst>
        </pc:cxnChg>
        <pc:cxnChg chg="add del">
          <ac:chgData name="Cristian Chilipirea" userId="34ab170da5908fc4" providerId="LiveId" clId="{7840C37D-FDDB-4314-A31E-446F31402874}" dt="2019-10-13T10:42:43.909" v="169"/>
          <ac:cxnSpMkLst>
            <pc:docMk/>
            <pc:sldMk cId="2685857901" sldId="503"/>
            <ac:cxnSpMk id="40" creationId="{DB228459-F27B-4EFC-AF2B-335279E47A77}"/>
          </ac:cxnSpMkLst>
        </pc:cxnChg>
        <pc:cxnChg chg="add del">
          <ac:chgData name="Cristian Chilipirea" userId="34ab170da5908fc4" providerId="LiveId" clId="{7840C37D-FDDB-4314-A31E-446F31402874}" dt="2019-10-13T10:42:43.909" v="169"/>
          <ac:cxnSpMkLst>
            <pc:docMk/>
            <pc:sldMk cId="2685857901" sldId="503"/>
            <ac:cxnSpMk id="41" creationId="{35B7259B-6539-4837-B5F8-3266A603F163}"/>
          </ac:cxnSpMkLst>
        </pc:cxnChg>
        <pc:cxnChg chg="add del">
          <ac:chgData name="Cristian Chilipirea" userId="34ab170da5908fc4" providerId="LiveId" clId="{7840C37D-FDDB-4314-A31E-446F31402874}" dt="2019-10-13T10:42:43.909" v="169"/>
          <ac:cxnSpMkLst>
            <pc:docMk/>
            <pc:sldMk cId="2685857901" sldId="503"/>
            <ac:cxnSpMk id="42" creationId="{736FD250-6B2B-4754-AA09-DCF4D247DFAB}"/>
          </ac:cxnSpMkLst>
        </pc:cxnChg>
        <pc:cxnChg chg="add del">
          <ac:chgData name="Cristian Chilipirea" userId="34ab170da5908fc4" providerId="LiveId" clId="{7840C37D-FDDB-4314-A31E-446F31402874}" dt="2019-10-13T10:42:43.909" v="169"/>
          <ac:cxnSpMkLst>
            <pc:docMk/>
            <pc:sldMk cId="2685857901" sldId="503"/>
            <ac:cxnSpMk id="43" creationId="{AC83B5DD-118B-47D3-BFA3-291004CA1728}"/>
          </ac:cxnSpMkLst>
        </pc:cxnChg>
        <pc:cxnChg chg="add del">
          <ac:chgData name="Cristian Chilipirea" userId="34ab170da5908fc4" providerId="LiveId" clId="{7840C37D-FDDB-4314-A31E-446F31402874}" dt="2019-10-13T10:42:43.909" v="169"/>
          <ac:cxnSpMkLst>
            <pc:docMk/>
            <pc:sldMk cId="2685857901" sldId="503"/>
            <ac:cxnSpMk id="44" creationId="{D8585831-BB3C-4DE6-AEB9-0B5BDEAA744C}"/>
          </ac:cxnSpMkLst>
        </pc:cxnChg>
        <pc:cxnChg chg="add del">
          <ac:chgData name="Cristian Chilipirea" userId="34ab170da5908fc4" providerId="LiveId" clId="{7840C37D-FDDB-4314-A31E-446F31402874}" dt="2019-10-13T10:42:43.909" v="169"/>
          <ac:cxnSpMkLst>
            <pc:docMk/>
            <pc:sldMk cId="2685857901" sldId="503"/>
            <ac:cxnSpMk id="45" creationId="{513B5809-5529-4911-8D8D-C8B33AF17A00}"/>
          </ac:cxnSpMkLst>
        </pc:cxnChg>
        <pc:cxnChg chg="add del">
          <ac:chgData name="Cristian Chilipirea" userId="34ab170da5908fc4" providerId="LiveId" clId="{7840C37D-FDDB-4314-A31E-446F31402874}" dt="2019-10-13T10:42:43.909" v="169"/>
          <ac:cxnSpMkLst>
            <pc:docMk/>
            <pc:sldMk cId="2685857901" sldId="503"/>
            <ac:cxnSpMk id="46" creationId="{FD5AACF0-7175-4F78-884C-03440F492C5F}"/>
          </ac:cxnSpMkLst>
        </pc:cxnChg>
        <pc:cxnChg chg="add del">
          <ac:chgData name="Cristian Chilipirea" userId="34ab170da5908fc4" providerId="LiveId" clId="{7840C37D-FDDB-4314-A31E-446F31402874}" dt="2019-10-13T10:42:43.909" v="169"/>
          <ac:cxnSpMkLst>
            <pc:docMk/>
            <pc:sldMk cId="2685857901" sldId="503"/>
            <ac:cxnSpMk id="47" creationId="{E35069DC-4C3F-4567-B6D8-A2430BBB01F2}"/>
          </ac:cxnSpMkLst>
        </pc:cxnChg>
        <pc:cxnChg chg="add del">
          <ac:chgData name="Cristian Chilipirea" userId="34ab170da5908fc4" providerId="LiveId" clId="{7840C37D-FDDB-4314-A31E-446F31402874}" dt="2019-10-13T10:42:43.909" v="169"/>
          <ac:cxnSpMkLst>
            <pc:docMk/>
            <pc:sldMk cId="2685857901" sldId="503"/>
            <ac:cxnSpMk id="48" creationId="{77A60689-3546-463E-965B-C3C463F909E7}"/>
          </ac:cxnSpMkLst>
        </pc:cxnChg>
        <pc:cxnChg chg="add del">
          <ac:chgData name="Cristian Chilipirea" userId="34ab170da5908fc4" providerId="LiveId" clId="{7840C37D-FDDB-4314-A31E-446F31402874}" dt="2019-10-13T10:42:43.909" v="169"/>
          <ac:cxnSpMkLst>
            <pc:docMk/>
            <pc:sldMk cId="2685857901" sldId="503"/>
            <ac:cxnSpMk id="49" creationId="{63E1F03A-5705-4B8C-84C4-81E8CAC46C73}"/>
          </ac:cxnSpMkLst>
        </pc:cxnChg>
        <pc:cxnChg chg="add del">
          <ac:chgData name="Cristian Chilipirea" userId="34ab170da5908fc4" providerId="LiveId" clId="{7840C37D-FDDB-4314-A31E-446F31402874}" dt="2019-10-13T10:42:43.909" v="169"/>
          <ac:cxnSpMkLst>
            <pc:docMk/>
            <pc:sldMk cId="2685857901" sldId="503"/>
            <ac:cxnSpMk id="50" creationId="{E72CFA8E-3DE2-4E5B-BA0B-C0EE41052B3F}"/>
          </ac:cxnSpMkLst>
        </pc:cxnChg>
        <pc:cxnChg chg="add del">
          <ac:chgData name="Cristian Chilipirea" userId="34ab170da5908fc4" providerId="LiveId" clId="{7840C37D-FDDB-4314-A31E-446F31402874}" dt="2019-10-13T10:42:43.909" v="169"/>
          <ac:cxnSpMkLst>
            <pc:docMk/>
            <pc:sldMk cId="2685857901" sldId="503"/>
            <ac:cxnSpMk id="51" creationId="{88DC1791-A956-4F5A-9567-6080F3FF5B0D}"/>
          </ac:cxnSpMkLst>
        </pc:cxnChg>
        <pc:cxnChg chg="add del">
          <ac:chgData name="Cristian Chilipirea" userId="34ab170da5908fc4" providerId="LiveId" clId="{7840C37D-FDDB-4314-A31E-446F31402874}" dt="2019-10-13T10:42:43.909" v="169"/>
          <ac:cxnSpMkLst>
            <pc:docMk/>
            <pc:sldMk cId="2685857901" sldId="503"/>
            <ac:cxnSpMk id="52" creationId="{6138845A-35B5-436F-A911-1210D91C68F8}"/>
          </ac:cxnSpMkLst>
        </pc:cxnChg>
        <pc:cxnChg chg="add del">
          <ac:chgData name="Cristian Chilipirea" userId="34ab170da5908fc4" providerId="LiveId" clId="{7840C37D-FDDB-4314-A31E-446F31402874}" dt="2019-10-13T10:42:43.909" v="169"/>
          <ac:cxnSpMkLst>
            <pc:docMk/>
            <pc:sldMk cId="2685857901" sldId="503"/>
            <ac:cxnSpMk id="53" creationId="{7718309E-56F6-45D1-A09C-915E660788EC}"/>
          </ac:cxnSpMkLst>
        </pc:cxnChg>
        <pc:cxnChg chg="add del">
          <ac:chgData name="Cristian Chilipirea" userId="34ab170da5908fc4" providerId="LiveId" clId="{7840C37D-FDDB-4314-A31E-446F31402874}" dt="2019-10-13T10:42:43.909" v="169"/>
          <ac:cxnSpMkLst>
            <pc:docMk/>
            <pc:sldMk cId="2685857901" sldId="503"/>
            <ac:cxnSpMk id="54" creationId="{BA2C7519-9F60-40C3-9A1E-8CC34CC3AC20}"/>
          </ac:cxnSpMkLst>
        </pc:cxnChg>
        <pc:cxnChg chg="add del">
          <ac:chgData name="Cristian Chilipirea" userId="34ab170da5908fc4" providerId="LiveId" clId="{7840C37D-FDDB-4314-A31E-446F31402874}" dt="2019-10-13T10:42:43.909" v="169"/>
          <ac:cxnSpMkLst>
            <pc:docMk/>
            <pc:sldMk cId="2685857901" sldId="503"/>
            <ac:cxnSpMk id="74" creationId="{1C2BFB83-580D-4A69-8B92-EDC4C464B498}"/>
          </ac:cxnSpMkLst>
        </pc:cxnChg>
        <pc:cxnChg chg="add del">
          <ac:chgData name="Cristian Chilipirea" userId="34ab170da5908fc4" providerId="LiveId" clId="{7840C37D-FDDB-4314-A31E-446F31402874}" dt="2019-10-13T10:42:43.909" v="169"/>
          <ac:cxnSpMkLst>
            <pc:docMk/>
            <pc:sldMk cId="2685857901" sldId="503"/>
            <ac:cxnSpMk id="75" creationId="{2484C8B3-5B68-4479-98F5-98B920819E79}"/>
          </ac:cxnSpMkLst>
        </pc:cxnChg>
        <pc:cxnChg chg="add del">
          <ac:chgData name="Cristian Chilipirea" userId="34ab170da5908fc4" providerId="LiveId" clId="{7840C37D-FDDB-4314-A31E-446F31402874}" dt="2019-10-13T10:42:43.909" v="169"/>
          <ac:cxnSpMkLst>
            <pc:docMk/>
            <pc:sldMk cId="2685857901" sldId="503"/>
            <ac:cxnSpMk id="76" creationId="{8D321F15-F448-4B9B-8B7E-D263C0DE3E53}"/>
          </ac:cxnSpMkLst>
        </pc:cxnChg>
        <pc:cxnChg chg="add del">
          <ac:chgData name="Cristian Chilipirea" userId="34ab170da5908fc4" providerId="LiveId" clId="{7840C37D-FDDB-4314-A31E-446F31402874}" dt="2019-10-13T10:42:43.909" v="169"/>
          <ac:cxnSpMkLst>
            <pc:docMk/>
            <pc:sldMk cId="2685857901" sldId="503"/>
            <ac:cxnSpMk id="77" creationId="{37B7B2BD-E17B-42D3-B65E-3253AA62AD8C}"/>
          </ac:cxnSpMkLst>
        </pc:cxnChg>
        <pc:cxnChg chg="add del">
          <ac:chgData name="Cristian Chilipirea" userId="34ab170da5908fc4" providerId="LiveId" clId="{7840C37D-FDDB-4314-A31E-446F31402874}" dt="2019-10-13T10:42:43.909" v="169"/>
          <ac:cxnSpMkLst>
            <pc:docMk/>
            <pc:sldMk cId="2685857901" sldId="503"/>
            <ac:cxnSpMk id="78" creationId="{70CE5F4C-8E36-48E6-9D8D-47AE93CFC649}"/>
          </ac:cxnSpMkLst>
        </pc:cxnChg>
        <pc:cxnChg chg="add del">
          <ac:chgData name="Cristian Chilipirea" userId="34ab170da5908fc4" providerId="LiveId" clId="{7840C37D-FDDB-4314-A31E-446F31402874}" dt="2019-10-13T10:42:43.909" v="169"/>
          <ac:cxnSpMkLst>
            <pc:docMk/>
            <pc:sldMk cId="2685857901" sldId="503"/>
            <ac:cxnSpMk id="79" creationId="{C27AE595-B612-418E-A38B-B378E8742230}"/>
          </ac:cxnSpMkLst>
        </pc:cxnChg>
        <pc:cxnChg chg="add del">
          <ac:chgData name="Cristian Chilipirea" userId="34ab170da5908fc4" providerId="LiveId" clId="{7840C37D-FDDB-4314-A31E-446F31402874}" dt="2019-10-13T10:42:43.909" v="169"/>
          <ac:cxnSpMkLst>
            <pc:docMk/>
            <pc:sldMk cId="2685857901" sldId="503"/>
            <ac:cxnSpMk id="80" creationId="{9DF2F4E8-173C-414A-A622-2AF818420027}"/>
          </ac:cxnSpMkLst>
        </pc:cxnChg>
        <pc:cxnChg chg="add del">
          <ac:chgData name="Cristian Chilipirea" userId="34ab170da5908fc4" providerId="LiveId" clId="{7840C37D-FDDB-4314-A31E-446F31402874}" dt="2019-10-13T10:42:43.909" v="169"/>
          <ac:cxnSpMkLst>
            <pc:docMk/>
            <pc:sldMk cId="2685857901" sldId="503"/>
            <ac:cxnSpMk id="81" creationId="{AEC9B1F1-3560-4BE9-9F81-0B18ED35CF77}"/>
          </ac:cxnSpMkLst>
        </pc:cxnChg>
        <pc:cxnChg chg="add del">
          <ac:chgData name="Cristian Chilipirea" userId="34ab170da5908fc4" providerId="LiveId" clId="{7840C37D-FDDB-4314-A31E-446F31402874}" dt="2019-10-13T10:42:43.909" v="169"/>
          <ac:cxnSpMkLst>
            <pc:docMk/>
            <pc:sldMk cId="2685857901" sldId="503"/>
            <ac:cxnSpMk id="82" creationId="{DC531B3C-0557-4504-94F3-B45C3BC15353}"/>
          </ac:cxnSpMkLst>
        </pc:cxnChg>
        <pc:cxnChg chg="add del">
          <ac:chgData name="Cristian Chilipirea" userId="34ab170da5908fc4" providerId="LiveId" clId="{7840C37D-FDDB-4314-A31E-446F31402874}" dt="2019-10-13T10:42:43.909" v="169"/>
          <ac:cxnSpMkLst>
            <pc:docMk/>
            <pc:sldMk cId="2685857901" sldId="503"/>
            <ac:cxnSpMk id="83" creationId="{01104891-453D-42AC-A0D3-6C3EABAE3474}"/>
          </ac:cxnSpMkLst>
        </pc:cxnChg>
        <pc:cxnChg chg="add del">
          <ac:chgData name="Cristian Chilipirea" userId="34ab170da5908fc4" providerId="LiveId" clId="{7840C37D-FDDB-4314-A31E-446F31402874}" dt="2019-10-13T10:42:43.909" v="169"/>
          <ac:cxnSpMkLst>
            <pc:docMk/>
            <pc:sldMk cId="2685857901" sldId="503"/>
            <ac:cxnSpMk id="84" creationId="{2F708E58-A06A-44A6-8268-B383651977A0}"/>
          </ac:cxnSpMkLst>
        </pc:cxnChg>
        <pc:cxnChg chg="add del">
          <ac:chgData name="Cristian Chilipirea" userId="34ab170da5908fc4" providerId="LiveId" clId="{7840C37D-FDDB-4314-A31E-446F31402874}" dt="2019-10-13T10:42:43.909" v="169"/>
          <ac:cxnSpMkLst>
            <pc:docMk/>
            <pc:sldMk cId="2685857901" sldId="503"/>
            <ac:cxnSpMk id="85" creationId="{C7100EA0-3EB2-4965-B6B6-EF352040E548}"/>
          </ac:cxnSpMkLst>
        </pc:cxnChg>
        <pc:cxnChg chg="add del">
          <ac:chgData name="Cristian Chilipirea" userId="34ab170da5908fc4" providerId="LiveId" clId="{7840C37D-FDDB-4314-A31E-446F31402874}" dt="2019-10-13T10:42:43.909" v="169"/>
          <ac:cxnSpMkLst>
            <pc:docMk/>
            <pc:sldMk cId="2685857901" sldId="503"/>
            <ac:cxnSpMk id="86" creationId="{D3469892-DD73-453E-A8DA-02C9A07211AF}"/>
          </ac:cxnSpMkLst>
        </pc:cxnChg>
        <pc:cxnChg chg="add">
          <ac:chgData name="Cristian Chilipirea" userId="34ab170da5908fc4" providerId="LiveId" clId="{7840C37D-FDDB-4314-A31E-446F31402874}" dt="2019-10-13T10:42:43.941" v="170"/>
          <ac:cxnSpMkLst>
            <pc:docMk/>
            <pc:sldMk cId="2685857901" sldId="503"/>
            <ac:cxnSpMk id="115" creationId="{3083F452-AA26-4E38-B9A7-C7DE3B64DCBF}"/>
          </ac:cxnSpMkLst>
        </pc:cxnChg>
        <pc:cxnChg chg="add">
          <ac:chgData name="Cristian Chilipirea" userId="34ab170da5908fc4" providerId="LiveId" clId="{7840C37D-FDDB-4314-A31E-446F31402874}" dt="2019-10-13T10:42:43.941" v="170"/>
          <ac:cxnSpMkLst>
            <pc:docMk/>
            <pc:sldMk cId="2685857901" sldId="503"/>
            <ac:cxnSpMk id="116" creationId="{38A5995C-BEC9-4BAE-ACCB-22301D690CD6}"/>
          </ac:cxnSpMkLst>
        </pc:cxnChg>
        <pc:cxnChg chg="add">
          <ac:chgData name="Cristian Chilipirea" userId="34ab170da5908fc4" providerId="LiveId" clId="{7840C37D-FDDB-4314-A31E-446F31402874}" dt="2019-10-13T10:42:43.941" v="170"/>
          <ac:cxnSpMkLst>
            <pc:docMk/>
            <pc:sldMk cId="2685857901" sldId="503"/>
            <ac:cxnSpMk id="117" creationId="{AC0E5593-A3FB-425A-9FE8-910EBFB3A038}"/>
          </ac:cxnSpMkLst>
        </pc:cxnChg>
        <pc:cxnChg chg="add">
          <ac:chgData name="Cristian Chilipirea" userId="34ab170da5908fc4" providerId="LiveId" clId="{7840C37D-FDDB-4314-A31E-446F31402874}" dt="2019-10-13T10:42:43.941" v="170"/>
          <ac:cxnSpMkLst>
            <pc:docMk/>
            <pc:sldMk cId="2685857901" sldId="503"/>
            <ac:cxnSpMk id="118" creationId="{27AC9D71-EE49-4068-B3D2-99730B299FE1}"/>
          </ac:cxnSpMkLst>
        </pc:cxnChg>
        <pc:cxnChg chg="add">
          <ac:chgData name="Cristian Chilipirea" userId="34ab170da5908fc4" providerId="LiveId" clId="{7840C37D-FDDB-4314-A31E-446F31402874}" dt="2019-10-13T10:42:43.941" v="170"/>
          <ac:cxnSpMkLst>
            <pc:docMk/>
            <pc:sldMk cId="2685857901" sldId="503"/>
            <ac:cxnSpMk id="119" creationId="{C496C585-E141-46C8-ACF8-5E166FA88BBF}"/>
          </ac:cxnSpMkLst>
        </pc:cxnChg>
        <pc:cxnChg chg="add">
          <ac:chgData name="Cristian Chilipirea" userId="34ab170da5908fc4" providerId="LiveId" clId="{7840C37D-FDDB-4314-A31E-446F31402874}" dt="2019-10-13T10:42:43.941" v="170"/>
          <ac:cxnSpMkLst>
            <pc:docMk/>
            <pc:sldMk cId="2685857901" sldId="503"/>
            <ac:cxnSpMk id="120" creationId="{58E86F25-0541-42A1-8E2C-ECE68835955B}"/>
          </ac:cxnSpMkLst>
        </pc:cxnChg>
        <pc:cxnChg chg="add">
          <ac:chgData name="Cristian Chilipirea" userId="34ab170da5908fc4" providerId="LiveId" clId="{7840C37D-FDDB-4314-A31E-446F31402874}" dt="2019-10-13T10:42:43.941" v="170"/>
          <ac:cxnSpMkLst>
            <pc:docMk/>
            <pc:sldMk cId="2685857901" sldId="503"/>
            <ac:cxnSpMk id="121" creationId="{7EFA5347-B646-4915-8175-7A6BB78E5C17}"/>
          </ac:cxnSpMkLst>
        </pc:cxnChg>
        <pc:cxnChg chg="add">
          <ac:chgData name="Cristian Chilipirea" userId="34ab170da5908fc4" providerId="LiveId" clId="{7840C37D-FDDB-4314-A31E-446F31402874}" dt="2019-10-13T10:42:43.941" v="170"/>
          <ac:cxnSpMkLst>
            <pc:docMk/>
            <pc:sldMk cId="2685857901" sldId="503"/>
            <ac:cxnSpMk id="122" creationId="{CE9E3B45-C7B5-411E-AE67-E1C04A3B013B}"/>
          </ac:cxnSpMkLst>
        </pc:cxnChg>
        <pc:cxnChg chg="add">
          <ac:chgData name="Cristian Chilipirea" userId="34ab170da5908fc4" providerId="LiveId" clId="{7840C37D-FDDB-4314-A31E-446F31402874}" dt="2019-10-13T10:42:43.941" v="170"/>
          <ac:cxnSpMkLst>
            <pc:docMk/>
            <pc:sldMk cId="2685857901" sldId="503"/>
            <ac:cxnSpMk id="123" creationId="{6594C8A4-1183-4EBA-8E30-5F14DAC1323B}"/>
          </ac:cxnSpMkLst>
        </pc:cxnChg>
        <pc:cxnChg chg="add">
          <ac:chgData name="Cristian Chilipirea" userId="34ab170da5908fc4" providerId="LiveId" clId="{7840C37D-FDDB-4314-A31E-446F31402874}" dt="2019-10-13T10:42:43.941" v="170"/>
          <ac:cxnSpMkLst>
            <pc:docMk/>
            <pc:sldMk cId="2685857901" sldId="503"/>
            <ac:cxnSpMk id="124" creationId="{6B46D3BF-E902-483A-81DA-1973CD52C142}"/>
          </ac:cxnSpMkLst>
        </pc:cxnChg>
        <pc:cxnChg chg="add">
          <ac:chgData name="Cristian Chilipirea" userId="34ab170da5908fc4" providerId="LiveId" clId="{7840C37D-FDDB-4314-A31E-446F31402874}" dt="2019-10-13T10:42:43.941" v="170"/>
          <ac:cxnSpMkLst>
            <pc:docMk/>
            <pc:sldMk cId="2685857901" sldId="503"/>
            <ac:cxnSpMk id="125" creationId="{85137CFE-DDE9-491C-8A71-114838F9AF48}"/>
          </ac:cxnSpMkLst>
        </pc:cxnChg>
        <pc:cxnChg chg="add">
          <ac:chgData name="Cristian Chilipirea" userId="34ab170da5908fc4" providerId="LiveId" clId="{7840C37D-FDDB-4314-A31E-446F31402874}" dt="2019-10-13T10:42:43.941" v="170"/>
          <ac:cxnSpMkLst>
            <pc:docMk/>
            <pc:sldMk cId="2685857901" sldId="503"/>
            <ac:cxnSpMk id="126" creationId="{0FDBAC67-B465-4964-8C8B-22AB105CF7DE}"/>
          </ac:cxnSpMkLst>
        </pc:cxnChg>
        <pc:cxnChg chg="add">
          <ac:chgData name="Cristian Chilipirea" userId="34ab170da5908fc4" providerId="LiveId" clId="{7840C37D-FDDB-4314-A31E-446F31402874}" dt="2019-10-13T10:42:43.941" v="170"/>
          <ac:cxnSpMkLst>
            <pc:docMk/>
            <pc:sldMk cId="2685857901" sldId="503"/>
            <ac:cxnSpMk id="127" creationId="{0EFCD876-D448-4218-8233-BBD8E58A3A0B}"/>
          </ac:cxnSpMkLst>
        </pc:cxnChg>
        <pc:cxnChg chg="add">
          <ac:chgData name="Cristian Chilipirea" userId="34ab170da5908fc4" providerId="LiveId" clId="{7840C37D-FDDB-4314-A31E-446F31402874}" dt="2019-10-13T10:42:43.941" v="170"/>
          <ac:cxnSpMkLst>
            <pc:docMk/>
            <pc:sldMk cId="2685857901" sldId="503"/>
            <ac:cxnSpMk id="128" creationId="{A2CA2AE7-ED00-4511-BC81-AEF90F56E77C}"/>
          </ac:cxnSpMkLst>
        </pc:cxnChg>
        <pc:cxnChg chg="add">
          <ac:chgData name="Cristian Chilipirea" userId="34ab170da5908fc4" providerId="LiveId" clId="{7840C37D-FDDB-4314-A31E-446F31402874}" dt="2019-10-13T10:42:43.941" v="170"/>
          <ac:cxnSpMkLst>
            <pc:docMk/>
            <pc:sldMk cId="2685857901" sldId="503"/>
            <ac:cxnSpMk id="129" creationId="{E7D0CDE4-3E92-49A0-BBDC-7C3BC7C17CBD}"/>
          </ac:cxnSpMkLst>
        </pc:cxnChg>
        <pc:cxnChg chg="add">
          <ac:chgData name="Cristian Chilipirea" userId="34ab170da5908fc4" providerId="LiveId" clId="{7840C37D-FDDB-4314-A31E-446F31402874}" dt="2019-10-13T10:42:43.941" v="170"/>
          <ac:cxnSpMkLst>
            <pc:docMk/>
            <pc:sldMk cId="2685857901" sldId="503"/>
            <ac:cxnSpMk id="130" creationId="{33F8544C-5559-4C2C-81CB-66CE6875E829}"/>
          </ac:cxnSpMkLst>
        </pc:cxnChg>
        <pc:cxnChg chg="add">
          <ac:chgData name="Cristian Chilipirea" userId="34ab170da5908fc4" providerId="LiveId" clId="{7840C37D-FDDB-4314-A31E-446F31402874}" dt="2019-10-13T10:42:43.941" v="170"/>
          <ac:cxnSpMkLst>
            <pc:docMk/>
            <pc:sldMk cId="2685857901" sldId="503"/>
            <ac:cxnSpMk id="131" creationId="{3AA62F5D-DDE0-44D9-BA61-935276329897}"/>
          </ac:cxnSpMkLst>
        </pc:cxnChg>
        <pc:cxnChg chg="add">
          <ac:chgData name="Cristian Chilipirea" userId="34ab170da5908fc4" providerId="LiveId" clId="{7840C37D-FDDB-4314-A31E-446F31402874}" dt="2019-10-13T10:42:43.941" v="170"/>
          <ac:cxnSpMkLst>
            <pc:docMk/>
            <pc:sldMk cId="2685857901" sldId="503"/>
            <ac:cxnSpMk id="132" creationId="{C4A7C5B3-1082-4839-8CA8-952F02D2B38D}"/>
          </ac:cxnSpMkLst>
        </pc:cxnChg>
        <pc:cxnChg chg="add">
          <ac:chgData name="Cristian Chilipirea" userId="34ab170da5908fc4" providerId="LiveId" clId="{7840C37D-FDDB-4314-A31E-446F31402874}" dt="2019-10-13T10:42:43.941" v="170"/>
          <ac:cxnSpMkLst>
            <pc:docMk/>
            <pc:sldMk cId="2685857901" sldId="503"/>
            <ac:cxnSpMk id="133" creationId="{4CB4B0E7-7AD6-4711-861B-5655007221A3}"/>
          </ac:cxnSpMkLst>
        </pc:cxnChg>
        <pc:cxnChg chg="add">
          <ac:chgData name="Cristian Chilipirea" userId="34ab170da5908fc4" providerId="LiveId" clId="{7840C37D-FDDB-4314-A31E-446F31402874}" dt="2019-10-13T10:42:43.941" v="170"/>
          <ac:cxnSpMkLst>
            <pc:docMk/>
            <pc:sldMk cId="2685857901" sldId="503"/>
            <ac:cxnSpMk id="134" creationId="{FBC23479-7F10-4764-8A3F-9959C06C0ACD}"/>
          </ac:cxnSpMkLst>
        </pc:cxnChg>
        <pc:cxnChg chg="add">
          <ac:chgData name="Cristian Chilipirea" userId="34ab170da5908fc4" providerId="LiveId" clId="{7840C37D-FDDB-4314-A31E-446F31402874}" dt="2019-10-13T10:42:43.941" v="170"/>
          <ac:cxnSpMkLst>
            <pc:docMk/>
            <pc:sldMk cId="2685857901" sldId="503"/>
            <ac:cxnSpMk id="135" creationId="{6E8FB094-F557-4A4B-A222-D00005441DF3}"/>
          </ac:cxnSpMkLst>
        </pc:cxnChg>
        <pc:cxnChg chg="add">
          <ac:chgData name="Cristian Chilipirea" userId="34ab170da5908fc4" providerId="LiveId" clId="{7840C37D-FDDB-4314-A31E-446F31402874}" dt="2019-10-13T10:42:43.941" v="170"/>
          <ac:cxnSpMkLst>
            <pc:docMk/>
            <pc:sldMk cId="2685857901" sldId="503"/>
            <ac:cxnSpMk id="136" creationId="{5D870779-5B04-4FBC-9DAB-C16EF013F582}"/>
          </ac:cxnSpMkLst>
        </pc:cxnChg>
        <pc:cxnChg chg="add">
          <ac:chgData name="Cristian Chilipirea" userId="34ab170da5908fc4" providerId="LiveId" clId="{7840C37D-FDDB-4314-A31E-446F31402874}" dt="2019-10-13T10:42:43.941" v="170"/>
          <ac:cxnSpMkLst>
            <pc:docMk/>
            <pc:sldMk cId="2685857901" sldId="503"/>
            <ac:cxnSpMk id="137" creationId="{66A73E94-D2AD-4929-B845-A929228F5099}"/>
          </ac:cxnSpMkLst>
        </pc:cxnChg>
        <pc:cxnChg chg="add">
          <ac:chgData name="Cristian Chilipirea" userId="34ab170da5908fc4" providerId="LiveId" clId="{7840C37D-FDDB-4314-A31E-446F31402874}" dt="2019-10-13T10:42:43.941" v="170"/>
          <ac:cxnSpMkLst>
            <pc:docMk/>
            <pc:sldMk cId="2685857901" sldId="503"/>
            <ac:cxnSpMk id="138" creationId="{E35D28DC-34E0-4EA6-BC97-4B8C57403E07}"/>
          </ac:cxnSpMkLst>
        </pc:cxnChg>
        <pc:cxnChg chg="add">
          <ac:chgData name="Cristian Chilipirea" userId="34ab170da5908fc4" providerId="LiveId" clId="{7840C37D-FDDB-4314-A31E-446F31402874}" dt="2019-10-13T10:42:43.941" v="170"/>
          <ac:cxnSpMkLst>
            <pc:docMk/>
            <pc:sldMk cId="2685857901" sldId="503"/>
            <ac:cxnSpMk id="139" creationId="{0F267D22-562B-4061-8D32-1126E86259C9}"/>
          </ac:cxnSpMkLst>
        </pc:cxnChg>
        <pc:cxnChg chg="add">
          <ac:chgData name="Cristian Chilipirea" userId="34ab170da5908fc4" providerId="LiveId" clId="{7840C37D-FDDB-4314-A31E-446F31402874}" dt="2019-10-13T10:42:43.941" v="170"/>
          <ac:cxnSpMkLst>
            <pc:docMk/>
            <pc:sldMk cId="2685857901" sldId="503"/>
            <ac:cxnSpMk id="140" creationId="{B7A2B6BC-6086-43C6-8F7F-E12FDEA1C249}"/>
          </ac:cxnSpMkLst>
        </pc:cxnChg>
        <pc:cxnChg chg="add">
          <ac:chgData name="Cristian Chilipirea" userId="34ab170da5908fc4" providerId="LiveId" clId="{7840C37D-FDDB-4314-A31E-446F31402874}" dt="2019-10-13T10:42:43.941" v="170"/>
          <ac:cxnSpMkLst>
            <pc:docMk/>
            <pc:sldMk cId="2685857901" sldId="503"/>
            <ac:cxnSpMk id="141" creationId="{352C64C7-64C8-490E-8318-C325791F86D2}"/>
          </ac:cxnSpMkLst>
        </pc:cxnChg>
        <pc:cxnChg chg="add">
          <ac:chgData name="Cristian Chilipirea" userId="34ab170da5908fc4" providerId="LiveId" clId="{7840C37D-FDDB-4314-A31E-446F31402874}" dt="2019-10-13T10:42:43.941" v="170"/>
          <ac:cxnSpMkLst>
            <pc:docMk/>
            <pc:sldMk cId="2685857901" sldId="503"/>
            <ac:cxnSpMk id="142" creationId="{F4547B67-6713-4B8A-B158-8CA353BEDEA9}"/>
          </ac:cxnSpMkLst>
        </pc:cxnChg>
        <pc:cxnChg chg="add">
          <ac:chgData name="Cristian Chilipirea" userId="34ab170da5908fc4" providerId="LiveId" clId="{7840C37D-FDDB-4314-A31E-446F31402874}" dt="2019-10-13T10:42:43.941" v="170"/>
          <ac:cxnSpMkLst>
            <pc:docMk/>
            <pc:sldMk cId="2685857901" sldId="503"/>
            <ac:cxnSpMk id="143" creationId="{294DA0A3-D705-491C-8AD7-BD1F54C9868A}"/>
          </ac:cxnSpMkLst>
        </pc:cxnChg>
        <pc:cxnChg chg="add">
          <ac:chgData name="Cristian Chilipirea" userId="34ab170da5908fc4" providerId="LiveId" clId="{7840C37D-FDDB-4314-A31E-446F31402874}" dt="2019-10-13T10:42:43.941" v="170"/>
          <ac:cxnSpMkLst>
            <pc:docMk/>
            <pc:sldMk cId="2685857901" sldId="503"/>
            <ac:cxnSpMk id="144" creationId="{DA151F7D-7B06-443D-AA81-696693D2954D}"/>
          </ac:cxnSpMkLst>
        </pc:cxnChg>
        <pc:cxnChg chg="add">
          <ac:chgData name="Cristian Chilipirea" userId="34ab170da5908fc4" providerId="LiveId" clId="{7840C37D-FDDB-4314-A31E-446F31402874}" dt="2019-10-13T10:42:43.941" v="170"/>
          <ac:cxnSpMkLst>
            <pc:docMk/>
            <pc:sldMk cId="2685857901" sldId="503"/>
            <ac:cxnSpMk id="145" creationId="{EFBF1323-A2EF-46BB-B1F4-B825E404D125}"/>
          </ac:cxnSpMkLst>
        </pc:cxnChg>
        <pc:cxnChg chg="add">
          <ac:chgData name="Cristian Chilipirea" userId="34ab170da5908fc4" providerId="LiveId" clId="{7840C37D-FDDB-4314-A31E-446F31402874}" dt="2019-10-13T10:42:43.941" v="170"/>
          <ac:cxnSpMkLst>
            <pc:docMk/>
            <pc:sldMk cId="2685857901" sldId="503"/>
            <ac:cxnSpMk id="146" creationId="{D57A8CE5-5098-4A89-999F-DB70E3DCBDA7}"/>
          </ac:cxnSpMkLst>
        </pc:cxnChg>
        <pc:cxnChg chg="add">
          <ac:chgData name="Cristian Chilipirea" userId="34ab170da5908fc4" providerId="LiveId" clId="{7840C37D-FDDB-4314-A31E-446F31402874}" dt="2019-10-13T10:42:43.941" v="170"/>
          <ac:cxnSpMkLst>
            <pc:docMk/>
            <pc:sldMk cId="2685857901" sldId="503"/>
            <ac:cxnSpMk id="147" creationId="{B7082FC0-1DC4-4FEC-8D07-F7DA38B4F792}"/>
          </ac:cxnSpMkLst>
        </pc:cxnChg>
        <pc:cxnChg chg="add">
          <ac:chgData name="Cristian Chilipirea" userId="34ab170da5908fc4" providerId="LiveId" clId="{7840C37D-FDDB-4314-A31E-446F31402874}" dt="2019-10-13T10:42:43.941" v="170"/>
          <ac:cxnSpMkLst>
            <pc:docMk/>
            <pc:sldMk cId="2685857901" sldId="503"/>
            <ac:cxnSpMk id="148" creationId="{F5F01360-AA74-40D9-832E-704A943C0C32}"/>
          </ac:cxnSpMkLst>
        </pc:cxnChg>
        <pc:cxnChg chg="add">
          <ac:chgData name="Cristian Chilipirea" userId="34ab170da5908fc4" providerId="LiveId" clId="{7840C37D-FDDB-4314-A31E-446F31402874}" dt="2019-10-13T10:42:43.941" v="170"/>
          <ac:cxnSpMkLst>
            <pc:docMk/>
            <pc:sldMk cId="2685857901" sldId="503"/>
            <ac:cxnSpMk id="149" creationId="{7AA82F90-BB47-43BD-B857-E6D80DB5B9DA}"/>
          </ac:cxnSpMkLst>
        </pc:cxnChg>
        <pc:cxnChg chg="add">
          <ac:chgData name="Cristian Chilipirea" userId="34ab170da5908fc4" providerId="LiveId" clId="{7840C37D-FDDB-4314-A31E-446F31402874}" dt="2019-10-13T10:42:43.941" v="170"/>
          <ac:cxnSpMkLst>
            <pc:docMk/>
            <pc:sldMk cId="2685857901" sldId="503"/>
            <ac:cxnSpMk id="150" creationId="{5107414E-F953-47BB-A846-6AC01DCF00BE}"/>
          </ac:cxnSpMkLst>
        </pc:cxnChg>
        <pc:cxnChg chg="add">
          <ac:chgData name="Cristian Chilipirea" userId="34ab170da5908fc4" providerId="LiveId" clId="{7840C37D-FDDB-4314-A31E-446F31402874}" dt="2019-10-13T10:42:43.941" v="170"/>
          <ac:cxnSpMkLst>
            <pc:docMk/>
            <pc:sldMk cId="2685857901" sldId="503"/>
            <ac:cxnSpMk id="151" creationId="{270FE286-2246-4C48-A3D1-5AE08ED70AC0}"/>
          </ac:cxnSpMkLst>
        </pc:cxnChg>
        <pc:cxnChg chg="add">
          <ac:chgData name="Cristian Chilipirea" userId="34ab170da5908fc4" providerId="LiveId" clId="{7840C37D-FDDB-4314-A31E-446F31402874}" dt="2019-10-13T10:42:43.941" v="170"/>
          <ac:cxnSpMkLst>
            <pc:docMk/>
            <pc:sldMk cId="2685857901" sldId="503"/>
            <ac:cxnSpMk id="171" creationId="{667E0D63-8F8C-483F-87F0-E13D570DEEC4}"/>
          </ac:cxnSpMkLst>
        </pc:cxnChg>
        <pc:cxnChg chg="add">
          <ac:chgData name="Cristian Chilipirea" userId="34ab170da5908fc4" providerId="LiveId" clId="{7840C37D-FDDB-4314-A31E-446F31402874}" dt="2019-10-13T10:42:43.941" v="170"/>
          <ac:cxnSpMkLst>
            <pc:docMk/>
            <pc:sldMk cId="2685857901" sldId="503"/>
            <ac:cxnSpMk id="172" creationId="{86499E4A-48D2-4AEA-92C5-56E489A6BE06}"/>
          </ac:cxnSpMkLst>
        </pc:cxnChg>
        <pc:cxnChg chg="add">
          <ac:chgData name="Cristian Chilipirea" userId="34ab170da5908fc4" providerId="LiveId" clId="{7840C37D-FDDB-4314-A31E-446F31402874}" dt="2019-10-13T10:42:43.941" v="170"/>
          <ac:cxnSpMkLst>
            <pc:docMk/>
            <pc:sldMk cId="2685857901" sldId="503"/>
            <ac:cxnSpMk id="173" creationId="{16D014E5-C31D-4C94-AF63-7772A54F707A}"/>
          </ac:cxnSpMkLst>
        </pc:cxnChg>
        <pc:cxnChg chg="add">
          <ac:chgData name="Cristian Chilipirea" userId="34ab170da5908fc4" providerId="LiveId" clId="{7840C37D-FDDB-4314-A31E-446F31402874}" dt="2019-10-13T10:42:43.941" v="170"/>
          <ac:cxnSpMkLst>
            <pc:docMk/>
            <pc:sldMk cId="2685857901" sldId="503"/>
            <ac:cxnSpMk id="174" creationId="{0BF5DC5A-4506-4EBF-B24E-C1762D43B8BA}"/>
          </ac:cxnSpMkLst>
        </pc:cxnChg>
        <pc:cxnChg chg="add">
          <ac:chgData name="Cristian Chilipirea" userId="34ab170da5908fc4" providerId="LiveId" clId="{7840C37D-FDDB-4314-A31E-446F31402874}" dt="2019-10-13T10:42:43.941" v="170"/>
          <ac:cxnSpMkLst>
            <pc:docMk/>
            <pc:sldMk cId="2685857901" sldId="503"/>
            <ac:cxnSpMk id="175" creationId="{09AB7AC8-21CA-473F-BB26-3F7F83111519}"/>
          </ac:cxnSpMkLst>
        </pc:cxnChg>
        <pc:cxnChg chg="add">
          <ac:chgData name="Cristian Chilipirea" userId="34ab170da5908fc4" providerId="LiveId" clId="{7840C37D-FDDB-4314-A31E-446F31402874}" dt="2019-10-13T10:42:43.941" v="170"/>
          <ac:cxnSpMkLst>
            <pc:docMk/>
            <pc:sldMk cId="2685857901" sldId="503"/>
            <ac:cxnSpMk id="176" creationId="{FC706097-A419-49FC-A590-0C4B38DEDA19}"/>
          </ac:cxnSpMkLst>
        </pc:cxnChg>
        <pc:cxnChg chg="add">
          <ac:chgData name="Cristian Chilipirea" userId="34ab170da5908fc4" providerId="LiveId" clId="{7840C37D-FDDB-4314-A31E-446F31402874}" dt="2019-10-13T10:42:43.941" v="170"/>
          <ac:cxnSpMkLst>
            <pc:docMk/>
            <pc:sldMk cId="2685857901" sldId="503"/>
            <ac:cxnSpMk id="177" creationId="{29BFAEB4-5296-48D4-9C5C-EF80F783DEDF}"/>
          </ac:cxnSpMkLst>
        </pc:cxnChg>
        <pc:cxnChg chg="add">
          <ac:chgData name="Cristian Chilipirea" userId="34ab170da5908fc4" providerId="LiveId" clId="{7840C37D-FDDB-4314-A31E-446F31402874}" dt="2019-10-13T10:42:43.941" v="170"/>
          <ac:cxnSpMkLst>
            <pc:docMk/>
            <pc:sldMk cId="2685857901" sldId="503"/>
            <ac:cxnSpMk id="178" creationId="{F30AD678-7A0E-4ED6-B348-3FBF3C832B31}"/>
          </ac:cxnSpMkLst>
        </pc:cxnChg>
        <pc:cxnChg chg="add">
          <ac:chgData name="Cristian Chilipirea" userId="34ab170da5908fc4" providerId="LiveId" clId="{7840C37D-FDDB-4314-A31E-446F31402874}" dt="2019-10-13T10:42:43.941" v="170"/>
          <ac:cxnSpMkLst>
            <pc:docMk/>
            <pc:sldMk cId="2685857901" sldId="503"/>
            <ac:cxnSpMk id="179" creationId="{DA9625EB-AE92-4348-BAEB-6760744FC0E1}"/>
          </ac:cxnSpMkLst>
        </pc:cxnChg>
        <pc:cxnChg chg="add">
          <ac:chgData name="Cristian Chilipirea" userId="34ab170da5908fc4" providerId="LiveId" clId="{7840C37D-FDDB-4314-A31E-446F31402874}" dt="2019-10-13T10:42:43.941" v="170"/>
          <ac:cxnSpMkLst>
            <pc:docMk/>
            <pc:sldMk cId="2685857901" sldId="503"/>
            <ac:cxnSpMk id="180" creationId="{0A9071F1-C4DA-4D94-9FB8-F5865AE737D4}"/>
          </ac:cxnSpMkLst>
        </pc:cxnChg>
        <pc:cxnChg chg="add">
          <ac:chgData name="Cristian Chilipirea" userId="34ab170da5908fc4" providerId="LiveId" clId="{7840C37D-FDDB-4314-A31E-446F31402874}" dt="2019-10-13T10:42:43.941" v="170"/>
          <ac:cxnSpMkLst>
            <pc:docMk/>
            <pc:sldMk cId="2685857901" sldId="503"/>
            <ac:cxnSpMk id="181" creationId="{017324D1-14D9-4355-9E09-88BD68A499CF}"/>
          </ac:cxnSpMkLst>
        </pc:cxnChg>
        <pc:cxnChg chg="add">
          <ac:chgData name="Cristian Chilipirea" userId="34ab170da5908fc4" providerId="LiveId" clId="{7840C37D-FDDB-4314-A31E-446F31402874}" dt="2019-10-13T10:42:43.941" v="170"/>
          <ac:cxnSpMkLst>
            <pc:docMk/>
            <pc:sldMk cId="2685857901" sldId="503"/>
            <ac:cxnSpMk id="182" creationId="{AAFBF521-47D5-4CA4-BE50-3D095EC79DE7}"/>
          </ac:cxnSpMkLst>
        </pc:cxnChg>
        <pc:cxnChg chg="add">
          <ac:chgData name="Cristian Chilipirea" userId="34ab170da5908fc4" providerId="LiveId" clId="{7840C37D-FDDB-4314-A31E-446F31402874}" dt="2019-10-13T10:42:43.941" v="170"/>
          <ac:cxnSpMkLst>
            <pc:docMk/>
            <pc:sldMk cId="2685857901" sldId="503"/>
            <ac:cxnSpMk id="183" creationId="{20F2484D-719F-4E8D-B78A-F3227E48F4F6}"/>
          </ac:cxnSpMkLst>
        </pc:cxnChg>
      </pc:sldChg>
      <pc:sldChg chg="addSp delSp modSp add modAnim">
        <pc:chgData name="Cristian Chilipirea" userId="34ab170da5908fc4" providerId="LiveId" clId="{7840C37D-FDDB-4314-A31E-446F31402874}" dt="2019-10-13T10:42:58.398" v="177" actId="1076"/>
        <pc:sldMkLst>
          <pc:docMk/>
          <pc:sldMk cId="495438960" sldId="504"/>
        </pc:sldMkLst>
        <pc:spChg chg="mod">
          <ac:chgData name="Cristian Chilipirea" userId="34ab170da5908fc4" providerId="LiveId" clId="{7840C37D-FDDB-4314-A31E-446F31402874}" dt="2019-10-13T10:42:50.207" v="172"/>
          <ac:spMkLst>
            <pc:docMk/>
            <pc:sldMk cId="495438960" sldId="504"/>
            <ac:spMk id="2" creationId="{358F1F3B-A619-47BF-9564-AFDB2CC63D2D}"/>
          </ac:spMkLst>
        </pc:spChg>
        <pc:spChg chg="del">
          <ac:chgData name="Cristian Chilipirea" userId="34ab170da5908fc4" providerId="LiveId" clId="{7840C37D-FDDB-4314-A31E-446F31402874}" dt="2019-10-13T10:42:51.502" v="173" actId="478"/>
          <ac:spMkLst>
            <pc:docMk/>
            <pc:sldMk cId="495438960" sldId="504"/>
            <ac:spMk id="3" creationId="{E4C64999-E768-4831-8F39-9B0858ABDF05}"/>
          </ac:spMkLst>
        </pc:spChg>
        <pc:spChg chg="add del">
          <ac:chgData name="Cristian Chilipirea" userId="34ab170da5908fc4" providerId="LiveId" clId="{7840C37D-FDDB-4314-A31E-446F31402874}" dt="2019-10-13T10:42:56.563" v="175"/>
          <ac:spMkLst>
            <pc:docMk/>
            <pc:sldMk cId="495438960" sldId="504"/>
            <ac:spMk id="4" creationId="{84259C86-2DE2-4240-99CF-BC1759101506}"/>
          </ac:spMkLst>
        </pc:spChg>
        <pc:spChg chg="add del">
          <ac:chgData name="Cristian Chilipirea" userId="34ab170da5908fc4" providerId="LiveId" clId="{7840C37D-FDDB-4314-A31E-446F31402874}" dt="2019-10-13T10:42:56.563" v="175"/>
          <ac:spMkLst>
            <pc:docMk/>
            <pc:sldMk cId="495438960" sldId="504"/>
            <ac:spMk id="5" creationId="{3902CBD5-8FB7-494F-A4ED-1224FFB5A404}"/>
          </ac:spMkLst>
        </pc:spChg>
        <pc:spChg chg="add del">
          <ac:chgData name="Cristian Chilipirea" userId="34ab170da5908fc4" providerId="LiveId" clId="{7840C37D-FDDB-4314-A31E-446F31402874}" dt="2019-10-13T10:42:56.563" v="175"/>
          <ac:spMkLst>
            <pc:docMk/>
            <pc:sldMk cId="495438960" sldId="504"/>
            <ac:spMk id="29" creationId="{D8BCFCDF-CFC3-4992-8F6B-CCAF6DDCE6E3}"/>
          </ac:spMkLst>
        </pc:spChg>
        <pc:spChg chg="add del">
          <ac:chgData name="Cristian Chilipirea" userId="34ab170da5908fc4" providerId="LiveId" clId="{7840C37D-FDDB-4314-A31E-446F31402874}" dt="2019-10-13T10:42:56.563" v="175"/>
          <ac:spMkLst>
            <pc:docMk/>
            <pc:sldMk cId="495438960" sldId="504"/>
            <ac:spMk id="30" creationId="{0615CC7B-A335-4380-ADD6-BFBA4F75232B}"/>
          </ac:spMkLst>
        </pc:spChg>
        <pc:spChg chg="add del">
          <ac:chgData name="Cristian Chilipirea" userId="34ab170da5908fc4" providerId="LiveId" clId="{7840C37D-FDDB-4314-A31E-446F31402874}" dt="2019-10-13T10:42:56.563" v="175"/>
          <ac:spMkLst>
            <pc:docMk/>
            <pc:sldMk cId="495438960" sldId="504"/>
            <ac:spMk id="31" creationId="{2BE6B0D6-ADE8-434E-8D2E-137C3C9B6A94}"/>
          </ac:spMkLst>
        </pc:spChg>
        <pc:spChg chg="add del">
          <ac:chgData name="Cristian Chilipirea" userId="34ab170da5908fc4" providerId="LiveId" clId="{7840C37D-FDDB-4314-A31E-446F31402874}" dt="2019-10-13T10:42:56.563" v="175"/>
          <ac:spMkLst>
            <pc:docMk/>
            <pc:sldMk cId="495438960" sldId="504"/>
            <ac:spMk id="32" creationId="{7AD0C373-E8F7-43DE-ADC3-0F88FF861CBF}"/>
          </ac:spMkLst>
        </pc:spChg>
        <pc:spChg chg="add del">
          <ac:chgData name="Cristian Chilipirea" userId="34ab170da5908fc4" providerId="LiveId" clId="{7840C37D-FDDB-4314-A31E-446F31402874}" dt="2019-10-13T10:42:56.563" v="175"/>
          <ac:spMkLst>
            <pc:docMk/>
            <pc:sldMk cId="495438960" sldId="504"/>
            <ac:spMk id="33" creationId="{3D348788-B9DC-48BC-AD16-2E525ABEAF80}"/>
          </ac:spMkLst>
        </pc:spChg>
        <pc:spChg chg="add del">
          <ac:chgData name="Cristian Chilipirea" userId="34ab170da5908fc4" providerId="LiveId" clId="{7840C37D-FDDB-4314-A31E-446F31402874}" dt="2019-10-13T10:42:56.563" v="175"/>
          <ac:spMkLst>
            <pc:docMk/>
            <pc:sldMk cId="495438960" sldId="504"/>
            <ac:spMk id="34" creationId="{A08D2BB6-D1F1-4B10-BEEC-2FFE8441F3EF}"/>
          </ac:spMkLst>
        </pc:spChg>
        <pc:spChg chg="add del">
          <ac:chgData name="Cristian Chilipirea" userId="34ab170da5908fc4" providerId="LiveId" clId="{7840C37D-FDDB-4314-A31E-446F31402874}" dt="2019-10-13T10:42:56.563" v="175"/>
          <ac:spMkLst>
            <pc:docMk/>
            <pc:sldMk cId="495438960" sldId="504"/>
            <ac:spMk id="35" creationId="{376FAACC-E85F-4009-B015-AD12A80180E3}"/>
          </ac:spMkLst>
        </pc:spChg>
        <pc:spChg chg="add del">
          <ac:chgData name="Cristian Chilipirea" userId="34ab170da5908fc4" providerId="LiveId" clId="{7840C37D-FDDB-4314-A31E-446F31402874}" dt="2019-10-13T10:42:56.563" v="175"/>
          <ac:spMkLst>
            <pc:docMk/>
            <pc:sldMk cId="495438960" sldId="504"/>
            <ac:spMk id="36" creationId="{FAC77F1C-C039-49BE-B144-BE0CE9679476}"/>
          </ac:spMkLst>
        </pc:spChg>
        <pc:spChg chg="add del">
          <ac:chgData name="Cristian Chilipirea" userId="34ab170da5908fc4" providerId="LiveId" clId="{7840C37D-FDDB-4314-A31E-446F31402874}" dt="2019-10-13T10:42:56.563" v="175"/>
          <ac:spMkLst>
            <pc:docMk/>
            <pc:sldMk cId="495438960" sldId="504"/>
            <ac:spMk id="37" creationId="{8FDF9473-14E2-4EA3-B2AE-60124AE17404}"/>
          </ac:spMkLst>
        </pc:spChg>
        <pc:spChg chg="add del">
          <ac:chgData name="Cristian Chilipirea" userId="34ab170da5908fc4" providerId="LiveId" clId="{7840C37D-FDDB-4314-A31E-446F31402874}" dt="2019-10-13T10:42:56.563" v="175"/>
          <ac:spMkLst>
            <pc:docMk/>
            <pc:sldMk cId="495438960" sldId="504"/>
            <ac:spMk id="38" creationId="{36FE3B0A-11E2-49C5-B81A-FA70C745A9DA}"/>
          </ac:spMkLst>
        </pc:spChg>
        <pc:spChg chg="add del">
          <ac:chgData name="Cristian Chilipirea" userId="34ab170da5908fc4" providerId="LiveId" clId="{7840C37D-FDDB-4314-A31E-446F31402874}" dt="2019-10-13T10:42:56.563" v="175"/>
          <ac:spMkLst>
            <pc:docMk/>
            <pc:sldMk cId="495438960" sldId="504"/>
            <ac:spMk id="39" creationId="{3272CAAD-B00E-4C00-8004-64CB38ED9F8C}"/>
          </ac:spMkLst>
        </pc:spChg>
        <pc:spChg chg="add del">
          <ac:chgData name="Cristian Chilipirea" userId="34ab170da5908fc4" providerId="LiveId" clId="{7840C37D-FDDB-4314-A31E-446F31402874}" dt="2019-10-13T10:42:56.563" v="175"/>
          <ac:spMkLst>
            <pc:docMk/>
            <pc:sldMk cId="495438960" sldId="504"/>
            <ac:spMk id="40" creationId="{45C8E9D2-FB94-4BE2-84B6-53DE941A0727}"/>
          </ac:spMkLst>
        </pc:spChg>
        <pc:spChg chg="add del">
          <ac:chgData name="Cristian Chilipirea" userId="34ab170da5908fc4" providerId="LiveId" clId="{7840C37D-FDDB-4314-A31E-446F31402874}" dt="2019-10-13T10:42:56.563" v="175"/>
          <ac:spMkLst>
            <pc:docMk/>
            <pc:sldMk cId="495438960" sldId="504"/>
            <ac:spMk id="41" creationId="{65588C56-23B5-43C6-B98B-E65C8C295718}"/>
          </ac:spMkLst>
        </pc:spChg>
        <pc:spChg chg="add del">
          <ac:chgData name="Cristian Chilipirea" userId="34ab170da5908fc4" providerId="LiveId" clId="{7840C37D-FDDB-4314-A31E-446F31402874}" dt="2019-10-13T10:42:56.563" v="175"/>
          <ac:spMkLst>
            <pc:docMk/>
            <pc:sldMk cId="495438960" sldId="504"/>
            <ac:spMk id="42" creationId="{D12CAB50-D3CA-4224-80AA-AEF137DF3D97}"/>
          </ac:spMkLst>
        </pc:spChg>
        <pc:spChg chg="add del">
          <ac:chgData name="Cristian Chilipirea" userId="34ab170da5908fc4" providerId="LiveId" clId="{7840C37D-FDDB-4314-A31E-446F31402874}" dt="2019-10-13T10:42:56.563" v="175"/>
          <ac:spMkLst>
            <pc:docMk/>
            <pc:sldMk cId="495438960" sldId="504"/>
            <ac:spMk id="43" creationId="{FFDD6F4A-8BD7-4088-A446-030A095F144A}"/>
          </ac:spMkLst>
        </pc:spChg>
        <pc:spChg chg="add del">
          <ac:chgData name="Cristian Chilipirea" userId="34ab170da5908fc4" providerId="LiveId" clId="{7840C37D-FDDB-4314-A31E-446F31402874}" dt="2019-10-13T10:42:56.563" v="175"/>
          <ac:spMkLst>
            <pc:docMk/>
            <pc:sldMk cId="495438960" sldId="504"/>
            <ac:spMk id="44" creationId="{6B50A758-903F-4B51-9273-5FDE3258E168}"/>
          </ac:spMkLst>
        </pc:spChg>
        <pc:spChg chg="add del">
          <ac:chgData name="Cristian Chilipirea" userId="34ab170da5908fc4" providerId="LiveId" clId="{7840C37D-FDDB-4314-A31E-446F31402874}" dt="2019-10-13T10:42:56.563" v="175"/>
          <ac:spMkLst>
            <pc:docMk/>
            <pc:sldMk cId="495438960" sldId="504"/>
            <ac:spMk id="45" creationId="{A6D42512-9FE5-4D47-B015-0E712874BFA1}"/>
          </ac:spMkLst>
        </pc:spChg>
        <pc:spChg chg="add del">
          <ac:chgData name="Cristian Chilipirea" userId="34ab170da5908fc4" providerId="LiveId" clId="{7840C37D-FDDB-4314-A31E-446F31402874}" dt="2019-10-13T10:42:56.563" v="175"/>
          <ac:spMkLst>
            <pc:docMk/>
            <pc:sldMk cId="495438960" sldId="504"/>
            <ac:spMk id="46" creationId="{E291F93C-753A-4954-92EB-2C6A4C2DAF19}"/>
          </ac:spMkLst>
        </pc:spChg>
        <pc:spChg chg="add del">
          <ac:chgData name="Cristian Chilipirea" userId="34ab170da5908fc4" providerId="LiveId" clId="{7840C37D-FDDB-4314-A31E-446F31402874}" dt="2019-10-13T10:42:56.563" v="175"/>
          <ac:spMkLst>
            <pc:docMk/>
            <pc:sldMk cId="495438960" sldId="504"/>
            <ac:spMk id="47" creationId="{289EDDD7-22C7-4A6F-A061-C66364FC1A20}"/>
          </ac:spMkLst>
        </pc:spChg>
        <pc:spChg chg="add del">
          <ac:chgData name="Cristian Chilipirea" userId="34ab170da5908fc4" providerId="LiveId" clId="{7840C37D-FDDB-4314-A31E-446F31402874}" dt="2019-10-13T10:42:56.563" v="175"/>
          <ac:spMkLst>
            <pc:docMk/>
            <pc:sldMk cId="495438960" sldId="504"/>
            <ac:spMk id="48" creationId="{81E7AC71-0762-4A6E-9435-D5136FE82D62}"/>
          </ac:spMkLst>
        </pc:spChg>
        <pc:spChg chg="add del">
          <ac:chgData name="Cristian Chilipirea" userId="34ab170da5908fc4" providerId="LiveId" clId="{7840C37D-FDDB-4314-A31E-446F31402874}" dt="2019-10-13T10:42:56.563" v="175"/>
          <ac:spMkLst>
            <pc:docMk/>
            <pc:sldMk cId="495438960" sldId="504"/>
            <ac:spMk id="49" creationId="{2B6AB412-34F3-4636-8782-9CF047CA899F}"/>
          </ac:spMkLst>
        </pc:spChg>
        <pc:spChg chg="add del">
          <ac:chgData name="Cristian Chilipirea" userId="34ab170da5908fc4" providerId="LiveId" clId="{7840C37D-FDDB-4314-A31E-446F31402874}" dt="2019-10-13T10:42:56.563" v="175"/>
          <ac:spMkLst>
            <pc:docMk/>
            <pc:sldMk cId="495438960" sldId="504"/>
            <ac:spMk id="50" creationId="{FC7B9089-819A-4C3F-8176-DBF3E206AD30}"/>
          </ac:spMkLst>
        </pc:spChg>
        <pc:spChg chg="add del">
          <ac:chgData name="Cristian Chilipirea" userId="34ab170da5908fc4" providerId="LiveId" clId="{7840C37D-FDDB-4314-A31E-446F31402874}" dt="2019-10-13T10:42:56.563" v="175"/>
          <ac:spMkLst>
            <pc:docMk/>
            <pc:sldMk cId="495438960" sldId="504"/>
            <ac:spMk id="51" creationId="{C8CF72EE-427F-4232-967B-E39230C5348B}"/>
          </ac:spMkLst>
        </pc:spChg>
        <pc:spChg chg="add del">
          <ac:chgData name="Cristian Chilipirea" userId="34ab170da5908fc4" providerId="LiveId" clId="{7840C37D-FDDB-4314-A31E-446F31402874}" dt="2019-10-13T10:42:56.563" v="175"/>
          <ac:spMkLst>
            <pc:docMk/>
            <pc:sldMk cId="495438960" sldId="504"/>
            <ac:spMk id="52" creationId="{388ADBF7-F8BE-4332-8F2D-1E6A935B8AEE}"/>
          </ac:spMkLst>
        </pc:spChg>
        <pc:spChg chg="add del">
          <ac:chgData name="Cristian Chilipirea" userId="34ab170da5908fc4" providerId="LiveId" clId="{7840C37D-FDDB-4314-A31E-446F31402874}" dt="2019-10-13T10:42:56.563" v="175"/>
          <ac:spMkLst>
            <pc:docMk/>
            <pc:sldMk cId="495438960" sldId="504"/>
            <ac:spMk id="53" creationId="{D8F878DA-9491-4612-A1AF-519B46B7F988}"/>
          </ac:spMkLst>
        </pc:spChg>
        <pc:spChg chg="add mod">
          <ac:chgData name="Cristian Chilipirea" userId="34ab170da5908fc4" providerId="LiveId" clId="{7840C37D-FDDB-4314-A31E-446F31402874}" dt="2019-10-13T10:42:58.398" v="177" actId="1076"/>
          <ac:spMkLst>
            <pc:docMk/>
            <pc:sldMk cId="495438960" sldId="504"/>
            <ac:spMk id="54" creationId="{6C93BA17-EC05-4C99-95B5-E3ECEA1E677A}"/>
          </ac:spMkLst>
        </pc:spChg>
        <pc:spChg chg="add mod">
          <ac:chgData name="Cristian Chilipirea" userId="34ab170da5908fc4" providerId="LiveId" clId="{7840C37D-FDDB-4314-A31E-446F31402874}" dt="2019-10-13T10:42:58.398" v="177" actId="1076"/>
          <ac:spMkLst>
            <pc:docMk/>
            <pc:sldMk cId="495438960" sldId="504"/>
            <ac:spMk id="55" creationId="{C08961EC-05D5-4737-85E9-FDCD7336CC9D}"/>
          </ac:spMkLst>
        </pc:spChg>
        <pc:spChg chg="add mod">
          <ac:chgData name="Cristian Chilipirea" userId="34ab170da5908fc4" providerId="LiveId" clId="{7840C37D-FDDB-4314-A31E-446F31402874}" dt="2019-10-13T10:42:58.398" v="177" actId="1076"/>
          <ac:spMkLst>
            <pc:docMk/>
            <pc:sldMk cId="495438960" sldId="504"/>
            <ac:spMk id="79" creationId="{D72BE2E7-0BA9-486E-94CD-7C9E7410929D}"/>
          </ac:spMkLst>
        </pc:spChg>
        <pc:spChg chg="add mod">
          <ac:chgData name="Cristian Chilipirea" userId="34ab170da5908fc4" providerId="LiveId" clId="{7840C37D-FDDB-4314-A31E-446F31402874}" dt="2019-10-13T10:42:58.398" v="177" actId="1076"/>
          <ac:spMkLst>
            <pc:docMk/>
            <pc:sldMk cId="495438960" sldId="504"/>
            <ac:spMk id="80" creationId="{C28DAFE9-ECFC-467B-AD11-FB049E03A1F6}"/>
          </ac:spMkLst>
        </pc:spChg>
        <pc:spChg chg="add mod">
          <ac:chgData name="Cristian Chilipirea" userId="34ab170da5908fc4" providerId="LiveId" clId="{7840C37D-FDDB-4314-A31E-446F31402874}" dt="2019-10-13T10:42:58.398" v="177" actId="1076"/>
          <ac:spMkLst>
            <pc:docMk/>
            <pc:sldMk cId="495438960" sldId="504"/>
            <ac:spMk id="81" creationId="{013A7ACB-00FE-4FA9-B7BB-FE5AA4E6DA94}"/>
          </ac:spMkLst>
        </pc:spChg>
        <pc:spChg chg="add mod">
          <ac:chgData name="Cristian Chilipirea" userId="34ab170da5908fc4" providerId="LiveId" clId="{7840C37D-FDDB-4314-A31E-446F31402874}" dt="2019-10-13T10:42:58.398" v="177" actId="1076"/>
          <ac:spMkLst>
            <pc:docMk/>
            <pc:sldMk cId="495438960" sldId="504"/>
            <ac:spMk id="82" creationId="{948B5333-B2FE-49AB-975E-F661EB7D2C8B}"/>
          </ac:spMkLst>
        </pc:spChg>
        <pc:spChg chg="add mod">
          <ac:chgData name="Cristian Chilipirea" userId="34ab170da5908fc4" providerId="LiveId" clId="{7840C37D-FDDB-4314-A31E-446F31402874}" dt="2019-10-13T10:42:58.398" v="177" actId="1076"/>
          <ac:spMkLst>
            <pc:docMk/>
            <pc:sldMk cId="495438960" sldId="504"/>
            <ac:spMk id="83" creationId="{607144D5-1336-4BAA-A50A-8079F24B91EB}"/>
          </ac:spMkLst>
        </pc:spChg>
        <pc:spChg chg="add mod">
          <ac:chgData name="Cristian Chilipirea" userId="34ab170da5908fc4" providerId="LiveId" clId="{7840C37D-FDDB-4314-A31E-446F31402874}" dt="2019-10-13T10:42:58.398" v="177" actId="1076"/>
          <ac:spMkLst>
            <pc:docMk/>
            <pc:sldMk cId="495438960" sldId="504"/>
            <ac:spMk id="84" creationId="{CF09C026-0105-4783-A1F3-FFE2A7CF8443}"/>
          </ac:spMkLst>
        </pc:spChg>
        <pc:spChg chg="add mod">
          <ac:chgData name="Cristian Chilipirea" userId="34ab170da5908fc4" providerId="LiveId" clId="{7840C37D-FDDB-4314-A31E-446F31402874}" dt="2019-10-13T10:42:58.398" v="177" actId="1076"/>
          <ac:spMkLst>
            <pc:docMk/>
            <pc:sldMk cId="495438960" sldId="504"/>
            <ac:spMk id="85" creationId="{7E0154E0-3749-44BB-A9A2-6E6D82F5CBED}"/>
          </ac:spMkLst>
        </pc:spChg>
        <pc:spChg chg="add mod">
          <ac:chgData name="Cristian Chilipirea" userId="34ab170da5908fc4" providerId="LiveId" clId="{7840C37D-FDDB-4314-A31E-446F31402874}" dt="2019-10-13T10:42:58.398" v="177" actId="1076"/>
          <ac:spMkLst>
            <pc:docMk/>
            <pc:sldMk cId="495438960" sldId="504"/>
            <ac:spMk id="86" creationId="{22366747-04F8-4143-A9AC-87FA76AE566A}"/>
          </ac:spMkLst>
        </pc:spChg>
        <pc:spChg chg="add mod">
          <ac:chgData name="Cristian Chilipirea" userId="34ab170da5908fc4" providerId="LiveId" clId="{7840C37D-FDDB-4314-A31E-446F31402874}" dt="2019-10-13T10:42:58.398" v="177" actId="1076"/>
          <ac:spMkLst>
            <pc:docMk/>
            <pc:sldMk cId="495438960" sldId="504"/>
            <ac:spMk id="87" creationId="{51848756-656C-428B-B7CB-CCDFFF6F1308}"/>
          </ac:spMkLst>
        </pc:spChg>
        <pc:spChg chg="add mod">
          <ac:chgData name="Cristian Chilipirea" userId="34ab170da5908fc4" providerId="LiveId" clId="{7840C37D-FDDB-4314-A31E-446F31402874}" dt="2019-10-13T10:42:58.398" v="177" actId="1076"/>
          <ac:spMkLst>
            <pc:docMk/>
            <pc:sldMk cId="495438960" sldId="504"/>
            <ac:spMk id="88" creationId="{FA74693A-EDD8-45C0-AB8D-0CF638BE3BB5}"/>
          </ac:spMkLst>
        </pc:spChg>
        <pc:spChg chg="add mod">
          <ac:chgData name="Cristian Chilipirea" userId="34ab170da5908fc4" providerId="LiveId" clId="{7840C37D-FDDB-4314-A31E-446F31402874}" dt="2019-10-13T10:42:58.398" v="177" actId="1076"/>
          <ac:spMkLst>
            <pc:docMk/>
            <pc:sldMk cId="495438960" sldId="504"/>
            <ac:spMk id="89" creationId="{F041BBB3-7071-4896-BCB8-404D2115BC42}"/>
          </ac:spMkLst>
        </pc:spChg>
        <pc:spChg chg="add mod">
          <ac:chgData name="Cristian Chilipirea" userId="34ab170da5908fc4" providerId="LiveId" clId="{7840C37D-FDDB-4314-A31E-446F31402874}" dt="2019-10-13T10:42:58.398" v="177" actId="1076"/>
          <ac:spMkLst>
            <pc:docMk/>
            <pc:sldMk cId="495438960" sldId="504"/>
            <ac:spMk id="90" creationId="{6BB63220-742D-492A-937C-DD267DA9CE7C}"/>
          </ac:spMkLst>
        </pc:spChg>
        <pc:spChg chg="add mod">
          <ac:chgData name="Cristian Chilipirea" userId="34ab170da5908fc4" providerId="LiveId" clId="{7840C37D-FDDB-4314-A31E-446F31402874}" dt="2019-10-13T10:42:58.398" v="177" actId="1076"/>
          <ac:spMkLst>
            <pc:docMk/>
            <pc:sldMk cId="495438960" sldId="504"/>
            <ac:spMk id="91" creationId="{28D6D9F6-1D8D-45CA-B93D-5487A8598C79}"/>
          </ac:spMkLst>
        </pc:spChg>
        <pc:spChg chg="add mod">
          <ac:chgData name="Cristian Chilipirea" userId="34ab170da5908fc4" providerId="LiveId" clId="{7840C37D-FDDB-4314-A31E-446F31402874}" dt="2019-10-13T10:42:58.398" v="177" actId="1076"/>
          <ac:spMkLst>
            <pc:docMk/>
            <pc:sldMk cId="495438960" sldId="504"/>
            <ac:spMk id="92" creationId="{C65CCFB9-9E10-4559-BA60-CDF83AA34018}"/>
          </ac:spMkLst>
        </pc:spChg>
        <pc:spChg chg="add mod">
          <ac:chgData name="Cristian Chilipirea" userId="34ab170da5908fc4" providerId="LiveId" clId="{7840C37D-FDDB-4314-A31E-446F31402874}" dt="2019-10-13T10:42:58.398" v="177" actId="1076"/>
          <ac:spMkLst>
            <pc:docMk/>
            <pc:sldMk cId="495438960" sldId="504"/>
            <ac:spMk id="93" creationId="{E86C818F-9D75-4FE4-B06F-1F03B77AF158}"/>
          </ac:spMkLst>
        </pc:spChg>
        <pc:spChg chg="add mod">
          <ac:chgData name="Cristian Chilipirea" userId="34ab170da5908fc4" providerId="LiveId" clId="{7840C37D-FDDB-4314-A31E-446F31402874}" dt="2019-10-13T10:42:58.398" v="177" actId="1076"/>
          <ac:spMkLst>
            <pc:docMk/>
            <pc:sldMk cId="495438960" sldId="504"/>
            <ac:spMk id="94" creationId="{752C1EC9-B2C1-48AD-92C7-0CC4B8AD753F}"/>
          </ac:spMkLst>
        </pc:spChg>
        <pc:spChg chg="add mod">
          <ac:chgData name="Cristian Chilipirea" userId="34ab170da5908fc4" providerId="LiveId" clId="{7840C37D-FDDB-4314-A31E-446F31402874}" dt="2019-10-13T10:42:58.398" v="177" actId="1076"/>
          <ac:spMkLst>
            <pc:docMk/>
            <pc:sldMk cId="495438960" sldId="504"/>
            <ac:spMk id="95" creationId="{98247662-BE81-4501-A81E-AB2C9915CA02}"/>
          </ac:spMkLst>
        </pc:spChg>
        <pc:spChg chg="add mod">
          <ac:chgData name="Cristian Chilipirea" userId="34ab170da5908fc4" providerId="LiveId" clId="{7840C37D-FDDB-4314-A31E-446F31402874}" dt="2019-10-13T10:42:58.398" v="177" actId="1076"/>
          <ac:spMkLst>
            <pc:docMk/>
            <pc:sldMk cId="495438960" sldId="504"/>
            <ac:spMk id="96" creationId="{6E7AD997-2ECA-4164-BF7E-927007FC3AED}"/>
          </ac:spMkLst>
        </pc:spChg>
        <pc:spChg chg="add mod">
          <ac:chgData name="Cristian Chilipirea" userId="34ab170da5908fc4" providerId="LiveId" clId="{7840C37D-FDDB-4314-A31E-446F31402874}" dt="2019-10-13T10:42:58.398" v="177" actId="1076"/>
          <ac:spMkLst>
            <pc:docMk/>
            <pc:sldMk cId="495438960" sldId="504"/>
            <ac:spMk id="97" creationId="{3F482257-785F-49B6-971B-51E889212BE4}"/>
          </ac:spMkLst>
        </pc:spChg>
        <pc:spChg chg="add mod">
          <ac:chgData name="Cristian Chilipirea" userId="34ab170da5908fc4" providerId="LiveId" clId="{7840C37D-FDDB-4314-A31E-446F31402874}" dt="2019-10-13T10:42:58.398" v="177" actId="1076"/>
          <ac:spMkLst>
            <pc:docMk/>
            <pc:sldMk cId="495438960" sldId="504"/>
            <ac:spMk id="98" creationId="{8A1CCA4F-9A8D-4F67-94F0-731EB673F485}"/>
          </ac:spMkLst>
        </pc:spChg>
        <pc:spChg chg="add mod">
          <ac:chgData name="Cristian Chilipirea" userId="34ab170da5908fc4" providerId="LiveId" clId="{7840C37D-FDDB-4314-A31E-446F31402874}" dt="2019-10-13T10:42:58.398" v="177" actId="1076"/>
          <ac:spMkLst>
            <pc:docMk/>
            <pc:sldMk cId="495438960" sldId="504"/>
            <ac:spMk id="99" creationId="{BE765AEC-4E14-4452-B566-95AAFAB7F6E5}"/>
          </ac:spMkLst>
        </pc:spChg>
        <pc:spChg chg="add mod">
          <ac:chgData name="Cristian Chilipirea" userId="34ab170da5908fc4" providerId="LiveId" clId="{7840C37D-FDDB-4314-A31E-446F31402874}" dt="2019-10-13T10:42:58.398" v="177" actId="1076"/>
          <ac:spMkLst>
            <pc:docMk/>
            <pc:sldMk cId="495438960" sldId="504"/>
            <ac:spMk id="100" creationId="{DB8B5C5E-2A3C-4311-BBC5-9A1DFAA439EA}"/>
          </ac:spMkLst>
        </pc:spChg>
        <pc:spChg chg="add mod">
          <ac:chgData name="Cristian Chilipirea" userId="34ab170da5908fc4" providerId="LiveId" clId="{7840C37D-FDDB-4314-A31E-446F31402874}" dt="2019-10-13T10:42:58.398" v="177" actId="1076"/>
          <ac:spMkLst>
            <pc:docMk/>
            <pc:sldMk cId="495438960" sldId="504"/>
            <ac:spMk id="101" creationId="{F643F57C-7A30-48A8-91CF-B96823A4C199}"/>
          </ac:spMkLst>
        </pc:spChg>
        <pc:spChg chg="add mod">
          <ac:chgData name="Cristian Chilipirea" userId="34ab170da5908fc4" providerId="LiveId" clId="{7840C37D-FDDB-4314-A31E-446F31402874}" dt="2019-10-13T10:42:58.398" v="177" actId="1076"/>
          <ac:spMkLst>
            <pc:docMk/>
            <pc:sldMk cId="495438960" sldId="504"/>
            <ac:spMk id="102" creationId="{020913AC-7EC7-45E3-B614-D2BCCD7DBA23}"/>
          </ac:spMkLst>
        </pc:spChg>
        <pc:spChg chg="add mod">
          <ac:chgData name="Cristian Chilipirea" userId="34ab170da5908fc4" providerId="LiveId" clId="{7840C37D-FDDB-4314-A31E-446F31402874}" dt="2019-10-13T10:42:58.398" v="177" actId="1076"/>
          <ac:spMkLst>
            <pc:docMk/>
            <pc:sldMk cId="495438960" sldId="504"/>
            <ac:spMk id="103" creationId="{4783DF21-22BD-48D7-AE0B-E5E15BBC6719}"/>
          </ac:spMkLst>
        </pc:spChg>
        <pc:cxnChg chg="add del">
          <ac:chgData name="Cristian Chilipirea" userId="34ab170da5908fc4" providerId="LiveId" clId="{7840C37D-FDDB-4314-A31E-446F31402874}" dt="2019-10-13T10:42:56.563" v="175"/>
          <ac:cxnSpMkLst>
            <pc:docMk/>
            <pc:sldMk cId="495438960" sldId="504"/>
            <ac:cxnSpMk id="6" creationId="{C15E9828-77E6-42D5-98DE-74BC8FBDF445}"/>
          </ac:cxnSpMkLst>
        </pc:cxnChg>
        <pc:cxnChg chg="add del">
          <ac:chgData name="Cristian Chilipirea" userId="34ab170da5908fc4" providerId="LiveId" clId="{7840C37D-FDDB-4314-A31E-446F31402874}" dt="2019-10-13T10:42:56.563" v="175"/>
          <ac:cxnSpMkLst>
            <pc:docMk/>
            <pc:sldMk cId="495438960" sldId="504"/>
            <ac:cxnSpMk id="7" creationId="{441D0F15-92E2-4177-BAD7-01CCF5DC8B2C}"/>
          </ac:cxnSpMkLst>
        </pc:cxnChg>
        <pc:cxnChg chg="add del">
          <ac:chgData name="Cristian Chilipirea" userId="34ab170da5908fc4" providerId="LiveId" clId="{7840C37D-FDDB-4314-A31E-446F31402874}" dt="2019-10-13T10:42:56.563" v="175"/>
          <ac:cxnSpMkLst>
            <pc:docMk/>
            <pc:sldMk cId="495438960" sldId="504"/>
            <ac:cxnSpMk id="8" creationId="{C335BB8A-F713-49E4-B0A5-974B7BC19EB4}"/>
          </ac:cxnSpMkLst>
        </pc:cxnChg>
        <pc:cxnChg chg="add del">
          <ac:chgData name="Cristian Chilipirea" userId="34ab170da5908fc4" providerId="LiveId" clId="{7840C37D-FDDB-4314-A31E-446F31402874}" dt="2019-10-13T10:42:56.563" v="175"/>
          <ac:cxnSpMkLst>
            <pc:docMk/>
            <pc:sldMk cId="495438960" sldId="504"/>
            <ac:cxnSpMk id="9" creationId="{10839E64-DD80-4C18-A9E3-E49EB0954263}"/>
          </ac:cxnSpMkLst>
        </pc:cxnChg>
        <pc:cxnChg chg="add del">
          <ac:chgData name="Cristian Chilipirea" userId="34ab170da5908fc4" providerId="LiveId" clId="{7840C37D-FDDB-4314-A31E-446F31402874}" dt="2019-10-13T10:42:56.563" v="175"/>
          <ac:cxnSpMkLst>
            <pc:docMk/>
            <pc:sldMk cId="495438960" sldId="504"/>
            <ac:cxnSpMk id="10" creationId="{5A3537E6-58BC-451C-9565-AADB92C8A7C7}"/>
          </ac:cxnSpMkLst>
        </pc:cxnChg>
        <pc:cxnChg chg="add del">
          <ac:chgData name="Cristian Chilipirea" userId="34ab170da5908fc4" providerId="LiveId" clId="{7840C37D-FDDB-4314-A31E-446F31402874}" dt="2019-10-13T10:42:56.563" v="175"/>
          <ac:cxnSpMkLst>
            <pc:docMk/>
            <pc:sldMk cId="495438960" sldId="504"/>
            <ac:cxnSpMk id="11" creationId="{0FFF46DD-C0B4-40CF-90C8-D2F6D3BB25A6}"/>
          </ac:cxnSpMkLst>
        </pc:cxnChg>
        <pc:cxnChg chg="add del">
          <ac:chgData name="Cristian Chilipirea" userId="34ab170da5908fc4" providerId="LiveId" clId="{7840C37D-FDDB-4314-A31E-446F31402874}" dt="2019-10-13T10:42:56.563" v="175"/>
          <ac:cxnSpMkLst>
            <pc:docMk/>
            <pc:sldMk cId="495438960" sldId="504"/>
            <ac:cxnSpMk id="12" creationId="{D1BC58AC-F763-4AFF-9DE6-28E88BAAC913}"/>
          </ac:cxnSpMkLst>
        </pc:cxnChg>
        <pc:cxnChg chg="add del">
          <ac:chgData name="Cristian Chilipirea" userId="34ab170da5908fc4" providerId="LiveId" clId="{7840C37D-FDDB-4314-A31E-446F31402874}" dt="2019-10-13T10:42:56.563" v="175"/>
          <ac:cxnSpMkLst>
            <pc:docMk/>
            <pc:sldMk cId="495438960" sldId="504"/>
            <ac:cxnSpMk id="13" creationId="{7E998AF2-F4C1-45BB-BC71-F1108DAF6B6A}"/>
          </ac:cxnSpMkLst>
        </pc:cxnChg>
        <pc:cxnChg chg="add del">
          <ac:chgData name="Cristian Chilipirea" userId="34ab170da5908fc4" providerId="LiveId" clId="{7840C37D-FDDB-4314-A31E-446F31402874}" dt="2019-10-13T10:42:56.563" v="175"/>
          <ac:cxnSpMkLst>
            <pc:docMk/>
            <pc:sldMk cId="495438960" sldId="504"/>
            <ac:cxnSpMk id="14" creationId="{3A86BC21-7B14-4E9D-B805-18AAEDEB4F93}"/>
          </ac:cxnSpMkLst>
        </pc:cxnChg>
        <pc:cxnChg chg="add del">
          <ac:chgData name="Cristian Chilipirea" userId="34ab170da5908fc4" providerId="LiveId" clId="{7840C37D-FDDB-4314-A31E-446F31402874}" dt="2019-10-13T10:42:56.563" v="175"/>
          <ac:cxnSpMkLst>
            <pc:docMk/>
            <pc:sldMk cId="495438960" sldId="504"/>
            <ac:cxnSpMk id="15" creationId="{8F2ED45C-6DFD-4185-81BB-EFD3060F3C8A}"/>
          </ac:cxnSpMkLst>
        </pc:cxnChg>
        <pc:cxnChg chg="add del">
          <ac:chgData name="Cristian Chilipirea" userId="34ab170da5908fc4" providerId="LiveId" clId="{7840C37D-FDDB-4314-A31E-446F31402874}" dt="2019-10-13T10:42:56.563" v="175"/>
          <ac:cxnSpMkLst>
            <pc:docMk/>
            <pc:sldMk cId="495438960" sldId="504"/>
            <ac:cxnSpMk id="16" creationId="{A32B113B-38CF-4651-AA06-1D2641CF82FE}"/>
          </ac:cxnSpMkLst>
        </pc:cxnChg>
        <pc:cxnChg chg="add del">
          <ac:chgData name="Cristian Chilipirea" userId="34ab170da5908fc4" providerId="LiveId" clId="{7840C37D-FDDB-4314-A31E-446F31402874}" dt="2019-10-13T10:42:56.563" v="175"/>
          <ac:cxnSpMkLst>
            <pc:docMk/>
            <pc:sldMk cId="495438960" sldId="504"/>
            <ac:cxnSpMk id="17" creationId="{65AE982B-20B5-45BB-9048-AB143B6BF8A5}"/>
          </ac:cxnSpMkLst>
        </pc:cxnChg>
        <pc:cxnChg chg="add del">
          <ac:chgData name="Cristian Chilipirea" userId="34ab170da5908fc4" providerId="LiveId" clId="{7840C37D-FDDB-4314-A31E-446F31402874}" dt="2019-10-13T10:42:56.563" v="175"/>
          <ac:cxnSpMkLst>
            <pc:docMk/>
            <pc:sldMk cId="495438960" sldId="504"/>
            <ac:cxnSpMk id="18" creationId="{62C23788-53C1-496A-BDF2-2AA736331A0E}"/>
          </ac:cxnSpMkLst>
        </pc:cxnChg>
        <pc:cxnChg chg="add del">
          <ac:chgData name="Cristian Chilipirea" userId="34ab170da5908fc4" providerId="LiveId" clId="{7840C37D-FDDB-4314-A31E-446F31402874}" dt="2019-10-13T10:42:56.563" v="175"/>
          <ac:cxnSpMkLst>
            <pc:docMk/>
            <pc:sldMk cId="495438960" sldId="504"/>
            <ac:cxnSpMk id="19" creationId="{8B25A89B-F760-45CC-82A3-25E310DD1B14}"/>
          </ac:cxnSpMkLst>
        </pc:cxnChg>
        <pc:cxnChg chg="add del">
          <ac:chgData name="Cristian Chilipirea" userId="34ab170da5908fc4" providerId="LiveId" clId="{7840C37D-FDDB-4314-A31E-446F31402874}" dt="2019-10-13T10:42:56.563" v="175"/>
          <ac:cxnSpMkLst>
            <pc:docMk/>
            <pc:sldMk cId="495438960" sldId="504"/>
            <ac:cxnSpMk id="20" creationId="{843A30F6-ECF3-4032-9322-E2A9497E5D54}"/>
          </ac:cxnSpMkLst>
        </pc:cxnChg>
        <pc:cxnChg chg="add del">
          <ac:chgData name="Cristian Chilipirea" userId="34ab170da5908fc4" providerId="LiveId" clId="{7840C37D-FDDB-4314-A31E-446F31402874}" dt="2019-10-13T10:42:56.563" v="175"/>
          <ac:cxnSpMkLst>
            <pc:docMk/>
            <pc:sldMk cId="495438960" sldId="504"/>
            <ac:cxnSpMk id="21" creationId="{D374157B-9F6D-4FB2-8041-8EE4850CDEC6}"/>
          </ac:cxnSpMkLst>
        </pc:cxnChg>
        <pc:cxnChg chg="add del">
          <ac:chgData name="Cristian Chilipirea" userId="34ab170da5908fc4" providerId="LiveId" clId="{7840C37D-FDDB-4314-A31E-446F31402874}" dt="2019-10-13T10:42:56.563" v="175"/>
          <ac:cxnSpMkLst>
            <pc:docMk/>
            <pc:sldMk cId="495438960" sldId="504"/>
            <ac:cxnSpMk id="22" creationId="{F4F014C6-0F38-4092-8494-F910482554C5}"/>
          </ac:cxnSpMkLst>
        </pc:cxnChg>
        <pc:cxnChg chg="add del">
          <ac:chgData name="Cristian Chilipirea" userId="34ab170da5908fc4" providerId="LiveId" clId="{7840C37D-FDDB-4314-A31E-446F31402874}" dt="2019-10-13T10:42:56.563" v="175"/>
          <ac:cxnSpMkLst>
            <pc:docMk/>
            <pc:sldMk cId="495438960" sldId="504"/>
            <ac:cxnSpMk id="23" creationId="{8C8D6DAB-C6CB-4A06-ACA3-52ADCFDFBCFD}"/>
          </ac:cxnSpMkLst>
        </pc:cxnChg>
        <pc:cxnChg chg="add del">
          <ac:chgData name="Cristian Chilipirea" userId="34ab170da5908fc4" providerId="LiveId" clId="{7840C37D-FDDB-4314-A31E-446F31402874}" dt="2019-10-13T10:42:56.563" v="175"/>
          <ac:cxnSpMkLst>
            <pc:docMk/>
            <pc:sldMk cId="495438960" sldId="504"/>
            <ac:cxnSpMk id="24" creationId="{8BE71EC4-9951-4BAB-8A7A-033E4324CC43}"/>
          </ac:cxnSpMkLst>
        </pc:cxnChg>
        <pc:cxnChg chg="add del">
          <ac:chgData name="Cristian Chilipirea" userId="34ab170da5908fc4" providerId="LiveId" clId="{7840C37D-FDDB-4314-A31E-446F31402874}" dt="2019-10-13T10:42:56.563" v="175"/>
          <ac:cxnSpMkLst>
            <pc:docMk/>
            <pc:sldMk cId="495438960" sldId="504"/>
            <ac:cxnSpMk id="25" creationId="{3CAD9C96-AF66-4629-B7A7-49409FC0CE44}"/>
          </ac:cxnSpMkLst>
        </pc:cxnChg>
        <pc:cxnChg chg="add del">
          <ac:chgData name="Cristian Chilipirea" userId="34ab170da5908fc4" providerId="LiveId" clId="{7840C37D-FDDB-4314-A31E-446F31402874}" dt="2019-10-13T10:42:56.563" v="175"/>
          <ac:cxnSpMkLst>
            <pc:docMk/>
            <pc:sldMk cId="495438960" sldId="504"/>
            <ac:cxnSpMk id="26" creationId="{D48DAE50-024E-49A3-8B64-4CE31E0CA8F4}"/>
          </ac:cxnSpMkLst>
        </pc:cxnChg>
        <pc:cxnChg chg="add del">
          <ac:chgData name="Cristian Chilipirea" userId="34ab170da5908fc4" providerId="LiveId" clId="{7840C37D-FDDB-4314-A31E-446F31402874}" dt="2019-10-13T10:42:56.563" v="175"/>
          <ac:cxnSpMkLst>
            <pc:docMk/>
            <pc:sldMk cId="495438960" sldId="504"/>
            <ac:cxnSpMk id="27" creationId="{B0E9C117-5D66-4DDE-BB41-2467AC127C14}"/>
          </ac:cxnSpMkLst>
        </pc:cxnChg>
        <pc:cxnChg chg="add del">
          <ac:chgData name="Cristian Chilipirea" userId="34ab170da5908fc4" providerId="LiveId" clId="{7840C37D-FDDB-4314-A31E-446F31402874}" dt="2019-10-13T10:42:56.563" v="175"/>
          <ac:cxnSpMkLst>
            <pc:docMk/>
            <pc:sldMk cId="495438960" sldId="504"/>
            <ac:cxnSpMk id="28" creationId="{9BBE6395-3164-417E-A851-C7E518987112}"/>
          </ac:cxnSpMkLst>
        </pc:cxnChg>
        <pc:cxnChg chg="add mod">
          <ac:chgData name="Cristian Chilipirea" userId="34ab170da5908fc4" providerId="LiveId" clId="{7840C37D-FDDB-4314-A31E-446F31402874}" dt="2019-10-13T10:42:58.398" v="177" actId="1076"/>
          <ac:cxnSpMkLst>
            <pc:docMk/>
            <pc:sldMk cId="495438960" sldId="504"/>
            <ac:cxnSpMk id="56" creationId="{1689AB7F-4EE8-41FA-9199-F1CA26B6BE29}"/>
          </ac:cxnSpMkLst>
        </pc:cxnChg>
        <pc:cxnChg chg="add mod">
          <ac:chgData name="Cristian Chilipirea" userId="34ab170da5908fc4" providerId="LiveId" clId="{7840C37D-FDDB-4314-A31E-446F31402874}" dt="2019-10-13T10:42:58.398" v="177" actId="1076"/>
          <ac:cxnSpMkLst>
            <pc:docMk/>
            <pc:sldMk cId="495438960" sldId="504"/>
            <ac:cxnSpMk id="57" creationId="{F02384D7-A110-4710-A2E1-23B715130B43}"/>
          </ac:cxnSpMkLst>
        </pc:cxnChg>
        <pc:cxnChg chg="add mod">
          <ac:chgData name="Cristian Chilipirea" userId="34ab170da5908fc4" providerId="LiveId" clId="{7840C37D-FDDB-4314-A31E-446F31402874}" dt="2019-10-13T10:42:58.398" v="177" actId="1076"/>
          <ac:cxnSpMkLst>
            <pc:docMk/>
            <pc:sldMk cId="495438960" sldId="504"/>
            <ac:cxnSpMk id="58" creationId="{2EC855D9-5E9B-4998-9C9B-456E5DA20D19}"/>
          </ac:cxnSpMkLst>
        </pc:cxnChg>
        <pc:cxnChg chg="add mod">
          <ac:chgData name="Cristian Chilipirea" userId="34ab170da5908fc4" providerId="LiveId" clId="{7840C37D-FDDB-4314-A31E-446F31402874}" dt="2019-10-13T10:42:58.398" v="177" actId="1076"/>
          <ac:cxnSpMkLst>
            <pc:docMk/>
            <pc:sldMk cId="495438960" sldId="504"/>
            <ac:cxnSpMk id="59" creationId="{0AD13067-B0A1-40A8-A7BC-33828A000857}"/>
          </ac:cxnSpMkLst>
        </pc:cxnChg>
        <pc:cxnChg chg="add mod">
          <ac:chgData name="Cristian Chilipirea" userId="34ab170da5908fc4" providerId="LiveId" clId="{7840C37D-FDDB-4314-A31E-446F31402874}" dt="2019-10-13T10:42:58.398" v="177" actId="1076"/>
          <ac:cxnSpMkLst>
            <pc:docMk/>
            <pc:sldMk cId="495438960" sldId="504"/>
            <ac:cxnSpMk id="60" creationId="{652D8F24-02F1-4018-A07D-56F884F772BA}"/>
          </ac:cxnSpMkLst>
        </pc:cxnChg>
        <pc:cxnChg chg="add mod">
          <ac:chgData name="Cristian Chilipirea" userId="34ab170da5908fc4" providerId="LiveId" clId="{7840C37D-FDDB-4314-A31E-446F31402874}" dt="2019-10-13T10:42:58.398" v="177" actId="1076"/>
          <ac:cxnSpMkLst>
            <pc:docMk/>
            <pc:sldMk cId="495438960" sldId="504"/>
            <ac:cxnSpMk id="61" creationId="{FCB3CCBB-DDAB-4BFE-BF91-45321BFC0E51}"/>
          </ac:cxnSpMkLst>
        </pc:cxnChg>
        <pc:cxnChg chg="add mod">
          <ac:chgData name="Cristian Chilipirea" userId="34ab170da5908fc4" providerId="LiveId" clId="{7840C37D-FDDB-4314-A31E-446F31402874}" dt="2019-10-13T10:42:58.398" v="177" actId="1076"/>
          <ac:cxnSpMkLst>
            <pc:docMk/>
            <pc:sldMk cId="495438960" sldId="504"/>
            <ac:cxnSpMk id="62" creationId="{1D2E95B5-8007-42B7-B904-C24ED27A24AE}"/>
          </ac:cxnSpMkLst>
        </pc:cxnChg>
        <pc:cxnChg chg="add mod">
          <ac:chgData name="Cristian Chilipirea" userId="34ab170da5908fc4" providerId="LiveId" clId="{7840C37D-FDDB-4314-A31E-446F31402874}" dt="2019-10-13T10:42:58.398" v="177" actId="1076"/>
          <ac:cxnSpMkLst>
            <pc:docMk/>
            <pc:sldMk cId="495438960" sldId="504"/>
            <ac:cxnSpMk id="63" creationId="{0BDE9582-031D-4461-90E3-B74E27809D49}"/>
          </ac:cxnSpMkLst>
        </pc:cxnChg>
        <pc:cxnChg chg="add mod">
          <ac:chgData name="Cristian Chilipirea" userId="34ab170da5908fc4" providerId="LiveId" clId="{7840C37D-FDDB-4314-A31E-446F31402874}" dt="2019-10-13T10:42:58.398" v="177" actId="1076"/>
          <ac:cxnSpMkLst>
            <pc:docMk/>
            <pc:sldMk cId="495438960" sldId="504"/>
            <ac:cxnSpMk id="64" creationId="{871EE75E-86B2-482E-93DC-9BD601326BE1}"/>
          </ac:cxnSpMkLst>
        </pc:cxnChg>
        <pc:cxnChg chg="add mod">
          <ac:chgData name="Cristian Chilipirea" userId="34ab170da5908fc4" providerId="LiveId" clId="{7840C37D-FDDB-4314-A31E-446F31402874}" dt="2019-10-13T10:42:58.398" v="177" actId="1076"/>
          <ac:cxnSpMkLst>
            <pc:docMk/>
            <pc:sldMk cId="495438960" sldId="504"/>
            <ac:cxnSpMk id="65" creationId="{680524E7-E22F-481D-AB2C-43041376B644}"/>
          </ac:cxnSpMkLst>
        </pc:cxnChg>
        <pc:cxnChg chg="add mod">
          <ac:chgData name="Cristian Chilipirea" userId="34ab170da5908fc4" providerId="LiveId" clId="{7840C37D-FDDB-4314-A31E-446F31402874}" dt="2019-10-13T10:42:58.398" v="177" actId="1076"/>
          <ac:cxnSpMkLst>
            <pc:docMk/>
            <pc:sldMk cId="495438960" sldId="504"/>
            <ac:cxnSpMk id="66" creationId="{B03AA2AD-4925-49EC-97D2-A30497EA0109}"/>
          </ac:cxnSpMkLst>
        </pc:cxnChg>
        <pc:cxnChg chg="add mod">
          <ac:chgData name="Cristian Chilipirea" userId="34ab170da5908fc4" providerId="LiveId" clId="{7840C37D-FDDB-4314-A31E-446F31402874}" dt="2019-10-13T10:42:58.398" v="177" actId="1076"/>
          <ac:cxnSpMkLst>
            <pc:docMk/>
            <pc:sldMk cId="495438960" sldId="504"/>
            <ac:cxnSpMk id="67" creationId="{5B7FBF46-8616-4F81-97EE-D4AD03F8FF48}"/>
          </ac:cxnSpMkLst>
        </pc:cxnChg>
        <pc:cxnChg chg="add mod">
          <ac:chgData name="Cristian Chilipirea" userId="34ab170da5908fc4" providerId="LiveId" clId="{7840C37D-FDDB-4314-A31E-446F31402874}" dt="2019-10-13T10:42:58.398" v="177" actId="1076"/>
          <ac:cxnSpMkLst>
            <pc:docMk/>
            <pc:sldMk cId="495438960" sldId="504"/>
            <ac:cxnSpMk id="68" creationId="{3EE2B313-F550-4F8E-9F24-0FD234FB8E8B}"/>
          </ac:cxnSpMkLst>
        </pc:cxnChg>
        <pc:cxnChg chg="add mod">
          <ac:chgData name="Cristian Chilipirea" userId="34ab170da5908fc4" providerId="LiveId" clId="{7840C37D-FDDB-4314-A31E-446F31402874}" dt="2019-10-13T10:42:58.398" v="177" actId="1076"/>
          <ac:cxnSpMkLst>
            <pc:docMk/>
            <pc:sldMk cId="495438960" sldId="504"/>
            <ac:cxnSpMk id="69" creationId="{9A0D607A-F2CD-4555-811A-018534D7E910}"/>
          </ac:cxnSpMkLst>
        </pc:cxnChg>
        <pc:cxnChg chg="add mod">
          <ac:chgData name="Cristian Chilipirea" userId="34ab170da5908fc4" providerId="LiveId" clId="{7840C37D-FDDB-4314-A31E-446F31402874}" dt="2019-10-13T10:42:58.398" v="177" actId="1076"/>
          <ac:cxnSpMkLst>
            <pc:docMk/>
            <pc:sldMk cId="495438960" sldId="504"/>
            <ac:cxnSpMk id="70" creationId="{113D67D1-B907-4C50-8B85-0ED397BB84B3}"/>
          </ac:cxnSpMkLst>
        </pc:cxnChg>
        <pc:cxnChg chg="add mod">
          <ac:chgData name="Cristian Chilipirea" userId="34ab170da5908fc4" providerId="LiveId" clId="{7840C37D-FDDB-4314-A31E-446F31402874}" dt="2019-10-13T10:42:58.398" v="177" actId="1076"/>
          <ac:cxnSpMkLst>
            <pc:docMk/>
            <pc:sldMk cId="495438960" sldId="504"/>
            <ac:cxnSpMk id="71" creationId="{09F54557-A9FD-4365-9A59-6FEF73CCCA48}"/>
          </ac:cxnSpMkLst>
        </pc:cxnChg>
        <pc:cxnChg chg="add mod">
          <ac:chgData name="Cristian Chilipirea" userId="34ab170da5908fc4" providerId="LiveId" clId="{7840C37D-FDDB-4314-A31E-446F31402874}" dt="2019-10-13T10:42:58.398" v="177" actId="1076"/>
          <ac:cxnSpMkLst>
            <pc:docMk/>
            <pc:sldMk cId="495438960" sldId="504"/>
            <ac:cxnSpMk id="72" creationId="{427DA6F1-9E86-463B-AEDF-8974F23BD55D}"/>
          </ac:cxnSpMkLst>
        </pc:cxnChg>
        <pc:cxnChg chg="add mod">
          <ac:chgData name="Cristian Chilipirea" userId="34ab170da5908fc4" providerId="LiveId" clId="{7840C37D-FDDB-4314-A31E-446F31402874}" dt="2019-10-13T10:42:58.398" v="177" actId="1076"/>
          <ac:cxnSpMkLst>
            <pc:docMk/>
            <pc:sldMk cId="495438960" sldId="504"/>
            <ac:cxnSpMk id="73" creationId="{37842294-271D-42BE-A23E-502F4F2A06AF}"/>
          </ac:cxnSpMkLst>
        </pc:cxnChg>
        <pc:cxnChg chg="add mod">
          <ac:chgData name="Cristian Chilipirea" userId="34ab170da5908fc4" providerId="LiveId" clId="{7840C37D-FDDB-4314-A31E-446F31402874}" dt="2019-10-13T10:42:58.398" v="177" actId="1076"/>
          <ac:cxnSpMkLst>
            <pc:docMk/>
            <pc:sldMk cId="495438960" sldId="504"/>
            <ac:cxnSpMk id="74" creationId="{8E168100-8EAE-4DBE-A637-C28EDDA8E499}"/>
          </ac:cxnSpMkLst>
        </pc:cxnChg>
        <pc:cxnChg chg="add mod">
          <ac:chgData name="Cristian Chilipirea" userId="34ab170da5908fc4" providerId="LiveId" clId="{7840C37D-FDDB-4314-A31E-446F31402874}" dt="2019-10-13T10:42:58.398" v="177" actId="1076"/>
          <ac:cxnSpMkLst>
            <pc:docMk/>
            <pc:sldMk cId="495438960" sldId="504"/>
            <ac:cxnSpMk id="75" creationId="{9BCBCCC5-8F63-480D-AA15-7D12283C1F97}"/>
          </ac:cxnSpMkLst>
        </pc:cxnChg>
        <pc:cxnChg chg="add mod">
          <ac:chgData name="Cristian Chilipirea" userId="34ab170da5908fc4" providerId="LiveId" clId="{7840C37D-FDDB-4314-A31E-446F31402874}" dt="2019-10-13T10:42:58.398" v="177" actId="1076"/>
          <ac:cxnSpMkLst>
            <pc:docMk/>
            <pc:sldMk cId="495438960" sldId="504"/>
            <ac:cxnSpMk id="76" creationId="{7DC01EB2-42BB-4318-BF8F-F7761EA73062}"/>
          </ac:cxnSpMkLst>
        </pc:cxnChg>
        <pc:cxnChg chg="add mod">
          <ac:chgData name="Cristian Chilipirea" userId="34ab170da5908fc4" providerId="LiveId" clId="{7840C37D-FDDB-4314-A31E-446F31402874}" dt="2019-10-13T10:42:58.398" v="177" actId="1076"/>
          <ac:cxnSpMkLst>
            <pc:docMk/>
            <pc:sldMk cId="495438960" sldId="504"/>
            <ac:cxnSpMk id="77" creationId="{9D5DFE99-7056-4FC7-A926-F251799432D6}"/>
          </ac:cxnSpMkLst>
        </pc:cxnChg>
        <pc:cxnChg chg="add mod">
          <ac:chgData name="Cristian Chilipirea" userId="34ab170da5908fc4" providerId="LiveId" clId="{7840C37D-FDDB-4314-A31E-446F31402874}" dt="2019-10-13T10:42:58.398" v="177" actId="1076"/>
          <ac:cxnSpMkLst>
            <pc:docMk/>
            <pc:sldMk cId="495438960" sldId="504"/>
            <ac:cxnSpMk id="78" creationId="{45B4CFB0-D3F8-4C41-8C54-7F650B193EAD}"/>
          </ac:cxnSpMkLst>
        </pc:cxnChg>
      </pc:sldChg>
      <pc:sldChg chg="del">
        <pc:chgData name="Cristian Chilipirea" userId="34ab170da5908fc4" providerId="LiveId" clId="{7840C37D-FDDB-4314-A31E-446F31402874}" dt="2019-10-13T10:35:44.951" v="18" actId="2696"/>
        <pc:sldMkLst>
          <pc:docMk/>
          <pc:sldMk cId="990531940" sldId="504"/>
        </pc:sldMkLst>
      </pc:sldChg>
      <pc:sldChg chg="addSp delSp modSp add modAnim">
        <pc:chgData name="Cristian Chilipirea" userId="34ab170da5908fc4" providerId="LiveId" clId="{7840C37D-FDDB-4314-A31E-446F31402874}" dt="2019-10-13T10:43:14.895" v="184" actId="1076"/>
        <pc:sldMkLst>
          <pc:docMk/>
          <pc:sldMk cId="321996071" sldId="505"/>
        </pc:sldMkLst>
        <pc:spChg chg="mod">
          <ac:chgData name="Cristian Chilipirea" userId="34ab170da5908fc4" providerId="LiveId" clId="{7840C37D-FDDB-4314-A31E-446F31402874}" dt="2019-10-13T10:43:04.414" v="179"/>
          <ac:spMkLst>
            <pc:docMk/>
            <pc:sldMk cId="321996071" sldId="505"/>
            <ac:spMk id="2" creationId="{E0387D05-0463-4F32-9AF9-3FCD84A5A680}"/>
          </ac:spMkLst>
        </pc:spChg>
        <pc:spChg chg="del">
          <ac:chgData name="Cristian Chilipirea" userId="34ab170da5908fc4" providerId="LiveId" clId="{7840C37D-FDDB-4314-A31E-446F31402874}" dt="2019-10-13T10:43:05.830" v="180" actId="478"/>
          <ac:spMkLst>
            <pc:docMk/>
            <pc:sldMk cId="321996071" sldId="505"/>
            <ac:spMk id="3" creationId="{48175373-FE16-4BBC-A406-31714C6CAEBD}"/>
          </ac:spMkLst>
        </pc:spChg>
        <pc:spChg chg="add del">
          <ac:chgData name="Cristian Chilipirea" userId="34ab170da5908fc4" providerId="LiveId" clId="{7840C37D-FDDB-4314-A31E-446F31402874}" dt="2019-10-13T10:43:12.367" v="182"/>
          <ac:spMkLst>
            <pc:docMk/>
            <pc:sldMk cId="321996071" sldId="505"/>
            <ac:spMk id="4" creationId="{26B39DA4-1BC3-44F7-B934-FC1F645289F8}"/>
          </ac:spMkLst>
        </pc:spChg>
        <pc:spChg chg="add del">
          <ac:chgData name="Cristian Chilipirea" userId="34ab170da5908fc4" providerId="LiveId" clId="{7840C37D-FDDB-4314-A31E-446F31402874}" dt="2019-10-13T10:43:12.367" v="182"/>
          <ac:spMkLst>
            <pc:docMk/>
            <pc:sldMk cId="321996071" sldId="505"/>
            <ac:spMk id="5" creationId="{CA37BE9D-A446-4826-8BEA-201826E7B40B}"/>
          </ac:spMkLst>
        </pc:spChg>
        <pc:spChg chg="add del">
          <ac:chgData name="Cristian Chilipirea" userId="34ab170da5908fc4" providerId="LiveId" clId="{7840C37D-FDDB-4314-A31E-446F31402874}" dt="2019-10-13T10:43:12.367" v="182"/>
          <ac:spMkLst>
            <pc:docMk/>
            <pc:sldMk cId="321996071" sldId="505"/>
            <ac:spMk id="36" creationId="{D6520DF0-C864-4F37-8A12-DE7BBD373EB3}"/>
          </ac:spMkLst>
        </pc:spChg>
        <pc:spChg chg="add del">
          <ac:chgData name="Cristian Chilipirea" userId="34ab170da5908fc4" providerId="LiveId" clId="{7840C37D-FDDB-4314-A31E-446F31402874}" dt="2019-10-13T10:43:12.367" v="182"/>
          <ac:spMkLst>
            <pc:docMk/>
            <pc:sldMk cId="321996071" sldId="505"/>
            <ac:spMk id="37" creationId="{9DA0A1AF-4B48-484A-B248-C92D36009F22}"/>
          </ac:spMkLst>
        </pc:spChg>
        <pc:spChg chg="add del">
          <ac:chgData name="Cristian Chilipirea" userId="34ab170da5908fc4" providerId="LiveId" clId="{7840C37D-FDDB-4314-A31E-446F31402874}" dt="2019-10-13T10:43:12.367" v="182"/>
          <ac:spMkLst>
            <pc:docMk/>
            <pc:sldMk cId="321996071" sldId="505"/>
            <ac:spMk id="38" creationId="{4A477FC7-3DF6-4561-A4D0-BAA142B04DDD}"/>
          </ac:spMkLst>
        </pc:spChg>
        <pc:spChg chg="add del">
          <ac:chgData name="Cristian Chilipirea" userId="34ab170da5908fc4" providerId="LiveId" clId="{7840C37D-FDDB-4314-A31E-446F31402874}" dt="2019-10-13T10:43:12.367" v="182"/>
          <ac:spMkLst>
            <pc:docMk/>
            <pc:sldMk cId="321996071" sldId="505"/>
            <ac:spMk id="39" creationId="{63123DBE-9735-4202-BFB6-61768F4CDFEF}"/>
          </ac:spMkLst>
        </pc:spChg>
        <pc:spChg chg="add del">
          <ac:chgData name="Cristian Chilipirea" userId="34ab170da5908fc4" providerId="LiveId" clId="{7840C37D-FDDB-4314-A31E-446F31402874}" dt="2019-10-13T10:43:12.367" v="182"/>
          <ac:spMkLst>
            <pc:docMk/>
            <pc:sldMk cId="321996071" sldId="505"/>
            <ac:spMk id="40" creationId="{37EF3060-BAEA-4F58-A768-76BA2B8FB1C0}"/>
          </ac:spMkLst>
        </pc:spChg>
        <pc:spChg chg="add del">
          <ac:chgData name="Cristian Chilipirea" userId="34ab170da5908fc4" providerId="LiveId" clId="{7840C37D-FDDB-4314-A31E-446F31402874}" dt="2019-10-13T10:43:12.367" v="182"/>
          <ac:spMkLst>
            <pc:docMk/>
            <pc:sldMk cId="321996071" sldId="505"/>
            <ac:spMk id="41" creationId="{0F08EFCF-46A3-48EC-BDF1-936BD2C7BABD}"/>
          </ac:spMkLst>
        </pc:spChg>
        <pc:spChg chg="add del">
          <ac:chgData name="Cristian Chilipirea" userId="34ab170da5908fc4" providerId="LiveId" clId="{7840C37D-FDDB-4314-A31E-446F31402874}" dt="2019-10-13T10:43:12.367" v="182"/>
          <ac:spMkLst>
            <pc:docMk/>
            <pc:sldMk cId="321996071" sldId="505"/>
            <ac:spMk id="42" creationId="{DFCE4C49-5EF4-4C79-B71E-EE40D30B58DF}"/>
          </ac:spMkLst>
        </pc:spChg>
        <pc:spChg chg="add del">
          <ac:chgData name="Cristian Chilipirea" userId="34ab170da5908fc4" providerId="LiveId" clId="{7840C37D-FDDB-4314-A31E-446F31402874}" dt="2019-10-13T10:43:12.367" v="182"/>
          <ac:spMkLst>
            <pc:docMk/>
            <pc:sldMk cId="321996071" sldId="505"/>
            <ac:spMk id="43" creationId="{BC9B8D85-4B03-48DD-8E50-D8B437C64308}"/>
          </ac:spMkLst>
        </pc:spChg>
        <pc:spChg chg="add del">
          <ac:chgData name="Cristian Chilipirea" userId="34ab170da5908fc4" providerId="LiveId" clId="{7840C37D-FDDB-4314-A31E-446F31402874}" dt="2019-10-13T10:43:12.367" v="182"/>
          <ac:spMkLst>
            <pc:docMk/>
            <pc:sldMk cId="321996071" sldId="505"/>
            <ac:spMk id="44" creationId="{3594B26A-4588-4DE4-A66A-5AC90331F51C}"/>
          </ac:spMkLst>
        </pc:spChg>
        <pc:spChg chg="add del">
          <ac:chgData name="Cristian Chilipirea" userId="34ab170da5908fc4" providerId="LiveId" clId="{7840C37D-FDDB-4314-A31E-446F31402874}" dt="2019-10-13T10:43:12.367" v="182"/>
          <ac:spMkLst>
            <pc:docMk/>
            <pc:sldMk cId="321996071" sldId="505"/>
            <ac:spMk id="45" creationId="{19C4C940-C2C9-4A8A-A4B9-DBD08D7D4E7A}"/>
          </ac:spMkLst>
        </pc:spChg>
        <pc:spChg chg="add del">
          <ac:chgData name="Cristian Chilipirea" userId="34ab170da5908fc4" providerId="LiveId" clId="{7840C37D-FDDB-4314-A31E-446F31402874}" dt="2019-10-13T10:43:12.367" v="182"/>
          <ac:spMkLst>
            <pc:docMk/>
            <pc:sldMk cId="321996071" sldId="505"/>
            <ac:spMk id="46" creationId="{59018508-DD86-47FC-9E69-3E99121A4345}"/>
          </ac:spMkLst>
        </pc:spChg>
        <pc:spChg chg="add del">
          <ac:chgData name="Cristian Chilipirea" userId="34ab170da5908fc4" providerId="LiveId" clId="{7840C37D-FDDB-4314-A31E-446F31402874}" dt="2019-10-13T10:43:12.367" v="182"/>
          <ac:spMkLst>
            <pc:docMk/>
            <pc:sldMk cId="321996071" sldId="505"/>
            <ac:spMk id="47" creationId="{34E8689B-854B-4F43-8C3E-A7251BBCFBE5}"/>
          </ac:spMkLst>
        </pc:spChg>
        <pc:spChg chg="add del">
          <ac:chgData name="Cristian Chilipirea" userId="34ab170da5908fc4" providerId="LiveId" clId="{7840C37D-FDDB-4314-A31E-446F31402874}" dt="2019-10-13T10:43:12.367" v="182"/>
          <ac:spMkLst>
            <pc:docMk/>
            <pc:sldMk cId="321996071" sldId="505"/>
            <ac:spMk id="48" creationId="{39FDA65C-EB54-4B1F-B024-97EC2DF34A95}"/>
          </ac:spMkLst>
        </pc:spChg>
        <pc:spChg chg="add del">
          <ac:chgData name="Cristian Chilipirea" userId="34ab170da5908fc4" providerId="LiveId" clId="{7840C37D-FDDB-4314-A31E-446F31402874}" dt="2019-10-13T10:43:12.367" v="182"/>
          <ac:spMkLst>
            <pc:docMk/>
            <pc:sldMk cId="321996071" sldId="505"/>
            <ac:spMk id="49" creationId="{11BD45EF-B883-4A7F-94D7-1E892085B20C}"/>
          </ac:spMkLst>
        </pc:spChg>
        <pc:spChg chg="add del">
          <ac:chgData name="Cristian Chilipirea" userId="34ab170da5908fc4" providerId="LiveId" clId="{7840C37D-FDDB-4314-A31E-446F31402874}" dt="2019-10-13T10:43:12.367" v="182"/>
          <ac:spMkLst>
            <pc:docMk/>
            <pc:sldMk cId="321996071" sldId="505"/>
            <ac:spMk id="50" creationId="{0382A472-CF45-472A-A0F7-C018B518254A}"/>
          </ac:spMkLst>
        </pc:spChg>
        <pc:spChg chg="add del">
          <ac:chgData name="Cristian Chilipirea" userId="34ab170da5908fc4" providerId="LiveId" clId="{7840C37D-FDDB-4314-A31E-446F31402874}" dt="2019-10-13T10:43:12.367" v="182"/>
          <ac:spMkLst>
            <pc:docMk/>
            <pc:sldMk cId="321996071" sldId="505"/>
            <ac:spMk id="51" creationId="{F5172892-1245-4E7F-AD58-376274A5102B}"/>
          </ac:spMkLst>
        </pc:spChg>
        <pc:spChg chg="add del">
          <ac:chgData name="Cristian Chilipirea" userId="34ab170da5908fc4" providerId="LiveId" clId="{7840C37D-FDDB-4314-A31E-446F31402874}" dt="2019-10-13T10:43:12.367" v="182"/>
          <ac:spMkLst>
            <pc:docMk/>
            <pc:sldMk cId="321996071" sldId="505"/>
            <ac:spMk id="52" creationId="{562470F5-909E-4E56-A8A5-6C687949631E}"/>
          </ac:spMkLst>
        </pc:spChg>
        <pc:spChg chg="add del">
          <ac:chgData name="Cristian Chilipirea" userId="34ab170da5908fc4" providerId="LiveId" clId="{7840C37D-FDDB-4314-A31E-446F31402874}" dt="2019-10-13T10:43:12.367" v="182"/>
          <ac:spMkLst>
            <pc:docMk/>
            <pc:sldMk cId="321996071" sldId="505"/>
            <ac:spMk id="53" creationId="{33E2D150-189F-472A-8ED3-CF36AF5A31D5}"/>
          </ac:spMkLst>
        </pc:spChg>
        <pc:spChg chg="add del">
          <ac:chgData name="Cristian Chilipirea" userId="34ab170da5908fc4" providerId="LiveId" clId="{7840C37D-FDDB-4314-A31E-446F31402874}" dt="2019-10-13T10:43:12.367" v="182"/>
          <ac:spMkLst>
            <pc:docMk/>
            <pc:sldMk cId="321996071" sldId="505"/>
            <ac:spMk id="54" creationId="{47D8CBF8-C1BB-4ACF-8487-2BACA5939C61}"/>
          </ac:spMkLst>
        </pc:spChg>
        <pc:spChg chg="add del">
          <ac:chgData name="Cristian Chilipirea" userId="34ab170da5908fc4" providerId="LiveId" clId="{7840C37D-FDDB-4314-A31E-446F31402874}" dt="2019-10-13T10:43:12.367" v="182"/>
          <ac:spMkLst>
            <pc:docMk/>
            <pc:sldMk cId="321996071" sldId="505"/>
            <ac:spMk id="55" creationId="{AD9E0D3C-4389-4A8D-A223-D8E6EE3CDA67}"/>
          </ac:spMkLst>
        </pc:spChg>
        <pc:spChg chg="add del">
          <ac:chgData name="Cristian Chilipirea" userId="34ab170da5908fc4" providerId="LiveId" clId="{7840C37D-FDDB-4314-A31E-446F31402874}" dt="2019-10-13T10:43:12.367" v="182"/>
          <ac:spMkLst>
            <pc:docMk/>
            <pc:sldMk cId="321996071" sldId="505"/>
            <ac:spMk id="56" creationId="{17AECD25-F5FF-4D67-9BF6-6929524D09A6}"/>
          </ac:spMkLst>
        </pc:spChg>
        <pc:spChg chg="add del">
          <ac:chgData name="Cristian Chilipirea" userId="34ab170da5908fc4" providerId="LiveId" clId="{7840C37D-FDDB-4314-A31E-446F31402874}" dt="2019-10-13T10:43:12.367" v="182"/>
          <ac:spMkLst>
            <pc:docMk/>
            <pc:sldMk cId="321996071" sldId="505"/>
            <ac:spMk id="57" creationId="{A6447C8E-B861-4EBB-9322-759F5D5A0909}"/>
          </ac:spMkLst>
        </pc:spChg>
        <pc:spChg chg="add del">
          <ac:chgData name="Cristian Chilipirea" userId="34ab170da5908fc4" providerId="LiveId" clId="{7840C37D-FDDB-4314-A31E-446F31402874}" dt="2019-10-13T10:43:12.367" v="182"/>
          <ac:spMkLst>
            <pc:docMk/>
            <pc:sldMk cId="321996071" sldId="505"/>
            <ac:spMk id="58" creationId="{D4BEA2D1-0AF0-43BF-8B24-2E0874611ADA}"/>
          </ac:spMkLst>
        </pc:spChg>
        <pc:spChg chg="add del">
          <ac:chgData name="Cristian Chilipirea" userId="34ab170da5908fc4" providerId="LiveId" clId="{7840C37D-FDDB-4314-A31E-446F31402874}" dt="2019-10-13T10:43:12.367" v="182"/>
          <ac:spMkLst>
            <pc:docMk/>
            <pc:sldMk cId="321996071" sldId="505"/>
            <ac:spMk id="59" creationId="{F1D82F45-12DB-474D-9DD6-A8D750687F5E}"/>
          </ac:spMkLst>
        </pc:spChg>
        <pc:spChg chg="add del">
          <ac:chgData name="Cristian Chilipirea" userId="34ab170da5908fc4" providerId="LiveId" clId="{7840C37D-FDDB-4314-A31E-446F31402874}" dt="2019-10-13T10:43:12.367" v="182"/>
          <ac:spMkLst>
            <pc:docMk/>
            <pc:sldMk cId="321996071" sldId="505"/>
            <ac:spMk id="60" creationId="{2141A071-0899-4309-B84D-76B8127E3B40}"/>
          </ac:spMkLst>
        </pc:spChg>
        <pc:spChg chg="add del">
          <ac:chgData name="Cristian Chilipirea" userId="34ab170da5908fc4" providerId="LiveId" clId="{7840C37D-FDDB-4314-A31E-446F31402874}" dt="2019-10-13T10:43:12.367" v="182"/>
          <ac:spMkLst>
            <pc:docMk/>
            <pc:sldMk cId="321996071" sldId="505"/>
            <ac:spMk id="61" creationId="{B1F24A9F-7C27-4D4D-9099-16FC1F0FABA6}"/>
          </ac:spMkLst>
        </pc:spChg>
        <pc:spChg chg="add del">
          <ac:chgData name="Cristian Chilipirea" userId="34ab170da5908fc4" providerId="LiveId" clId="{7840C37D-FDDB-4314-A31E-446F31402874}" dt="2019-10-13T10:43:12.367" v="182"/>
          <ac:spMkLst>
            <pc:docMk/>
            <pc:sldMk cId="321996071" sldId="505"/>
            <ac:spMk id="62" creationId="{4BABD37B-56A5-492B-ABFB-766B4A379511}"/>
          </ac:spMkLst>
        </pc:spChg>
        <pc:spChg chg="add del">
          <ac:chgData name="Cristian Chilipirea" userId="34ab170da5908fc4" providerId="LiveId" clId="{7840C37D-FDDB-4314-A31E-446F31402874}" dt="2019-10-13T10:43:12.367" v="182"/>
          <ac:spMkLst>
            <pc:docMk/>
            <pc:sldMk cId="321996071" sldId="505"/>
            <ac:spMk id="63" creationId="{A5635EEB-FED1-4026-A482-A962156631DD}"/>
          </ac:spMkLst>
        </pc:spChg>
        <pc:spChg chg="add del">
          <ac:chgData name="Cristian Chilipirea" userId="34ab170da5908fc4" providerId="LiveId" clId="{7840C37D-FDDB-4314-A31E-446F31402874}" dt="2019-10-13T10:43:12.367" v="182"/>
          <ac:spMkLst>
            <pc:docMk/>
            <pc:sldMk cId="321996071" sldId="505"/>
            <ac:spMk id="64" creationId="{5087FBF7-B77D-4E16-B0C1-4F55203AA4D5}"/>
          </ac:spMkLst>
        </pc:spChg>
        <pc:spChg chg="add del">
          <ac:chgData name="Cristian Chilipirea" userId="34ab170da5908fc4" providerId="LiveId" clId="{7840C37D-FDDB-4314-A31E-446F31402874}" dt="2019-10-13T10:43:12.367" v="182"/>
          <ac:spMkLst>
            <pc:docMk/>
            <pc:sldMk cId="321996071" sldId="505"/>
            <ac:spMk id="65" creationId="{CA727CDC-443D-4868-8E90-E7C9D13837F7}"/>
          </ac:spMkLst>
        </pc:spChg>
        <pc:spChg chg="add del">
          <ac:chgData name="Cristian Chilipirea" userId="34ab170da5908fc4" providerId="LiveId" clId="{7840C37D-FDDB-4314-A31E-446F31402874}" dt="2019-10-13T10:43:12.367" v="182"/>
          <ac:spMkLst>
            <pc:docMk/>
            <pc:sldMk cId="321996071" sldId="505"/>
            <ac:spMk id="101" creationId="{EB66B9C0-115D-421D-B150-CB1CA8C003C5}"/>
          </ac:spMkLst>
        </pc:spChg>
        <pc:spChg chg="add del">
          <ac:chgData name="Cristian Chilipirea" userId="34ab170da5908fc4" providerId="LiveId" clId="{7840C37D-FDDB-4314-A31E-446F31402874}" dt="2019-10-13T10:43:12.367" v="182"/>
          <ac:spMkLst>
            <pc:docMk/>
            <pc:sldMk cId="321996071" sldId="505"/>
            <ac:spMk id="102" creationId="{D1866522-15B3-460D-80C4-E40D97343FC9}"/>
          </ac:spMkLst>
        </pc:spChg>
        <pc:spChg chg="add del">
          <ac:chgData name="Cristian Chilipirea" userId="34ab170da5908fc4" providerId="LiveId" clId="{7840C37D-FDDB-4314-A31E-446F31402874}" dt="2019-10-13T10:43:12.367" v="182"/>
          <ac:spMkLst>
            <pc:docMk/>
            <pc:sldMk cId="321996071" sldId="505"/>
            <ac:spMk id="103" creationId="{814CD685-3723-4EC8-9669-F1C6C26B5563}"/>
          </ac:spMkLst>
        </pc:spChg>
        <pc:spChg chg="add del">
          <ac:chgData name="Cristian Chilipirea" userId="34ab170da5908fc4" providerId="LiveId" clId="{7840C37D-FDDB-4314-A31E-446F31402874}" dt="2019-10-13T10:43:12.367" v="182"/>
          <ac:spMkLst>
            <pc:docMk/>
            <pc:sldMk cId="321996071" sldId="505"/>
            <ac:spMk id="104" creationId="{7609E9BD-1572-4186-81E1-6667594A7C20}"/>
          </ac:spMkLst>
        </pc:spChg>
        <pc:spChg chg="add del">
          <ac:chgData name="Cristian Chilipirea" userId="34ab170da5908fc4" providerId="LiveId" clId="{7840C37D-FDDB-4314-A31E-446F31402874}" dt="2019-10-13T10:43:12.367" v="182"/>
          <ac:spMkLst>
            <pc:docMk/>
            <pc:sldMk cId="321996071" sldId="505"/>
            <ac:spMk id="105" creationId="{01251D36-7594-48A9-AFD1-9C045A1CDEE7}"/>
          </ac:spMkLst>
        </pc:spChg>
        <pc:spChg chg="add del">
          <ac:chgData name="Cristian Chilipirea" userId="34ab170da5908fc4" providerId="LiveId" clId="{7840C37D-FDDB-4314-A31E-446F31402874}" dt="2019-10-13T10:43:12.367" v="182"/>
          <ac:spMkLst>
            <pc:docMk/>
            <pc:sldMk cId="321996071" sldId="505"/>
            <ac:spMk id="106" creationId="{7D05D062-281F-4C65-A286-5B09897B2080}"/>
          </ac:spMkLst>
        </pc:spChg>
        <pc:spChg chg="add del">
          <ac:chgData name="Cristian Chilipirea" userId="34ab170da5908fc4" providerId="LiveId" clId="{7840C37D-FDDB-4314-A31E-446F31402874}" dt="2019-10-13T10:43:12.367" v="182"/>
          <ac:spMkLst>
            <pc:docMk/>
            <pc:sldMk cId="321996071" sldId="505"/>
            <ac:spMk id="107" creationId="{5F0AA580-85AB-43AF-A5B2-7811C31A9D57}"/>
          </ac:spMkLst>
        </pc:spChg>
        <pc:spChg chg="add del">
          <ac:chgData name="Cristian Chilipirea" userId="34ab170da5908fc4" providerId="LiveId" clId="{7840C37D-FDDB-4314-A31E-446F31402874}" dt="2019-10-13T10:43:12.367" v="182"/>
          <ac:spMkLst>
            <pc:docMk/>
            <pc:sldMk cId="321996071" sldId="505"/>
            <ac:spMk id="108" creationId="{29E2675F-8306-4ECC-8B03-2DF2A11B5639}"/>
          </ac:spMkLst>
        </pc:spChg>
        <pc:spChg chg="add del">
          <ac:chgData name="Cristian Chilipirea" userId="34ab170da5908fc4" providerId="LiveId" clId="{7840C37D-FDDB-4314-A31E-446F31402874}" dt="2019-10-13T10:43:12.367" v="182"/>
          <ac:spMkLst>
            <pc:docMk/>
            <pc:sldMk cId="321996071" sldId="505"/>
            <ac:spMk id="109" creationId="{0627D7F7-1B81-426B-9BDE-02B9AE5CCAB6}"/>
          </ac:spMkLst>
        </pc:spChg>
        <pc:spChg chg="add del">
          <ac:chgData name="Cristian Chilipirea" userId="34ab170da5908fc4" providerId="LiveId" clId="{7840C37D-FDDB-4314-A31E-446F31402874}" dt="2019-10-13T10:43:12.367" v="182"/>
          <ac:spMkLst>
            <pc:docMk/>
            <pc:sldMk cId="321996071" sldId="505"/>
            <ac:spMk id="110" creationId="{7354F2C5-F00F-4D3E-9B6D-AEE607CE5979}"/>
          </ac:spMkLst>
        </pc:spChg>
        <pc:spChg chg="add del">
          <ac:chgData name="Cristian Chilipirea" userId="34ab170da5908fc4" providerId="LiveId" clId="{7840C37D-FDDB-4314-A31E-446F31402874}" dt="2019-10-13T10:43:12.367" v="182"/>
          <ac:spMkLst>
            <pc:docMk/>
            <pc:sldMk cId="321996071" sldId="505"/>
            <ac:spMk id="111" creationId="{C7D3760F-A3B1-4792-B739-D2FE986FB3B5}"/>
          </ac:spMkLst>
        </pc:spChg>
        <pc:spChg chg="add del">
          <ac:chgData name="Cristian Chilipirea" userId="34ab170da5908fc4" providerId="LiveId" clId="{7840C37D-FDDB-4314-A31E-446F31402874}" dt="2019-10-13T10:43:12.367" v="182"/>
          <ac:spMkLst>
            <pc:docMk/>
            <pc:sldMk cId="321996071" sldId="505"/>
            <ac:spMk id="112" creationId="{2DF40BB7-84D0-41D8-B190-9BBC72E04E59}"/>
          </ac:spMkLst>
        </pc:spChg>
        <pc:spChg chg="add del">
          <ac:chgData name="Cristian Chilipirea" userId="34ab170da5908fc4" providerId="LiveId" clId="{7840C37D-FDDB-4314-A31E-446F31402874}" dt="2019-10-13T10:43:12.367" v="182"/>
          <ac:spMkLst>
            <pc:docMk/>
            <pc:sldMk cId="321996071" sldId="505"/>
            <ac:spMk id="113" creationId="{146C61C3-99EF-4507-A1AD-6CCFE83541C1}"/>
          </ac:spMkLst>
        </pc:spChg>
        <pc:spChg chg="add del">
          <ac:chgData name="Cristian Chilipirea" userId="34ab170da5908fc4" providerId="LiveId" clId="{7840C37D-FDDB-4314-A31E-446F31402874}" dt="2019-10-13T10:43:12.367" v="182"/>
          <ac:spMkLst>
            <pc:docMk/>
            <pc:sldMk cId="321996071" sldId="505"/>
            <ac:spMk id="114" creationId="{3DCDA071-62DB-4F24-8345-1D9E207ECA7F}"/>
          </ac:spMkLst>
        </pc:spChg>
        <pc:spChg chg="add del">
          <ac:chgData name="Cristian Chilipirea" userId="34ab170da5908fc4" providerId="LiveId" clId="{7840C37D-FDDB-4314-A31E-446F31402874}" dt="2019-10-13T10:43:12.367" v="182"/>
          <ac:spMkLst>
            <pc:docMk/>
            <pc:sldMk cId="321996071" sldId="505"/>
            <ac:spMk id="115" creationId="{6D92017B-47FD-49CB-AEEC-7C98DB40819E}"/>
          </ac:spMkLst>
        </pc:spChg>
        <pc:spChg chg="add del">
          <ac:chgData name="Cristian Chilipirea" userId="34ab170da5908fc4" providerId="LiveId" clId="{7840C37D-FDDB-4314-A31E-446F31402874}" dt="2019-10-13T10:43:12.367" v="182"/>
          <ac:spMkLst>
            <pc:docMk/>
            <pc:sldMk cId="321996071" sldId="505"/>
            <ac:spMk id="116" creationId="{B9FD1989-17F6-457D-80EE-88E38D076404}"/>
          </ac:spMkLst>
        </pc:spChg>
        <pc:spChg chg="add del">
          <ac:chgData name="Cristian Chilipirea" userId="34ab170da5908fc4" providerId="LiveId" clId="{7840C37D-FDDB-4314-A31E-446F31402874}" dt="2019-10-13T10:43:12.367" v="182"/>
          <ac:spMkLst>
            <pc:docMk/>
            <pc:sldMk cId="321996071" sldId="505"/>
            <ac:spMk id="117" creationId="{15D3751D-530A-43C0-A1AD-EA8164217704}"/>
          </ac:spMkLst>
        </pc:spChg>
        <pc:spChg chg="add del">
          <ac:chgData name="Cristian Chilipirea" userId="34ab170da5908fc4" providerId="LiveId" clId="{7840C37D-FDDB-4314-A31E-446F31402874}" dt="2019-10-13T10:43:12.367" v="182"/>
          <ac:spMkLst>
            <pc:docMk/>
            <pc:sldMk cId="321996071" sldId="505"/>
            <ac:spMk id="118" creationId="{D43C28A9-4E5E-47F1-AD8E-357DC6F1A055}"/>
          </ac:spMkLst>
        </pc:spChg>
        <pc:spChg chg="add del">
          <ac:chgData name="Cristian Chilipirea" userId="34ab170da5908fc4" providerId="LiveId" clId="{7840C37D-FDDB-4314-A31E-446F31402874}" dt="2019-10-13T10:43:12.367" v="182"/>
          <ac:spMkLst>
            <pc:docMk/>
            <pc:sldMk cId="321996071" sldId="505"/>
            <ac:spMk id="119" creationId="{6E9A22CF-8EAD-4E1B-B80F-440CEB14922A}"/>
          </ac:spMkLst>
        </pc:spChg>
        <pc:spChg chg="add del">
          <ac:chgData name="Cristian Chilipirea" userId="34ab170da5908fc4" providerId="LiveId" clId="{7840C37D-FDDB-4314-A31E-446F31402874}" dt="2019-10-13T10:43:12.367" v="182"/>
          <ac:spMkLst>
            <pc:docMk/>
            <pc:sldMk cId="321996071" sldId="505"/>
            <ac:spMk id="120" creationId="{EC918485-1A26-45BB-A19B-98658FB3BBAB}"/>
          </ac:spMkLst>
        </pc:spChg>
        <pc:spChg chg="add del">
          <ac:chgData name="Cristian Chilipirea" userId="34ab170da5908fc4" providerId="LiveId" clId="{7840C37D-FDDB-4314-A31E-446F31402874}" dt="2019-10-13T10:43:12.367" v="182"/>
          <ac:spMkLst>
            <pc:docMk/>
            <pc:sldMk cId="321996071" sldId="505"/>
            <ac:spMk id="121" creationId="{8BCCD962-482E-40D8-8ECC-21C97FC9CCB8}"/>
          </ac:spMkLst>
        </pc:spChg>
        <pc:spChg chg="add del">
          <ac:chgData name="Cristian Chilipirea" userId="34ab170da5908fc4" providerId="LiveId" clId="{7840C37D-FDDB-4314-A31E-446F31402874}" dt="2019-10-13T10:43:12.367" v="182"/>
          <ac:spMkLst>
            <pc:docMk/>
            <pc:sldMk cId="321996071" sldId="505"/>
            <ac:spMk id="122" creationId="{210B070A-ED45-44A0-80E1-AD4DF6DDF697}"/>
          </ac:spMkLst>
        </pc:spChg>
        <pc:spChg chg="add del">
          <ac:chgData name="Cristian Chilipirea" userId="34ab170da5908fc4" providerId="LiveId" clId="{7840C37D-FDDB-4314-A31E-446F31402874}" dt="2019-10-13T10:43:12.367" v="182"/>
          <ac:spMkLst>
            <pc:docMk/>
            <pc:sldMk cId="321996071" sldId="505"/>
            <ac:spMk id="123" creationId="{34805986-584C-4C20-B017-CE2C2F634EAE}"/>
          </ac:spMkLst>
        </pc:spChg>
        <pc:spChg chg="add del">
          <ac:chgData name="Cristian Chilipirea" userId="34ab170da5908fc4" providerId="LiveId" clId="{7840C37D-FDDB-4314-A31E-446F31402874}" dt="2019-10-13T10:43:12.367" v="182"/>
          <ac:spMkLst>
            <pc:docMk/>
            <pc:sldMk cId="321996071" sldId="505"/>
            <ac:spMk id="124" creationId="{338D7172-87AC-4B98-A5F1-CFB1BD345185}"/>
          </ac:spMkLst>
        </pc:spChg>
        <pc:spChg chg="add del">
          <ac:chgData name="Cristian Chilipirea" userId="34ab170da5908fc4" providerId="LiveId" clId="{7840C37D-FDDB-4314-A31E-446F31402874}" dt="2019-10-13T10:43:12.367" v="182"/>
          <ac:spMkLst>
            <pc:docMk/>
            <pc:sldMk cId="321996071" sldId="505"/>
            <ac:spMk id="125" creationId="{D312F884-6520-4A63-B40A-B1D2D0F8518C}"/>
          </ac:spMkLst>
        </pc:spChg>
        <pc:spChg chg="add del">
          <ac:chgData name="Cristian Chilipirea" userId="34ab170da5908fc4" providerId="LiveId" clId="{7840C37D-FDDB-4314-A31E-446F31402874}" dt="2019-10-13T10:43:12.367" v="182"/>
          <ac:spMkLst>
            <pc:docMk/>
            <pc:sldMk cId="321996071" sldId="505"/>
            <ac:spMk id="126" creationId="{06C74B10-A4CA-497A-834E-62D77260EEB0}"/>
          </ac:spMkLst>
        </pc:spChg>
        <pc:spChg chg="add del">
          <ac:chgData name="Cristian Chilipirea" userId="34ab170da5908fc4" providerId="LiveId" clId="{7840C37D-FDDB-4314-A31E-446F31402874}" dt="2019-10-13T10:43:12.367" v="182"/>
          <ac:spMkLst>
            <pc:docMk/>
            <pc:sldMk cId="321996071" sldId="505"/>
            <ac:spMk id="127" creationId="{3893DCFF-5291-4582-BD7F-5E4D25113D2C}"/>
          </ac:spMkLst>
        </pc:spChg>
        <pc:spChg chg="add del">
          <ac:chgData name="Cristian Chilipirea" userId="34ab170da5908fc4" providerId="LiveId" clId="{7840C37D-FDDB-4314-A31E-446F31402874}" dt="2019-10-13T10:43:12.367" v="182"/>
          <ac:spMkLst>
            <pc:docMk/>
            <pc:sldMk cId="321996071" sldId="505"/>
            <ac:spMk id="128" creationId="{F8CCA41B-4B48-4879-8236-9E757DD5A8C6}"/>
          </ac:spMkLst>
        </pc:spChg>
        <pc:spChg chg="add del">
          <ac:chgData name="Cristian Chilipirea" userId="34ab170da5908fc4" providerId="LiveId" clId="{7840C37D-FDDB-4314-A31E-446F31402874}" dt="2019-10-13T10:43:12.367" v="182"/>
          <ac:spMkLst>
            <pc:docMk/>
            <pc:sldMk cId="321996071" sldId="505"/>
            <ac:spMk id="129" creationId="{5C687E9F-745B-460E-8ECF-BB17111B2810}"/>
          </ac:spMkLst>
        </pc:spChg>
        <pc:spChg chg="add del">
          <ac:chgData name="Cristian Chilipirea" userId="34ab170da5908fc4" providerId="LiveId" clId="{7840C37D-FDDB-4314-A31E-446F31402874}" dt="2019-10-13T10:43:12.367" v="182"/>
          <ac:spMkLst>
            <pc:docMk/>
            <pc:sldMk cId="321996071" sldId="505"/>
            <ac:spMk id="130" creationId="{6A324966-49F1-48C7-AF5A-1424EBAC76FC}"/>
          </ac:spMkLst>
        </pc:spChg>
        <pc:spChg chg="add del">
          <ac:chgData name="Cristian Chilipirea" userId="34ab170da5908fc4" providerId="LiveId" clId="{7840C37D-FDDB-4314-A31E-446F31402874}" dt="2019-10-13T10:43:12.367" v="182"/>
          <ac:spMkLst>
            <pc:docMk/>
            <pc:sldMk cId="321996071" sldId="505"/>
            <ac:spMk id="131" creationId="{8D705C5E-75A1-41C3-AEE6-CA45A4B98743}"/>
          </ac:spMkLst>
        </pc:spChg>
        <pc:spChg chg="add mod">
          <ac:chgData name="Cristian Chilipirea" userId="34ab170da5908fc4" providerId="LiveId" clId="{7840C37D-FDDB-4314-A31E-446F31402874}" dt="2019-10-13T10:43:14.895" v="184" actId="1076"/>
          <ac:spMkLst>
            <pc:docMk/>
            <pc:sldMk cId="321996071" sldId="505"/>
            <ac:spMk id="132" creationId="{0930F4B3-3870-428B-9B1B-FCF43DDBEA8F}"/>
          </ac:spMkLst>
        </pc:spChg>
        <pc:spChg chg="add mod">
          <ac:chgData name="Cristian Chilipirea" userId="34ab170da5908fc4" providerId="LiveId" clId="{7840C37D-FDDB-4314-A31E-446F31402874}" dt="2019-10-13T10:43:14.895" v="184" actId="1076"/>
          <ac:spMkLst>
            <pc:docMk/>
            <pc:sldMk cId="321996071" sldId="505"/>
            <ac:spMk id="133" creationId="{DAD54CA0-47CE-4066-A103-6B1B99BF2B9E}"/>
          </ac:spMkLst>
        </pc:spChg>
        <pc:spChg chg="add mod">
          <ac:chgData name="Cristian Chilipirea" userId="34ab170da5908fc4" providerId="LiveId" clId="{7840C37D-FDDB-4314-A31E-446F31402874}" dt="2019-10-13T10:43:14.895" v="184" actId="1076"/>
          <ac:spMkLst>
            <pc:docMk/>
            <pc:sldMk cId="321996071" sldId="505"/>
            <ac:spMk id="164" creationId="{13D1DEE2-CA4A-4C65-895F-FB3859E40C55}"/>
          </ac:spMkLst>
        </pc:spChg>
        <pc:spChg chg="add mod">
          <ac:chgData name="Cristian Chilipirea" userId="34ab170da5908fc4" providerId="LiveId" clId="{7840C37D-FDDB-4314-A31E-446F31402874}" dt="2019-10-13T10:43:14.895" v="184" actId="1076"/>
          <ac:spMkLst>
            <pc:docMk/>
            <pc:sldMk cId="321996071" sldId="505"/>
            <ac:spMk id="165" creationId="{76D95C3B-C08F-41AF-A574-76A1FB940CFD}"/>
          </ac:spMkLst>
        </pc:spChg>
        <pc:spChg chg="add mod">
          <ac:chgData name="Cristian Chilipirea" userId="34ab170da5908fc4" providerId="LiveId" clId="{7840C37D-FDDB-4314-A31E-446F31402874}" dt="2019-10-13T10:43:14.895" v="184" actId="1076"/>
          <ac:spMkLst>
            <pc:docMk/>
            <pc:sldMk cId="321996071" sldId="505"/>
            <ac:spMk id="166" creationId="{B24E7CF1-4756-43EE-B8C3-F565485EA4E6}"/>
          </ac:spMkLst>
        </pc:spChg>
        <pc:spChg chg="add mod">
          <ac:chgData name="Cristian Chilipirea" userId="34ab170da5908fc4" providerId="LiveId" clId="{7840C37D-FDDB-4314-A31E-446F31402874}" dt="2019-10-13T10:43:14.895" v="184" actId="1076"/>
          <ac:spMkLst>
            <pc:docMk/>
            <pc:sldMk cId="321996071" sldId="505"/>
            <ac:spMk id="167" creationId="{21090815-1DD7-483E-9CF5-B7784F417515}"/>
          </ac:spMkLst>
        </pc:spChg>
        <pc:spChg chg="add mod">
          <ac:chgData name="Cristian Chilipirea" userId="34ab170da5908fc4" providerId="LiveId" clId="{7840C37D-FDDB-4314-A31E-446F31402874}" dt="2019-10-13T10:43:14.895" v="184" actId="1076"/>
          <ac:spMkLst>
            <pc:docMk/>
            <pc:sldMk cId="321996071" sldId="505"/>
            <ac:spMk id="168" creationId="{F9041880-ECAF-4618-8570-59CBE459386D}"/>
          </ac:spMkLst>
        </pc:spChg>
        <pc:spChg chg="add mod">
          <ac:chgData name="Cristian Chilipirea" userId="34ab170da5908fc4" providerId="LiveId" clId="{7840C37D-FDDB-4314-A31E-446F31402874}" dt="2019-10-13T10:43:14.895" v="184" actId="1076"/>
          <ac:spMkLst>
            <pc:docMk/>
            <pc:sldMk cId="321996071" sldId="505"/>
            <ac:spMk id="169" creationId="{9624A6EB-738F-4877-89E6-6998F2351832}"/>
          </ac:spMkLst>
        </pc:spChg>
        <pc:spChg chg="add mod">
          <ac:chgData name="Cristian Chilipirea" userId="34ab170da5908fc4" providerId="LiveId" clId="{7840C37D-FDDB-4314-A31E-446F31402874}" dt="2019-10-13T10:43:14.895" v="184" actId="1076"/>
          <ac:spMkLst>
            <pc:docMk/>
            <pc:sldMk cId="321996071" sldId="505"/>
            <ac:spMk id="170" creationId="{921DB297-9A46-4C94-9D77-3AF2A57D7FD2}"/>
          </ac:spMkLst>
        </pc:spChg>
        <pc:spChg chg="add mod">
          <ac:chgData name="Cristian Chilipirea" userId="34ab170da5908fc4" providerId="LiveId" clId="{7840C37D-FDDB-4314-A31E-446F31402874}" dt="2019-10-13T10:43:14.895" v="184" actId="1076"/>
          <ac:spMkLst>
            <pc:docMk/>
            <pc:sldMk cId="321996071" sldId="505"/>
            <ac:spMk id="171" creationId="{FFDA6E12-C11C-4293-8FE0-9D1C15DCCBD6}"/>
          </ac:spMkLst>
        </pc:spChg>
        <pc:spChg chg="add mod">
          <ac:chgData name="Cristian Chilipirea" userId="34ab170da5908fc4" providerId="LiveId" clId="{7840C37D-FDDB-4314-A31E-446F31402874}" dt="2019-10-13T10:43:14.895" v="184" actId="1076"/>
          <ac:spMkLst>
            <pc:docMk/>
            <pc:sldMk cId="321996071" sldId="505"/>
            <ac:spMk id="172" creationId="{6013DFD5-4D8F-4E9C-BECD-86FF6DF65311}"/>
          </ac:spMkLst>
        </pc:spChg>
        <pc:spChg chg="add mod">
          <ac:chgData name="Cristian Chilipirea" userId="34ab170da5908fc4" providerId="LiveId" clId="{7840C37D-FDDB-4314-A31E-446F31402874}" dt="2019-10-13T10:43:14.895" v="184" actId="1076"/>
          <ac:spMkLst>
            <pc:docMk/>
            <pc:sldMk cId="321996071" sldId="505"/>
            <ac:spMk id="173" creationId="{0708F77A-6D02-4ACA-AAC0-9CE8178C38AC}"/>
          </ac:spMkLst>
        </pc:spChg>
        <pc:spChg chg="add mod">
          <ac:chgData name="Cristian Chilipirea" userId="34ab170da5908fc4" providerId="LiveId" clId="{7840C37D-FDDB-4314-A31E-446F31402874}" dt="2019-10-13T10:43:14.895" v="184" actId="1076"/>
          <ac:spMkLst>
            <pc:docMk/>
            <pc:sldMk cId="321996071" sldId="505"/>
            <ac:spMk id="174" creationId="{DF081D8C-8763-458B-9131-B587F2DCD608}"/>
          </ac:spMkLst>
        </pc:spChg>
        <pc:spChg chg="add mod">
          <ac:chgData name="Cristian Chilipirea" userId="34ab170da5908fc4" providerId="LiveId" clId="{7840C37D-FDDB-4314-A31E-446F31402874}" dt="2019-10-13T10:43:14.895" v="184" actId="1076"/>
          <ac:spMkLst>
            <pc:docMk/>
            <pc:sldMk cId="321996071" sldId="505"/>
            <ac:spMk id="175" creationId="{8B697B1D-1385-49AC-9200-7424E8AC44BB}"/>
          </ac:spMkLst>
        </pc:spChg>
        <pc:spChg chg="add mod">
          <ac:chgData name="Cristian Chilipirea" userId="34ab170da5908fc4" providerId="LiveId" clId="{7840C37D-FDDB-4314-A31E-446F31402874}" dt="2019-10-13T10:43:14.895" v="184" actId="1076"/>
          <ac:spMkLst>
            <pc:docMk/>
            <pc:sldMk cId="321996071" sldId="505"/>
            <ac:spMk id="176" creationId="{9AD63E1E-60E6-4083-AAB9-2961A8C0D58C}"/>
          </ac:spMkLst>
        </pc:spChg>
        <pc:spChg chg="add mod">
          <ac:chgData name="Cristian Chilipirea" userId="34ab170da5908fc4" providerId="LiveId" clId="{7840C37D-FDDB-4314-A31E-446F31402874}" dt="2019-10-13T10:43:14.895" v="184" actId="1076"/>
          <ac:spMkLst>
            <pc:docMk/>
            <pc:sldMk cId="321996071" sldId="505"/>
            <ac:spMk id="177" creationId="{8CCA01E3-F12D-4D78-BDFB-72B6C9D3B645}"/>
          </ac:spMkLst>
        </pc:spChg>
        <pc:spChg chg="add mod">
          <ac:chgData name="Cristian Chilipirea" userId="34ab170da5908fc4" providerId="LiveId" clId="{7840C37D-FDDB-4314-A31E-446F31402874}" dt="2019-10-13T10:43:14.895" v="184" actId="1076"/>
          <ac:spMkLst>
            <pc:docMk/>
            <pc:sldMk cId="321996071" sldId="505"/>
            <ac:spMk id="178" creationId="{6AFF6D7D-AA39-4916-BF4C-7E12CC1F4B06}"/>
          </ac:spMkLst>
        </pc:spChg>
        <pc:spChg chg="add mod">
          <ac:chgData name="Cristian Chilipirea" userId="34ab170da5908fc4" providerId="LiveId" clId="{7840C37D-FDDB-4314-A31E-446F31402874}" dt="2019-10-13T10:43:14.895" v="184" actId="1076"/>
          <ac:spMkLst>
            <pc:docMk/>
            <pc:sldMk cId="321996071" sldId="505"/>
            <ac:spMk id="179" creationId="{BE1FAE2E-16B2-4E0E-B197-A5E0D008D671}"/>
          </ac:spMkLst>
        </pc:spChg>
        <pc:spChg chg="add mod">
          <ac:chgData name="Cristian Chilipirea" userId="34ab170da5908fc4" providerId="LiveId" clId="{7840C37D-FDDB-4314-A31E-446F31402874}" dt="2019-10-13T10:43:14.895" v="184" actId="1076"/>
          <ac:spMkLst>
            <pc:docMk/>
            <pc:sldMk cId="321996071" sldId="505"/>
            <ac:spMk id="180" creationId="{503AA6A5-1D18-4C75-90D2-D7DD52EA938B}"/>
          </ac:spMkLst>
        </pc:spChg>
        <pc:spChg chg="add mod">
          <ac:chgData name="Cristian Chilipirea" userId="34ab170da5908fc4" providerId="LiveId" clId="{7840C37D-FDDB-4314-A31E-446F31402874}" dt="2019-10-13T10:43:14.895" v="184" actId="1076"/>
          <ac:spMkLst>
            <pc:docMk/>
            <pc:sldMk cId="321996071" sldId="505"/>
            <ac:spMk id="181" creationId="{2920D1D7-7266-4C05-9F9F-0B0A527DEA5B}"/>
          </ac:spMkLst>
        </pc:spChg>
        <pc:spChg chg="add mod">
          <ac:chgData name="Cristian Chilipirea" userId="34ab170da5908fc4" providerId="LiveId" clId="{7840C37D-FDDB-4314-A31E-446F31402874}" dt="2019-10-13T10:43:14.895" v="184" actId="1076"/>
          <ac:spMkLst>
            <pc:docMk/>
            <pc:sldMk cId="321996071" sldId="505"/>
            <ac:spMk id="182" creationId="{4DC71915-78C8-4012-A6C9-69D6F74AE711}"/>
          </ac:spMkLst>
        </pc:spChg>
        <pc:spChg chg="add mod">
          <ac:chgData name="Cristian Chilipirea" userId="34ab170da5908fc4" providerId="LiveId" clId="{7840C37D-FDDB-4314-A31E-446F31402874}" dt="2019-10-13T10:43:14.895" v="184" actId="1076"/>
          <ac:spMkLst>
            <pc:docMk/>
            <pc:sldMk cId="321996071" sldId="505"/>
            <ac:spMk id="183" creationId="{B8B348EA-3CC7-4406-849D-C3B000478FED}"/>
          </ac:spMkLst>
        </pc:spChg>
        <pc:spChg chg="add mod">
          <ac:chgData name="Cristian Chilipirea" userId="34ab170da5908fc4" providerId="LiveId" clId="{7840C37D-FDDB-4314-A31E-446F31402874}" dt="2019-10-13T10:43:14.895" v="184" actId="1076"/>
          <ac:spMkLst>
            <pc:docMk/>
            <pc:sldMk cId="321996071" sldId="505"/>
            <ac:spMk id="184" creationId="{BE5CB71D-98CF-415F-85B6-5322FF83E989}"/>
          </ac:spMkLst>
        </pc:spChg>
        <pc:spChg chg="add mod">
          <ac:chgData name="Cristian Chilipirea" userId="34ab170da5908fc4" providerId="LiveId" clId="{7840C37D-FDDB-4314-A31E-446F31402874}" dt="2019-10-13T10:43:14.895" v="184" actId="1076"/>
          <ac:spMkLst>
            <pc:docMk/>
            <pc:sldMk cId="321996071" sldId="505"/>
            <ac:spMk id="185" creationId="{C661DAA2-1686-44F6-90CC-36B35EAAE9E3}"/>
          </ac:spMkLst>
        </pc:spChg>
        <pc:spChg chg="add mod">
          <ac:chgData name="Cristian Chilipirea" userId="34ab170da5908fc4" providerId="LiveId" clId="{7840C37D-FDDB-4314-A31E-446F31402874}" dt="2019-10-13T10:43:14.895" v="184" actId="1076"/>
          <ac:spMkLst>
            <pc:docMk/>
            <pc:sldMk cId="321996071" sldId="505"/>
            <ac:spMk id="186" creationId="{05794AA4-9BE5-4030-AE48-65F3062B62D1}"/>
          </ac:spMkLst>
        </pc:spChg>
        <pc:spChg chg="add mod">
          <ac:chgData name="Cristian Chilipirea" userId="34ab170da5908fc4" providerId="LiveId" clId="{7840C37D-FDDB-4314-A31E-446F31402874}" dt="2019-10-13T10:43:14.895" v="184" actId="1076"/>
          <ac:spMkLst>
            <pc:docMk/>
            <pc:sldMk cId="321996071" sldId="505"/>
            <ac:spMk id="187" creationId="{97966FB8-CC04-4139-ADCE-794123B42D9A}"/>
          </ac:spMkLst>
        </pc:spChg>
        <pc:spChg chg="add mod">
          <ac:chgData name="Cristian Chilipirea" userId="34ab170da5908fc4" providerId="LiveId" clId="{7840C37D-FDDB-4314-A31E-446F31402874}" dt="2019-10-13T10:43:14.895" v="184" actId="1076"/>
          <ac:spMkLst>
            <pc:docMk/>
            <pc:sldMk cId="321996071" sldId="505"/>
            <ac:spMk id="188" creationId="{ADF808F0-3194-4640-A0CE-12AE7C2D99EC}"/>
          </ac:spMkLst>
        </pc:spChg>
        <pc:spChg chg="add mod">
          <ac:chgData name="Cristian Chilipirea" userId="34ab170da5908fc4" providerId="LiveId" clId="{7840C37D-FDDB-4314-A31E-446F31402874}" dt="2019-10-13T10:43:14.895" v="184" actId="1076"/>
          <ac:spMkLst>
            <pc:docMk/>
            <pc:sldMk cId="321996071" sldId="505"/>
            <ac:spMk id="189" creationId="{0FBF024E-7BF3-4868-B65A-44298C0449CA}"/>
          </ac:spMkLst>
        </pc:spChg>
        <pc:spChg chg="add mod">
          <ac:chgData name="Cristian Chilipirea" userId="34ab170da5908fc4" providerId="LiveId" clId="{7840C37D-FDDB-4314-A31E-446F31402874}" dt="2019-10-13T10:43:14.895" v="184" actId="1076"/>
          <ac:spMkLst>
            <pc:docMk/>
            <pc:sldMk cId="321996071" sldId="505"/>
            <ac:spMk id="190" creationId="{B5274CE8-8BCD-4EE5-B671-E1C37B495467}"/>
          </ac:spMkLst>
        </pc:spChg>
        <pc:spChg chg="add mod">
          <ac:chgData name="Cristian Chilipirea" userId="34ab170da5908fc4" providerId="LiveId" clId="{7840C37D-FDDB-4314-A31E-446F31402874}" dt="2019-10-13T10:43:14.895" v="184" actId="1076"/>
          <ac:spMkLst>
            <pc:docMk/>
            <pc:sldMk cId="321996071" sldId="505"/>
            <ac:spMk id="191" creationId="{3343BC5F-ACBE-444A-9630-E0EA3ECDBA16}"/>
          </ac:spMkLst>
        </pc:spChg>
        <pc:spChg chg="add mod">
          <ac:chgData name="Cristian Chilipirea" userId="34ab170da5908fc4" providerId="LiveId" clId="{7840C37D-FDDB-4314-A31E-446F31402874}" dt="2019-10-13T10:43:14.895" v="184" actId="1076"/>
          <ac:spMkLst>
            <pc:docMk/>
            <pc:sldMk cId="321996071" sldId="505"/>
            <ac:spMk id="192" creationId="{B34107A2-B003-48AB-80D2-DDEEBA129F70}"/>
          </ac:spMkLst>
        </pc:spChg>
        <pc:spChg chg="add mod">
          <ac:chgData name="Cristian Chilipirea" userId="34ab170da5908fc4" providerId="LiveId" clId="{7840C37D-FDDB-4314-A31E-446F31402874}" dt="2019-10-13T10:43:14.895" v="184" actId="1076"/>
          <ac:spMkLst>
            <pc:docMk/>
            <pc:sldMk cId="321996071" sldId="505"/>
            <ac:spMk id="193" creationId="{49CA3FBC-82B6-4D7F-8E3A-508E7FD6F7B5}"/>
          </ac:spMkLst>
        </pc:spChg>
        <pc:spChg chg="add mod">
          <ac:chgData name="Cristian Chilipirea" userId="34ab170da5908fc4" providerId="LiveId" clId="{7840C37D-FDDB-4314-A31E-446F31402874}" dt="2019-10-13T10:43:14.895" v="184" actId="1076"/>
          <ac:spMkLst>
            <pc:docMk/>
            <pc:sldMk cId="321996071" sldId="505"/>
            <ac:spMk id="229" creationId="{8E5E4DDB-8555-4075-997E-7650AB432CCD}"/>
          </ac:spMkLst>
        </pc:spChg>
        <pc:spChg chg="add mod">
          <ac:chgData name="Cristian Chilipirea" userId="34ab170da5908fc4" providerId="LiveId" clId="{7840C37D-FDDB-4314-A31E-446F31402874}" dt="2019-10-13T10:43:14.895" v="184" actId="1076"/>
          <ac:spMkLst>
            <pc:docMk/>
            <pc:sldMk cId="321996071" sldId="505"/>
            <ac:spMk id="230" creationId="{6DF64013-9706-4CE3-8B43-42DF4B777D98}"/>
          </ac:spMkLst>
        </pc:spChg>
        <pc:spChg chg="add mod">
          <ac:chgData name="Cristian Chilipirea" userId="34ab170da5908fc4" providerId="LiveId" clId="{7840C37D-FDDB-4314-A31E-446F31402874}" dt="2019-10-13T10:43:14.895" v="184" actId="1076"/>
          <ac:spMkLst>
            <pc:docMk/>
            <pc:sldMk cId="321996071" sldId="505"/>
            <ac:spMk id="231" creationId="{F0DACD9E-47AE-4B82-8DCF-3E9EB9580F88}"/>
          </ac:spMkLst>
        </pc:spChg>
        <pc:spChg chg="add mod">
          <ac:chgData name="Cristian Chilipirea" userId="34ab170da5908fc4" providerId="LiveId" clId="{7840C37D-FDDB-4314-A31E-446F31402874}" dt="2019-10-13T10:43:14.895" v="184" actId="1076"/>
          <ac:spMkLst>
            <pc:docMk/>
            <pc:sldMk cId="321996071" sldId="505"/>
            <ac:spMk id="232" creationId="{4C06163B-37FF-4F7C-B6F4-0120BD2C73A8}"/>
          </ac:spMkLst>
        </pc:spChg>
        <pc:spChg chg="add mod">
          <ac:chgData name="Cristian Chilipirea" userId="34ab170da5908fc4" providerId="LiveId" clId="{7840C37D-FDDB-4314-A31E-446F31402874}" dt="2019-10-13T10:43:14.895" v="184" actId="1076"/>
          <ac:spMkLst>
            <pc:docMk/>
            <pc:sldMk cId="321996071" sldId="505"/>
            <ac:spMk id="233" creationId="{E7F0DE44-6D1F-4A9E-845B-B0F01C7519B4}"/>
          </ac:spMkLst>
        </pc:spChg>
        <pc:spChg chg="add mod">
          <ac:chgData name="Cristian Chilipirea" userId="34ab170da5908fc4" providerId="LiveId" clId="{7840C37D-FDDB-4314-A31E-446F31402874}" dt="2019-10-13T10:43:14.895" v="184" actId="1076"/>
          <ac:spMkLst>
            <pc:docMk/>
            <pc:sldMk cId="321996071" sldId="505"/>
            <ac:spMk id="234" creationId="{89C06B18-4B0E-4B50-96D9-0D6BC3A59598}"/>
          </ac:spMkLst>
        </pc:spChg>
        <pc:spChg chg="add mod">
          <ac:chgData name="Cristian Chilipirea" userId="34ab170da5908fc4" providerId="LiveId" clId="{7840C37D-FDDB-4314-A31E-446F31402874}" dt="2019-10-13T10:43:14.895" v="184" actId="1076"/>
          <ac:spMkLst>
            <pc:docMk/>
            <pc:sldMk cId="321996071" sldId="505"/>
            <ac:spMk id="235" creationId="{0F59AD88-FA86-4B3B-9498-A60CD904AA68}"/>
          </ac:spMkLst>
        </pc:spChg>
        <pc:spChg chg="add mod">
          <ac:chgData name="Cristian Chilipirea" userId="34ab170da5908fc4" providerId="LiveId" clId="{7840C37D-FDDB-4314-A31E-446F31402874}" dt="2019-10-13T10:43:14.895" v="184" actId="1076"/>
          <ac:spMkLst>
            <pc:docMk/>
            <pc:sldMk cId="321996071" sldId="505"/>
            <ac:spMk id="236" creationId="{43283ACE-2D41-43C0-B23B-415D289F21DC}"/>
          </ac:spMkLst>
        </pc:spChg>
        <pc:spChg chg="add mod">
          <ac:chgData name="Cristian Chilipirea" userId="34ab170da5908fc4" providerId="LiveId" clId="{7840C37D-FDDB-4314-A31E-446F31402874}" dt="2019-10-13T10:43:14.895" v="184" actId="1076"/>
          <ac:spMkLst>
            <pc:docMk/>
            <pc:sldMk cId="321996071" sldId="505"/>
            <ac:spMk id="237" creationId="{751B041C-F615-4208-B346-4C8A296D4C02}"/>
          </ac:spMkLst>
        </pc:spChg>
        <pc:spChg chg="add mod">
          <ac:chgData name="Cristian Chilipirea" userId="34ab170da5908fc4" providerId="LiveId" clId="{7840C37D-FDDB-4314-A31E-446F31402874}" dt="2019-10-13T10:43:14.895" v="184" actId="1076"/>
          <ac:spMkLst>
            <pc:docMk/>
            <pc:sldMk cId="321996071" sldId="505"/>
            <ac:spMk id="238" creationId="{F2E966D5-7473-41ED-9DAF-1AB5F9BE3A58}"/>
          </ac:spMkLst>
        </pc:spChg>
        <pc:spChg chg="add mod">
          <ac:chgData name="Cristian Chilipirea" userId="34ab170da5908fc4" providerId="LiveId" clId="{7840C37D-FDDB-4314-A31E-446F31402874}" dt="2019-10-13T10:43:14.895" v="184" actId="1076"/>
          <ac:spMkLst>
            <pc:docMk/>
            <pc:sldMk cId="321996071" sldId="505"/>
            <ac:spMk id="239" creationId="{F49E8465-90E9-4C4C-9770-9AD68377F0E3}"/>
          </ac:spMkLst>
        </pc:spChg>
        <pc:spChg chg="add mod">
          <ac:chgData name="Cristian Chilipirea" userId="34ab170da5908fc4" providerId="LiveId" clId="{7840C37D-FDDB-4314-A31E-446F31402874}" dt="2019-10-13T10:43:14.895" v="184" actId="1076"/>
          <ac:spMkLst>
            <pc:docMk/>
            <pc:sldMk cId="321996071" sldId="505"/>
            <ac:spMk id="240" creationId="{4A82D165-0FCE-42F8-94C1-DFF3F1FBF9A9}"/>
          </ac:spMkLst>
        </pc:spChg>
        <pc:spChg chg="add mod">
          <ac:chgData name="Cristian Chilipirea" userId="34ab170da5908fc4" providerId="LiveId" clId="{7840C37D-FDDB-4314-A31E-446F31402874}" dt="2019-10-13T10:43:14.895" v="184" actId="1076"/>
          <ac:spMkLst>
            <pc:docMk/>
            <pc:sldMk cId="321996071" sldId="505"/>
            <ac:spMk id="241" creationId="{0FE8C013-A0D2-41F1-A32C-A095531735BF}"/>
          </ac:spMkLst>
        </pc:spChg>
        <pc:spChg chg="add mod">
          <ac:chgData name="Cristian Chilipirea" userId="34ab170da5908fc4" providerId="LiveId" clId="{7840C37D-FDDB-4314-A31E-446F31402874}" dt="2019-10-13T10:43:14.895" v="184" actId="1076"/>
          <ac:spMkLst>
            <pc:docMk/>
            <pc:sldMk cId="321996071" sldId="505"/>
            <ac:spMk id="242" creationId="{EB46A5C0-B559-4E1F-AFC1-E04C1FD30286}"/>
          </ac:spMkLst>
        </pc:spChg>
        <pc:spChg chg="add mod">
          <ac:chgData name="Cristian Chilipirea" userId="34ab170da5908fc4" providerId="LiveId" clId="{7840C37D-FDDB-4314-A31E-446F31402874}" dt="2019-10-13T10:43:14.895" v="184" actId="1076"/>
          <ac:spMkLst>
            <pc:docMk/>
            <pc:sldMk cId="321996071" sldId="505"/>
            <ac:spMk id="243" creationId="{035EC6A9-6559-4E2E-9E28-8047B6619169}"/>
          </ac:spMkLst>
        </pc:spChg>
        <pc:spChg chg="add mod">
          <ac:chgData name="Cristian Chilipirea" userId="34ab170da5908fc4" providerId="LiveId" clId="{7840C37D-FDDB-4314-A31E-446F31402874}" dt="2019-10-13T10:43:14.895" v="184" actId="1076"/>
          <ac:spMkLst>
            <pc:docMk/>
            <pc:sldMk cId="321996071" sldId="505"/>
            <ac:spMk id="244" creationId="{0C302A28-5C0B-40BD-A484-A256687B3918}"/>
          </ac:spMkLst>
        </pc:spChg>
        <pc:spChg chg="add mod">
          <ac:chgData name="Cristian Chilipirea" userId="34ab170da5908fc4" providerId="LiveId" clId="{7840C37D-FDDB-4314-A31E-446F31402874}" dt="2019-10-13T10:43:14.895" v="184" actId="1076"/>
          <ac:spMkLst>
            <pc:docMk/>
            <pc:sldMk cId="321996071" sldId="505"/>
            <ac:spMk id="245" creationId="{41698E51-8BCF-48E7-865E-B88C661DF83F}"/>
          </ac:spMkLst>
        </pc:spChg>
        <pc:spChg chg="add mod">
          <ac:chgData name="Cristian Chilipirea" userId="34ab170da5908fc4" providerId="LiveId" clId="{7840C37D-FDDB-4314-A31E-446F31402874}" dt="2019-10-13T10:43:14.895" v="184" actId="1076"/>
          <ac:spMkLst>
            <pc:docMk/>
            <pc:sldMk cId="321996071" sldId="505"/>
            <ac:spMk id="246" creationId="{9D77F563-4E94-4A0E-AF27-6CFB2B489F9D}"/>
          </ac:spMkLst>
        </pc:spChg>
        <pc:spChg chg="add mod">
          <ac:chgData name="Cristian Chilipirea" userId="34ab170da5908fc4" providerId="LiveId" clId="{7840C37D-FDDB-4314-A31E-446F31402874}" dt="2019-10-13T10:43:14.895" v="184" actId="1076"/>
          <ac:spMkLst>
            <pc:docMk/>
            <pc:sldMk cId="321996071" sldId="505"/>
            <ac:spMk id="247" creationId="{E73398A7-8EB0-4E00-BDEC-BECAAA8FB97E}"/>
          </ac:spMkLst>
        </pc:spChg>
        <pc:spChg chg="add mod">
          <ac:chgData name="Cristian Chilipirea" userId="34ab170da5908fc4" providerId="LiveId" clId="{7840C37D-FDDB-4314-A31E-446F31402874}" dt="2019-10-13T10:43:14.895" v="184" actId="1076"/>
          <ac:spMkLst>
            <pc:docMk/>
            <pc:sldMk cId="321996071" sldId="505"/>
            <ac:spMk id="248" creationId="{520F44CE-9054-4A57-B43D-A7208F50B95A}"/>
          </ac:spMkLst>
        </pc:spChg>
        <pc:spChg chg="add mod">
          <ac:chgData name="Cristian Chilipirea" userId="34ab170da5908fc4" providerId="LiveId" clId="{7840C37D-FDDB-4314-A31E-446F31402874}" dt="2019-10-13T10:43:14.895" v="184" actId="1076"/>
          <ac:spMkLst>
            <pc:docMk/>
            <pc:sldMk cId="321996071" sldId="505"/>
            <ac:spMk id="249" creationId="{32068F50-B621-4BDE-9184-BD8568970EA9}"/>
          </ac:spMkLst>
        </pc:spChg>
        <pc:spChg chg="add mod">
          <ac:chgData name="Cristian Chilipirea" userId="34ab170da5908fc4" providerId="LiveId" clId="{7840C37D-FDDB-4314-A31E-446F31402874}" dt="2019-10-13T10:43:14.895" v="184" actId="1076"/>
          <ac:spMkLst>
            <pc:docMk/>
            <pc:sldMk cId="321996071" sldId="505"/>
            <ac:spMk id="250" creationId="{80A1B8F8-FCDD-429B-8BA9-53989B75D33B}"/>
          </ac:spMkLst>
        </pc:spChg>
        <pc:spChg chg="add mod">
          <ac:chgData name="Cristian Chilipirea" userId="34ab170da5908fc4" providerId="LiveId" clId="{7840C37D-FDDB-4314-A31E-446F31402874}" dt="2019-10-13T10:43:14.895" v="184" actId="1076"/>
          <ac:spMkLst>
            <pc:docMk/>
            <pc:sldMk cId="321996071" sldId="505"/>
            <ac:spMk id="251" creationId="{4AD3CF83-6036-4B04-8B28-28418BCFF0BC}"/>
          </ac:spMkLst>
        </pc:spChg>
        <pc:spChg chg="add mod">
          <ac:chgData name="Cristian Chilipirea" userId="34ab170da5908fc4" providerId="LiveId" clId="{7840C37D-FDDB-4314-A31E-446F31402874}" dt="2019-10-13T10:43:14.895" v="184" actId="1076"/>
          <ac:spMkLst>
            <pc:docMk/>
            <pc:sldMk cId="321996071" sldId="505"/>
            <ac:spMk id="252" creationId="{93C1C166-D7AB-43CF-B34C-DA6F789566E3}"/>
          </ac:spMkLst>
        </pc:spChg>
        <pc:spChg chg="add mod">
          <ac:chgData name="Cristian Chilipirea" userId="34ab170da5908fc4" providerId="LiveId" clId="{7840C37D-FDDB-4314-A31E-446F31402874}" dt="2019-10-13T10:43:14.895" v="184" actId="1076"/>
          <ac:spMkLst>
            <pc:docMk/>
            <pc:sldMk cId="321996071" sldId="505"/>
            <ac:spMk id="253" creationId="{81944542-9B5E-466E-8A8D-CC60C8AC9ED7}"/>
          </ac:spMkLst>
        </pc:spChg>
        <pc:spChg chg="add mod">
          <ac:chgData name="Cristian Chilipirea" userId="34ab170da5908fc4" providerId="LiveId" clId="{7840C37D-FDDB-4314-A31E-446F31402874}" dt="2019-10-13T10:43:14.895" v="184" actId="1076"/>
          <ac:spMkLst>
            <pc:docMk/>
            <pc:sldMk cId="321996071" sldId="505"/>
            <ac:spMk id="254" creationId="{504B35A3-BFC0-497A-BB3C-83916C81C665}"/>
          </ac:spMkLst>
        </pc:spChg>
        <pc:spChg chg="add mod">
          <ac:chgData name="Cristian Chilipirea" userId="34ab170da5908fc4" providerId="LiveId" clId="{7840C37D-FDDB-4314-A31E-446F31402874}" dt="2019-10-13T10:43:14.895" v="184" actId="1076"/>
          <ac:spMkLst>
            <pc:docMk/>
            <pc:sldMk cId="321996071" sldId="505"/>
            <ac:spMk id="255" creationId="{AE1264F0-7917-497C-8BC4-77BAF0C94E96}"/>
          </ac:spMkLst>
        </pc:spChg>
        <pc:spChg chg="add mod">
          <ac:chgData name="Cristian Chilipirea" userId="34ab170da5908fc4" providerId="LiveId" clId="{7840C37D-FDDB-4314-A31E-446F31402874}" dt="2019-10-13T10:43:14.895" v="184" actId="1076"/>
          <ac:spMkLst>
            <pc:docMk/>
            <pc:sldMk cId="321996071" sldId="505"/>
            <ac:spMk id="256" creationId="{F920A313-78AB-4381-99D9-64A34C263FA3}"/>
          </ac:spMkLst>
        </pc:spChg>
        <pc:spChg chg="add mod">
          <ac:chgData name="Cristian Chilipirea" userId="34ab170da5908fc4" providerId="LiveId" clId="{7840C37D-FDDB-4314-A31E-446F31402874}" dt="2019-10-13T10:43:14.895" v="184" actId="1076"/>
          <ac:spMkLst>
            <pc:docMk/>
            <pc:sldMk cId="321996071" sldId="505"/>
            <ac:spMk id="257" creationId="{CBB5F4BD-0C22-4E97-AAEB-F81ABD731446}"/>
          </ac:spMkLst>
        </pc:spChg>
        <pc:spChg chg="add mod">
          <ac:chgData name="Cristian Chilipirea" userId="34ab170da5908fc4" providerId="LiveId" clId="{7840C37D-FDDB-4314-A31E-446F31402874}" dt="2019-10-13T10:43:14.895" v="184" actId="1076"/>
          <ac:spMkLst>
            <pc:docMk/>
            <pc:sldMk cId="321996071" sldId="505"/>
            <ac:spMk id="258" creationId="{3B93E03C-32D7-4107-B206-3877352F240C}"/>
          </ac:spMkLst>
        </pc:spChg>
        <pc:spChg chg="add mod">
          <ac:chgData name="Cristian Chilipirea" userId="34ab170da5908fc4" providerId="LiveId" clId="{7840C37D-FDDB-4314-A31E-446F31402874}" dt="2019-10-13T10:43:14.895" v="184" actId="1076"/>
          <ac:spMkLst>
            <pc:docMk/>
            <pc:sldMk cId="321996071" sldId="505"/>
            <ac:spMk id="259" creationId="{F6FEC1FE-D401-451D-8EF4-ABCD2F19F1B7}"/>
          </ac:spMkLst>
        </pc:spChg>
        <pc:cxnChg chg="add del">
          <ac:chgData name="Cristian Chilipirea" userId="34ab170da5908fc4" providerId="LiveId" clId="{7840C37D-FDDB-4314-A31E-446F31402874}" dt="2019-10-13T10:43:12.367" v="182"/>
          <ac:cxnSpMkLst>
            <pc:docMk/>
            <pc:sldMk cId="321996071" sldId="505"/>
            <ac:cxnSpMk id="6" creationId="{DBCA1849-9085-4CA7-9AF8-5049A78F41DC}"/>
          </ac:cxnSpMkLst>
        </pc:cxnChg>
        <pc:cxnChg chg="add del">
          <ac:chgData name="Cristian Chilipirea" userId="34ab170da5908fc4" providerId="LiveId" clId="{7840C37D-FDDB-4314-A31E-446F31402874}" dt="2019-10-13T10:43:12.367" v="182"/>
          <ac:cxnSpMkLst>
            <pc:docMk/>
            <pc:sldMk cId="321996071" sldId="505"/>
            <ac:cxnSpMk id="7" creationId="{9C8BAA96-FC13-49A2-A9E6-92F8560D9EFC}"/>
          </ac:cxnSpMkLst>
        </pc:cxnChg>
        <pc:cxnChg chg="add del">
          <ac:chgData name="Cristian Chilipirea" userId="34ab170da5908fc4" providerId="LiveId" clId="{7840C37D-FDDB-4314-A31E-446F31402874}" dt="2019-10-13T10:43:12.367" v="182"/>
          <ac:cxnSpMkLst>
            <pc:docMk/>
            <pc:sldMk cId="321996071" sldId="505"/>
            <ac:cxnSpMk id="8" creationId="{CE31BAB7-6334-4226-97E3-5C1717818F39}"/>
          </ac:cxnSpMkLst>
        </pc:cxnChg>
        <pc:cxnChg chg="add del">
          <ac:chgData name="Cristian Chilipirea" userId="34ab170da5908fc4" providerId="LiveId" clId="{7840C37D-FDDB-4314-A31E-446F31402874}" dt="2019-10-13T10:43:12.367" v="182"/>
          <ac:cxnSpMkLst>
            <pc:docMk/>
            <pc:sldMk cId="321996071" sldId="505"/>
            <ac:cxnSpMk id="9" creationId="{10527B24-5E5F-48A5-90F1-95EF1C38D13C}"/>
          </ac:cxnSpMkLst>
        </pc:cxnChg>
        <pc:cxnChg chg="add del">
          <ac:chgData name="Cristian Chilipirea" userId="34ab170da5908fc4" providerId="LiveId" clId="{7840C37D-FDDB-4314-A31E-446F31402874}" dt="2019-10-13T10:43:12.367" v="182"/>
          <ac:cxnSpMkLst>
            <pc:docMk/>
            <pc:sldMk cId="321996071" sldId="505"/>
            <ac:cxnSpMk id="10" creationId="{596B130E-9127-40B2-B630-CCEC15BC62C4}"/>
          </ac:cxnSpMkLst>
        </pc:cxnChg>
        <pc:cxnChg chg="add del">
          <ac:chgData name="Cristian Chilipirea" userId="34ab170da5908fc4" providerId="LiveId" clId="{7840C37D-FDDB-4314-A31E-446F31402874}" dt="2019-10-13T10:43:12.367" v="182"/>
          <ac:cxnSpMkLst>
            <pc:docMk/>
            <pc:sldMk cId="321996071" sldId="505"/>
            <ac:cxnSpMk id="11" creationId="{404FDBF9-B608-4697-A8D1-AD3298195DF7}"/>
          </ac:cxnSpMkLst>
        </pc:cxnChg>
        <pc:cxnChg chg="add del">
          <ac:chgData name="Cristian Chilipirea" userId="34ab170da5908fc4" providerId="LiveId" clId="{7840C37D-FDDB-4314-A31E-446F31402874}" dt="2019-10-13T10:43:12.367" v="182"/>
          <ac:cxnSpMkLst>
            <pc:docMk/>
            <pc:sldMk cId="321996071" sldId="505"/>
            <ac:cxnSpMk id="12" creationId="{8DF71581-D061-4050-9C2B-08DD448A04D4}"/>
          </ac:cxnSpMkLst>
        </pc:cxnChg>
        <pc:cxnChg chg="add del">
          <ac:chgData name="Cristian Chilipirea" userId="34ab170da5908fc4" providerId="LiveId" clId="{7840C37D-FDDB-4314-A31E-446F31402874}" dt="2019-10-13T10:43:12.367" v="182"/>
          <ac:cxnSpMkLst>
            <pc:docMk/>
            <pc:sldMk cId="321996071" sldId="505"/>
            <ac:cxnSpMk id="13" creationId="{E094BBC9-188A-473D-AFFD-726E56F15928}"/>
          </ac:cxnSpMkLst>
        </pc:cxnChg>
        <pc:cxnChg chg="add del">
          <ac:chgData name="Cristian Chilipirea" userId="34ab170da5908fc4" providerId="LiveId" clId="{7840C37D-FDDB-4314-A31E-446F31402874}" dt="2019-10-13T10:43:12.367" v="182"/>
          <ac:cxnSpMkLst>
            <pc:docMk/>
            <pc:sldMk cId="321996071" sldId="505"/>
            <ac:cxnSpMk id="14" creationId="{51683D9F-6121-4A51-BDB5-2B0344DFEBBD}"/>
          </ac:cxnSpMkLst>
        </pc:cxnChg>
        <pc:cxnChg chg="add del">
          <ac:chgData name="Cristian Chilipirea" userId="34ab170da5908fc4" providerId="LiveId" clId="{7840C37D-FDDB-4314-A31E-446F31402874}" dt="2019-10-13T10:43:12.367" v="182"/>
          <ac:cxnSpMkLst>
            <pc:docMk/>
            <pc:sldMk cId="321996071" sldId="505"/>
            <ac:cxnSpMk id="15" creationId="{30B02A5D-6F00-409A-95D0-C82FF652EFFE}"/>
          </ac:cxnSpMkLst>
        </pc:cxnChg>
        <pc:cxnChg chg="add del">
          <ac:chgData name="Cristian Chilipirea" userId="34ab170da5908fc4" providerId="LiveId" clId="{7840C37D-FDDB-4314-A31E-446F31402874}" dt="2019-10-13T10:43:12.367" v="182"/>
          <ac:cxnSpMkLst>
            <pc:docMk/>
            <pc:sldMk cId="321996071" sldId="505"/>
            <ac:cxnSpMk id="16" creationId="{9B1BAAD3-76EA-496B-8398-03EB01694FD1}"/>
          </ac:cxnSpMkLst>
        </pc:cxnChg>
        <pc:cxnChg chg="add del">
          <ac:chgData name="Cristian Chilipirea" userId="34ab170da5908fc4" providerId="LiveId" clId="{7840C37D-FDDB-4314-A31E-446F31402874}" dt="2019-10-13T10:43:12.367" v="182"/>
          <ac:cxnSpMkLst>
            <pc:docMk/>
            <pc:sldMk cId="321996071" sldId="505"/>
            <ac:cxnSpMk id="17" creationId="{5F1F9A56-286B-4AF4-B4BD-3D061A7815B0}"/>
          </ac:cxnSpMkLst>
        </pc:cxnChg>
        <pc:cxnChg chg="add del">
          <ac:chgData name="Cristian Chilipirea" userId="34ab170da5908fc4" providerId="LiveId" clId="{7840C37D-FDDB-4314-A31E-446F31402874}" dt="2019-10-13T10:43:12.367" v="182"/>
          <ac:cxnSpMkLst>
            <pc:docMk/>
            <pc:sldMk cId="321996071" sldId="505"/>
            <ac:cxnSpMk id="18" creationId="{D019153D-4581-4370-856B-B8D7EAD9C2AE}"/>
          </ac:cxnSpMkLst>
        </pc:cxnChg>
        <pc:cxnChg chg="add del">
          <ac:chgData name="Cristian Chilipirea" userId="34ab170da5908fc4" providerId="LiveId" clId="{7840C37D-FDDB-4314-A31E-446F31402874}" dt="2019-10-13T10:43:12.367" v="182"/>
          <ac:cxnSpMkLst>
            <pc:docMk/>
            <pc:sldMk cId="321996071" sldId="505"/>
            <ac:cxnSpMk id="19" creationId="{0DAAC59D-7F2A-4143-BC03-F1672E5DB3D8}"/>
          </ac:cxnSpMkLst>
        </pc:cxnChg>
        <pc:cxnChg chg="add del">
          <ac:chgData name="Cristian Chilipirea" userId="34ab170da5908fc4" providerId="LiveId" clId="{7840C37D-FDDB-4314-A31E-446F31402874}" dt="2019-10-13T10:43:12.367" v="182"/>
          <ac:cxnSpMkLst>
            <pc:docMk/>
            <pc:sldMk cId="321996071" sldId="505"/>
            <ac:cxnSpMk id="20" creationId="{7C3E53CD-8D05-44A1-8851-8EF7E85204A5}"/>
          </ac:cxnSpMkLst>
        </pc:cxnChg>
        <pc:cxnChg chg="add del">
          <ac:chgData name="Cristian Chilipirea" userId="34ab170da5908fc4" providerId="LiveId" clId="{7840C37D-FDDB-4314-A31E-446F31402874}" dt="2019-10-13T10:43:12.367" v="182"/>
          <ac:cxnSpMkLst>
            <pc:docMk/>
            <pc:sldMk cId="321996071" sldId="505"/>
            <ac:cxnSpMk id="21" creationId="{56B50DDE-647C-4441-A06B-5E9CAC0F5811}"/>
          </ac:cxnSpMkLst>
        </pc:cxnChg>
        <pc:cxnChg chg="add del">
          <ac:chgData name="Cristian Chilipirea" userId="34ab170da5908fc4" providerId="LiveId" clId="{7840C37D-FDDB-4314-A31E-446F31402874}" dt="2019-10-13T10:43:12.367" v="182"/>
          <ac:cxnSpMkLst>
            <pc:docMk/>
            <pc:sldMk cId="321996071" sldId="505"/>
            <ac:cxnSpMk id="22" creationId="{365C556F-CF61-437A-A86E-88BDB715C543}"/>
          </ac:cxnSpMkLst>
        </pc:cxnChg>
        <pc:cxnChg chg="add del">
          <ac:chgData name="Cristian Chilipirea" userId="34ab170da5908fc4" providerId="LiveId" clId="{7840C37D-FDDB-4314-A31E-446F31402874}" dt="2019-10-13T10:43:12.367" v="182"/>
          <ac:cxnSpMkLst>
            <pc:docMk/>
            <pc:sldMk cId="321996071" sldId="505"/>
            <ac:cxnSpMk id="23" creationId="{2400A922-A8E1-48AE-8DFE-336D4C56247F}"/>
          </ac:cxnSpMkLst>
        </pc:cxnChg>
        <pc:cxnChg chg="add del">
          <ac:chgData name="Cristian Chilipirea" userId="34ab170da5908fc4" providerId="LiveId" clId="{7840C37D-FDDB-4314-A31E-446F31402874}" dt="2019-10-13T10:43:12.367" v="182"/>
          <ac:cxnSpMkLst>
            <pc:docMk/>
            <pc:sldMk cId="321996071" sldId="505"/>
            <ac:cxnSpMk id="24" creationId="{117E5820-26BC-475F-BE6E-CDA276C4498E}"/>
          </ac:cxnSpMkLst>
        </pc:cxnChg>
        <pc:cxnChg chg="add del">
          <ac:chgData name="Cristian Chilipirea" userId="34ab170da5908fc4" providerId="LiveId" clId="{7840C37D-FDDB-4314-A31E-446F31402874}" dt="2019-10-13T10:43:12.367" v="182"/>
          <ac:cxnSpMkLst>
            <pc:docMk/>
            <pc:sldMk cId="321996071" sldId="505"/>
            <ac:cxnSpMk id="25" creationId="{7DAC8D9E-CD37-4C49-8FCF-064C082DA169}"/>
          </ac:cxnSpMkLst>
        </pc:cxnChg>
        <pc:cxnChg chg="add del">
          <ac:chgData name="Cristian Chilipirea" userId="34ab170da5908fc4" providerId="LiveId" clId="{7840C37D-FDDB-4314-A31E-446F31402874}" dt="2019-10-13T10:43:12.367" v="182"/>
          <ac:cxnSpMkLst>
            <pc:docMk/>
            <pc:sldMk cId="321996071" sldId="505"/>
            <ac:cxnSpMk id="26" creationId="{8171E5DC-BCB9-4430-BA55-76664930FD9D}"/>
          </ac:cxnSpMkLst>
        </pc:cxnChg>
        <pc:cxnChg chg="add del">
          <ac:chgData name="Cristian Chilipirea" userId="34ab170da5908fc4" providerId="LiveId" clId="{7840C37D-FDDB-4314-A31E-446F31402874}" dt="2019-10-13T10:43:12.367" v="182"/>
          <ac:cxnSpMkLst>
            <pc:docMk/>
            <pc:sldMk cId="321996071" sldId="505"/>
            <ac:cxnSpMk id="27" creationId="{B02A927A-BACB-4BFA-A5EE-063D5811AC6B}"/>
          </ac:cxnSpMkLst>
        </pc:cxnChg>
        <pc:cxnChg chg="add del">
          <ac:chgData name="Cristian Chilipirea" userId="34ab170da5908fc4" providerId="LiveId" clId="{7840C37D-FDDB-4314-A31E-446F31402874}" dt="2019-10-13T10:43:12.367" v="182"/>
          <ac:cxnSpMkLst>
            <pc:docMk/>
            <pc:sldMk cId="321996071" sldId="505"/>
            <ac:cxnSpMk id="28" creationId="{D7B40AF9-7923-4CAE-85E0-06A425E4FEDE}"/>
          </ac:cxnSpMkLst>
        </pc:cxnChg>
        <pc:cxnChg chg="add del">
          <ac:chgData name="Cristian Chilipirea" userId="34ab170da5908fc4" providerId="LiveId" clId="{7840C37D-FDDB-4314-A31E-446F31402874}" dt="2019-10-13T10:43:12.367" v="182"/>
          <ac:cxnSpMkLst>
            <pc:docMk/>
            <pc:sldMk cId="321996071" sldId="505"/>
            <ac:cxnSpMk id="29" creationId="{1DB92DE4-8213-4BF4-AF77-5BEFC2290E81}"/>
          </ac:cxnSpMkLst>
        </pc:cxnChg>
        <pc:cxnChg chg="add del">
          <ac:chgData name="Cristian Chilipirea" userId="34ab170da5908fc4" providerId="LiveId" clId="{7840C37D-FDDB-4314-A31E-446F31402874}" dt="2019-10-13T10:43:12.367" v="182"/>
          <ac:cxnSpMkLst>
            <pc:docMk/>
            <pc:sldMk cId="321996071" sldId="505"/>
            <ac:cxnSpMk id="30" creationId="{1A3BF304-80A1-4659-B563-04EE92052DAD}"/>
          </ac:cxnSpMkLst>
        </pc:cxnChg>
        <pc:cxnChg chg="add del">
          <ac:chgData name="Cristian Chilipirea" userId="34ab170da5908fc4" providerId="LiveId" clId="{7840C37D-FDDB-4314-A31E-446F31402874}" dt="2019-10-13T10:43:12.367" v="182"/>
          <ac:cxnSpMkLst>
            <pc:docMk/>
            <pc:sldMk cId="321996071" sldId="505"/>
            <ac:cxnSpMk id="31" creationId="{8236420D-75DA-41C7-ABB6-579DAFFA508A}"/>
          </ac:cxnSpMkLst>
        </pc:cxnChg>
        <pc:cxnChg chg="add del">
          <ac:chgData name="Cristian Chilipirea" userId="34ab170da5908fc4" providerId="LiveId" clId="{7840C37D-FDDB-4314-A31E-446F31402874}" dt="2019-10-13T10:43:12.367" v="182"/>
          <ac:cxnSpMkLst>
            <pc:docMk/>
            <pc:sldMk cId="321996071" sldId="505"/>
            <ac:cxnSpMk id="32" creationId="{01756866-106B-4074-99EC-B24BF183C0F5}"/>
          </ac:cxnSpMkLst>
        </pc:cxnChg>
        <pc:cxnChg chg="add del">
          <ac:chgData name="Cristian Chilipirea" userId="34ab170da5908fc4" providerId="LiveId" clId="{7840C37D-FDDB-4314-A31E-446F31402874}" dt="2019-10-13T10:43:12.367" v="182"/>
          <ac:cxnSpMkLst>
            <pc:docMk/>
            <pc:sldMk cId="321996071" sldId="505"/>
            <ac:cxnSpMk id="33" creationId="{4CFD1134-1681-43C5-A421-EB5F95593B8E}"/>
          </ac:cxnSpMkLst>
        </pc:cxnChg>
        <pc:cxnChg chg="add del">
          <ac:chgData name="Cristian Chilipirea" userId="34ab170da5908fc4" providerId="LiveId" clId="{7840C37D-FDDB-4314-A31E-446F31402874}" dt="2019-10-13T10:43:12.367" v="182"/>
          <ac:cxnSpMkLst>
            <pc:docMk/>
            <pc:sldMk cId="321996071" sldId="505"/>
            <ac:cxnSpMk id="34" creationId="{F2EACFD9-98EF-4086-A98E-07F3DC4C98C0}"/>
          </ac:cxnSpMkLst>
        </pc:cxnChg>
        <pc:cxnChg chg="add del">
          <ac:chgData name="Cristian Chilipirea" userId="34ab170da5908fc4" providerId="LiveId" clId="{7840C37D-FDDB-4314-A31E-446F31402874}" dt="2019-10-13T10:43:12.367" v="182"/>
          <ac:cxnSpMkLst>
            <pc:docMk/>
            <pc:sldMk cId="321996071" sldId="505"/>
            <ac:cxnSpMk id="35" creationId="{7B6F4868-9960-467B-891B-7E684F8038C9}"/>
          </ac:cxnSpMkLst>
        </pc:cxnChg>
        <pc:cxnChg chg="add del">
          <ac:chgData name="Cristian Chilipirea" userId="34ab170da5908fc4" providerId="LiveId" clId="{7840C37D-FDDB-4314-A31E-446F31402874}" dt="2019-10-13T10:43:12.367" v="182"/>
          <ac:cxnSpMkLst>
            <pc:docMk/>
            <pc:sldMk cId="321996071" sldId="505"/>
            <ac:cxnSpMk id="66" creationId="{E8E9F03A-FF4E-405B-8388-49508DABEB2C}"/>
          </ac:cxnSpMkLst>
        </pc:cxnChg>
        <pc:cxnChg chg="add del">
          <ac:chgData name="Cristian Chilipirea" userId="34ab170da5908fc4" providerId="LiveId" clId="{7840C37D-FDDB-4314-A31E-446F31402874}" dt="2019-10-13T10:43:12.367" v="182"/>
          <ac:cxnSpMkLst>
            <pc:docMk/>
            <pc:sldMk cId="321996071" sldId="505"/>
            <ac:cxnSpMk id="67" creationId="{564D1271-A387-4032-B200-90A6E517A2C3}"/>
          </ac:cxnSpMkLst>
        </pc:cxnChg>
        <pc:cxnChg chg="add del">
          <ac:chgData name="Cristian Chilipirea" userId="34ab170da5908fc4" providerId="LiveId" clId="{7840C37D-FDDB-4314-A31E-446F31402874}" dt="2019-10-13T10:43:12.367" v="182"/>
          <ac:cxnSpMkLst>
            <pc:docMk/>
            <pc:sldMk cId="321996071" sldId="505"/>
            <ac:cxnSpMk id="68" creationId="{56121A2B-FD4C-4A63-BB6C-5800649B1D00}"/>
          </ac:cxnSpMkLst>
        </pc:cxnChg>
        <pc:cxnChg chg="add del">
          <ac:chgData name="Cristian Chilipirea" userId="34ab170da5908fc4" providerId="LiveId" clId="{7840C37D-FDDB-4314-A31E-446F31402874}" dt="2019-10-13T10:43:12.367" v="182"/>
          <ac:cxnSpMkLst>
            <pc:docMk/>
            <pc:sldMk cId="321996071" sldId="505"/>
            <ac:cxnSpMk id="69" creationId="{4CA6D21E-73BB-4E99-8442-1BE3DDEB4342}"/>
          </ac:cxnSpMkLst>
        </pc:cxnChg>
        <pc:cxnChg chg="add del">
          <ac:chgData name="Cristian Chilipirea" userId="34ab170da5908fc4" providerId="LiveId" clId="{7840C37D-FDDB-4314-A31E-446F31402874}" dt="2019-10-13T10:43:12.367" v="182"/>
          <ac:cxnSpMkLst>
            <pc:docMk/>
            <pc:sldMk cId="321996071" sldId="505"/>
            <ac:cxnSpMk id="70" creationId="{C994B867-B0BE-44E6-96DA-6FC6CA81B4B1}"/>
          </ac:cxnSpMkLst>
        </pc:cxnChg>
        <pc:cxnChg chg="add del">
          <ac:chgData name="Cristian Chilipirea" userId="34ab170da5908fc4" providerId="LiveId" clId="{7840C37D-FDDB-4314-A31E-446F31402874}" dt="2019-10-13T10:43:12.367" v="182"/>
          <ac:cxnSpMkLst>
            <pc:docMk/>
            <pc:sldMk cId="321996071" sldId="505"/>
            <ac:cxnSpMk id="71" creationId="{165EAAFB-D1B6-4070-9F00-1EA44E3BB98B}"/>
          </ac:cxnSpMkLst>
        </pc:cxnChg>
        <pc:cxnChg chg="add del">
          <ac:chgData name="Cristian Chilipirea" userId="34ab170da5908fc4" providerId="LiveId" clId="{7840C37D-FDDB-4314-A31E-446F31402874}" dt="2019-10-13T10:43:12.367" v="182"/>
          <ac:cxnSpMkLst>
            <pc:docMk/>
            <pc:sldMk cId="321996071" sldId="505"/>
            <ac:cxnSpMk id="72" creationId="{D8E91DB8-5605-429A-825D-7C38AD78611B}"/>
          </ac:cxnSpMkLst>
        </pc:cxnChg>
        <pc:cxnChg chg="add del">
          <ac:chgData name="Cristian Chilipirea" userId="34ab170da5908fc4" providerId="LiveId" clId="{7840C37D-FDDB-4314-A31E-446F31402874}" dt="2019-10-13T10:43:12.367" v="182"/>
          <ac:cxnSpMkLst>
            <pc:docMk/>
            <pc:sldMk cId="321996071" sldId="505"/>
            <ac:cxnSpMk id="73" creationId="{1D87A906-7DA6-4F10-9FD2-84F395834D27}"/>
          </ac:cxnSpMkLst>
        </pc:cxnChg>
        <pc:cxnChg chg="add del">
          <ac:chgData name="Cristian Chilipirea" userId="34ab170da5908fc4" providerId="LiveId" clId="{7840C37D-FDDB-4314-A31E-446F31402874}" dt="2019-10-13T10:43:12.367" v="182"/>
          <ac:cxnSpMkLst>
            <pc:docMk/>
            <pc:sldMk cId="321996071" sldId="505"/>
            <ac:cxnSpMk id="74" creationId="{218C1D4F-0158-48E7-B8AF-86BAD4547197}"/>
          </ac:cxnSpMkLst>
        </pc:cxnChg>
        <pc:cxnChg chg="add del">
          <ac:chgData name="Cristian Chilipirea" userId="34ab170da5908fc4" providerId="LiveId" clId="{7840C37D-FDDB-4314-A31E-446F31402874}" dt="2019-10-13T10:43:12.367" v="182"/>
          <ac:cxnSpMkLst>
            <pc:docMk/>
            <pc:sldMk cId="321996071" sldId="505"/>
            <ac:cxnSpMk id="75" creationId="{A1452A1E-1220-49E2-B622-D0CCEA7E0991}"/>
          </ac:cxnSpMkLst>
        </pc:cxnChg>
        <pc:cxnChg chg="add del">
          <ac:chgData name="Cristian Chilipirea" userId="34ab170da5908fc4" providerId="LiveId" clId="{7840C37D-FDDB-4314-A31E-446F31402874}" dt="2019-10-13T10:43:12.367" v="182"/>
          <ac:cxnSpMkLst>
            <pc:docMk/>
            <pc:sldMk cId="321996071" sldId="505"/>
            <ac:cxnSpMk id="76" creationId="{D0C5482E-D1AB-459D-855B-02EB033C3EC0}"/>
          </ac:cxnSpMkLst>
        </pc:cxnChg>
        <pc:cxnChg chg="add del">
          <ac:chgData name="Cristian Chilipirea" userId="34ab170da5908fc4" providerId="LiveId" clId="{7840C37D-FDDB-4314-A31E-446F31402874}" dt="2019-10-13T10:43:12.367" v="182"/>
          <ac:cxnSpMkLst>
            <pc:docMk/>
            <pc:sldMk cId="321996071" sldId="505"/>
            <ac:cxnSpMk id="77" creationId="{75E702F7-B81C-4A83-A974-999DAF0D666E}"/>
          </ac:cxnSpMkLst>
        </pc:cxnChg>
        <pc:cxnChg chg="add del">
          <ac:chgData name="Cristian Chilipirea" userId="34ab170da5908fc4" providerId="LiveId" clId="{7840C37D-FDDB-4314-A31E-446F31402874}" dt="2019-10-13T10:43:12.367" v="182"/>
          <ac:cxnSpMkLst>
            <pc:docMk/>
            <pc:sldMk cId="321996071" sldId="505"/>
            <ac:cxnSpMk id="78" creationId="{788B50C6-BE1F-4ACC-805B-56F6988DEAD3}"/>
          </ac:cxnSpMkLst>
        </pc:cxnChg>
        <pc:cxnChg chg="add del">
          <ac:chgData name="Cristian Chilipirea" userId="34ab170da5908fc4" providerId="LiveId" clId="{7840C37D-FDDB-4314-A31E-446F31402874}" dt="2019-10-13T10:43:12.367" v="182"/>
          <ac:cxnSpMkLst>
            <pc:docMk/>
            <pc:sldMk cId="321996071" sldId="505"/>
            <ac:cxnSpMk id="79" creationId="{7E52C3F8-A8EC-40D1-B196-4ECDF5E03319}"/>
          </ac:cxnSpMkLst>
        </pc:cxnChg>
        <pc:cxnChg chg="add del">
          <ac:chgData name="Cristian Chilipirea" userId="34ab170da5908fc4" providerId="LiveId" clId="{7840C37D-FDDB-4314-A31E-446F31402874}" dt="2019-10-13T10:43:12.367" v="182"/>
          <ac:cxnSpMkLst>
            <pc:docMk/>
            <pc:sldMk cId="321996071" sldId="505"/>
            <ac:cxnSpMk id="80" creationId="{18A764A9-87DF-4D89-B573-80D98C769A3E}"/>
          </ac:cxnSpMkLst>
        </pc:cxnChg>
        <pc:cxnChg chg="add del">
          <ac:chgData name="Cristian Chilipirea" userId="34ab170da5908fc4" providerId="LiveId" clId="{7840C37D-FDDB-4314-A31E-446F31402874}" dt="2019-10-13T10:43:12.367" v="182"/>
          <ac:cxnSpMkLst>
            <pc:docMk/>
            <pc:sldMk cId="321996071" sldId="505"/>
            <ac:cxnSpMk id="81" creationId="{DE599371-A70D-473C-9B62-8106E68B96EC}"/>
          </ac:cxnSpMkLst>
        </pc:cxnChg>
        <pc:cxnChg chg="add del">
          <ac:chgData name="Cristian Chilipirea" userId="34ab170da5908fc4" providerId="LiveId" clId="{7840C37D-FDDB-4314-A31E-446F31402874}" dt="2019-10-13T10:43:12.367" v="182"/>
          <ac:cxnSpMkLst>
            <pc:docMk/>
            <pc:sldMk cId="321996071" sldId="505"/>
            <ac:cxnSpMk id="82" creationId="{6D554BA6-4553-410F-88AD-DFAF2F056E90}"/>
          </ac:cxnSpMkLst>
        </pc:cxnChg>
        <pc:cxnChg chg="add del">
          <ac:chgData name="Cristian Chilipirea" userId="34ab170da5908fc4" providerId="LiveId" clId="{7840C37D-FDDB-4314-A31E-446F31402874}" dt="2019-10-13T10:43:12.367" v="182"/>
          <ac:cxnSpMkLst>
            <pc:docMk/>
            <pc:sldMk cId="321996071" sldId="505"/>
            <ac:cxnSpMk id="83" creationId="{0BC56FB6-3A54-47DC-94B6-AA702FAA5627}"/>
          </ac:cxnSpMkLst>
        </pc:cxnChg>
        <pc:cxnChg chg="add del">
          <ac:chgData name="Cristian Chilipirea" userId="34ab170da5908fc4" providerId="LiveId" clId="{7840C37D-FDDB-4314-A31E-446F31402874}" dt="2019-10-13T10:43:12.367" v="182"/>
          <ac:cxnSpMkLst>
            <pc:docMk/>
            <pc:sldMk cId="321996071" sldId="505"/>
            <ac:cxnSpMk id="84" creationId="{E5E98A3A-5169-4D7C-9E2F-2355C9490F6A}"/>
          </ac:cxnSpMkLst>
        </pc:cxnChg>
        <pc:cxnChg chg="add del">
          <ac:chgData name="Cristian Chilipirea" userId="34ab170da5908fc4" providerId="LiveId" clId="{7840C37D-FDDB-4314-A31E-446F31402874}" dt="2019-10-13T10:43:12.367" v="182"/>
          <ac:cxnSpMkLst>
            <pc:docMk/>
            <pc:sldMk cId="321996071" sldId="505"/>
            <ac:cxnSpMk id="85" creationId="{718FC82E-F787-4F0C-AA53-93B51DD8D9FB}"/>
          </ac:cxnSpMkLst>
        </pc:cxnChg>
        <pc:cxnChg chg="add del">
          <ac:chgData name="Cristian Chilipirea" userId="34ab170da5908fc4" providerId="LiveId" clId="{7840C37D-FDDB-4314-A31E-446F31402874}" dt="2019-10-13T10:43:12.367" v="182"/>
          <ac:cxnSpMkLst>
            <pc:docMk/>
            <pc:sldMk cId="321996071" sldId="505"/>
            <ac:cxnSpMk id="86" creationId="{EEDCBF54-1027-4769-94A7-86EC3C5782D6}"/>
          </ac:cxnSpMkLst>
        </pc:cxnChg>
        <pc:cxnChg chg="add del">
          <ac:chgData name="Cristian Chilipirea" userId="34ab170da5908fc4" providerId="LiveId" clId="{7840C37D-FDDB-4314-A31E-446F31402874}" dt="2019-10-13T10:43:12.367" v="182"/>
          <ac:cxnSpMkLst>
            <pc:docMk/>
            <pc:sldMk cId="321996071" sldId="505"/>
            <ac:cxnSpMk id="87" creationId="{35E6526D-5466-46D9-9636-A9AE7E57A6BA}"/>
          </ac:cxnSpMkLst>
        </pc:cxnChg>
        <pc:cxnChg chg="add del">
          <ac:chgData name="Cristian Chilipirea" userId="34ab170da5908fc4" providerId="LiveId" clId="{7840C37D-FDDB-4314-A31E-446F31402874}" dt="2019-10-13T10:43:12.367" v="182"/>
          <ac:cxnSpMkLst>
            <pc:docMk/>
            <pc:sldMk cId="321996071" sldId="505"/>
            <ac:cxnSpMk id="88" creationId="{1FDED29E-2EEA-4C86-B55C-CC14A5162CCF}"/>
          </ac:cxnSpMkLst>
        </pc:cxnChg>
        <pc:cxnChg chg="add del">
          <ac:chgData name="Cristian Chilipirea" userId="34ab170da5908fc4" providerId="LiveId" clId="{7840C37D-FDDB-4314-A31E-446F31402874}" dt="2019-10-13T10:43:12.367" v="182"/>
          <ac:cxnSpMkLst>
            <pc:docMk/>
            <pc:sldMk cId="321996071" sldId="505"/>
            <ac:cxnSpMk id="89" creationId="{6E0C748B-81A2-4710-8BF1-D63D3097A4B3}"/>
          </ac:cxnSpMkLst>
        </pc:cxnChg>
        <pc:cxnChg chg="add del">
          <ac:chgData name="Cristian Chilipirea" userId="34ab170da5908fc4" providerId="LiveId" clId="{7840C37D-FDDB-4314-A31E-446F31402874}" dt="2019-10-13T10:43:12.367" v="182"/>
          <ac:cxnSpMkLst>
            <pc:docMk/>
            <pc:sldMk cId="321996071" sldId="505"/>
            <ac:cxnSpMk id="90" creationId="{EF7818DA-EDCE-4DCF-A151-03607BF8AA06}"/>
          </ac:cxnSpMkLst>
        </pc:cxnChg>
        <pc:cxnChg chg="add del">
          <ac:chgData name="Cristian Chilipirea" userId="34ab170da5908fc4" providerId="LiveId" clId="{7840C37D-FDDB-4314-A31E-446F31402874}" dt="2019-10-13T10:43:12.367" v="182"/>
          <ac:cxnSpMkLst>
            <pc:docMk/>
            <pc:sldMk cId="321996071" sldId="505"/>
            <ac:cxnSpMk id="91" creationId="{D9C92B5C-298C-425D-A46F-293995FDB353}"/>
          </ac:cxnSpMkLst>
        </pc:cxnChg>
        <pc:cxnChg chg="add del">
          <ac:chgData name="Cristian Chilipirea" userId="34ab170da5908fc4" providerId="LiveId" clId="{7840C37D-FDDB-4314-A31E-446F31402874}" dt="2019-10-13T10:43:12.367" v="182"/>
          <ac:cxnSpMkLst>
            <pc:docMk/>
            <pc:sldMk cId="321996071" sldId="505"/>
            <ac:cxnSpMk id="92" creationId="{CBA8539C-273F-4A24-BEBB-9A53AB5E44D0}"/>
          </ac:cxnSpMkLst>
        </pc:cxnChg>
        <pc:cxnChg chg="add del">
          <ac:chgData name="Cristian Chilipirea" userId="34ab170da5908fc4" providerId="LiveId" clId="{7840C37D-FDDB-4314-A31E-446F31402874}" dt="2019-10-13T10:43:12.367" v="182"/>
          <ac:cxnSpMkLst>
            <pc:docMk/>
            <pc:sldMk cId="321996071" sldId="505"/>
            <ac:cxnSpMk id="93" creationId="{233C71A3-6AC5-495F-BA12-D0BFAE08C8E5}"/>
          </ac:cxnSpMkLst>
        </pc:cxnChg>
        <pc:cxnChg chg="add del">
          <ac:chgData name="Cristian Chilipirea" userId="34ab170da5908fc4" providerId="LiveId" clId="{7840C37D-FDDB-4314-A31E-446F31402874}" dt="2019-10-13T10:43:12.367" v="182"/>
          <ac:cxnSpMkLst>
            <pc:docMk/>
            <pc:sldMk cId="321996071" sldId="505"/>
            <ac:cxnSpMk id="94" creationId="{6950A608-AB00-4B95-83D4-FB4F9D8828D6}"/>
          </ac:cxnSpMkLst>
        </pc:cxnChg>
        <pc:cxnChg chg="add del">
          <ac:chgData name="Cristian Chilipirea" userId="34ab170da5908fc4" providerId="LiveId" clId="{7840C37D-FDDB-4314-A31E-446F31402874}" dt="2019-10-13T10:43:12.367" v="182"/>
          <ac:cxnSpMkLst>
            <pc:docMk/>
            <pc:sldMk cId="321996071" sldId="505"/>
            <ac:cxnSpMk id="95" creationId="{148A4918-4FB9-4DF8-812C-1C3A887AE790}"/>
          </ac:cxnSpMkLst>
        </pc:cxnChg>
        <pc:cxnChg chg="add del">
          <ac:chgData name="Cristian Chilipirea" userId="34ab170da5908fc4" providerId="LiveId" clId="{7840C37D-FDDB-4314-A31E-446F31402874}" dt="2019-10-13T10:43:12.367" v="182"/>
          <ac:cxnSpMkLst>
            <pc:docMk/>
            <pc:sldMk cId="321996071" sldId="505"/>
            <ac:cxnSpMk id="96" creationId="{DA4114B6-885B-4A23-8EA7-1246927E28B2}"/>
          </ac:cxnSpMkLst>
        </pc:cxnChg>
        <pc:cxnChg chg="add del">
          <ac:chgData name="Cristian Chilipirea" userId="34ab170da5908fc4" providerId="LiveId" clId="{7840C37D-FDDB-4314-A31E-446F31402874}" dt="2019-10-13T10:43:12.367" v="182"/>
          <ac:cxnSpMkLst>
            <pc:docMk/>
            <pc:sldMk cId="321996071" sldId="505"/>
            <ac:cxnSpMk id="97" creationId="{0320F66B-E5F1-4B1B-8DF5-1B24AF62AD77}"/>
          </ac:cxnSpMkLst>
        </pc:cxnChg>
        <pc:cxnChg chg="add del">
          <ac:chgData name="Cristian Chilipirea" userId="34ab170da5908fc4" providerId="LiveId" clId="{7840C37D-FDDB-4314-A31E-446F31402874}" dt="2019-10-13T10:43:12.367" v="182"/>
          <ac:cxnSpMkLst>
            <pc:docMk/>
            <pc:sldMk cId="321996071" sldId="505"/>
            <ac:cxnSpMk id="98" creationId="{1C1D2F32-4A47-4B94-8083-51305F61D008}"/>
          </ac:cxnSpMkLst>
        </pc:cxnChg>
        <pc:cxnChg chg="add del">
          <ac:chgData name="Cristian Chilipirea" userId="34ab170da5908fc4" providerId="LiveId" clId="{7840C37D-FDDB-4314-A31E-446F31402874}" dt="2019-10-13T10:43:12.367" v="182"/>
          <ac:cxnSpMkLst>
            <pc:docMk/>
            <pc:sldMk cId="321996071" sldId="505"/>
            <ac:cxnSpMk id="99" creationId="{3C7F261A-EF01-4635-8528-64D5C456CDA3}"/>
          </ac:cxnSpMkLst>
        </pc:cxnChg>
        <pc:cxnChg chg="add del">
          <ac:chgData name="Cristian Chilipirea" userId="34ab170da5908fc4" providerId="LiveId" clId="{7840C37D-FDDB-4314-A31E-446F31402874}" dt="2019-10-13T10:43:12.367" v="182"/>
          <ac:cxnSpMkLst>
            <pc:docMk/>
            <pc:sldMk cId="321996071" sldId="505"/>
            <ac:cxnSpMk id="100" creationId="{30939FCA-C056-47FD-B680-402CAC94197C}"/>
          </ac:cxnSpMkLst>
        </pc:cxnChg>
        <pc:cxnChg chg="add mod">
          <ac:chgData name="Cristian Chilipirea" userId="34ab170da5908fc4" providerId="LiveId" clId="{7840C37D-FDDB-4314-A31E-446F31402874}" dt="2019-10-13T10:43:14.895" v="184" actId="1076"/>
          <ac:cxnSpMkLst>
            <pc:docMk/>
            <pc:sldMk cId="321996071" sldId="505"/>
            <ac:cxnSpMk id="134" creationId="{94F198CB-3828-4C6B-B6B9-1FE2582C1250}"/>
          </ac:cxnSpMkLst>
        </pc:cxnChg>
        <pc:cxnChg chg="add mod">
          <ac:chgData name="Cristian Chilipirea" userId="34ab170da5908fc4" providerId="LiveId" clId="{7840C37D-FDDB-4314-A31E-446F31402874}" dt="2019-10-13T10:43:14.895" v="184" actId="1076"/>
          <ac:cxnSpMkLst>
            <pc:docMk/>
            <pc:sldMk cId="321996071" sldId="505"/>
            <ac:cxnSpMk id="135" creationId="{5DF43A7D-6226-4947-AD67-D2C246006A76}"/>
          </ac:cxnSpMkLst>
        </pc:cxnChg>
        <pc:cxnChg chg="add mod">
          <ac:chgData name="Cristian Chilipirea" userId="34ab170da5908fc4" providerId="LiveId" clId="{7840C37D-FDDB-4314-A31E-446F31402874}" dt="2019-10-13T10:43:14.895" v="184" actId="1076"/>
          <ac:cxnSpMkLst>
            <pc:docMk/>
            <pc:sldMk cId="321996071" sldId="505"/>
            <ac:cxnSpMk id="136" creationId="{001B768E-FE77-4E53-910D-C96F77E460BD}"/>
          </ac:cxnSpMkLst>
        </pc:cxnChg>
        <pc:cxnChg chg="add mod">
          <ac:chgData name="Cristian Chilipirea" userId="34ab170da5908fc4" providerId="LiveId" clId="{7840C37D-FDDB-4314-A31E-446F31402874}" dt="2019-10-13T10:43:14.895" v="184" actId="1076"/>
          <ac:cxnSpMkLst>
            <pc:docMk/>
            <pc:sldMk cId="321996071" sldId="505"/>
            <ac:cxnSpMk id="137" creationId="{6FF8AF77-F00F-42A6-8620-911C63AF82D9}"/>
          </ac:cxnSpMkLst>
        </pc:cxnChg>
        <pc:cxnChg chg="add mod">
          <ac:chgData name="Cristian Chilipirea" userId="34ab170da5908fc4" providerId="LiveId" clId="{7840C37D-FDDB-4314-A31E-446F31402874}" dt="2019-10-13T10:43:14.895" v="184" actId="1076"/>
          <ac:cxnSpMkLst>
            <pc:docMk/>
            <pc:sldMk cId="321996071" sldId="505"/>
            <ac:cxnSpMk id="138" creationId="{5B56E449-9331-4067-8182-DC9A36FA9BFF}"/>
          </ac:cxnSpMkLst>
        </pc:cxnChg>
        <pc:cxnChg chg="add mod">
          <ac:chgData name="Cristian Chilipirea" userId="34ab170da5908fc4" providerId="LiveId" clId="{7840C37D-FDDB-4314-A31E-446F31402874}" dt="2019-10-13T10:43:14.895" v="184" actId="1076"/>
          <ac:cxnSpMkLst>
            <pc:docMk/>
            <pc:sldMk cId="321996071" sldId="505"/>
            <ac:cxnSpMk id="139" creationId="{F8ECC2F7-AB28-49AC-B34A-2C0E9C7A1E5B}"/>
          </ac:cxnSpMkLst>
        </pc:cxnChg>
        <pc:cxnChg chg="add mod">
          <ac:chgData name="Cristian Chilipirea" userId="34ab170da5908fc4" providerId="LiveId" clId="{7840C37D-FDDB-4314-A31E-446F31402874}" dt="2019-10-13T10:43:14.895" v="184" actId="1076"/>
          <ac:cxnSpMkLst>
            <pc:docMk/>
            <pc:sldMk cId="321996071" sldId="505"/>
            <ac:cxnSpMk id="140" creationId="{28B87863-3FDB-4601-A8D9-3A8C35F9E853}"/>
          </ac:cxnSpMkLst>
        </pc:cxnChg>
        <pc:cxnChg chg="add mod">
          <ac:chgData name="Cristian Chilipirea" userId="34ab170da5908fc4" providerId="LiveId" clId="{7840C37D-FDDB-4314-A31E-446F31402874}" dt="2019-10-13T10:43:14.895" v="184" actId="1076"/>
          <ac:cxnSpMkLst>
            <pc:docMk/>
            <pc:sldMk cId="321996071" sldId="505"/>
            <ac:cxnSpMk id="141" creationId="{1B725840-1185-40C5-951C-2FBD22E6265B}"/>
          </ac:cxnSpMkLst>
        </pc:cxnChg>
        <pc:cxnChg chg="add mod">
          <ac:chgData name="Cristian Chilipirea" userId="34ab170da5908fc4" providerId="LiveId" clId="{7840C37D-FDDB-4314-A31E-446F31402874}" dt="2019-10-13T10:43:14.895" v="184" actId="1076"/>
          <ac:cxnSpMkLst>
            <pc:docMk/>
            <pc:sldMk cId="321996071" sldId="505"/>
            <ac:cxnSpMk id="142" creationId="{81A0C987-B72C-403E-8187-5B12E6A99AAB}"/>
          </ac:cxnSpMkLst>
        </pc:cxnChg>
        <pc:cxnChg chg="add mod">
          <ac:chgData name="Cristian Chilipirea" userId="34ab170da5908fc4" providerId="LiveId" clId="{7840C37D-FDDB-4314-A31E-446F31402874}" dt="2019-10-13T10:43:14.895" v="184" actId="1076"/>
          <ac:cxnSpMkLst>
            <pc:docMk/>
            <pc:sldMk cId="321996071" sldId="505"/>
            <ac:cxnSpMk id="143" creationId="{E4FCA885-2CB8-42F1-8220-A6784A7E33D6}"/>
          </ac:cxnSpMkLst>
        </pc:cxnChg>
        <pc:cxnChg chg="add mod">
          <ac:chgData name="Cristian Chilipirea" userId="34ab170da5908fc4" providerId="LiveId" clId="{7840C37D-FDDB-4314-A31E-446F31402874}" dt="2019-10-13T10:43:14.895" v="184" actId="1076"/>
          <ac:cxnSpMkLst>
            <pc:docMk/>
            <pc:sldMk cId="321996071" sldId="505"/>
            <ac:cxnSpMk id="144" creationId="{D3F1BE00-ED2B-4C16-A0AA-82F4AE0F31AA}"/>
          </ac:cxnSpMkLst>
        </pc:cxnChg>
        <pc:cxnChg chg="add mod">
          <ac:chgData name="Cristian Chilipirea" userId="34ab170da5908fc4" providerId="LiveId" clId="{7840C37D-FDDB-4314-A31E-446F31402874}" dt="2019-10-13T10:43:14.895" v="184" actId="1076"/>
          <ac:cxnSpMkLst>
            <pc:docMk/>
            <pc:sldMk cId="321996071" sldId="505"/>
            <ac:cxnSpMk id="145" creationId="{DD7FC0B6-2AF5-442A-B82A-74CE64FA098C}"/>
          </ac:cxnSpMkLst>
        </pc:cxnChg>
        <pc:cxnChg chg="add mod">
          <ac:chgData name="Cristian Chilipirea" userId="34ab170da5908fc4" providerId="LiveId" clId="{7840C37D-FDDB-4314-A31E-446F31402874}" dt="2019-10-13T10:43:14.895" v="184" actId="1076"/>
          <ac:cxnSpMkLst>
            <pc:docMk/>
            <pc:sldMk cId="321996071" sldId="505"/>
            <ac:cxnSpMk id="146" creationId="{E7E4A7DA-7C9D-4E8C-A0DB-06E89D3E37CE}"/>
          </ac:cxnSpMkLst>
        </pc:cxnChg>
        <pc:cxnChg chg="add mod">
          <ac:chgData name="Cristian Chilipirea" userId="34ab170da5908fc4" providerId="LiveId" clId="{7840C37D-FDDB-4314-A31E-446F31402874}" dt="2019-10-13T10:43:14.895" v="184" actId="1076"/>
          <ac:cxnSpMkLst>
            <pc:docMk/>
            <pc:sldMk cId="321996071" sldId="505"/>
            <ac:cxnSpMk id="147" creationId="{DC5EE3B6-A25C-45F4-A88C-8919DB3307A8}"/>
          </ac:cxnSpMkLst>
        </pc:cxnChg>
        <pc:cxnChg chg="add mod">
          <ac:chgData name="Cristian Chilipirea" userId="34ab170da5908fc4" providerId="LiveId" clId="{7840C37D-FDDB-4314-A31E-446F31402874}" dt="2019-10-13T10:43:14.895" v="184" actId="1076"/>
          <ac:cxnSpMkLst>
            <pc:docMk/>
            <pc:sldMk cId="321996071" sldId="505"/>
            <ac:cxnSpMk id="148" creationId="{08231FE0-0365-4831-82D4-307F9C5FE833}"/>
          </ac:cxnSpMkLst>
        </pc:cxnChg>
        <pc:cxnChg chg="add mod">
          <ac:chgData name="Cristian Chilipirea" userId="34ab170da5908fc4" providerId="LiveId" clId="{7840C37D-FDDB-4314-A31E-446F31402874}" dt="2019-10-13T10:43:14.895" v="184" actId="1076"/>
          <ac:cxnSpMkLst>
            <pc:docMk/>
            <pc:sldMk cId="321996071" sldId="505"/>
            <ac:cxnSpMk id="149" creationId="{741A5CA3-FA68-4496-B027-CEFDD2CA2642}"/>
          </ac:cxnSpMkLst>
        </pc:cxnChg>
        <pc:cxnChg chg="add mod">
          <ac:chgData name="Cristian Chilipirea" userId="34ab170da5908fc4" providerId="LiveId" clId="{7840C37D-FDDB-4314-A31E-446F31402874}" dt="2019-10-13T10:43:14.895" v="184" actId="1076"/>
          <ac:cxnSpMkLst>
            <pc:docMk/>
            <pc:sldMk cId="321996071" sldId="505"/>
            <ac:cxnSpMk id="150" creationId="{D9A80109-5F00-4546-8C51-AAE5234B2233}"/>
          </ac:cxnSpMkLst>
        </pc:cxnChg>
        <pc:cxnChg chg="add mod">
          <ac:chgData name="Cristian Chilipirea" userId="34ab170da5908fc4" providerId="LiveId" clId="{7840C37D-FDDB-4314-A31E-446F31402874}" dt="2019-10-13T10:43:14.895" v="184" actId="1076"/>
          <ac:cxnSpMkLst>
            <pc:docMk/>
            <pc:sldMk cId="321996071" sldId="505"/>
            <ac:cxnSpMk id="151" creationId="{B5D4C87D-9676-4939-BD20-5069D18C29C8}"/>
          </ac:cxnSpMkLst>
        </pc:cxnChg>
        <pc:cxnChg chg="add mod">
          <ac:chgData name="Cristian Chilipirea" userId="34ab170da5908fc4" providerId="LiveId" clId="{7840C37D-FDDB-4314-A31E-446F31402874}" dt="2019-10-13T10:43:14.895" v="184" actId="1076"/>
          <ac:cxnSpMkLst>
            <pc:docMk/>
            <pc:sldMk cId="321996071" sldId="505"/>
            <ac:cxnSpMk id="152" creationId="{C6F370AD-A161-400E-A7EB-371E2D2B63AE}"/>
          </ac:cxnSpMkLst>
        </pc:cxnChg>
        <pc:cxnChg chg="add mod">
          <ac:chgData name="Cristian Chilipirea" userId="34ab170da5908fc4" providerId="LiveId" clId="{7840C37D-FDDB-4314-A31E-446F31402874}" dt="2019-10-13T10:43:14.895" v="184" actId="1076"/>
          <ac:cxnSpMkLst>
            <pc:docMk/>
            <pc:sldMk cId="321996071" sldId="505"/>
            <ac:cxnSpMk id="153" creationId="{FAE97B18-5540-4D79-B383-ADADFCDF46F3}"/>
          </ac:cxnSpMkLst>
        </pc:cxnChg>
        <pc:cxnChg chg="add mod">
          <ac:chgData name="Cristian Chilipirea" userId="34ab170da5908fc4" providerId="LiveId" clId="{7840C37D-FDDB-4314-A31E-446F31402874}" dt="2019-10-13T10:43:14.895" v="184" actId="1076"/>
          <ac:cxnSpMkLst>
            <pc:docMk/>
            <pc:sldMk cId="321996071" sldId="505"/>
            <ac:cxnSpMk id="154" creationId="{3BB7BF51-F058-4438-829B-DCBD8B7FFD83}"/>
          </ac:cxnSpMkLst>
        </pc:cxnChg>
        <pc:cxnChg chg="add mod">
          <ac:chgData name="Cristian Chilipirea" userId="34ab170da5908fc4" providerId="LiveId" clId="{7840C37D-FDDB-4314-A31E-446F31402874}" dt="2019-10-13T10:43:14.895" v="184" actId="1076"/>
          <ac:cxnSpMkLst>
            <pc:docMk/>
            <pc:sldMk cId="321996071" sldId="505"/>
            <ac:cxnSpMk id="155" creationId="{E28E4892-1516-42BA-BF57-AAC0F34DF199}"/>
          </ac:cxnSpMkLst>
        </pc:cxnChg>
        <pc:cxnChg chg="add mod">
          <ac:chgData name="Cristian Chilipirea" userId="34ab170da5908fc4" providerId="LiveId" clId="{7840C37D-FDDB-4314-A31E-446F31402874}" dt="2019-10-13T10:43:14.895" v="184" actId="1076"/>
          <ac:cxnSpMkLst>
            <pc:docMk/>
            <pc:sldMk cId="321996071" sldId="505"/>
            <ac:cxnSpMk id="156" creationId="{8A7BFD48-BAC6-460F-9F5C-1B0110B8399B}"/>
          </ac:cxnSpMkLst>
        </pc:cxnChg>
        <pc:cxnChg chg="add mod">
          <ac:chgData name="Cristian Chilipirea" userId="34ab170da5908fc4" providerId="LiveId" clId="{7840C37D-FDDB-4314-A31E-446F31402874}" dt="2019-10-13T10:43:14.895" v="184" actId="1076"/>
          <ac:cxnSpMkLst>
            <pc:docMk/>
            <pc:sldMk cId="321996071" sldId="505"/>
            <ac:cxnSpMk id="157" creationId="{7C97E278-1555-4CF1-B3BC-B99D23EB54E2}"/>
          </ac:cxnSpMkLst>
        </pc:cxnChg>
        <pc:cxnChg chg="add mod">
          <ac:chgData name="Cristian Chilipirea" userId="34ab170da5908fc4" providerId="LiveId" clId="{7840C37D-FDDB-4314-A31E-446F31402874}" dt="2019-10-13T10:43:14.895" v="184" actId="1076"/>
          <ac:cxnSpMkLst>
            <pc:docMk/>
            <pc:sldMk cId="321996071" sldId="505"/>
            <ac:cxnSpMk id="158" creationId="{64512142-F4B9-4C23-9024-119FAB95D14F}"/>
          </ac:cxnSpMkLst>
        </pc:cxnChg>
        <pc:cxnChg chg="add mod">
          <ac:chgData name="Cristian Chilipirea" userId="34ab170da5908fc4" providerId="LiveId" clId="{7840C37D-FDDB-4314-A31E-446F31402874}" dt="2019-10-13T10:43:14.895" v="184" actId="1076"/>
          <ac:cxnSpMkLst>
            <pc:docMk/>
            <pc:sldMk cId="321996071" sldId="505"/>
            <ac:cxnSpMk id="159" creationId="{C851BD01-F49D-4B0C-AE71-A7891889ED8A}"/>
          </ac:cxnSpMkLst>
        </pc:cxnChg>
        <pc:cxnChg chg="add mod">
          <ac:chgData name="Cristian Chilipirea" userId="34ab170da5908fc4" providerId="LiveId" clId="{7840C37D-FDDB-4314-A31E-446F31402874}" dt="2019-10-13T10:43:14.895" v="184" actId="1076"/>
          <ac:cxnSpMkLst>
            <pc:docMk/>
            <pc:sldMk cId="321996071" sldId="505"/>
            <ac:cxnSpMk id="160" creationId="{95438B07-A0E4-44EC-8C64-8E638586BEDE}"/>
          </ac:cxnSpMkLst>
        </pc:cxnChg>
        <pc:cxnChg chg="add mod">
          <ac:chgData name="Cristian Chilipirea" userId="34ab170da5908fc4" providerId="LiveId" clId="{7840C37D-FDDB-4314-A31E-446F31402874}" dt="2019-10-13T10:43:14.895" v="184" actId="1076"/>
          <ac:cxnSpMkLst>
            <pc:docMk/>
            <pc:sldMk cId="321996071" sldId="505"/>
            <ac:cxnSpMk id="161" creationId="{F0358A39-7FF2-4D97-B140-719EE980E8AB}"/>
          </ac:cxnSpMkLst>
        </pc:cxnChg>
        <pc:cxnChg chg="add mod">
          <ac:chgData name="Cristian Chilipirea" userId="34ab170da5908fc4" providerId="LiveId" clId="{7840C37D-FDDB-4314-A31E-446F31402874}" dt="2019-10-13T10:43:14.895" v="184" actId="1076"/>
          <ac:cxnSpMkLst>
            <pc:docMk/>
            <pc:sldMk cId="321996071" sldId="505"/>
            <ac:cxnSpMk id="162" creationId="{16E3C716-5E38-4207-B5C8-1158B35D260E}"/>
          </ac:cxnSpMkLst>
        </pc:cxnChg>
        <pc:cxnChg chg="add mod">
          <ac:chgData name="Cristian Chilipirea" userId="34ab170da5908fc4" providerId="LiveId" clId="{7840C37D-FDDB-4314-A31E-446F31402874}" dt="2019-10-13T10:43:14.895" v="184" actId="1076"/>
          <ac:cxnSpMkLst>
            <pc:docMk/>
            <pc:sldMk cId="321996071" sldId="505"/>
            <ac:cxnSpMk id="163" creationId="{6EA62EFD-F037-47AC-AEA9-C5B892525BF5}"/>
          </ac:cxnSpMkLst>
        </pc:cxnChg>
        <pc:cxnChg chg="add mod">
          <ac:chgData name="Cristian Chilipirea" userId="34ab170da5908fc4" providerId="LiveId" clId="{7840C37D-FDDB-4314-A31E-446F31402874}" dt="2019-10-13T10:43:14.895" v="184" actId="1076"/>
          <ac:cxnSpMkLst>
            <pc:docMk/>
            <pc:sldMk cId="321996071" sldId="505"/>
            <ac:cxnSpMk id="194" creationId="{937A3497-13B6-4F8B-9AC8-DBB66232AD24}"/>
          </ac:cxnSpMkLst>
        </pc:cxnChg>
        <pc:cxnChg chg="add mod">
          <ac:chgData name="Cristian Chilipirea" userId="34ab170da5908fc4" providerId="LiveId" clId="{7840C37D-FDDB-4314-A31E-446F31402874}" dt="2019-10-13T10:43:14.895" v="184" actId="1076"/>
          <ac:cxnSpMkLst>
            <pc:docMk/>
            <pc:sldMk cId="321996071" sldId="505"/>
            <ac:cxnSpMk id="195" creationId="{1C5FE901-A5F7-4D89-AD56-273DA93C7077}"/>
          </ac:cxnSpMkLst>
        </pc:cxnChg>
        <pc:cxnChg chg="add mod">
          <ac:chgData name="Cristian Chilipirea" userId="34ab170da5908fc4" providerId="LiveId" clId="{7840C37D-FDDB-4314-A31E-446F31402874}" dt="2019-10-13T10:43:14.895" v="184" actId="1076"/>
          <ac:cxnSpMkLst>
            <pc:docMk/>
            <pc:sldMk cId="321996071" sldId="505"/>
            <ac:cxnSpMk id="196" creationId="{64BF5019-A231-4C6D-ADDC-8B32251D4D67}"/>
          </ac:cxnSpMkLst>
        </pc:cxnChg>
        <pc:cxnChg chg="add mod">
          <ac:chgData name="Cristian Chilipirea" userId="34ab170da5908fc4" providerId="LiveId" clId="{7840C37D-FDDB-4314-A31E-446F31402874}" dt="2019-10-13T10:43:14.895" v="184" actId="1076"/>
          <ac:cxnSpMkLst>
            <pc:docMk/>
            <pc:sldMk cId="321996071" sldId="505"/>
            <ac:cxnSpMk id="197" creationId="{716DB1F5-5274-4811-A196-5E23F0622CB1}"/>
          </ac:cxnSpMkLst>
        </pc:cxnChg>
        <pc:cxnChg chg="add mod">
          <ac:chgData name="Cristian Chilipirea" userId="34ab170da5908fc4" providerId="LiveId" clId="{7840C37D-FDDB-4314-A31E-446F31402874}" dt="2019-10-13T10:43:14.895" v="184" actId="1076"/>
          <ac:cxnSpMkLst>
            <pc:docMk/>
            <pc:sldMk cId="321996071" sldId="505"/>
            <ac:cxnSpMk id="198" creationId="{9A7891C8-2189-44D7-B326-7A103578C69C}"/>
          </ac:cxnSpMkLst>
        </pc:cxnChg>
        <pc:cxnChg chg="add mod">
          <ac:chgData name="Cristian Chilipirea" userId="34ab170da5908fc4" providerId="LiveId" clId="{7840C37D-FDDB-4314-A31E-446F31402874}" dt="2019-10-13T10:43:14.895" v="184" actId="1076"/>
          <ac:cxnSpMkLst>
            <pc:docMk/>
            <pc:sldMk cId="321996071" sldId="505"/>
            <ac:cxnSpMk id="199" creationId="{FE7B1AEB-F764-46FC-9866-2850AC8735D8}"/>
          </ac:cxnSpMkLst>
        </pc:cxnChg>
        <pc:cxnChg chg="add mod">
          <ac:chgData name="Cristian Chilipirea" userId="34ab170da5908fc4" providerId="LiveId" clId="{7840C37D-FDDB-4314-A31E-446F31402874}" dt="2019-10-13T10:43:14.895" v="184" actId="1076"/>
          <ac:cxnSpMkLst>
            <pc:docMk/>
            <pc:sldMk cId="321996071" sldId="505"/>
            <ac:cxnSpMk id="200" creationId="{939A69F4-776B-418E-9D91-6D51B97551A3}"/>
          </ac:cxnSpMkLst>
        </pc:cxnChg>
        <pc:cxnChg chg="add mod">
          <ac:chgData name="Cristian Chilipirea" userId="34ab170da5908fc4" providerId="LiveId" clId="{7840C37D-FDDB-4314-A31E-446F31402874}" dt="2019-10-13T10:43:14.895" v="184" actId="1076"/>
          <ac:cxnSpMkLst>
            <pc:docMk/>
            <pc:sldMk cId="321996071" sldId="505"/>
            <ac:cxnSpMk id="201" creationId="{4B669ACC-8017-4AEB-8F01-1B7D629254D6}"/>
          </ac:cxnSpMkLst>
        </pc:cxnChg>
        <pc:cxnChg chg="add mod">
          <ac:chgData name="Cristian Chilipirea" userId="34ab170da5908fc4" providerId="LiveId" clId="{7840C37D-FDDB-4314-A31E-446F31402874}" dt="2019-10-13T10:43:14.895" v="184" actId="1076"/>
          <ac:cxnSpMkLst>
            <pc:docMk/>
            <pc:sldMk cId="321996071" sldId="505"/>
            <ac:cxnSpMk id="202" creationId="{8154C9A4-41D7-4D5D-8CB0-5ADC81C0264D}"/>
          </ac:cxnSpMkLst>
        </pc:cxnChg>
        <pc:cxnChg chg="add mod">
          <ac:chgData name="Cristian Chilipirea" userId="34ab170da5908fc4" providerId="LiveId" clId="{7840C37D-FDDB-4314-A31E-446F31402874}" dt="2019-10-13T10:43:14.895" v="184" actId="1076"/>
          <ac:cxnSpMkLst>
            <pc:docMk/>
            <pc:sldMk cId="321996071" sldId="505"/>
            <ac:cxnSpMk id="203" creationId="{8A5E1B48-EC94-4493-93BB-FD14CEB5270C}"/>
          </ac:cxnSpMkLst>
        </pc:cxnChg>
        <pc:cxnChg chg="add mod">
          <ac:chgData name="Cristian Chilipirea" userId="34ab170da5908fc4" providerId="LiveId" clId="{7840C37D-FDDB-4314-A31E-446F31402874}" dt="2019-10-13T10:43:14.895" v="184" actId="1076"/>
          <ac:cxnSpMkLst>
            <pc:docMk/>
            <pc:sldMk cId="321996071" sldId="505"/>
            <ac:cxnSpMk id="204" creationId="{36583DC3-85C9-4381-9245-2CCBECBF1851}"/>
          </ac:cxnSpMkLst>
        </pc:cxnChg>
        <pc:cxnChg chg="add mod">
          <ac:chgData name="Cristian Chilipirea" userId="34ab170da5908fc4" providerId="LiveId" clId="{7840C37D-FDDB-4314-A31E-446F31402874}" dt="2019-10-13T10:43:14.895" v="184" actId="1076"/>
          <ac:cxnSpMkLst>
            <pc:docMk/>
            <pc:sldMk cId="321996071" sldId="505"/>
            <ac:cxnSpMk id="205" creationId="{AEAD4527-F641-41B8-874C-0BD23AB6D8FC}"/>
          </ac:cxnSpMkLst>
        </pc:cxnChg>
        <pc:cxnChg chg="add mod">
          <ac:chgData name="Cristian Chilipirea" userId="34ab170da5908fc4" providerId="LiveId" clId="{7840C37D-FDDB-4314-A31E-446F31402874}" dt="2019-10-13T10:43:14.895" v="184" actId="1076"/>
          <ac:cxnSpMkLst>
            <pc:docMk/>
            <pc:sldMk cId="321996071" sldId="505"/>
            <ac:cxnSpMk id="206" creationId="{E59ACED4-9119-4B29-A297-303E925E3FEA}"/>
          </ac:cxnSpMkLst>
        </pc:cxnChg>
        <pc:cxnChg chg="add mod">
          <ac:chgData name="Cristian Chilipirea" userId="34ab170da5908fc4" providerId="LiveId" clId="{7840C37D-FDDB-4314-A31E-446F31402874}" dt="2019-10-13T10:43:14.895" v="184" actId="1076"/>
          <ac:cxnSpMkLst>
            <pc:docMk/>
            <pc:sldMk cId="321996071" sldId="505"/>
            <ac:cxnSpMk id="207" creationId="{73C99E3D-2AA4-408F-8A7A-6F04E50C2ABB}"/>
          </ac:cxnSpMkLst>
        </pc:cxnChg>
        <pc:cxnChg chg="add mod">
          <ac:chgData name="Cristian Chilipirea" userId="34ab170da5908fc4" providerId="LiveId" clId="{7840C37D-FDDB-4314-A31E-446F31402874}" dt="2019-10-13T10:43:14.895" v="184" actId="1076"/>
          <ac:cxnSpMkLst>
            <pc:docMk/>
            <pc:sldMk cId="321996071" sldId="505"/>
            <ac:cxnSpMk id="208" creationId="{83A72561-5F9C-43A5-AD6A-E71A84539056}"/>
          </ac:cxnSpMkLst>
        </pc:cxnChg>
        <pc:cxnChg chg="add mod">
          <ac:chgData name="Cristian Chilipirea" userId="34ab170da5908fc4" providerId="LiveId" clId="{7840C37D-FDDB-4314-A31E-446F31402874}" dt="2019-10-13T10:43:14.895" v="184" actId="1076"/>
          <ac:cxnSpMkLst>
            <pc:docMk/>
            <pc:sldMk cId="321996071" sldId="505"/>
            <ac:cxnSpMk id="209" creationId="{F3D05D45-B961-4A50-A91C-780682A7988D}"/>
          </ac:cxnSpMkLst>
        </pc:cxnChg>
        <pc:cxnChg chg="add mod">
          <ac:chgData name="Cristian Chilipirea" userId="34ab170da5908fc4" providerId="LiveId" clId="{7840C37D-FDDB-4314-A31E-446F31402874}" dt="2019-10-13T10:43:14.895" v="184" actId="1076"/>
          <ac:cxnSpMkLst>
            <pc:docMk/>
            <pc:sldMk cId="321996071" sldId="505"/>
            <ac:cxnSpMk id="210" creationId="{E3C4B488-1CED-4388-9D5F-F0D2A261A6B8}"/>
          </ac:cxnSpMkLst>
        </pc:cxnChg>
        <pc:cxnChg chg="add mod">
          <ac:chgData name="Cristian Chilipirea" userId="34ab170da5908fc4" providerId="LiveId" clId="{7840C37D-FDDB-4314-A31E-446F31402874}" dt="2019-10-13T10:43:14.895" v="184" actId="1076"/>
          <ac:cxnSpMkLst>
            <pc:docMk/>
            <pc:sldMk cId="321996071" sldId="505"/>
            <ac:cxnSpMk id="211" creationId="{BDFF3A28-C43A-48ED-BB25-18A8216E6191}"/>
          </ac:cxnSpMkLst>
        </pc:cxnChg>
        <pc:cxnChg chg="add mod">
          <ac:chgData name="Cristian Chilipirea" userId="34ab170da5908fc4" providerId="LiveId" clId="{7840C37D-FDDB-4314-A31E-446F31402874}" dt="2019-10-13T10:43:14.895" v="184" actId="1076"/>
          <ac:cxnSpMkLst>
            <pc:docMk/>
            <pc:sldMk cId="321996071" sldId="505"/>
            <ac:cxnSpMk id="212" creationId="{9D04EA78-666D-4A0E-97CC-7D7C0AE8AFF7}"/>
          </ac:cxnSpMkLst>
        </pc:cxnChg>
        <pc:cxnChg chg="add mod">
          <ac:chgData name="Cristian Chilipirea" userId="34ab170da5908fc4" providerId="LiveId" clId="{7840C37D-FDDB-4314-A31E-446F31402874}" dt="2019-10-13T10:43:14.895" v="184" actId="1076"/>
          <ac:cxnSpMkLst>
            <pc:docMk/>
            <pc:sldMk cId="321996071" sldId="505"/>
            <ac:cxnSpMk id="213" creationId="{0AC3B1D1-A26E-4A0C-98C4-1B498CAF23FC}"/>
          </ac:cxnSpMkLst>
        </pc:cxnChg>
        <pc:cxnChg chg="add mod">
          <ac:chgData name="Cristian Chilipirea" userId="34ab170da5908fc4" providerId="LiveId" clId="{7840C37D-FDDB-4314-A31E-446F31402874}" dt="2019-10-13T10:43:14.895" v="184" actId="1076"/>
          <ac:cxnSpMkLst>
            <pc:docMk/>
            <pc:sldMk cId="321996071" sldId="505"/>
            <ac:cxnSpMk id="214" creationId="{25BD8C82-11D7-4641-8B67-A114812AE3D8}"/>
          </ac:cxnSpMkLst>
        </pc:cxnChg>
        <pc:cxnChg chg="add mod">
          <ac:chgData name="Cristian Chilipirea" userId="34ab170da5908fc4" providerId="LiveId" clId="{7840C37D-FDDB-4314-A31E-446F31402874}" dt="2019-10-13T10:43:14.895" v="184" actId="1076"/>
          <ac:cxnSpMkLst>
            <pc:docMk/>
            <pc:sldMk cId="321996071" sldId="505"/>
            <ac:cxnSpMk id="215" creationId="{DC4E891E-B989-4296-87E0-F9DC3F942DA8}"/>
          </ac:cxnSpMkLst>
        </pc:cxnChg>
        <pc:cxnChg chg="add mod">
          <ac:chgData name="Cristian Chilipirea" userId="34ab170da5908fc4" providerId="LiveId" clId="{7840C37D-FDDB-4314-A31E-446F31402874}" dt="2019-10-13T10:43:14.895" v="184" actId="1076"/>
          <ac:cxnSpMkLst>
            <pc:docMk/>
            <pc:sldMk cId="321996071" sldId="505"/>
            <ac:cxnSpMk id="216" creationId="{537F148D-A840-45E1-9EFB-7B234E990E7A}"/>
          </ac:cxnSpMkLst>
        </pc:cxnChg>
        <pc:cxnChg chg="add mod">
          <ac:chgData name="Cristian Chilipirea" userId="34ab170da5908fc4" providerId="LiveId" clId="{7840C37D-FDDB-4314-A31E-446F31402874}" dt="2019-10-13T10:43:14.895" v="184" actId="1076"/>
          <ac:cxnSpMkLst>
            <pc:docMk/>
            <pc:sldMk cId="321996071" sldId="505"/>
            <ac:cxnSpMk id="217" creationId="{7DCE724C-5617-4F9F-8053-50666BA8E756}"/>
          </ac:cxnSpMkLst>
        </pc:cxnChg>
        <pc:cxnChg chg="add mod">
          <ac:chgData name="Cristian Chilipirea" userId="34ab170da5908fc4" providerId="LiveId" clId="{7840C37D-FDDB-4314-A31E-446F31402874}" dt="2019-10-13T10:43:14.895" v="184" actId="1076"/>
          <ac:cxnSpMkLst>
            <pc:docMk/>
            <pc:sldMk cId="321996071" sldId="505"/>
            <ac:cxnSpMk id="218" creationId="{ABC8CFF9-05B7-4533-94E9-04A70CEA61E0}"/>
          </ac:cxnSpMkLst>
        </pc:cxnChg>
        <pc:cxnChg chg="add mod">
          <ac:chgData name="Cristian Chilipirea" userId="34ab170da5908fc4" providerId="LiveId" clId="{7840C37D-FDDB-4314-A31E-446F31402874}" dt="2019-10-13T10:43:14.895" v="184" actId="1076"/>
          <ac:cxnSpMkLst>
            <pc:docMk/>
            <pc:sldMk cId="321996071" sldId="505"/>
            <ac:cxnSpMk id="219" creationId="{D0F70AC0-4CEB-493A-AB18-5B8226B59342}"/>
          </ac:cxnSpMkLst>
        </pc:cxnChg>
        <pc:cxnChg chg="add mod">
          <ac:chgData name="Cristian Chilipirea" userId="34ab170da5908fc4" providerId="LiveId" clId="{7840C37D-FDDB-4314-A31E-446F31402874}" dt="2019-10-13T10:43:14.895" v="184" actId="1076"/>
          <ac:cxnSpMkLst>
            <pc:docMk/>
            <pc:sldMk cId="321996071" sldId="505"/>
            <ac:cxnSpMk id="220" creationId="{C7B377D1-09BF-4909-87FD-7556EB579E1A}"/>
          </ac:cxnSpMkLst>
        </pc:cxnChg>
        <pc:cxnChg chg="add mod">
          <ac:chgData name="Cristian Chilipirea" userId="34ab170da5908fc4" providerId="LiveId" clId="{7840C37D-FDDB-4314-A31E-446F31402874}" dt="2019-10-13T10:43:14.895" v="184" actId="1076"/>
          <ac:cxnSpMkLst>
            <pc:docMk/>
            <pc:sldMk cId="321996071" sldId="505"/>
            <ac:cxnSpMk id="221" creationId="{EB097E7B-1AEB-4A83-80CF-2BE90BE51BD9}"/>
          </ac:cxnSpMkLst>
        </pc:cxnChg>
        <pc:cxnChg chg="add mod">
          <ac:chgData name="Cristian Chilipirea" userId="34ab170da5908fc4" providerId="LiveId" clId="{7840C37D-FDDB-4314-A31E-446F31402874}" dt="2019-10-13T10:43:14.895" v="184" actId="1076"/>
          <ac:cxnSpMkLst>
            <pc:docMk/>
            <pc:sldMk cId="321996071" sldId="505"/>
            <ac:cxnSpMk id="222" creationId="{A43E2882-FE0E-42E1-A72E-E3CD6ADFF6A4}"/>
          </ac:cxnSpMkLst>
        </pc:cxnChg>
        <pc:cxnChg chg="add mod">
          <ac:chgData name="Cristian Chilipirea" userId="34ab170da5908fc4" providerId="LiveId" clId="{7840C37D-FDDB-4314-A31E-446F31402874}" dt="2019-10-13T10:43:14.895" v="184" actId="1076"/>
          <ac:cxnSpMkLst>
            <pc:docMk/>
            <pc:sldMk cId="321996071" sldId="505"/>
            <ac:cxnSpMk id="223" creationId="{929F0AF4-903E-4CAA-94F5-8C47F824C84E}"/>
          </ac:cxnSpMkLst>
        </pc:cxnChg>
        <pc:cxnChg chg="add mod">
          <ac:chgData name="Cristian Chilipirea" userId="34ab170da5908fc4" providerId="LiveId" clId="{7840C37D-FDDB-4314-A31E-446F31402874}" dt="2019-10-13T10:43:14.895" v="184" actId="1076"/>
          <ac:cxnSpMkLst>
            <pc:docMk/>
            <pc:sldMk cId="321996071" sldId="505"/>
            <ac:cxnSpMk id="224" creationId="{CD9EE093-5DBC-472E-83E3-B1ACB567A412}"/>
          </ac:cxnSpMkLst>
        </pc:cxnChg>
        <pc:cxnChg chg="add mod">
          <ac:chgData name="Cristian Chilipirea" userId="34ab170da5908fc4" providerId="LiveId" clId="{7840C37D-FDDB-4314-A31E-446F31402874}" dt="2019-10-13T10:43:14.895" v="184" actId="1076"/>
          <ac:cxnSpMkLst>
            <pc:docMk/>
            <pc:sldMk cId="321996071" sldId="505"/>
            <ac:cxnSpMk id="225" creationId="{38D534E8-C150-48DA-9983-FAB1FC386E67}"/>
          </ac:cxnSpMkLst>
        </pc:cxnChg>
        <pc:cxnChg chg="add mod">
          <ac:chgData name="Cristian Chilipirea" userId="34ab170da5908fc4" providerId="LiveId" clId="{7840C37D-FDDB-4314-A31E-446F31402874}" dt="2019-10-13T10:43:14.895" v="184" actId="1076"/>
          <ac:cxnSpMkLst>
            <pc:docMk/>
            <pc:sldMk cId="321996071" sldId="505"/>
            <ac:cxnSpMk id="226" creationId="{6B2BA53B-D1FD-4043-BB48-1F9948977264}"/>
          </ac:cxnSpMkLst>
        </pc:cxnChg>
        <pc:cxnChg chg="add mod">
          <ac:chgData name="Cristian Chilipirea" userId="34ab170da5908fc4" providerId="LiveId" clId="{7840C37D-FDDB-4314-A31E-446F31402874}" dt="2019-10-13T10:43:14.895" v="184" actId="1076"/>
          <ac:cxnSpMkLst>
            <pc:docMk/>
            <pc:sldMk cId="321996071" sldId="505"/>
            <ac:cxnSpMk id="227" creationId="{5B8B06F7-DA98-4E89-BF15-757500F99329}"/>
          </ac:cxnSpMkLst>
        </pc:cxnChg>
        <pc:cxnChg chg="add mod">
          <ac:chgData name="Cristian Chilipirea" userId="34ab170da5908fc4" providerId="LiveId" clId="{7840C37D-FDDB-4314-A31E-446F31402874}" dt="2019-10-13T10:43:14.895" v="184" actId="1076"/>
          <ac:cxnSpMkLst>
            <pc:docMk/>
            <pc:sldMk cId="321996071" sldId="505"/>
            <ac:cxnSpMk id="228" creationId="{7EC0C6EE-6304-4B37-87F3-AE889DA01A1A}"/>
          </ac:cxnSpMkLst>
        </pc:cxnChg>
      </pc:sldChg>
      <pc:sldChg chg="del">
        <pc:chgData name="Cristian Chilipirea" userId="34ab170da5908fc4" providerId="LiveId" clId="{7840C37D-FDDB-4314-A31E-446F31402874}" dt="2019-10-13T10:35:45.230" v="19" actId="2696"/>
        <pc:sldMkLst>
          <pc:docMk/>
          <pc:sldMk cId="376932228" sldId="505"/>
        </pc:sldMkLst>
      </pc:sldChg>
      <pc:sldChg chg="addSp delSp modSp add">
        <pc:chgData name="Cristian Chilipirea" userId="34ab170da5908fc4" providerId="LiveId" clId="{7840C37D-FDDB-4314-A31E-446F31402874}" dt="2019-10-13T10:43:34.369" v="191" actId="1076"/>
        <pc:sldMkLst>
          <pc:docMk/>
          <pc:sldMk cId="998193576" sldId="506"/>
        </pc:sldMkLst>
        <pc:spChg chg="mod">
          <ac:chgData name="Cristian Chilipirea" userId="34ab170da5908fc4" providerId="LiveId" clId="{7840C37D-FDDB-4314-A31E-446F31402874}" dt="2019-10-13T10:43:22.147" v="186"/>
          <ac:spMkLst>
            <pc:docMk/>
            <pc:sldMk cId="998193576" sldId="506"/>
            <ac:spMk id="2" creationId="{D2B1F08E-A3EE-41B0-80A3-ED3AD08FB138}"/>
          </ac:spMkLst>
        </pc:spChg>
        <pc:spChg chg="del">
          <ac:chgData name="Cristian Chilipirea" userId="34ab170da5908fc4" providerId="LiveId" clId="{7840C37D-FDDB-4314-A31E-446F31402874}" dt="2019-10-13T10:43:23.826" v="187" actId="478"/>
          <ac:spMkLst>
            <pc:docMk/>
            <pc:sldMk cId="998193576" sldId="506"/>
            <ac:spMk id="3" creationId="{5A2601E1-C0D8-412F-A338-B46B47BA47A6}"/>
          </ac:spMkLst>
        </pc:spChg>
        <pc:spChg chg="add del">
          <ac:chgData name="Cristian Chilipirea" userId="34ab170da5908fc4" providerId="LiveId" clId="{7840C37D-FDDB-4314-A31E-446F31402874}" dt="2019-10-13T10:43:30.542" v="189"/>
          <ac:spMkLst>
            <pc:docMk/>
            <pc:sldMk cId="998193576" sldId="506"/>
            <ac:spMk id="4" creationId="{4CB9547B-DF10-4441-8FBA-52C17DC6E70F}"/>
          </ac:spMkLst>
        </pc:spChg>
        <pc:spChg chg="add del">
          <ac:chgData name="Cristian Chilipirea" userId="34ab170da5908fc4" providerId="LiveId" clId="{7840C37D-FDDB-4314-A31E-446F31402874}" dt="2019-10-13T10:43:30.542" v="189"/>
          <ac:spMkLst>
            <pc:docMk/>
            <pc:sldMk cId="998193576" sldId="506"/>
            <ac:spMk id="5" creationId="{70E0B574-67D1-4AC3-AE70-07A18F7312D4}"/>
          </ac:spMkLst>
        </pc:spChg>
        <pc:spChg chg="add mod">
          <ac:chgData name="Cristian Chilipirea" userId="34ab170da5908fc4" providerId="LiveId" clId="{7840C37D-FDDB-4314-A31E-446F31402874}" dt="2019-10-13T10:43:34.369" v="191" actId="1076"/>
          <ac:spMkLst>
            <pc:docMk/>
            <pc:sldMk cId="998193576" sldId="506"/>
            <ac:spMk id="6" creationId="{0E4303DA-2D6E-4CE4-8A60-C00A3DA2F3E2}"/>
          </ac:spMkLst>
        </pc:spChg>
        <pc:spChg chg="add">
          <ac:chgData name="Cristian Chilipirea" userId="34ab170da5908fc4" providerId="LiveId" clId="{7840C37D-FDDB-4314-A31E-446F31402874}" dt="2019-10-13T10:43:30.563" v="190"/>
          <ac:spMkLst>
            <pc:docMk/>
            <pc:sldMk cId="998193576" sldId="506"/>
            <ac:spMk id="7" creationId="{00F645A3-B979-4969-B6E0-0095AE1A6AB8}"/>
          </ac:spMkLst>
        </pc:spChg>
      </pc:sldChg>
      <pc:sldChg chg="del">
        <pc:chgData name="Cristian Chilipirea" userId="34ab170da5908fc4" providerId="LiveId" clId="{7840C37D-FDDB-4314-A31E-446F31402874}" dt="2019-10-13T10:35:45.462" v="20" actId="2696"/>
        <pc:sldMkLst>
          <pc:docMk/>
          <pc:sldMk cId="2147758185" sldId="506"/>
        </pc:sldMkLst>
      </pc:sldChg>
      <pc:sldChg chg="addSp delSp modSp add">
        <pc:chgData name="Cristian Chilipirea" userId="34ab170da5908fc4" providerId="LiveId" clId="{7840C37D-FDDB-4314-A31E-446F31402874}" dt="2019-10-13T10:43:49.974" v="198" actId="1076"/>
        <pc:sldMkLst>
          <pc:docMk/>
          <pc:sldMk cId="2074400207" sldId="507"/>
        </pc:sldMkLst>
        <pc:spChg chg="mod">
          <ac:chgData name="Cristian Chilipirea" userId="34ab170da5908fc4" providerId="LiveId" clId="{7840C37D-FDDB-4314-A31E-446F31402874}" dt="2019-10-13T10:43:41.131" v="193"/>
          <ac:spMkLst>
            <pc:docMk/>
            <pc:sldMk cId="2074400207" sldId="507"/>
            <ac:spMk id="2" creationId="{07127860-0FF6-41E7-830F-6660906A5F3D}"/>
          </ac:spMkLst>
        </pc:spChg>
        <pc:spChg chg="del">
          <ac:chgData name="Cristian Chilipirea" userId="34ab170da5908fc4" providerId="LiveId" clId="{7840C37D-FDDB-4314-A31E-446F31402874}" dt="2019-10-13T10:43:42.882" v="194" actId="478"/>
          <ac:spMkLst>
            <pc:docMk/>
            <pc:sldMk cId="2074400207" sldId="507"/>
            <ac:spMk id="3" creationId="{069F663B-C7EE-40B8-B8C4-6604C9D2E119}"/>
          </ac:spMkLst>
        </pc:spChg>
        <pc:spChg chg="add del">
          <ac:chgData name="Cristian Chilipirea" userId="34ab170da5908fc4" providerId="LiveId" clId="{7840C37D-FDDB-4314-A31E-446F31402874}" dt="2019-10-13T10:43:47.797" v="196"/>
          <ac:spMkLst>
            <pc:docMk/>
            <pc:sldMk cId="2074400207" sldId="507"/>
            <ac:spMk id="4" creationId="{59D6C5E0-EC76-476C-87B0-245402A823E0}"/>
          </ac:spMkLst>
        </pc:spChg>
        <pc:spChg chg="add mod">
          <ac:chgData name="Cristian Chilipirea" userId="34ab170da5908fc4" providerId="LiveId" clId="{7840C37D-FDDB-4314-A31E-446F31402874}" dt="2019-10-13T10:43:49.974" v="198" actId="1076"/>
          <ac:spMkLst>
            <pc:docMk/>
            <pc:sldMk cId="2074400207" sldId="507"/>
            <ac:spMk id="5" creationId="{FDC62DCB-2AE5-4F48-988B-151404241936}"/>
          </ac:spMkLst>
        </pc:spChg>
      </pc:sldChg>
      <pc:sldChg chg="del">
        <pc:chgData name="Cristian Chilipirea" userId="34ab170da5908fc4" providerId="LiveId" clId="{7840C37D-FDDB-4314-A31E-446F31402874}" dt="2019-10-13T10:35:45.660" v="21" actId="2696"/>
        <pc:sldMkLst>
          <pc:docMk/>
          <pc:sldMk cId="3749414317" sldId="507"/>
        </pc:sldMkLst>
      </pc:sldChg>
      <pc:sldChg chg="del">
        <pc:chgData name="Cristian Chilipirea" userId="34ab170da5908fc4" providerId="LiveId" clId="{7840C37D-FDDB-4314-A31E-446F31402874}" dt="2019-10-13T10:35:46.366" v="22" actId="2696"/>
        <pc:sldMkLst>
          <pc:docMk/>
          <pc:sldMk cId="167631976" sldId="508"/>
        </pc:sldMkLst>
      </pc:sldChg>
      <pc:sldChg chg="addSp delSp modSp add">
        <pc:chgData name="Cristian Chilipirea" userId="34ab170da5908fc4" providerId="LiveId" clId="{7840C37D-FDDB-4314-A31E-446F31402874}" dt="2019-10-13T10:44:06.229" v="205" actId="1076"/>
        <pc:sldMkLst>
          <pc:docMk/>
          <pc:sldMk cId="489653613" sldId="508"/>
        </pc:sldMkLst>
        <pc:spChg chg="mod">
          <ac:chgData name="Cristian Chilipirea" userId="34ab170da5908fc4" providerId="LiveId" clId="{7840C37D-FDDB-4314-A31E-446F31402874}" dt="2019-10-13T10:43:55.942" v="200"/>
          <ac:spMkLst>
            <pc:docMk/>
            <pc:sldMk cId="489653613" sldId="508"/>
            <ac:spMk id="2" creationId="{264E1205-5E5C-42F6-A196-E8DA5DC0D06C}"/>
          </ac:spMkLst>
        </pc:spChg>
        <pc:spChg chg="del">
          <ac:chgData name="Cristian Chilipirea" userId="34ab170da5908fc4" providerId="LiveId" clId="{7840C37D-FDDB-4314-A31E-446F31402874}" dt="2019-10-13T10:43:57.202" v="201" actId="478"/>
          <ac:spMkLst>
            <pc:docMk/>
            <pc:sldMk cId="489653613" sldId="508"/>
            <ac:spMk id="3" creationId="{79D422A4-9D79-4F93-8E8F-E2F129D47B7A}"/>
          </ac:spMkLst>
        </pc:spChg>
        <pc:spChg chg="add del">
          <ac:chgData name="Cristian Chilipirea" userId="34ab170da5908fc4" providerId="LiveId" clId="{7840C37D-FDDB-4314-A31E-446F31402874}" dt="2019-10-13T10:44:04.673" v="203"/>
          <ac:spMkLst>
            <pc:docMk/>
            <pc:sldMk cId="489653613" sldId="508"/>
            <ac:spMk id="4" creationId="{600FC2B2-7107-4A23-98B2-614D78077024}"/>
          </ac:spMkLst>
        </pc:spChg>
        <pc:spChg chg="add mod">
          <ac:chgData name="Cristian Chilipirea" userId="34ab170da5908fc4" providerId="LiveId" clId="{7840C37D-FDDB-4314-A31E-446F31402874}" dt="2019-10-13T10:44:06.229" v="205" actId="1076"/>
          <ac:spMkLst>
            <pc:docMk/>
            <pc:sldMk cId="489653613" sldId="508"/>
            <ac:spMk id="5" creationId="{CB2CB979-241C-4F88-8D32-2C5EA17CD955}"/>
          </ac:spMkLst>
        </pc:spChg>
      </pc:sldChg>
      <pc:sldChg chg="addSp delSp modSp add">
        <pc:chgData name="Cristian Chilipirea" userId="34ab170da5908fc4" providerId="LiveId" clId="{7840C37D-FDDB-4314-A31E-446F31402874}" dt="2019-10-13T10:44:20.185" v="212" actId="1076"/>
        <pc:sldMkLst>
          <pc:docMk/>
          <pc:sldMk cId="1040071022" sldId="509"/>
        </pc:sldMkLst>
        <pc:spChg chg="mod">
          <ac:chgData name="Cristian Chilipirea" userId="34ab170da5908fc4" providerId="LiveId" clId="{7840C37D-FDDB-4314-A31E-446F31402874}" dt="2019-10-13T10:44:11.657" v="207"/>
          <ac:spMkLst>
            <pc:docMk/>
            <pc:sldMk cId="1040071022" sldId="509"/>
            <ac:spMk id="2" creationId="{431E6451-D46D-4E85-8B18-E06AA9112054}"/>
          </ac:spMkLst>
        </pc:spChg>
        <pc:spChg chg="del">
          <ac:chgData name="Cristian Chilipirea" userId="34ab170da5908fc4" providerId="LiveId" clId="{7840C37D-FDDB-4314-A31E-446F31402874}" dt="2019-10-13T10:44:12.950" v="208" actId="478"/>
          <ac:spMkLst>
            <pc:docMk/>
            <pc:sldMk cId="1040071022" sldId="509"/>
            <ac:spMk id="3" creationId="{B45A0866-C528-40D1-9D30-FA778DF0BDF3}"/>
          </ac:spMkLst>
        </pc:spChg>
        <pc:spChg chg="add del">
          <ac:chgData name="Cristian Chilipirea" userId="34ab170da5908fc4" providerId="LiveId" clId="{7840C37D-FDDB-4314-A31E-446F31402874}" dt="2019-10-13T10:44:18.270" v="210"/>
          <ac:spMkLst>
            <pc:docMk/>
            <pc:sldMk cId="1040071022" sldId="509"/>
            <ac:spMk id="4" creationId="{A08B6A35-2FDD-4418-8855-D183DD2B886A}"/>
          </ac:spMkLst>
        </pc:spChg>
        <pc:spChg chg="add mod">
          <ac:chgData name="Cristian Chilipirea" userId="34ab170da5908fc4" providerId="LiveId" clId="{7840C37D-FDDB-4314-A31E-446F31402874}" dt="2019-10-13T10:44:20.185" v="212" actId="1076"/>
          <ac:spMkLst>
            <pc:docMk/>
            <pc:sldMk cId="1040071022" sldId="509"/>
            <ac:spMk id="5" creationId="{9A788B5B-2645-43B1-A0FA-089CADE469E9}"/>
          </ac:spMkLst>
        </pc:spChg>
      </pc:sldChg>
      <pc:sldChg chg="addSp delSp modSp add modAnim">
        <pc:chgData name="Cristian Chilipirea" userId="34ab170da5908fc4" providerId="LiveId" clId="{7840C37D-FDDB-4314-A31E-446F31402874}" dt="2019-10-13T10:44:34.173" v="219" actId="1076"/>
        <pc:sldMkLst>
          <pc:docMk/>
          <pc:sldMk cId="539880179" sldId="510"/>
        </pc:sldMkLst>
        <pc:spChg chg="mod">
          <ac:chgData name="Cristian Chilipirea" userId="34ab170da5908fc4" providerId="LiveId" clId="{7840C37D-FDDB-4314-A31E-446F31402874}" dt="2019-10-13T10:44:25.759" v="214"/>
          <ac:spMkLst>
            <pc:docMk/>
            <pc:sldMk cId="539880179" sldId="510"/>
            <ac:spMk id="2" creationId="{9D26D23A-CAC3-4FB6-AC86-C87320562FCE}"/>
          </ac:spMkLst>
        </pc:spChg>
        <pc:spChg chg="del">
          <ac:chgData name="Cristian Chilipirea" userId="34ab170da5908fc4" providerId="LiveId" clId="{7840C37D-FDDB-4314-A31E-446F31402874}" dt="2019-10-13T10:44:27.126" v="215" actId="478"/>
          <ac:spMkLst>
            <pc:docMk/>
            <pc:sldMk cId="539880179" sldId="510"/>
            <ac:spMk id="3" creationId="{DB932153-38DE-4974-B719-0A05FAC1ABC6}"/>
          </ac:spMkLst>
        </pc:spChg>
        <pc:spChg chg="add del">
          <ac:chgData name="Cristian Chilipirea" userId="34ab170da5908fc4" providerId="LiveId" clId="{7840C37D-FDDB-4314-A31E-446F31402874}" dt="2019-10-13T10:44:32.542" v="217"/>
          <ac:spMkLst>
            <pc:docMk/>
            <pc:sldMk cId="539880179" sldId="510"/>
            <ac:spMk id="4" creationId="{37A5462B-A7FF-4A43-933F-720E0D15F8E5}"/>
          </ac:spMkLst>
        </pc:spChg>
        <pc:spChg chg="add mod">
          <ac:chgData name="Cristian Chilipirea" userId="34ab170da5908fc4" providerId="LiveId" clId="{7840C37D-FDDB-4314-A31E-446F31402874}" dt="2019-10-13T10:44:34.173" v="219" actId="1076"/>
          <ac:spMkLst>
            <pc:docMk/>
            <pc:sldMk cId="539880179" sldId="510"/>
            <ac:spMk id="5" creationId="{D0594D2B-A96E-415C-9B21-FDBAC5B125A7}"/>
          </ac:spMkLst>
        </pc:spChg>
      </pc:sldChg>
      <pc:sldChg chg="addSp delSp modSp add modAnim">
        <pc:chgData name="Cristian Chilipirea" userId="34ab170da5908fc4" providerId="LiveId" clId="{7840C37D-FDDB-4314-A31E-446F31402874}" dt="2019-10-13T10:44:47.858" v="225"/>
        <pc:sldMkLst>
          <pc:docMk/>
          <pc:sldMk cId="3460116972" sldId="511"/>
        </pc:sldMkLst>
        <pc:spChg chg="mod">
          <ac:chgData name="Cristian Chilipirea" userId="34ab170da5908fc4" providerId="LiveId" clId="{7840C37D-FDDB-4314-A31E-446F31402874}" dt="2019-10-13T10:44:40.034" v="221"/>
          <ac:spMkLst>
            <pc:docMk/>
            <pc:sldMk cId="3460116972" sldId="511"/>
            <ac:spMk id="2" creationId="{AFE93BAE-D83A-40BD-8EB7-3F887CA48693}"/>
          </ac:spMkLst>
        </pc:spChg>
        <pc:spChg chg="del">
          <ac:chgData name="Cristian Chilipirea" userId="34ab170da5908fc4" providerId="LiveId" clId="{7840C37D-FDDB-4314-A31E-446F31402874}" dt="2019-10-13T10:44:42.282" v="222" actId="478"/>
          <ac:spMkLst>
            <pc:docMk/>
            <pc:sldMk cId="3460116972" sldId="511"/>
            <ac:spMk id="3" creationId="{B1F5C3DF-028C-4A97-A8A3-D8EA4ADD6EFB}"/>
          </ac:spMkLst>
        </pc:spChg>
        <pc:spChg chg="add del">
          <ac:chgData name="Cristian Chilipirea" userId="34ab170da5908fc4" providerId="LiveId" clId="{7840C37D-FDDB-4314-A31E-446F31402874}" dt="2019-10-13T10:44:47.820" v="224"/>
          <ac:spMkLst>
            <pc:docMk/>
            <pc:sldMk cId="3460116972" sldId="511"/>
            <ac:spMk id="4" creationId="{DCB5F91F-E1F2-492D-A1FF-7B3FC78B85E2}"/>
          </ac:spMkLst>
        </pc:spChg>
        <pc:spChg chg="add del">
          <ac:chgData name="Cristian Chilipirea" userId="34ab170da5908fc4" providerId="LiveId" clId="{7840C37D-FDDB-4314-A31E-446F31402874}" dt="2019-10-13T10:44:47.820" v="224"/>
          <ac:spMkLst>
            <pc:docMk/>
            <pc:sldMk cId="3460116972" sldId="511"/>
            <ac:spMk id="5" creationId="{67680CBC-387B-4A97-B22C-D000F1D157E5}"/>
          </ac:spMkLst>
        </pc:spChg>
        <pc:spChg chg="add del">
          <ac:chgData name="Cristian Chilipirea" userId="34ab170da5908fc4" providerId="LiveId" clId="{7840C37D-FDDB-4314-A31E-446F31402874}" dt="2019-10-13T10:44:47.820" v="224"/>
          <ac:spMkLst>
            <pc:docMk/>
            <pc:sldMk cId="3460116972" sldId="511"/>
            <ac:spMk id="6" creationId="{45D72E04-C99B-45BD-833B-66D30CD93884}"/>
          </ac:spMkLst>
        </pc:spChg>
        <pc:spChg chg="add del">
          <ac:chgData name="Cristian Chilipirea" userId="34ab170da5908fc4" providerId="LiveId" clId="{7840C37D-FDDB-4314-A31E-446F31402874}" dt="2019-10-13T10:44:47.820" v="224"/>
          <ac:spMkLst>
            <pc:docMk/>
            <pc:sldMk cId="3460116972" sldId="511"/>
            <ac:spMk id="7" creationId="{AE904A9B-2DEE-4542-A2A0-C70AE1D491C3}"/>
          </ac:spMkLst>
        </pc:spChg>
        <pc:spChg chg="add del">
          <ac:chgData name="Cristian Chilipirea" userId="34ab170da5908fc4" providerId="LiveId" clId="{7840C37D-FDDB-4314-A31E-446F31402874}" dt="2019-10-13T10:44:47.820" v="224"/>
          <ac:spMkLst>
            <pc:docMk/>
            <pc:sldMk cId="3460116972" sldId="511"/>
            <ac:spMk id="12" creationId="{106F3B5D-9B5A-4CD6-A914-61D7C6F8D924}"/>
          </ac:spMkLst>
        </pc:spChg>
        <pc:spChg chg="add del">
          <ac:chgData name="Cristian Chilipirea" userId="34ab170da5908fc4" providerId="LiveId" clId="{7840C37D-FDDB-4314-A31E-446F31402874}" dt="2019-10-13T10:44:47.820" v="224"/>
          <ac:spMkLst>
            <pc:docMk/>
            <pc:sldMk cId="3460116972" sldId="511"/>
            <ac:spMk id="13" creationId="{9AD1463C-5B6E-4B69-A0EB-96AACE03CDA2}"/>
          </ac:spMkLst>
        </pc:spChg>
        <pc:spChg chg="add del">
          <ac:chgData name="Cristian Chilipirea" userId="34ab170da5908fc4" providerId="LiveId" clId="{7840C37D-FDDB-4314-A31E-446F31402874}" dt="2019-10-13T10:44:47.820" v="224"/>
          <ac:spMkLst>
            <pc:docMk/>
            <pc:sldMk cId="3460116972" sldId="511"/>
            <ac:spMk id="14" creationId="{C18283C7-C798-4CB0-966E-E124A85C3509}"/>
          </ac:spMkLst>
        </pc:spChg>
        <pc:spChg chg="add del">
          <ac:chgData name="Cristian Chilipirea" userId="34ab170da5908fc4" providerId="LiveId" clId="{7840C37D-FDDB-4314-A31E-446F31402874}" dt="2019-10-13T10:44:47.820" v="224"/>
          <ac:spMkLst>
            <pc:docMk/>
            <pc:sldMk cId="3460116972" sldId="511"/>
            <ac:spMk id="15" creationId="{6C92FF0E-383C-4DF0-8936-A98BEA44A39F}"/>
          </ac:spMkLst>
        </pc:spChg>
        <pc:spChg chg="add del">
          <ac:chgData name="Cristian Chilipirea" userId="34ab170da5908fc4" providerId="LiveId" clId="{7840C37D-FDDB-4314-A31E-446F31402874}" dt="2019-10-13T10:44:47.820" v="224"/>
          <ac:spMkLst>
            <pc:docMk/>
            <pc:sldMk cId="3460116972" sldId="511"/>
            <ac:spMk id="16" creationId="{267AEE12-913D-48C6-AED2-98B265B7E2CB}"/>
          </ac:spMkLst>
        </pc:spChg>
        <pc:spChg chg="add del">
          <ac:chgData name="Cristian Chilipirea" userId="34ab170da5908fc4" providerId="LiveId" clId="{7840C37D-FDDB-4314-A31E-446F31402874}" dt="2019-10-13T10:44:47.820" v="224"/>
          <ac:spMkLst>
            <pc:docMk/>
            <pc:sldMk cId="3460116972" sldId="511"/>
            <ac:spMk id="17" creationId="{E64F3B4A-1283-425E-A142-31C4F2219389}"/>
          </ac:spMkLst>
        </pc:spChg>
        <pc:spChg chg="add del">
          <ac:chgData name="Cristian Chilipirea" userId="34ab170da5908fc4" providerId="LiveId" clId="{7840C37D-FDDB-4314-A31E-446F31402874}" dt="2019-10-13T10:44:47.820" v="224"/>
          <ac:spMkLst>
            <pc:docMk/>
            <pc:sldMk cId="3460116972" sldId="511"/>
            <ac:spMk id="18" creationId="{5CF21F5D-8F3D-454E-B3DD-2D3D857B9570}"/>
          </ac:spMkLst>
        </pc:spChg>
        <pc:spChg chg="add del">
          <ac:chgData name="Cristian Chilipirea" userId="34ab170da5908fc4" providerId="LiveId" clId="{7840C37D-FDDB-4314-A31E-446F31402874}" dt="2019-10-13T10:44:47.820" v="224"/>
          <ac:spMkLst>
            <pc:docMk/>
            <pc:sldMk cId="3460116972" sldId="511"/>
            <ac:spMk id="19" creationId="{E68BF57E-31E7-459F-90C1-B44DE69835A6}"/>
          </ac:spMkLst>
        </pc:spChg>
        <pc:spChg chg="add del">
          <ac:chgData name="Cristian Chilipirea" userId="34ab170da5908fc4" providerId="LiveId" clId="{7840C37D-FDDB-4314-A31E-446F31402874}" dt="2019-10-13T10:44:47.820" v="224"/>
          <ac:spMkLst>
            <pc:docMk/>
            <pc:sldMk cId="3460116972" sldId="511"/>
            <ac:spMk id="20" creationId="{07770E37-1EC2-4C66-ACC6-4A1DB05944DC}"/>
          </ac:spMkLst>
        </pc:spChg>
        <pc:spChg chg="add del">
          <ac:chgData name="Cristian Chilipirea" userId="34ab170da5908fc4" providerId="LiveId" clId="{7840C37D-FDDB-4314-A31E-446F31402874}" dt="2019-10-13T10:44:47.820" v="224"/>
          <ac:spMkLst>
            <pc:docMk/>
            <pc:sldMk cId="3460116972" sldId="511"/>
            <ac:spMk id="21" creationId="{44835BFC-B196-494C-8548-5EFA9D10045B}"/>
          </ac:spMkLst>
        </pc:spChg>
        <pc:spChg chg="add del">
          <ac:chgData name="Cristian Chilipirea" userId="34ab170da5908fc4" providerId="LiveId" clId="{7840C37D-FDDB-4314-A31E-446F31402874}" dt="2019-10-13T10:44:47.820" v="224"/>
          <ac:spMkLst>
            <pc:docMk/>
            <pc:sldMk cId="3460116972" sldId="511"/>
            <ac:spMk id="22" creationId="{59CBF24F-BE05-4ACE-B426-57181E831F38}"/>
          </ac:spMkLst>
        </pc:spChg>
        <pc:spChg chg="add del">
          <ac:chgData name="Cristian Chilipirea" userId="34ab170da5908fc4" providerId="LiveId" clId="{7840C37D-FDDB-4314-A31E-446F31402874}" dt="2019-10-13T10:44:47.820" v="224"/>
          <ac:spMkLst>
            <pc:docMk/>
            <pc:sldMk cId="3460116972" sldId="511"/>
            <ac:spMk id="23" creationId="{4F0BBE8F-CA67-4AEA-8A0E-C138F8254A4F}"/>
          </ac:spMkLst>
        </pc:spChg>
        <pc:spChg chg="add del">
          <ac:chgData name="Cristian Chilipirea" userId="34ab170da5908fc4" providerId="LiveId" clId="{7840C37D-FDDB-4314-A31E-446F31402874}" dt="2019-10-13T10:44:47.820" v="224"/>
          <ac:spMkLst>
            <pc:docMk/>
            <pc:sldMk cId="3460116972" sldId="511"/>
            <ac:spMk id="24" creationId="{D1724F5C-8C2F-4FFF-A04D-B2B3499F028D}"/>
          </ac:spMkLst>
        </pc:spChg>
        <pc:spChg chg="add del">
          <ac:chgData name="Cristian Chilipirea" userId="34ab170da5908fc4" providerId="LiveId" clId="{7840C37D-FDDB-4314-A31E-446F31402874}" dt="2019-10-13T10:44:47.820" v="224"/>
          <ac:spMkLst>
            <pc:docMk/>
            <pc:sldMk cId="3460116972" sldId="511"/>
            <ac:spMk id="25" creationId="{3312B8BE-E744-4FB9-A6A9-3739CE939285}"/>
          </ac:spMkLst>
        </pc:spChg>
        <pc:spChg chg="add del">
          <ac:chgData name="Cristian Chilipirea" userId="34ab170da5908fc4" providerId="LiveId" clId="{7840C37D-FDDB-4314-A31E-446F31402874}" dt="2019-10-13T10:44:47.820" v="224"/>
          <ac:spMkLst>
            <pc:docMk/>
            <pc:sldMk cId="3460116972" sldId="511"/>
            <ac:spMk id="26" creationId="{81AEEFE8-CBE2-46D4-A958-21408169CDE4}"/>
          </ac:spMkLst>
        </pc:spChg>
        <pc:spChg chg="add del">
          <ac:chgData name="Cristian Chilipirea" userId="34ab170da5908fc4" providerId="LiveId" clId="{7840C37D-FDDB-4314-A31E-446F31402874}" dt="2019-10-13T10:44:47.820" v="224"/>
          <ac:spMkLst>
            <pc:docMk/>
            <pc:sldMk cId="3460116972" sldId="511"/>
            <ac:spMk id="27" creationId="{C36DB543-9827-4025-B414-BED0C2496EEF}"/>
          </ac:spMkLst>
        </pc:spChg>
        <pc:spChg chg="add del">
          <ac:chgData name="Cristian Chilipirea" userId="34ab170da5908fc4" providerId="LiveId" clId="{7840C37D-FDDB-4314-A31E-446F31402874}" dt="2019-10-13T10:44:47.820" v="224"/>
          <ac:spMkLst>
            <pc:docMk/>
            <pc:sldMk cId="3460116972" sldId="511"/>
            <ac:spMk id="28" creationId="{7924EBD4-743F-483A-8B6A-C786D5FD7E9A}"/>
          </ac:spMkLst>
        </pc:spChg>
        <pc:spChg chg="add del">
          <ac:chgData name="Cristian Chilipirea" userId="34ab170da5908fc4" providerId="LiveId" clId="{7840C37D-FDDB-4314-A31E-446F31402874}" dt="2019-10-13T10:44:47.820" v="224"/>
          <ac:spMkLst>
            <pc:docMk/>
            <pc:sldMk cId="3460116972" sldId="511"/>
            <ac:spMk id="29" creationId="{AB08451A-35F9-46EF-960A-0244AF6580AC}"/>
          </ac:spMkLst>
        </pc:spChg>
        <pc:spChg chg="add del">
          <ac:chgData name="Cristian Chilipirea" userId="34ab170da5908fc4" providerId="LiveId" clId="{7840C37D-FDDB-4314-A31E-446F31402874}" dt="2019-10-13T10:44:47.820" v="224"/>
          <ac:spMkLst>
            <pc:docMk/>
            <pc:sldMk cId="3460116972" sldId="511"/>
            <ac:spMk id="30" creationId="{8716279C-9127-4266-8FE8-6FBB979DAAB3}"/>
          </ac:spMkLst>
        </pc:spChg>
        <pc:spChg chg="add del">
          <ac:chgData name="Cristian Chilipirea" userId="34ab170da5908fc4" providerId="LiveId" clId="{7840C37D-FDDB-4314-A31E-446F31402874}" dt="2019-10-13T10:44:47.820" v="224"/>
          <ac:spMkLst>
            <pc:docMk/>
            <pc:sldMk cId="3460116972" sldId="511"/>
            <ac:spMk id="31" creationId="{5C29105F-4794-42EE-9007-D70F94EF2CD7}"/>
          </ac:spMkLst>
        </pc:spChg>
        <pc:spChg chg="add del">
          <ac:chgData name="Cristian Chilipirea" userId="34ab170da5908fc4" providerId="LiveId" clId="{7840C37D-FDDB-4314-A31E-446F31402874}" dt="2019-10-13T10:44:47.820" v="224"/>
          <ac:spMkLst>
            <pc:docMk/>
            <pc:sldMk cId="3460116972" sldId="511"/>
            <ac:spMk id="32" creationId="{CAA63D85-758C-4107-8121-B8ECEA1C7F43}"/>
          </ac:spMkLst>
        </pc:spChg>
        <pc:spChg chg="add del">
          <ac:chgData name="Cristian Chilipirea" userId="34ab170da5908fc4" providerId="LiveId" clId="{7840C37D-FDDB-4314-A31E-446F31402874}" dt="2019-10-13T10:44:47.820" v="224"/>
          <ac:spMkLst>
            <pc:docMk/>
            <pc:sldMk cId="3460116972" sldId="511"/>
            <ac:spMk id="33" creationId="{204FFFF0-36DD-4111-B718-4504EE663F8D}"/>
          </ac:spMkLst>
        </pc:spChg>
        <pc:spChg chg="add del">
          <ac:chgData name="Cristian Chilipirea" userId="34ab170da5908fc4" providerId="LiveId" clId="{7840C37D-FDDB-4314-A31E-446F31402874}" dt="2019-10-13T10:44:47.820" v="224"/>
          <ac:spMkLst>
            <pc:docMk/>
            <pc:sldMk cId="3460116972" sldId="511"/>
            <ac:spMk id="34" creationId="{0B006931-43C0-4982-8BA5-E06B9C5595B2}"/>
          </ac:spMkLst>
        </pc:spChg>
        <pc:spChg chg="add del">
          <ac:chgData name="Cristian Chilipirea" userId="34ab170da5908fc4" providerId="LiveId" clId="{7840C37D-FDDB-4314-A31E-446F31402874}" dt="2019-10-13T10:44:47.820" v="224"/>
          <ac:spMkLst>
            <pc:docMk/>
            <pc:sldMk cId="3460116972" sldId="511"/>
            <ac:spMk id="35" creationId="{A3629EF0-C5EF-4406-98ED-6454400FBBDF}"/>
          </ac:spMkLst>
        </pc:spChg>
        <pc:spChg chg="add del">
          <ac:chgData name="Cristian Chilipirea" userId="34ab170da5908fc4" providerId="LiveId" clId="{7840C37D-FDDB-4314-A31E-446F31402874}" dt="2019-10-13T10:44:47.820" v="224"/>
          <ac:spMkLst>
            <pc:docMk/>
            <pc:sldMk cId="3460116972" sldId="511"/>
            <ac:spMk id="36" creationId="{EC0D9460-F46B-4DF7-A0A1-B63A9344EB60}"/>
          </ac:spMkLst>
        </pc:spChg>
        <pc:spChg chg="add del">
          <ac:chgData name="Cristian Chilipirea" userId="34ab170da5908fc4" providerId="LiveId" clId="{7840C37D-FDDB-4314-A31E-446F31402874}" dt="2019-10-13T10:44:47.820" v="224"/>
          <ac:spMkLst>
            <pc:docMk/>
            <pc:sldMk cId="3460116972" sldId="511"/>
            <ac:spMk id="37" creationId="{FCCF5ED3-E2BE-4278-B68E-BB07274EB619}"/>
          </ac:spMkLst>
        </pc:spChg>
        <pc:spChg chg="add del">
          <ac:chgData name="Cristian Chilipirea" userId="34ab170da5908fc4" providerId="LiveId" clId="{7840C37D-FDDB-4314-A31E-446F31402874}" dt="2019-10-13T10:44:47.820" v="224"/>
          <ac:spMkLst>
            <pc:docMk/>
            <pc:sldMk cId="3460116972" sldId="511"/>
            <ac:spMk id="38" creationId="{BD09A5F2-FB11-42DF-AED1-37BB55A9F860}"/>
          </ac:spMkLst>
        </pc:spChg>
        <pc:spChg chg="add del">
          <ac:chgData name="Cristian Chilipirea" userId="34ab170da5908fc4" providerId="LiveId" clId="{7840C37D-FDDB-4314-A31E-446F31402874}" dt="2019-10-13T10:44:47.820" v="224"/>
          <ac:spMkLst>
            <pc:docMk/>
            <pc:sldMk cId="3460116972" sldId="511"/>
            <ac:spMk id="39" creationId="{1D4FB3AC-C05F-4765-B905-11B5D736A7C6}"/>
          </ac:spMkLst>
        </pc:spChg>
        <pc:spChg chg="add del">
          <ac:chgData name="Cristian Chilipirea" userId="34ab170da5908fc4" providerId="LiveId" clId="{7840C37D-FDDB-4314-A31E-446F31402874}" dt="2019-10-13T10:44:47.820" v="224"/>
          <ac:spMkLst>
            <pc:docMk/>
            <pc:sldMk cId="3460116972" sldId="511"/>
            <ac:spMk id="40" creationId="{02986348-AA3E-4614-813E-F9CC2EB5243C}"/>
          </ac:spMkLst>
        </pc:spChg>
        <pc:spChg chg="add del">
          <ac:chgData name="Cristian Chilipirea" userId="34ab170da5908fc4" providerId="LiveId" clId="{7840C37D-FDDB-4314-A31E-446F31402874}" dt="2019-10-13T10:44:47.820" v="224"/>
          <ac:spMkLst>
            <pc:docMk/>
            <pc:sldMk cId="3460116972" sldId="511"/>
            <ac:spMk id="41" creationId="{69A4CD1D-2E60-49D3-BF6F-BF52D7C28666}"/>
          </ac:spMkLst>
        </pc:spChg>
        <pc:spChg chg="add del">
          <ac:chgData name="Cristian Chilipirea" userId="34ab170da5908fc4" providerId="LiveId" clId="{7840C37D-FDDB-4314-A31E-446F31402874}" dt="2019-10-13T10:44:47.820" v="224"/>
          <ac:spMkLst>
            <pc:docMk/>
            <pc:sldMk cId="3460116972" sldId="511"/>
            <ac:spMk id="42" creationId="{77147D05-1C2D-4403-BAB9-1F2976E8BA09}"/>
          </ac:spMkLst>
        </pc:spChg>
        <pc:spChg chg="add del">
          <ac:chgData name="Cristian Chilipirea" userId="34ab170da5908fc4" providerId="LiveId" clId="{7840C37D-FDDB-4314-A31E-446F31402874}" dt="2019-10-13T10:44:47.820" v="224"/>
          <ac:spMkLst>
            <pc:docMk/>
            <pc:sldMk cId="3460116972" sldId="511"/>
            <ac:spMk id="43" creationId="{235452BB-8594-4CD9-9B7D-CF65A102D11F}"/>
          </ac:spMkLst>
        </pc:spChg>
        <pc:spChg chg="add del">
          <ac:chgData name="Cristian Chilipirea" userId="34ab170da5908fc4" providerId="LiveId" clId="{7840C37D-FDDB-4314-A31E-446F31402874}" dt="2019-10-13T10:44:47.820" v="224"/>
          <ac:spMkLst>
            <pc:docMk/>
            <pc:sldMk cId="3460116972" sldId="511"/>
            <ac:spMk id="44" creationId="{989126D1-4614-424E-B5FF-B3CDF4D0564D}"/>
          </ac:spMkLst>
        </pc:spChg>
        <pc:spChg chg="add del">
          <ac:chgData name="Cristian Chilipirea" userId="34ab170da5908fc4" providerId="LiveId" clId="{7840C37D-FDDB-4314-A31E-446F31402874}" dt="2019-10-13T10:44:47.820" v="224"/>
          <ac:spMkLst>
            <pc:docMk/>
            <pc:sldMk cId="3460116972" sldId="511"/>
            <ac:spMk id="45" creationId="{BD2F1D33-C0B4-4845-B0FA-6B5084BA1A16}"/>
          </ac:spMkLst>
        </pc:spChg>
        <pc:spChg chg="add del">
          <ac:chgData name="Cristian Chilipirea" userId="34ab170da5908fc4" providerId="LiveId" clId="{7840C37D-FDDB-4314-A31E-446F31402874}" dt="2019-10-13T10:44:47.820" v="224"/>
          <ac:spMkLst>
            <pc:docMk/>
            <pc:sldMk cId="3460116972" sldId="511"/>
            <ac:spMk id="46" creationId="{7E1F5CCF-4ACD-44D1-AA66-0927CEF74AA0}"/>
          </ac:spMkLst>
        </pc:spChg>
        <pc:spChg chg="add del">
          <ac:chgData name="Cristian Chilipirea" userId="34ab170da5908fc4" providerId="LiveId" clId="{7840C37D-FDDB-4314-A31E-446F31402874}" dt="2019-10-13T10:44:47.820" v="224"/>
          <ac:spMkLst>
            <pc:docMk/>
            <pc:sldMk cId="3460116972" sldId="511"/>
            <ac:spMk id="47" creationId="{FE183C55-E97E-44C7-A37F-46D4E7306C63}"/>
          </ac:spMkLst>
        </pc:spChg>
        <pc:spChg chg="add del">
          <ac:chgData name="Cristian Chilipirea" userId="34ab170da5908fc4" providerId="LiveId" clId="{7840C37D-FDDB-4314-A31E-446F31402874}" dt="2019-10-13T10:44:47.820" v="224"/>
          <ac:spMkLst>
            <pc:docMk/>
            <pc:sldMk cId="3460116972" sldId="511"/>
            <ac:spMk id="48" creationId="{097D4734-8C5D-490A-AC35-7A6EA5376018}"/>
          </ac:spMkLst>
        </pc:spChg>
        <pc:spChg chg="add del">
          <ac:chgData name="Cristian Chilipirea" userId="34ab170da5908fc4" providerId="LiveId" clId="{7840C37D-FDDB-4314-A31E-446F31402874}" dt="2019-10-13T10:44:47.820" v="224"/>
          <ac:spMkLst>
            <pc:docMk/>
            <pc:sldMk cId="3460116972" sldId="511"/>
            <ac:spMk id="49" creationId="{22002A97-0834-40C8-A484-073DD75E23E3}"/>
          </ac:spMkLst>
        </pc:spChg>
        <pc:spChg chg="add del">
          <ac:chgData name="Cristian Chilipirea" userId="34ab170da5908fc4" providerId="LiveId" clId="{7840C37D-FDDB-4314-A31E-446F31402874}" dt="2019-10-13T10:44:47.820" v="224"/>
          <ac:spMkLst>
            <pc:docMk/>
            <pc:sldMk cId="3460116972" sldId="511"/>
            <ac:spMk id="50" creationId="{4EABB847-993E-4336-9D07-C51C9B7FC628}"/>
          </ac:spMkLst>
        </pc:spChg>
        <pc:spChg chg="add">
          <ac:chgData name="Cristian Chilipirea" userId="34ab170da5908fc4" providerId="LiveId" clId="{7840C37D-FDDB-4314-A31E-446F31402874}" dt="2019-10-13T10:44:47.858" v="225"/>
          <ac:spMkLst>
            <pc:docMk/>
            <pc:sldMk cId="3460116972" sldId="511"/>
            <ac:spMk id="51" creationId="{73E49815-672E-461E-BF82-AA21AB7831E5}"/>
          </ac:spMkLst>
        </pc:spChg>
        <pc:spChg chg="add">
          <ac:chgData name="Cristian Chilipirea" userId="34ab170da5908fc4" providerId="LiveId" clId="{7840C37D-FDDB-4314-A31E-446F31402874}" dt="2019-10-13T10:44:47.858" v="225"/>
          <ac:spMkLst>
            <pc:docMk/>
            <pc:sldMk cId="3460116972" sldId="511"/>
            <ac:spMk id="52" creationId="{F3B07CF1-5B40-4B89-8E0E-0B5F8565CC20}"/>
          </ac:spMkLst>
        </pc:spChg>
        <pc:spChg chg="add">
          <ac:chgData name="Cristian Chilipirea" userId="34ab170da5908fc4" providerId="LiveId" clId="{7840C37D-FDDB-4314-A31E-446F31402874}" dt="2019-10-13T10:44:47.858" v="225"/>
          <ac:spMkLst>
            <pc:docMk/>
            <pc:sldMk cId="3460116972" sldId="511"/>
            <ac:spMk id="53" creationId="{1D34C0B1-3E11-4D64-9C7A-34F0A268C785}"/>
          </ac:spMkLst>
        </pc:spChg>
        <pc:spChg chg="add">
          <ac:chgData name="Cristian Chilipirea" userId="34ab170da5908fc4" providerId="LiveId" clId="{7840C37D-FDDB-4314-A31E-446F31402874}" dt="2019-10-13T10:44:47.858" v="225"/>
          <ac:spMkLst>
            <pc:docMk/>
            <pc:sldMk cId="3460116972" sldId="511"/>
            <ac:spMk id="54" creationId="{3D9C8E6D-2307-497A-A4B3-0AC0DE990413}"/>
          </ac:spMkLst>
        </pc:spChg>
        <pc:spChg chg="add">
          <ac:chgData name="Cristian Chilipirea" userId="34ab170da5908fc4" providerId="LiveId" clId="{7840C37D-FDDB-4314-A31E-446F31402874}" dt="2019-10-13T10:44:47.858" v="225"/>
          <ac:spMkLst>
            <pc:docMk/>
            <pc:sldMk cId="3460116972" sldId="511"/>
            <ac:spMk id="59" creationId="{22E471B3-B183-412C-8413-0FC0C75E4439}"/>
          </ac:spMkLst>
        </pc:spChg>
        <pc:spChg chg="add">
          <ac:chgData name="Cristian Chilipirea" userId="34ab170da5908fc4" providerId="LiveId" clId="{7840C37D-FDDB-4314-A31E-446F31402874}" dt="2019-10-13T10:44:47.858" v="225"/>
          <ac:spMkLst>
            <pc:docMk/>
            <pc:sldMk cId="3460116972" sldId="511"/>
            <ac:spMk id="60" creationId="{7335A16B-472E-46B7-A1E7-6AD9D7BA6327}"/>
          </ac:spMkLst>
        </pc:spChg>
        <pc:spChg chg="add">
          <ac:chgData name="Cristian Chilipirea" userId="34ab170da5908fc4" providerId="LiveId" clId="{7840C37D-FDDB-4314-A31E-446F31402874}" dt="2019-10-13T10:44:47.858" v="225"/>
          <ac:spMkLst>
            <pc:docMk/>
            <pc:sldMk cId="3460116972" sldId="511"/>
            <ac:spMk id="61" creationId="{39595A29-7323-499D-BE8B-D51B90C787F9}"/>
          </ac:spMkLst>
        </pc:spChg>
        <pc:spChg chg="add">
          <ac:chgData name="Cristian Chilipirea" userId="34ab170da5908fc4" providerId="LiveId" clId="{7840C37D-FDDB-4314-A31E-446F31402874}" dt="2019-10-13T10:44:47.858" v="225"/>
          <ac:spMkLst>
            <pc:docMk/>
            <pc:sldMk cId="3460116972" sldId="511"/>
            <ac:spMk id="62" creationId="{71ACA8B3-BCAF-4CA1-A6E1-32A5549A5F3D}"/>
          </ac:spMkLst>
        </pc:spChg>
        <pc:spChg chg="add">
          <ac:chgData name="Cristian Chilipirea" userId="34ab170da5908fc4" providerId="LiveId" clId="{7840C37D-FDDB-4314-A31E-446F31402874}" dt="2019-10-13T10:44:47.858" v="225"/>
          <ac:spMkLst>
            <pc:docMk/>
            <pc:sldMk cId="3460116972" sldId="511"/>
            <ac:spMk id="63" creationId="{C7D6E23A-C68B-4722-9A01-FE7788336507}"/>
          </ac:spMkLst>
        </pc:spChg>
        <pc:spChg chg="add">
          <ac:chgData name="Cristian Chilipirea" userId="34ab170da5908fc4" providerId="LiveId" clId="{7840C37D-FDDB-4314-A31E-446F31402874}" dt="2019-10-13T10:44:47.858" v="225"/>
          <ac:spMkLst>
            <pc:docMk/>
            <pc:sldMk cId="3460116972" sldId="511"/>
            <ac:spMk id="64" creationId="{5C103551-D6D7-45BF-90EF-D2EB82B3AA96}"/>
          </ac:spMkLst>
        </pc:spChg>
        <pc:spChg chg="add">
          <ac:chgData name="Cristian Chilipirea" userId="34ab170da5908fc4" providerId="LiveId" clId="{7840C37D-FDDB-4314-A31E-446F31402874}" dt="2019-10-13T10:44:47.858" v="225"/>
          <ac:spMkLst>
            <pc:docMk/>
            <pc:sldMk cId="3460116972" sldId="511"/>
            <ac:spMk id="65" creationId="{CABFD1BD-CA14-441D-B126-355BF5BFC6FA}"/>
          </ac:spMkLst>
        </pc:spChg>
        <pc:spChg chg="add">
          <ac:chgData name="Cristian Chilipirea" userId="34ab170da5908fc4" providerId="LiveId" clId="{7840C37D-FDDB-4314-A31E-446F31402874}" dt="2019-10-13T10:44:47.858" v="225"/>
          <ac:spMkLst>
            <pc:docMk/>
            <pc:sldMk cId="3460116972" sldId="511"/>
            <ac:spMk id="66" creationId="{B6CC2FE5-3AD3-4017-9250-481B39B0E437}"/>
          </ac:spMkLst>
        </pc:spChg>
        <pc:spChg chg="add">
          <ac:chgData name="Cristian Chilipirea" userId="34ab170da5908fc4" providerId="LiveId" clId="{7840C37D-FDDB-4314-A31E-446F31402874}" dt="2019-10-13T10:44:47.858" v="225"/>
          <ac:spMkLst>
            <pc:docMk/>
            <pc:sldMk cId="3460116972" sldId="511"/>
            <ac:spMk id="67" creationId="{4DD98CC3-99AD-4D71-930F-87861FEBC17A}"/>
          </ac:spMkLst>
        </pc:spChg>
        <pc:spChg chg="add">
          <ac:chgData name="Cristian Chilipirea" userId="34ab170da5908fc4" providerId="LiveId" clId="{7840C37D-FDDB-4314-A31E-446F31402874}" dt="2019-10-13T10:44:47.858" v="225"/>
          <ac:spMkLst>
            <pc:docMk/>
            <pc:sldMk cId="3460116972" sldId="511"/>
            <ac:spMk id="68" creationId="{5D08075E-532C-4905-B31B-E666A0DAE8EB}"/>
          </ac:spMkLst>
        </pc:spChg>
        <pc:spChg chg="add">
          <ac:chgData name="Cristian Chilipirea" userId="34ab170da5908fc4" providerId="LiveId" clId="{7840C37D-FDDB-4314-A31E-446F31402874}" dt="2019-10-13T10:44:47.858" v="225"/>
          <ac:spMkLst>
            <pc:docMk/>
            <pc:sldMk cId="3460116972" sldId="511"/>
            <ac:spMk id="69" creationId="{A4A89F5E-A6C7-4C51-A54D-8B321DCF30CB}"/>
          </ac:spMkLst>
        </pc:spChg>
        <pc:spChg chg="add">
          <ac:chgData name="Cristian Chilipirea" userId="34ab170da5908fc4" providerId="LiveId" clId="{7840C37D-FDDB-4314-A31E-446F31402874}" dt="2019-10-13T10:44:47.858" v="225"/>
          <ac:spMkLst>
            <pc:docMk/>
            <pc:sldMk cId="3460116972" sldId="511"/>
            <ac:spMk id="70" creationId="{2A85AA2D-CC8C-4C9F-AD40-02D7CEBDDA39}"/>
          </ac:spMkLst>
        </pc:spChg>
        <pc:spChg chg="add">
          <ac:chgData name="Cristian Chilipirea" userId="34ab170da5908fc4" providerId="LiveId" clId="{7840C37D-FDDB-4314-A31E-446F31402874}" dt="2019-10-13T10:44:47.858" v="225"/>
          <ac:spMkLst>
            <pc:docMk/>
            <pc:sldMk cId="3460116972" sldId="511"/>
            <ac:spMk id="71" creationId="{6D16EE19-D37B-4DD7-B02F-279E635A8973}"/>
          </ac:spMkLst>
        </pc:spChg>
        <pc:spChg chg="add">
          <ac:chgData name="Cristian Chilipirea" userId="34ab170da5908fc4" providerId="LiveId" clId="{7840C37D-FDDB-4314-A31E-446F31402874}" dt="2019-10-13T10:44:47.858" v="225"/>
          <ac:spMkLst>
            <pc:docMk/>
            <pc:sldMk cId="3460116972" sldId="511"/>
            <ac:spMk id="72" creationId="{DA01F8F2-7AD0-4674-898C-8BE49A9F8A2B}"/>
          </ac:spMkLst>
        </pc:spChg>
        <pc:spChg chg="add">
          <ac:chgData name="Cristian Chilipirea" userId="34ab170da5908fc4" providerId="LiveId" clId="{7840C37D-FDDB-4314-A31E-446F31402874}" dt="2019-10-13T10:44:47.858" v="225"/>
          <ac:spMkLst>
            <pc:docMk/>
            <pc:sldMk cId="3460116972" sldId="511"/>
            <ac:spMk id="73" creationId="{309C2BBC-ED8B-4D47-86DB-5247636C571B}"/>
          </ac:spMkLst>
        </pc:spChg>
        <pc:spChg chg="add">
          <ac:chgData name="Cristian Chilipirea" userId="34ab170da5908fc4" providerId="LiveId" clId="{7840C37D-FDDB-4314-A31E-446F31402874}" dt="2019-10-13T10:44:47.858" v="225"/>
          <ac:spMkLst>
            <pc:docMk/>
            <pc:sldMk cId="3460116972" sldId="511"/>
            <ac:spMk id="74" creationId="{16BA008C-87D6-4BFE-9A30-B9B2D913582E}"/>
          </ac:spMkLst>
        </pc:spChg>
        <pc:spChg chg="add">
          <ac:chgData name="Cristian Chilipirea" userId="34ab170da5908fc4" providerId="LiveId" clId="{7840C37D-FDDB-4314-A31E-446F31402874}" dt="2019-10-13T10:44:47.858" v="225"/>
          <ac:spMkLst>
            <pc:docMk/>
            <pc:sldMk cId="3460116972" sldId="511"/>
            <ac:spMk id="75" creationId="{03337DC3-E93B-4FA2-A898-E9F3E7A80C15}"/>
          </ac:spMkLst>
        </pc:spChg>
        <pc:spChg chg="add">
          <ac:chgData name="Cristian Chilipirea" userId="34ab170da5908fc4" providerId="LiveId" clId="{7840C37D-FDDB-4314-A31E-446F31402874}" dt="2019-10-13T10:44:47.858" v="225"/>
          <ac:spMkLst>
            <pc:docMk/>
            <pc:sldMk cId="3460116972" sldId="511"/>
            <ac:spMk id="76" creationId="{68908990-9FE2-466B-A068-F1C5DDD1F46F}"/>
          </ac:spMkLst>
        </pc:spChg>
        <pc:spChg chg="add">
          <ac:chgData name="Cristian Chilipirea" userId="34ab170da5908fc4" providerId="LiveId" clId="{7840C37D-FDDB-4314-A31E-446F31402874}" dt="2019-10-13T10:44:47.858" v="225"/>
          <ac:spMkLst>
            <pc:docMk/>
            <pc:sldMk cId="3460116972" sldId="511"/>
            <ac:spMk id="77" creationId="{29E31D48-CC08-4BA7-9690-46DA6EC95CF0}"/>
          </ac:spMkLst>
        </pc:spChg>
        <pc:spChg chg="add">
          <ac:chgData name="Cristian Chilipirea" userId="34ab170da5908fc4" providerId="LiveId" clId="{7840C37D-FDDB-4314-A31E-446F31402874}" dt="2019-10-13T10:44:47.858" v="225"/>
          <ac:spMkLst>
            <pc:docMk/>
            <pc:sldMk cId="3460116972" sldId="511"/>
            <ac:spMk id="78" creationId="{C04B381A-83F2-485C-92E1-17C7A63C1BB8}"/>
          </ac:spMkLst>
        </pc:spChg>
        <pc:spChg chg="add">
          <ac:chgData name="Cristian Chilipirea" userId="34ab170da5908fc4" providerId="LiveId" clId="{7840C37D-FDDB-4314-A31E-446F31402874}" dt="2019-10-13T10:44:47.858" v="225"/>
          <ac:spMkLst>
            <pc:docMk/>
            <pc:sldMk cId="3460116972" sldId="511"/>
            <ac:spMk id="79" creationId="{3C184BB4-AE28-47D0-AABF-BB5809FFD119}"/>
          </ac:spMkLst>
        </pc:spChg>
        <pc:spChg chg="add">
          <ac:chgData name="Cristian Chilipirea" userId="34ab170da5908fc4" providerId="LiveId" clId="{7840C37D-FDDB-4314-A31E-446F31402874}" dt="2019-10-13T10:44:47.858" v="225"/>
          <ac:spMkLst>
            <pc:docMk/>
            <pc:sldMk cId="3460116972" sldId="511"/>
            <ac:spMk id="80" creationId="{8869CE2D-3449-46C3-A53A-A4D64EED74B4}"/>
          </ac:spMkLst>
        </pc:spChg>
        <pc:spChg chg="add">
          <ac:chgData name="Cristian Chilipirea" userId="34ab170da5908fc4" providerId="LiveId" clId="{7840C37D-FDDB-4314-A31E-446F31402874}" dt="2019-10-13T10:44:47.858" v="225"/>
          <ac:spMkLst>
            <pc:docMk/>
            <pc:sldMk cId="3460116972" sldId="511"/>
            <ac:spMk id="81" creationId="{BD7A81F5-E0BC-4884-8C22-6E3C9C39A74A}"/>
          </ac:spMkLst>
        </pc:spChg>
        <pc:spChg chg="add">
          <ac:chgData name="Cristian Chilipirea" userId="34ab170da5908fc4" providerId="LiveId" clId="{7840C37D-FDDB-4314-A31E-446F31402874}" dt="2019-10-13T10:44:47.858" v="225"/>
          <ac:spMkLst>
            <pc:docMk/>
            <pc:sldMk cId="3460116972" sldId="511"/>
            <ac:spMk id="82" creationId="{88773CC4-1137-4625-9FE7-CDF009F117E4}"/>
          </ac:spMkLst>
        </pc:spChg>
        <pc:spChg chg="add">
          <ac:chgData name="Cristian Chilipirea" userId="34ab170da5908fc4" providerId="LiveId" clId="{7840C37D-FDDB-4314-A31E-446F31402874}" dt="2019-10-13T10:44:47.858" v="225"/>
          <ac:spMkLst>
            <pc:docMk/>
            <pc:sldMk cId="3460116972" sldId="511"/>
            <ac:spMk id="83" creationId="{C64994E4-14BC-47D3-88DD-D783F0CA374D}"/>
          </ac:spMkLst>
        </pc:spChg>
        <pc:spChg chg="add">
          <ac:chgData name="Cristian Chilipirea" userId="34ab170da5908fc4" providerId="LiveId" clId="{7840C37D-FDDB-4314-A31E-446F31402874}" dt="2019-10-13T10:44:47.858" v="225"/>
          <ac:spMkLst>
            <pc:docMk/>
            <pc:sldMk cId="3460116972" sldId="511"/>
            <ac:spMk id="84" creationId="{CD20F910-D692-481C-AD0E-69FB932FCC53}"/>
          </ac:spMkLst>
        </pc:spChg>
        <pc:spChg chg="add">
          <ac:chgData name="Cristian Chilipirea" userId="34ab170da5908fc4" providerId="LiveId" clId="{7840C37D-FDDB-4314-A31E-446F31402874}" dt="2019-10-13T10:44:47.858" v="225"/>
          <ac:spMkLst>
            <pc:docMk/>
            <pc:sldMk cId="3460116972" sldId="511"/>
            <ac:spMk id="85" creationId="{426C2923-55F1-4BF4-9E8F-FF5B7395AF98}"/>
          </ac:spMkLst>
        </pc:spChg>
        <pc:spChg chg="add">
          <ac:chgData name="Cristian Chilipirea" userId="34ab170da5908fc4" providerId="LiveId" clId="{7840C37D-FDDB-4314-A31E-446F31402874}" dt="2019-10-13T10:44:47.858" v="225"/>
          <ac:spMkLst>
            <pc:docMk/>
            <pc:sldMk cId="3460116972" sldId="511"/>
            <ac:spMk id="86" creationId="{1146CF4F-3225-4BAC-BC86-A1A46DB20737}"/>
          </ac:spMkLst>
        </pc:spChg>
        <pc:spChg chg="add">
          <ac:chgData name="Cristian Chilipirea" userId="34ab170da5908fc4" providerId="LiveId" clId="{7840C37D-FDDB-4314-A31E-446F31402874}" dt="2019-10-13T10:44:47.858" v="225"/>
          <ac:spMkLst>
            <pc:docMk/>
            <pc:sldMk cId="3460116972" sldId="511"/>
            <ac:spMk id="87" creationId="{42EECC60-F5B7-4851-B6A8-DBDE5EE1F2EA}"/>
          </ac:spMkLst>
        </pc:spChg>
        <pc:spChg chg="add">
          <ac:chgData name="Cristian Chilipirea" userId="34ab170da5908fc4" providerId="LiveId" clId="{7840C37D-FDDB-4314-A31E-446F31402874}" dt="2019-10-13T10:44:47.858" v="225"/>
          <ac:spMkLst>
            <pc:docMk/>
            <pc:sldMk cId="3460116972" sldId="511"/>
            <ac:spMk id="88" creationId="{8BC58485-0ADD-4C4C-8D29-863715CAC4A5}"/>
          </ac:spMkLst>
        </pc:spChg>
        <pc:spChg chg="add">
          <ac:chgData name="Cristian Chilipirea" userId="34ab170da5908fc4" providerId="LiveId" clId="{7840C37D-FDDB-4314-A31E-446F31402874}" dt="2019-10-13T10:44:47.858" v="225"/>
          <ac:spMkLst>
            <pc:docMk/>
            <pc:sldMk cId="3460116972" sldId="511"/>
            <ac:spMk id="89" creationId="{F9DE2B8F-E1AE-4524-A0BB-6FE2D87AC382}"/>
          </ac:spMkLst>
        </pc:spChg>
        <pc:spChg chg="add">
          <ac:chgData name="Cristian Chilipirea" userId="34ab170da5908fc4" providerId="LiveId" clId="{7840C37D-FDDB-4314-A31E-446F31402874}" dt="2019-10-13T10:44:47.858" v="225"/>
          <ac:spMkLst>
            <pc:docMk/>
            <pc:sldMk cId="3460116972" sldId="511"/>
            <ac:spMk id="90" creationId="{ACFCA446-1814-4114-9B26-2D8B3708A8F6}"/>
          </ac:spMkLst>
        </pc:spChg>
        <pc:spChg chg="add">
          <ac:chgData name="Cristian Chilipirea" userId="34ab170da5908fc4" providerId="LiveId" clId="{7840C37D-FDDB-4314-A31E-446F31402874}" dt="2019-10-13T10:44:47.858" v="225"/>
          <ac:spMkLst>
            <pc:docMk/>
            <pc:sldMk cId="3460116972" sldId="511"/>
            <ac:spMk id="91" creationId="{B9564124-856A-4D4C-A59D-D4D96BAE698F}"/>
          </ac:spMkLst>
        </pc:spChg>
        <pc:spChg chg="add">
          <ac:chgData name="Cristian Chilipirea" userId="34ab170da5908fc4" providerId="LiveId" clId="{7840C37D-FDDB-4314-A31E-446F31402874}" dt="2019-10-13T10:44:47.858" v="225"/>
          <ac:spMkLst>
            <pc:docMk/>
            <pc:sldMk cId="3460116972" sldId="511"/>
            <ac:spMk id="92" creationId="{2C5C5699-DA09-4EA3-86C6-8A80F97355CC}"/>
          </ac:spMkLst>
        </pc:spChg>
        <pc:spChg chg="add">
          <ac:chgData name="Cristian Chilipirea" userId="34ab170da5908fc4" providerId="LiveId" clId="{7840C37D-FDDB-4314-A31E-446F31402874}" dt="2019-10-13T10:44:47.858" v="225"/>
          <ac:spMkLst>
            <pc:docMk/>
            <pc:sldMk cId="3460116972" sldId="511"/>
            <ac:spMk id="93" creationId="{164FAD72-8C30-4CBE-8465-290D1369064F}"/>
          </ac:spMkLst>
        </pc:spChg>
        <pc:spChg chg="add">
          <ac:chgData name="Cristian Chilipirea" userId="34ab170da5908fc4" providerId="LiveId" clId="{7840C37D-FDDB-4314-A31E-446F31402874}" dt="2019-10-13T10:44:47.858" v="225"/>
          <ac:spMkLst>
            <pc:docMk/>
            <pc:sldMk cId="3460116972" sldId="511"/>
            <ac:spMk id="94" creationId="{19FE772A-0ED3-475D-AE8C-139C02D90DF6}"/>
          </ac:spMkLst>
        </pc:spChg>
        <pc:spChg chg="add">
          <ac:chgData name="Cristian Chilipirea" userId="34ab170da5908fc4" providerId="LiveId" clId="{7840C37D-FDDB-4314-A31E-446F31402874}" dt="2019-10-13T10:44:47.858" v="225"/>
          <ac:spMkLst>
            <pc:docMk/>
            <pc:sldMk cId="3460116972" sldId="511"/>
            <ac:spMk id="95" creationId="{21240A54-1122-4663-8FAA-63EE07F6B0AF}"/>
          </ac:spMkLst>
        </pc:spChg>
        <pc:spChg chg="add">
          <ac:chgData name="Cristian Chilipirea" userId="34ab170da5908fc4" providerId="LiveId" clId="{7840C37D-FDDB-4314-A31E-446F31402874}" dt="2019-10-13T10:44:47.858" v="225"/>
          <ac:spMkLst>
            <pc:docMk/>
            <pc:sldMk cId="3460116972" sldId="511"/>
            <ac:spMk id="96" creationId="{5959970E-7825-425E-897E-538F344EDB3E}"/>
          </ac:spMkLst>
        </pc:spChg>
        <pc:spChg chg="add">
          <ac:chgData name="Cristian Chilipirea" userId="34ab170da5908fc4" providerId="LiveId" clId="{7840C37D-FDDB-4314-A31E-446F31402874}" dt="2019-10-13T10:44:47.858" v="225"/>
          <ac:spMkLst>
            <pc:docMk/>
            <pc:sldMk cId="3460116972" sldId="511"/>
            <ac:spMk id="97" creationId="{9D13E11B-9554-4010-98F9-473BA9E380C3}"/>
          </ac:spMkLst>
        </pc:spChg>
        <pc:cxnChg chg="add del">
          <ac:chgData name="Cristian Chilipirea" userId="34ab170da5908fc4" providerId="LiveId" clId="{7840C37D-FDDB-4314-A31E-446F31402874}" dt="2019-10-13T10:44:47.820" v="224"/>
          <ac:cxnSpMkLst>
            <pc:docMk/>
            <pc:sldMk cId="3460116972" sldId="511"/>
            <ac:cxnSpMk id="8" creationId="{5161DA0C-2592-4475-B90E-4A3CC194EE02}"/>
          </ac:cxnSpMkLst>
        </pc:cxnChg>
        <pc:cxnChg chg="add del">
          <ac:chgData name="Cristian Chilipirea" userId="34ab170da5908fc4" providerId="LiveId" clId="{7840C37D-FDDB-4314-A31E-446F31402874}" dt="2019-10-13T10:44:47.820" v="224"/>
          <ac:cxnSpMkLst>
            <pc:docMk/>
            <pc:sldMk cId="3460116972" sldId="511"/>
            <ac:cxnSpMk id="9" creationId="{9E50602F-11FB-4017-85BE-2D86A43DD368}"/>
          </ac:cxnSpMkLst>
        </pc:cxnChg>
        <pc:cxnChg chg="add del">
          <ac:chgData name="Cristian Chilipirea" userId="34ab170da5908fc4" providerId="LiveId" clId="{7840C37D-FDDB-4314-A31E-446F31402874}" dt="2019-10-13T10:44:47.820" v="224"/>
          <ac:cxnSpMkLst>
            <pc:docMk/>
            <pc:sldMk cId="3460116972" sldId="511"/>
            <ac:cxnSpMk id="10" creationId="{DD9320BD-94CE-49B2-9027-61BCF7E5B388}"/>
          </ac:cxnSpMkLst>
        </pc:cxnChg>
        <pc:cxnChg chg="add del">
          <ac:chgData name="Cristian Chilipirea" userId="34ab170da5908fc4" providerId="LiveId" clId="{7840C37D-FDDB-4314-A31E-446F31402874}" dt="2019-10-13T10:44:47.820" v="224"/>
          <ac:cxnSpMkLst>
            <pc:docMk/>
            <pc:sldMk cId="3460116972" sldId="511"/>
            <ac:cxnSpMk id="11" creationId="{0B996191-B092-49F9-8207-C138FAB20B09}"/>
          </ac:cxnSpMkLst>
        </pc:cxnChg>
        <pc:cxnChg chg="add">
          <ac:chgData name="Cristian Chilipirea" userId="34ab170da5908fc4" providerId="LiveId" clId="{7840C37D-FDDB-4314-A31E-446F31402874}" dt="2019-10-13T10:44:47.858" v="225"/>
          <ac:cxnSpMkLst>
            <pc:docMk/>
            <pc:sldMk cId="3460116972" sldId="511"/>
            <ac:cxnSpMk id="55" creationId="{82C96EF1-BB43-409E-B3DD-D5A4CADAFDBC}"/>
          </ac:cxnSpMkLst>
        </pc:cxnChg>
        <pc:cxnChg chg="add">
          <ac:chgData name="Cristian Chilipirea" userId="34ab170da5908fc4" providerId="LiveId" clId="{7840C37D-FDDB-4314-A31E-446F31402874}" dt="2019-10-13T10:44:47.858" v="225"/>
          <ac:cxnSpMkLst>
            <pc:docMk/>
            <pc:sldMk cId="3460116972" sldId="511"/>
            <ac:cxnSpMk id="56" creationId="{B7B4DD16-D991-483A-9C87-007B18BC86E0}"/>
          </ac:cxnSpMkLst>
        </pc:cxnChg>
        <pc:cxnChg chg="add">
          <ac:chgData name="Cristian Chilipirea" userId="34ab170da5908fc4" providerId="LiveId" clId="{7840C37D-FDDB-4314-A31E-446F31402874}" dt="2019-10-13T10:44:47.858" v="225"/>
          <ac:cxnSpMkLst>
            <pc:docMk/>
            <pc:sldMk cId="3460116972" sldId="511"/>
            <ac:cxnSpMk id="57" creationId="{B1592E81-6670-482A-B318-8CBD8ABFFB9E}"/>
          </ac:cxnSpMkLst>
        </pc:cxnChg>
        <pc:cxnChg chg="add">
          <ac:chgData name="Cristian Chilipirea" userId="34ab170da5908fc4" providerId="LiveId" clId="{7840C37D-FDDB-4314-A31E-446F31402874}" dt="2019-10-13T10:44:47.858" v="225"/>
          <ac:cxnSpMkLst>
            <pc:docMk/>
            <pc:sldMk cId="3460116972" sldId="511"/>
            <ac:cxnSpMk id="58" creationId="{F9DC1BCA-2853-4569-B55A-355C777DD4AC}"/>
          </ac:cxnSpMkLst>
        </pc:cxnChg>
      </pc:sldChg>
      <pc:sldChg chg="addSp delSp modSp add">
        <pc:chgData name="Cristian Chilipirea" userId="34ab170da5908fc4" providerId="LiveId" clId="{7840C37D-FDDB-4314-A31E-446F31402874}" dt="2019-10-13T10:45:05.149" v="232" actId="1076"/>
        <pc:sldMkLst>
          <pc:docMk/>
          <pc:sldMk cId="1530826317" sldId="512"/>
        </pc:sldMkLst>
        <pc:spChg chg="mod">
          <ac:chgData name="Cristian Chilipirea" userId="34ab170da5908fc4" providerId="LiveId" clId="{7840C37D-FDDB-4314-A31E-446F31402874}" dt="2019-10-13T10:44:55.475" v="227"/>
          <ac:spMkLst>
            <pc:docMk/>
            <pc:sldMk cId="1530826317" sldId="512"/>
            <ac:spMk id="2" creationId="{ACF7FB3C-8287-4026-B421-A87D6529B471}"/>
          </ac:spMkLst>
        </pc:spChg>
        <pc:spChg chg="del">
          <ac:chgData name="Cristian Chilipirea" userId="34ab170da5908fc4" providerId="LiveId" clId="{7840C37D-FDDB-4314-A31E-446F31402874}" dt="2019-10-13T10:44:56.838" v="228" actId="478"/>
          <ac:spMkLst>
            <pc:docMk/>
            <pc:sldMk cId="1530826317" sldId="512"/>
            <ac:spMk id="3" creationId="{E995B0D7-36EA-4D0E-BB90-090DB74B7B41}"/>
          </ac:spMkLst>
        </pc:spChg>
        <pc:spChg chg="add del">
          <ac:chgData name="Cristian Chilipirea" userId="34ab170da5908fc4" providerId="LiveId" clId="{7840C37D-FDDB-4314-A31E-446F31402874}" dt="2019-10-13T10:45:03.033" v="230"/>
          <ac:spMkLst>
            <pc:docMk/>
            <pc:sldMk cId="1530826317" sldId="512"/>
            <ac:spMk id="4" creationId="{8D889811-BAD6-4B6F-BF61-45B45BFBAAB6}"/>
          </ac:spMkLst>
        </pc:spChg>
        <pc:spChg chg="add mod">
          <ac:chgData name="Cristian Chilipirea" userId="34ab170da5908fc4" providerId="LiveId" clId="{7840C37D-FDDB-4314-A31E-446F31402874}" dt="2019-10-13T10:45:05.149" v="232" actId="1076"/>
          <ac:spMkLst>
            <pc:docMk/>
            <pc:sldMk cId="1530826317" sldId="512"/>
            <ac:spMk id="5" creationId="{2975B6ED-7929-460B-B4A4-C20FA6DF33AD}"/>
          </ac:spMkLst>
        </pc:spChg>
      </pc:sldChg>
      <pc:sldChg chg="addSp delSp modSp add">
        <pc:chgData name="Cristian Chilipirea" userId="34ab170da5908fc4" providerId="LiveId" clId="{7840C37D-FDDB-4314-A31E-446F31402874}" dt="2019-10-13T10:45:17.326" v="238"/>
        <pc:sldMkLst>
          <pc:docMk/>
          <pc:sldMk cId="1466554472" sldId="513"/>
        </pc:sldMkLst>
        <pc:spChg chg="mod">
          <ac:chgData name="Cristian Chilipirea" userId="34ab170da5908fc4" providerId="LiveId" clId="{7840C37D-FDDB-4314-A31E-446F31402874}" dt="2019-10-13T10:45:11.481" v="234"/>
          <ac:spMkLst>
            <pc:docMk/>
            <pc:sldMk cId="1466554472" sldId="513"/>
            <ac:spMk id="2" creationId="{2EC396DA-FA25-4474-B3A0-51ED6CF57A4E}"/>
          </ac:spMkLst>
        </pc:spChg>
        <pc:spChg chg="del">
          <ac:chgData name="Cristian Chilipirea" userId="34ab170da5908fc4" providerId="LiveId" clId="{7840C37D-FDDB-4314-A31E-446F31402874}" dt="2019-10-13T10:45:13.034" v="235" actId="478"/>
          <ac:spMkLst>
            <pc:docMk/>
            <pc:sldMk cId="1466554472" sldId="513"/>
            <ac:spMk id="3" creationId="{99D52B92-ED21-4B9B-9ED5-506713D4D90A}"/>
          </ac:spMkLst>
        </pc:spChg>
        <pc:spChg chg="add del">
          <ac:chgData name="Cristian Chilipirea" userId="34ab170da5908fc4" providerId="LiveId" clId="{7840C37D-FDDB-4314-A31E-446F31402874}" dt="2019-10-13T10:45:17.316" v="237"/>
          <ac:spMkLst>
            <pc:docMk/>
            <pc:sldMk cId="1466554472" sldId="513"/>
            <ac:spMk id="4" creationId="{F85AC2A4-F05C-4B07-9B0F-2A3F82235324}"/>
          </ac:spMkLst>
        </pc:spChg>
        <pc:spChg chg="add">
          <ac:chgData name="Cristian Chilipirea" userId="34ab170da5908fc4" providerId="LiveId" clId="{7840C37D-FDDB-4314-A31E-446F31402874}" dt="2019-10-13T10:45:17.326" v="238"/>
          <ac:spMkLst>
            <pc:docMk/>
            <pc:sldMk cId="1466554472" sldId="513"/>
            <ac:spMk id="5" creationId="{00DF2C7F-6F3E-4ABE-82D3-895F0E1079FC}"/>
          </ac:spMkLst>
        </pc:spChg>
      </pc:sldChg>
      <pc:sldChg chg="addSp delSp modSp add">
        <pc:chgData name="Cristian Chilipirea" userId="34ab170da5908fc4" providerId="LiveId" clId="{7840C37D-FDDB-4314-A31E-446F31402874}" dt="2019-10-13T10:45:32.364" v="245" actId="1076"/>
        <pc:sldMkLst>
          <pc:docMk/>
          <pc:sldMk cId="1712040592" sldId="514"/>
        </pc:sldMkLst>
        <pc:spChg chg="mod">
          <ac:chgData name="Cristian Chilipirea" userId="34ab170da5908fc4" providerId="LiveId" clId="{7840C37D-FDDB-4314-A31E-446F31402874}" dt="2019-10-13T10:45:22.804" v="240"/>
          <ac:spMkLst>
            <pc:docMk/>
            <pc:sldMk cId="1712040592" sldId="514"/>
            <ac:spMk id="2" creationId="{0090B266-A32A-4A0C-A282-8AB4F0A6BEFD}"/>
          </ac:spMkLst>
        </pc:spChg>
        <pc:spChg chg="del">
          <ac:chgData name="Cristian Chilipirea" userId="34ab170da5908fc4" providerId="LiveId" clId="{7840C37D-FDDB-4314-A31E-446F31402874}" dt="2019-10-13T10:45:24.499" v="241" actId="478"/>
          <ac:spMkLst>
            <pc:docMk/>
            <pc:sldMk cId="1712040592" sldId="514"/>
            <ac:spMk id="3" creationId="{419B6AA1-18BE-4FDE-B9DA-33898D374B34}"/>
          </ac:spMkLst>
        </pc:spChg>
        <pc:spChg chg="add del">
          <ac:chgData name="Cristian Chilipirea" userId="34ab170da5908fc4" providerId="LiveId" clId="{7840C37D-FDDB-4314-A31E-446F31402874}" dt="2019-10-13T10:45:29.910" v="243"/>
          <ac:spMkLst>
            <pc:docMk/>
            <pc:sldMk cId="1712040592" sldId="514"/>
            <ac:spMk id="4" creationId="{C76F8581-DAFD-4360-A347-62601CFD26B7}"/>
          </ac:spMkLst>
        </pc:spChg>
        <pc:spChg chg="add mod">
          <ac:chgData name="Cristian Chilipirea" userId="34ab170da5908fc4" providerId="LiveId" clId="{7840C37D-FDDB-4314-A31E-446F31402874}" dt="2019-10-13T10:45:32.364" v="245" actId="1076"/>
          <ac:spMkLst>
            <pc:docMk/>
            <pc:sldMk cId="1712040592" sldId="514"/>
            <ac:spMk id="5" creationId="{F5D77A41-2897-4BDA-AF0B-F9776E6ABAA0}"/>
          </ac:spMkLst>
        </pc:spChg>
      </pc:sldChg>
      <pc:sldChg chg="addSp delSp modSp add modAnim">
        <pc:chgData name="Cristian Chilipirea" userId="34ab170da5908fc4" providerId="LiveId" clId="{7840C37D-FDDB-4314-A31E-446F31402874}" dt="2019-10-13T10:45:47.937" v="251"/>
        <pc:sldMkLst>
          <pc:docMk/>
          <pc:sldMk cId="1015974110" sldId="515"/>
        </pc:sldMkLst>
        <pc:spChg chg="mod">
          <ac:chgData name="Cristian Chilipirea" userId="34ab170da5908fc4" providerId="LiveId" clId="{7840C37D-FDDB-4314-A31E-446F31402874}" dt="2019-10-13T10:45:38.421" v="247"/>
          <ac:spMkLst>
            <pc:docMk/>
            <pc:sldMk cId="1015974110" sldId="515"/>
            <ac:spMk id="2" creationId="{C2F52F43-10F5-47F5-8E3D-118D7CAE148B}"/>
          </ac:spMkLst>
        </pc:spChg>
        <pc:spChg chg="del">
          <ac:chgData name="Cristian Chilipirea" userId="34ab170da5908fc4" providerId="LiveId" clId="{7840C37D-FDDB-4314-A31E-446F31402874}" dt="2019-10-13T10:45:45.033" v="248" actId="478"/>
          <ac:spMkLst>
            <pc:docMk/>
            <pc:sldMk cId="1015974110" sldId="515"/>
            <ac:spMk id="3" creationId="{3A5096F0-5B3D-4D06-862E-84390CE3118B}"/>
          </ac:spMkLst>
        </pc:spChg>
        <pc:spChg chg="add del">
          <ac:chgData name="Cristian Chilipirea" userId="34ab170da5908fc4" providerId="LiveId" clId="{7840C37D-FDDB-4314-A31E-446F31402874}" dt="2019-10-13T10:45:47.864" v="250"/>
          <ac:spMkLst>
            <pc:docMk/>
            <pc:sldMk cId="1015974110" sldId="515"/>
            <ac:spMk id="4" creationId="{B50D98D2-687D-4CA6-98BC-C914013516CA}"/>
          </ac:spMkLst>
        </pc:spChg>
        <pc:spChg chg="add del">
          <ac:chgData name="Cristian Chilipirea" userId="34ab170da5908fc4" providerId="LiveId" clId="{7840C37D-FDDB-4314-A31E-446F31402874}" dt="2019-10-13T10:45:47.864" v="250"/>
          <ac:spMkLst>
            <pc:docMk/>
            <pc:sldMk cId="1015974110" sldId="515"/>
            <ac:spMk id="5" creationId="{AF0DACC5-3F4D-4D23-BA52-54D585AE856A}"/>
          </ac:spMkLst>
        </pc:spChg>
        <pc:spChg chg="add del">
          <ac:chgData name="Cristian Chilipirea" userId="34ab170da5908fc4" providerId="LiveId" clId="{7840C37D-FDDB-4314-A31E-446F31402874}" dt="2019-10-13T10:45:47.864" v="250"/>
          <ac:spMkLst>
            <pc:docMk/>
            <pc:sldMk cId="1015974110" sldId="515"/>
            <ac:spMk id="6" creationId="{79AE4AB8-311B-4C33-8C7C-C4F7FABF6786}"/>
          </ac:spMkLst>
        </pc:spChg>
        <pc:spChg chg="add del">
          <ac:chgData name="Cristian Chilipirea" userId="34ab170da5908fc4" providerId="LiveId" clId="{7840C37D-FDDB-4314-A31E-446F31402874}" dt="2019-10-13T10:45:47.864" v="250"/>
          <ac:spMkLst>
            <pc:docMk/>
            <pc:sldMk cId="1015974110" sldId="515"/>
            <ac:spMk id="7" creationId="{28687E67-535B-4B4B-A7C7-CCD4E3682C09}"/>
          </ac:spMkLst>
        </pc:spChg>
        <pc:spChg chg="add del">
          <ac:chgData name="Cristian Chilipirea" userId="34ab170da5908fc4" providerId="LiveId" clId="{7840C37D-FDDB-4314-A31E-446F31402874}" dt="2019-10-13T10:45:47.864" v="250"/>
          <ac:spMkLst>
            <pc:docMk/>
            <pc:sldMk cId="1015974110" sldId="515"/>
            <ac:spMk id="13" creationId="{5F1E9864-FE4E-45B5-A28F-E2FB1A662CF9}"/>
          </ac:spMkLst>
        </pc:spChg>
        <pc:spChg chg="add del">
          <ac:chgData name="Cristian Chilipirea" userId="34ab170da5908fc4" providerId="LiveId" clId="{7840C37D-FDDB-4314-A31E-446F31402874}" dt="2019-10-13T10:45:47.864" v="250"/>
          <ac:spMkLst>
            <pc:docMk/>
            <pc:sldMk cId="1015974110" sldId="515"/>
            <ac:spMk id="14" creationId="{9A4A7840-BDFA-4207-BD47-2B5373F40E45}"/>
          </ac:spMkLst>
        </pc:spChg>
        <pc:spChg chg="add del">
          <ac:chgData name="Cristian Chilipirea" userId="34ab170da5908fc4" providerId="LiveId" clId="{7840C37D-FDDB-4314-A31E-446F31402874}" dt="2019-10-13T10:45:47.864" v="250"/>
          <ac:spMkLst>
            <pc:docMk/>
            <pc:sldMk cId="1015974110" sldId="515"/>
            <ac:spMk id="15" creationId="{744B8DD2-76BA-406D-91A8-6D3ECAD8CAFC}"/>
          </ac:spMkLst>
        </pc:spChg>
        <pc:spChg chg="add del">
          <ac:chgData name="Cristian Chilipirea" userId="34ab170da5908fc4" providerId="LiveId" clId="{7840C37D-FDDB-4314-A31E-446F31402874}" dt="2019-10-13T10:45:47.864" v="250"/>
          <ac:spMkLst>
            <pc:docMk/>
            <pc:sldMk cId="1015974110" sldId="515"/>
            <ac:spMk id="16" creationId="{D9EFCEA8-3119-421B-B7BA-95A58D65AC5E}"/>
          </ac:spMkLst>
        </pc:spChg>
        <pc:spChg chg="add del">
          <ac:chgData name="Cristian Chilipirea" userId="34ab170da5908fc4" providerId="LiveId" clId="{7840C37D-FDDB-4314-A31E-446F31402874}" dt="2019-10-13T10:45:47.864" v="250"/>
          <ac:spMkLst>
            <pc:docMk/>
            <pc:sldMk cId="1015974110" sldId="515"/>
            <ac:spMk id="17" creationId="{B51C1AFB-EFD7-493A-8F42-F3389B26A4E5}"/>
          </ac:spMkLst>
        </pc:spChg>
        <pc:spChg chg="add del">
          <ac:chgData name="Cristian Chilipirea" userId="34ab170da5908fc4" providerId="LiveId" clId="{7840C37D-FDDB-4314-A31E-446F31402874}" dt="2019-10-13T10:45:47.864" v="250"/>
          <ac:spMkLst>
            <pc:docMk/>
            <pc:sldMk cId="1015974110" sldId="515"/>
            <ac:spMk id="18" creationId="{010ABB9B-06AF-4D3B-8CD9-386474406C84}"/>
          </ac:spMkLst>
        </pc:spChg>
        <pc:spChg chg="add del">
          <ac:chgData name="Cristian Chilipirea" userId="34ab170da5908fc4" providerId="LiveId" clId="{7840C37D-FDDB-4314-A31E-446F31402874}" dt="2019-10-13T10:45:47.864" v="250"/>
          <ac:spMkLst>
            <pc:docMk/>
            <pc:sldMk cId="1015974110" sldId="515"/>
            <ac:spMk id="19" creationId="{E296C92C-CCA8-4F78-9BF5-F21C52B13D29}"/>
          </ac:spMkLst>
        </pc:spChg>
        <pc:spChg chg="add del">
          <ac:chgData name="Cristian Chilipirea" userId="34ab170da5908fc4" providerId="LiveId" clId="{7840C37D-FDDB-4314-A31E-446F31402874}" dt="2019-10-13T10:45:47.864" v="250"/>
          <ac:spMkLst>
            <pc:docMk/>
            <pc:sldMk cId="1015974110" sldId="515"/>
            <ac:spMk id="20" creationId="{B3742E72-719D-478D-B7BD-7B1FB1A20CF5}"/>
          </ac:spMkLst>
        </pc:spChg>
        <pc:spChg chg="add del">
          <ac:chgData name="Cristian Chilipirea" userId="34ab170da5908fc4" providerId="LiveId" clId="{7840C37D-FDDB-4314-A31E-446F31402874}" dt="2019-10-13T10:45:47.864" v="250"/>
          <ac:spMkLst>
            <pc:docMk/>
            <pc:sldMk cId="1015974110" sldId="515"/>
            <ac:spMk id="21" creationId="{65CF3D5A-47F9-47E9-994C-D88D78B7667C}"/>
          </ac:spMkLst>
        </pc:spChg>
        <pc:spChg chg="add del">
          <ac:chgData name="Cristian Chilipirea" userId="34ab170da5908fc4" providerId="LiveId" clId="{7840C37D-FDDB-4314-A31E-446F31402874}" dt="2019-10-13T10:45:47.864" v="250"/>
          <ac:spMkLst>
            <pc:docMk/>
            <pc:sldMk cId="1015974110" sldId="515"/>
            <ac:spMk id="22" creationId="{3869D134-BD70-40CD-9033-46F906E03BE8}"/>
          </ac:spMkLst>
        </pc:spChg>
        <pc:spChg chg="add del">
          <ac:chgData name="Cristian Chilipirea" userId="34ab170da5908fc4" providerId="LiveId" clId="{7840C37D-FDDB-4314-A31E-446F31402874}" dt="2019-10-13T10:45:47.864" v="250"/>
          <ac:spMkLst>
            <pc:docMk/>
            <pc:sldMk cId="1015974110" sldId="515"/>
            <ac:spMk id="23" creationId="{BB456D03-62A1-4BD7-B62E-4239F98F9579}"/>
          </ac:spMkLst>
        </pc:spChg>
        <pc:spChg chg="add del">
          <ac:chgData name="Cristian Chilipirea" userId="34ab170da5908fc4" providerId="LiveId" clId="{7840C37D-FDDB-4314-A31E-446F31402874}" dt="2019-10-13T10:45:47.864" v="250"/>
          <ac:spMkLst>
            <pc:docMk/>
            <pc:sldMk cId="1015974110" sldId="515"/>
            <ac:spMk id="24" creationId="{434292CA-980D-4CE2-8851-BE21F0864683}"/>
          </ac:spMkLst>
        </pc:spChg>
        <pc:spChg chg="add del">
          <ac:chgData name="Cristian Chilipirea" userId="34ab170da5908fc4" providerId="LiveId" clId="{7840C37D-FDDB-4314-A31E-446F31402874}" dt="2019-10-13T10:45:47.864" v="250"/>
          <ac:spMkLst>
            <pc:docMk/>
            <pc:sldMk cId="1015974110" sldId="515"/>
            <ac:spMk id="25" creationId="{964E2F69-638B-4DA1-8213-863977DE0A5F}"/>
          </ac:spMkLst>
        </pc:spChg>
        <pc:spChg chg="add del">
          <ac:chgData name="Cristian Chilipirea" userId="34ab170da5908fc4" providerId="LiveId" clId="{7840C37D-FDDB-4314-A31E-446F31402874}" dt="2019-10-13T10:45:47.864" v="250"/>
          <ac:spMkLst>
            <pc:docMk/>
            <pc:sldMk cId="1015974110" sldId="515"/>
            <ac:spMk id="26" creationId="{9D4E208F-51F5-4260-9760-BD3721919161}"/>
          </ac:spMkLst>
        </pc:spChg>
        <pc:spChg chg="add del">
          <ac:chgData name="Cristian Chilipirea" userId="34ab170da5908fc4" providerId="LiveId" clId="{7840C37D-FDDB-4314-A31E-446F31402874}" dt="2019-10-13T10:45:47.864" v="250"/>
          <ac:spMkLst>
            <pc:docMk/>
            <pc:sldMk cId="1015974110" sldId="515"/>
            <ac:spMk id="27" creationId="{663F2DCB-E997-42E7-BE5B-64F38FC69106}"/>
          </ac:spMkLst>
        </pc:spChg>
        <pc:spChg chg="add del">
          <ac:chgData name="Cristian Chilipirea" userId="34ab170da5908fc4" providerId="LiveId" clId="{7840C37D-FDDB-4314-A31E-446F31402874}" dt="2019-10-13T10:45:47.864" v="250"/>
          <ac:spMkLst>
            <pc:docMk/>
            <pc:sldMk cId="1015974110" sldId="515"/>
            <ac:spMk id="28" creationId="{64009D1C-D177-40A3-B084-EB5B16A5903C}"/>
          </ac:spMkLst>
        </pc:spChg>
        <pc:spChg chg="add del">
          <ac:chgData name="Cristian Chilipirea" userId="34ab170da5908fc4" providerId="LiveId" clId="{7840C37D-FDDB-4314-A31E-446F31402874}" dt="2019-10-13T10:45:47.864" v="250"/>
          <ac:spMkLst>
            <pc:docMk/>
            <pc:sldMk cId="1015974110" sldId="515"/>
            <ac:spMk id="29" creationId="{564718FE-59EB-4C33-ADB4-E3B3163D555F}"/>
          </ac:spMkLst>
        </pc:spChg>
        <pc:spChg chg="add del">
          <ac:chgData name="Cristian Chilipirea" userId="34ab170da5908fc4" providerId="LiveId" clId="{7840C37D-FDDB-4314-A31E-446F31402874}" dt="2019-10-13T10:45:47.864" v="250"/>
          <ac:spMkLst>
            <pc:docMk/>
            <pc:sldMk cId="1015974110" sldId="515"/>
            <ac:spMk id="30" creationId="{4C311F32-4548-4AA9-AA41-DEBA8EB4FF29}"/>
          </ac:spMkLst>
        </pc:spChg>
        <pc:spChg chg="add del">
          <ac:chgData name="Cristian Chilipirea" userId="34ab170da5908fc4" providerId="LiveId" clId="{7840C37D-FDDB-4314-A31E-446F31402874}" dt="2019-10-13T10:45:47.864" v="250"/>
          <ac:spMkLst>
            <pc:docMk/>
            <pc:sldMk cId="1015974110" sldId="515"/>
            <ac:spMk id="31" creationId="{08D02D2E-7F24-4667-895A-178A6D223104}"/>
          </ac:spMkLst>
        </pc:spChg>
        <pc:spChg chg="add del">
          <ac:chgData name="Cristian Chilipirea" userId="34ab170da5908fc4" providerId="LiveId" clId="{7840C37D-FDDB-4314-A31E-446F31402874}" dt="2019-10-13T10:45:47.864" v="250"/>
          <ac:spMkLst>
            <pc:docMk/>
            <pc:sldMk cId="1015974110" sldId="515"/>
            <ac:spMk id="32" creationId="{3DADDB90-137C-4F35-870E-F0A90769EAC9}"/>
          </ac:spMkLst>
        </pc:spChg>
        <pc:spChg chg="add del">
          <ac:chgData name="Cristian Chilipirea" userId="34ab170da5908fc4" providerId="LiveId" clId="{7840C37D-FDDB-4314-A31E-446F31402874}" dt="2019-10-13T10:45:47.864" v="250"/>
          <ac:spMkLst>
            <pc:docMk/>
            <pc:sldMk cId="1015974110" sldId="515"/>
            <ac:spMk id="33" creationId="{BC5AA879-ECCB-4C04-8689-D8BEB77F226D}"/>
          </ac:spMkLst>
        </pc:spChg>
        <pc:spChg chg="add del">
          <ac:chgData name="Cristian Chilipirea" userId="34ab170da5908fc4" providerId="LiveId" clId="{7840C37D-FDDB-4314-A31E-446F31402874}" dt="2019-10-13T10:45:47.864" v="250"/>
          <ac:spMkLst>
            <pc:docMk/>
            <pc:sldMk cId="1015974110" sldId="515"/>
            <ac:spMk id="34" creationId="{A0F5F3D2-5EBA-4995-8F7A-1047D2B42738}"/>
          </ac:spMkLst>
        </pc:spChg>
        <pc:spChg chg="add del">
          <ac:chgData name="Cristian Chilipirea" userId="34ab170da5908fc4" providerId="LiveId" clId="{7840C37D-FDDB-4314-A31E-446F31402874}" dt="2019-10-13T10:45:47.864" v="250"/>
          <ac:spMkLst>
            <pc:docMk/>
            <pc:sldMk cId="1015974110" sldId="515"/>
            <ac:spMk id="35" creationId="{90776D02-661F-4C38-A627-6E11184BE978}"/>
          </ac:spMkLst>
        </pc:spChg>
        <pc:spChg chg="add del">
          <ac:chgData name="Cristian Chilipirea" userId="34ab170da5908fc4" providerId="LiveId" clId="{7840C37D-FDDB-4314-A31E-446F31402874}" dt="2019-10-13T10:45:47.864" v="250"/>
          <ac:spMkLst>
            <pc:docMk/>
            <pc:sldMk cId="1015974110" sldId="515"/>
            <ac:spMk id="36" creationId="{79AEA1EC-89BE-417B-9E65-55D264B0FE41}"/>
          </ac:spMkLst>
        </pc:spChg>
        <pc:spChg chg="add del">
          <ac:chgData name="Cristian Chilipirea" userId="34ab170da5908fc4" providerId="LiveId" clId="{7840C37D-FDDB-4314-A31E-446F31402874}" dt="2019-10-13T10:45:47.864" v="250"/>
          <ac:spMkLst>
            <pc:docMk/>
            <pc:sldMk cId="1015974110" sldId="515"/>
            <ac:spMk id="37" creationId="{E652C782-B176-4B8B-89F6-1B4F1AF3D484}"/>
          </ac:spMkLst>
        </pc:spChg>
        <pc:spChg chg="add del">
          <ac:chgData name="Cristian Chilipirea" userId="34ab170da5908fc4" providerId="LiveId" clId="{7840C37D-FDDB-4314-A31E-446F31402874}" dt="2019-10-13T10:45:47.864" v="250"/>
          <ac:spMkLst>
            <pc:docMk/>
            <pc:sldMk cId="1015974110" sldId="515"/>
            <ac:spMk id="38" creationId="{4AD7048D-15BC-4639-A2F0-4CDAE01E9B39}"/>
          </ac:spMkLst>
        </pc:spChg>
        <pc:spChg chg="add del">
          <ac:chgData name="Cristian Chilipirea" userId="34ab170da5908fc4" providerId="LiveId" clId="{7840C37D-FDDB-4314-A31E-446F31402874}" dt="2019-10-13T10:45:47.864" v="250"/>
          <ac:spMkLst>
            <pc:docMk/>
            <pc:sldMk cId="1015974110" sldId="515"/>
            <ac:spMk id="39" creationId="{44C5D545-7359-4A7D-885B-65246B804076}"/>
          </ac:spMkLst>
        </pc:spChg>
        <pc:spChg chg="add del">
          <ac:chgData name="Cristian Chilipirea" userId="34ab170da5908fc4" providerId="LiveId" clId="{7840C37D-FDDB-4314-A31E-446F31402874}" dt="2019-10-13T10:45:47.864" v="250"/>
          <ac:spMkLst>
            <pc:docMk/>
            <pc:sldMk cId="1015974110" sldId="515"/>
            <ac:spMk id="40" creationId="{0C77A734-0B88-474F-BB9F-BF07149560C5}"/>
          </ac:spMkLst>
        </pc:spChg>
        <pc:spChg chg="add del">
          <ac:chgData name="Cristian Chilipirea" userId="34ab170da5908fc4" providerId="LiveId" clId="{7840C37D-FDDB-4314-A31E-446F31402874}" dt="2019-10-13T10:45:47.864" v="250"/>
          <ac:spMkLst>
            <pc:docMk/>
            <pc:sldMk cId="1015974110" sldId="515"/>
            <ac:spMk id="41" creationId="{C19709C3-61B6-47DB-9599-3EF16DA18078}"/>
          </ac:spMkLst>
        </pc:spChg>
        <pc:spChg chg="add del">
          <ac:chgData name="Cristian Chilipirea" userId="34ab170da5908fc4" providerId="LiveId" clId="{7840C37D-FDDB-4314-A31E-446F31402874}" dt="2019-10-13T10:45:47.864" v="250"/>
          <ac:spMkLst>
            <pc:docMk/>
            <pc:sldMk cId="1015974110" sldId="515"/>
            <ac:spMk id="42" creationId="{7B58A181-C6A6-4EC9-BA92-CA8CE8AC4D89}"/>
          </ac:spMkLst>
        </pc:spChg>
        <pc:spChg chg="add del">
          <ac:chgData name="Cristian Chilipirea" userId="34ab170da5908fc4" providerId="LiveId" clId="{7840C37D-FDDB-4314-A31E-446F31402874}" dt="2019-10-13T10:45:47.864" v="250"/>
          <ac:spMkLst>
            <pc:docMk/>
            <pc:sldMk cId="1015974110" sldId="515"/>
            <ac:spMk id="43" creationId="{07D5AB0F-D8A0-4933-A5A3-4FB281A21473}"/>
          </ac:spMkLst>
        </pc:spChg>
        <pc:spChg chg="add del">
          <ac:chgData name="Cristian Chilipirea" userId="34ab170da5908fc4" providerId="LiveId" clId="{7840C37D-FDDB-4314-A31E-446F31402874}" dt="2019-10-13T10:45:47.864" v="250"/>
          <ac:spMkLst>
            <pc:docMk/>
            <pc:sldMk cId="1015974110" sldId="515"/>
            <ac:spMk id="44" creationId="{DE20C449-A68A-4027-9969-5D004911DA8C}"/>
          </ac:spMkLst>
        </pc:spChg>
        <pc:spChg chg="add del">
          <ac:chgData name="Cristian Chilipirea" userId="34ab170da5908fc4" providerId="LiveId" clId="{7840C37D-FDDB-4314-A31E-446F31402874}" dt="2019-10-13T10:45:47.864" v="250"/>
          <ac:spMkLst>
            <pc:docMk/>
            <pc:sldMk cId="1015974110" sldId="515"/>
            <ac:spMk id="45" creationId="{7DAD4377-882C-46A9-883C-25A6301C63DF}"/>
          </ac:spMkLst>
        </pc:spChg>
        <pc:spChg chg="add del">
          <ac:chgData name="Cristian Chilipirea" userId="34ab170da5908fc4" providerId="LiveId" clId="{7840C37D-FDDB-4314-A31E-446F31402874}" dt="2019-10-13T10:45:47.864" v="250"/>
          <ac:spMkLst>
            <pc:docMk/>
            <pc:sldMk cId="1015974110" sldId="515"/>
            <ac:spMk id="46" creationId="{2B818195-5886-4B16-8D9C-22A90316000B}"/>
          </ac:spMkLst>
        </pc:spChg>
        <pc:spChg chg="add del">
          <ac:chgData name="Cristian Chilipirea" userId="34ab170da5908fc4" providerId="LiveId" clId="{7840C37D-FDDB-4314-A31E-446F31402874}" dt="2019-10-13T10:45:47.864" v="250"/>
          <ac:spMkLst>
            <pc:docMk/>
            <pc:sldMk cId="1015974110" sldId="515"/>
            <ac:spMk id="47" creationId="{5CEFCDFE-2183-48FB-BF70-49F0C39450AE}"/>
          </ac:spMkLst>
        </pc:spChg>
        <pc:spChg chg="add del">
          <ac:chgData name="Cristian Chilipirea" userId="34ab170da5908fc4" providerId="LiveId" clId="{7840C37D-FDDB-4314-A31E-446F31402874}" dt="2019-10-13T10:45:47.864" v="250"/>
          <ac:spMkLst>
            <pc:docMk/>
            <pc:sldMk cId="1015974110" sldId="515"/>
            <ac:spMk id="48" creationId="{BA3C15BA-B9E6-42B5-8E67-358B1B23B6C9}"/>
          </ac:spMkLst>
        </pc:spChg>
        <pc:spChg chg="add del">
          <ac:chgData name="Cristian Chilipirea" userId="34ab170da5908fc4" providerId="LiveId" clId="{7840C37D-FDDB-4314-A31E-446F31402874}" dt="2019-10-13T10:45:47.864" v="250"/>
          <ac:spMkLst>
            <pc:docMk/>
            <pc:sldMk cId="1015974110" sldId="515"/>
            <ac:spMk id="49" creationId="{790B0787-0724-44BE-9672-89B23A1E8776}"/>
          </ac:spMkLst>
        </pc:spChg>
        <pc:spChg chg="add del">
          <ac:chgData name="Cristian Chilipirea" userId="34ab170da5908fc4" providerId="LiveId" clId="{7840C37D-FDDB-4314-A31E-446F31402874}" dt="2019-10-13T10:45:47.864" v="250"/>
          <ac:spMkLst>
            <pc:docMk/>
            <pc:sldMk cId="1015974110" sldId="515"/>
            <ac:spMk id="50" creationId="{4CEB92AA-1359-40BF-935D-E529F6DB3281}"/>
          </ac:spMkLst>
        </pc:spChg>
        <pc:spChg chg="add del">
          <ac:chgData name="Cristian Chilipirea" userId="34ab170da5908fc4" providerId="LiveId" clId="{7840C37D-FDDB-4314-A31E-446F31402874}" dt="2019-10-13T10:45:47.864" v="250"/>
          <ac:spMkLst>
            <pc:docMk/>
            <pc:sldMk cId="1015974110" sldId="515"/>
            <ac:spMk id="51" creationId="{28922CD2-A5FE-494A-BCC7-DE5134EABCE5}"/>
          </ac:spMkLst>
        </pc:spChg>
        <pc:spChg chg="add del">
          <ac:chgData name="Cristian Chilipirea" userId="34ab170da5908fc4" providerId="LiveId" clId="{7840C37D-FDDB-4314-A31E-446F31402874}" dt="2019-10-13T10:45:47.864" v="250"/>
          <ac:spMkLst>
            <pc:docMk/>
            <pc:sldMk cId="1015974110" sldId="515"/>
            <ac:spMk id="52" creationId="{ED45F5A2-8935-4C03-851A-9BAA55517B3A}"/>
          </ac:spMkLst>
        </pc:spChg>
        <pc:spChg chg="add del">
          <ac:chgData name="Cristian Chilipirea" userId="34ab170da5908fc4" providerId="LiveId" clId="{7840C37D-FDDB-4314-A31E-446F31402874}" dt="2019-10-13T10:45:47.864" v="250"/>
          <ac:spMkLst>
            <pc:docMk/>
            <pc:sldMk cId="1015974110" sldId="515"/>
            <ac:spMk id="53" creationId="{CB59E7ED-4A42-4662-A9C4-23AB51455FEE}"/>
          </ac:spMkLst>
        </pc:spChg>
        <pc:spChg chg="add del">
          <ac:chgData name="Cristian Chilipirea" userId="34ab170da5908fc4" providerId="LiveId" clId="{7840C37D-FDDB-4314-A31E-446F31402874}" dt="2019-10-13T10:45:47.864" v="250"/>
          <ac:spMkLst>
            <pc:docMk/>
            <pc:sldMk cId="1015974110" sldId="515"/>
            <ac:spMk id="54" creationId="{E5E5A233-48A1-4C29-A01D-34486D761881}"/>
          </ac:spMkLst>
        </pc:spChg>
        <pc:spChg chg="add del">
          <ac:chgData name="Cristian Chilipirea" userId="34ab170da5908fc4" providerId="LiveId" clId="{7840C37D-FDDB-4314-A31E-446F31402874}" dt="2019-10-13T10:45:47.864" v="250"/>
          <ac:spMkLst>
            <pc:docMk/>
            <pc:sldMk cId="1015974110" sldId="515"/>
            <ac:spMk id="55" creationId="{3B3B3E5D-709C-4329-ABB7-AB09FB198888}"/>
          </ac:spMkLst>
        </pc:spChg>
        <pc:spChg chg="add del">
          <ac:chgData name="Cristian Chilipirea" userId="34ab170da5908fc4" providerId="LiveId" clId="{7840C37D-FDDB-4314-A31E-446F31402874}" dt="2019-10-13T10:45:47.864" v="250"/>
          <ac:spMkLst>
            <pc:docMk/>
            <pc:sldMk cId="1015974110" sldId="515"/>
            <ac:spMk id="56" creationId="{8D5F5ECE-BFE0-4C4F-8914-7AAA81F57991}"/>
          </ac:spMkLst>
        </pc:spChg>
        <pc:spChg chg="add del">
          <ac:chgData name="Cristian Chilipirea" userId="34ab170da5908fc4" providerId="LiveId" clId="{7840C37D-FDDB-4314-A31E-446F31402874}" dt="2019-10-13T10:45:47.864" v="250"/>
          <ac:spMkLst>
            <pc:docMk/>
            <pc:sldMk cId="1015974110" sldId="515"/>
            <ac:spMk id="57" creationId="{6614429E-EED9-45AA-AF08-B4585441B8D6}"/>
          </ac:spMkLst>
        </pc:spChg>
        <pc:spChg chg="add del">
          <ac:chgData name="Cristian Chilipirea" userId="34ab170da5908fc4" providerId="LiveId" clId="{7840C37D-FDDB-4314-A31E-446F31402874}" dt="2019-10-13T10:45:47.864" v="250"/>
          <ac:spMkLst>
            <pc:docMk/>
            <pc:sldMk cId="1015974110" sldId="515"/>
            <ac:spMk id="58" creationId="{4B800EF6-3EEF-4AF9-9BA1-AC66ACD136AE}"/>
          </ac:spMkLst>
        </pc:spChg>
        <pc:spChg chg="add del">
          <ac:chgData name="Cristian Chilipirea" userId="34ab170da5908fc4" providerId="LiveId" clId="{7840C37D-FDDB-4314-A31E-446F31402874}" dt="2019-10-13T10:45:47.864" v="250"/>
          <ac:spMkLst>
            <pc:docMk/>
            <pc:sldMk cId="1015974110" sldId="515"/>
            <ac:spMk id="59" creationId="{A49C8CFA-9D8A-4757-ACC2-2F0006ED3CF9}"/>
          </ac:spMkLst>
        </pc:spChg>
        <pc:spChg chg="add del">
          <ac:chgData name="Cristian Chilipirea" userId="34ab170da5908fc4" providerId="LiveId" clId="{7840C37D-FDDB-4314-A31E-446F31402874}" dt="2019-10-13T10:45:47.864" v="250"/>
          <ac:spMkLst>
            <pc:docMk/>
            <pc:sldMk cId="1015974110" sldId="515"/>
            <ac:spMk id="60" creationId="{E44D46F9-C8C1-4551-AF31-677AC42C3463}"/>
          </ac:spMkLst>
        </pc:spChg>
        <pc:spChg chg="add del">
          <ac:chgData name="Cristian Chilipirea" userId="34ab170da5908fc4" providerId="LiveId" clId="{7840C37D-FDDB-4314-A31E-446F31402874}" dt="2019-10-13T10:45:47.864" v="250"/>
          <ac:spMkLst>
            <pc:docMk/>
            <pc:sldMk cId="1015974110" sldId="515"/>
            <ac:spMk id="61" creationId="{ADC4FE7E-0816-46E1-B43D-20F64EECE78D}"/>
          </ac:spMkLst>
        </pc:spChg>
        <pc:spChg chg="add del">
          <ac:chgData name="Cristian Chilipirea" userId="34ab170da5908fc4" providerId="LiveId" clId="{7840C37D-FDDB-4314-A31E-446F31402874}" dt="2019-10-13T10:45:47.864" v="250"/>
          <ac:spMkLst>
            <pc:docMk/>
            <pc:sldMk cId="1015974110" sldId="515"/>
            <ac:spMk id="62" creationId="{4868FF2B-6066-4763-82B3-B61A9BBC5A92}"/>
          </ac:spMkLst>
        </pc:spChg>
        <pc:spChg chg="add del">
          <ac:chgData name="Cristian Chilipirea" userId="34ab170da5908fc4" providerId="LiveId" clId="{7840C37D-FDDB-4314-A31E-446F31402874}" dt="2019-10-13T10:45:47.864" v="250"/>
          <ac:spMkLst>
            <pc:docMk/>
            <pc:sldMk cId="1015974110" sldId="515"/>
            <ac:spMk id="63" creationId="{B5CC11A7-ECB5-42D2-B964-4714512BFC40}"/>
          </ac:spMkLst>
        </pc:spChg>
        <pc:spChg chg="add del">
          <ac:chgData name="Cristian Chilipirea" userId="34ab170da5908fc4" providerId="LiveId" clId="{7840C37D-FDDB-4314-A31E-446F31402874}" dt="2019-10-13T10:45:47.864" v="250"/>
          <ac:spMkLst>
            <pc:docMk/>
            <pc:sldMk cId="1015974110" sldId="515"/>
            <ac:spMk id="64" creationId="{EE7406CA-1D31-402C-B0F8-858582732EE6}"/>
          </ac:spMkLst>
        </pc:spChg>
        <pc:spChg chg="add del">
          <ac:chgData name="Cristian Chilipirea" userId="34ab170da5908fc4" providerId="LiveId" clId="{7840C37D-FDDB-4314-A31E-446F31402874}" dt="2019-10-13T10:45:47.864" v="250"/>
          <ac:spMkLst>
            <pc:docMk/>
            <pc:sldMk cId="1015974110" sldId="515"/>
            <ac:spMk id="65" creationId="{E4D0AB99-A728-4916-8F6A-44D7BED504C2}"/>
          </ac:spMkLst>
        </pc:spChg>
        <pc:spChg chg="add del">
          <ac:chgData name="Cristian Chilipirea" userId="34ab170da5908fc4" providerId="LiveId" clId="{7840C37D-FDDB-4314-A31E-446F31402874}" dt="2019-10-13T10:45:47.864" v="250"/>
          <ac:spMkLst>
            <pc:docMk/>
            <pc:sldMk cId="1015974110" sldId="515"/>
            <ac:spMk id="66" creationId="{2036536B-8F10-440A-B5A9-CBCFA8D61809}"/>
          </ac:spMkLst>
        </pc:spChg>
        <pc:spChg chg="add del">
          <ac:chgData name="Cristian Chilipirea" userId="34ab170da5908fc4" providerId="LiveId" clId="{7840C37D-FDDB-4314-A31E-446F31402874}" dt="2019-10-13T10:45:47.864" v="250"/>
          <ac:spMkLst>
            <pc:docMk/>
            <pc:sldMk cId="1015974110" sldId="515"/>
            <ac:spMk id="67" creationId="{0BD0BD8F-08F6-4E37-8ACD-AB94DD5053AA}"/>
          </ac:spMkLst>
        </pc:spChg>
        <pc:spChg chg="add del">
          <ac:chgData name="Cristian Chilipirea" userId="34ab170da5908fc4" providerId="LiveId" clId="{7840C37D-FDDB-4314-A31E-446F31402874}" dt="2019-10-13T10:45:47.864" v="250"/>
          <ac:spMkLst>
            <pc:docMk/>
            <pc:sldMk cId="1015974110" sldId="515"/>
            <ac:spMk id="68" creationId="{DF25562E-B8EA-442B-AE51-9E03CCFBDA17}"/>
          </ac:spMkLst>
        </pc:spChg>
        <pc:spChg chg="add del">
          <ac:chgData name="Cristian Chilipirea" userId="34ab170da5908fc4" providerId="LiveId" clId="{7840C37D-FDDB-4314-A31E-446F31402874}" dt="2019-10-13T10:45:47.864" v="250"/>
          <ac:spMkLst>
            <pc:docMk/>
            <pc:sldMk cId="1015974110" sldId="515"/>
            <ac:spMk id="69" creationId="{E3ECF5BB-35CD-4335-B9C8-6C3A79797A6E}"/>
          </ac:spMkLst>
        </pc:spChg>
        <pc:spChg chg="add del">
          <ac:chgData name="Cristian Chilipirea" userId="34ab170da5908fc4" providerId="LiveId" clId="{7840C37D-FDDB-4314-A31E-446F31402874}" dt="2019-10-13T10:45:47.864" v="250"/>
          <ac:spMkLst>
            <pc:docMk/>
            <pc:sldMk cId="1015974110" sldId="515"/>
            <ac:spMk id="70" creationId="{C2494B85-27F3-417A-BDA9-D87F65A127A5}"/>
          </ac:spMkLst>
        </pc:spChg>
        <pc:spChg chg="add del">
          <ac:chgData name="Cristian Chilipirea" userId="34ab170da5908fc4" providerId="LiveId" clId="{7840C37D-FDDB-4314-A31E-446F31402874}" dt="2019-10-13T10:45:47.864" v="250"/>
          <ac:spMkLst>
            <pc:docMk/>
            <pc:sldMk cId="1015974110" sldId="515"/>
            <ac:spMk id="71" creationId="{4CB2348F-D8F8-4E8E-B155-BF5D880D9F2D}"/>
          </ac:spMkLst>
        </pc:spChg>
        <pc:spChg chg="add del">
          <ac:chgData name="Cristian Chilipirea" userId="34ab170da5908fc4" providerId="LiveId" clId="{7840C37D-FDDB-4314-A31E-446F31402874}" dt="2019-10-13T10:45:47.864" v="250"/>
          <ac:spMkLst>
            <pc:docMk/>
            <pc:sldMk cId="1015974110" sldId="515"/>
            <ac:spMk id="72" creationId="{99315A71-295C-444C-AD93-3344F37CF59C}"/>
          </ac:spMkLst>
        </pc:spChg>
        <pc:spChg chg="add del">
          <ac:chgData name="Cristian Chilipirea" userId="34ab170da5908fc4" providerId="LiveId" clId="{7840C37D-FDDB-4314-A31E-446F31402874}" dt="2019-10-13T10:45:47.864" v="250"/>
          <ac:spMkLst>
            <pc:docMk/>
            <pc:sldMk cId="1015974110" sldId="515"/>
            <ac:spMk id="73" creationId="{80A00C7A-8C6A-4B69-8CE7-0311B3381D02}"/>
          </ac:spMkLst>
        </pc:spChg>
        <pc:spChg chg="add del">
          <ac:chgData name="Cristian Chilipirea" userId="34ab170da5908fc4" providerId="LiveId" clId="{7840C37D-FDDB-4314-A31E-446F31402874}" dt="2019-10-13T10:45:47.864" v="250"/>
          <ac:spMkLst>
            <pc:docMk/>
            <pc:sldMk cId="1015974110" sldId="515"/>
            <ac:spMk id="74" creationId="{C8F7205C-6E71-4887-96C0-09900FA42C12}"/>
          </ac:spMkLst>
        </pc:spChg>
        <pc:spChg chg="add del">
          <ac:chgData name="Cristian Chilipirea" userId="34ab170da5908fc4" providerId="LiveId" clId="{7840C37D-FDDB-4314-A31E-446F31402874}" dt="2019-10-13T10:45:47.864" v="250"/>
          <ac:spMkLst>
            <pc:docMk/>
            <pc:sldMk cId="1015974110" sldId="515"/>
            <ac:spMk id="75" creationId="{E5691781-8571-4FA3-836F-880BBA207687}"/>
          </ac:spMkLst>
        </pc:spChg>
        <pc:spChg chg="add del">
          <ac:chgData name="Cristian Chilipirea" userId="34ab170da5908fc4" providerId="LiveId" clId="{7840C37D-FDDB-4314-A31E-446F31402874}" dt="2019-10-13T10:45:47.864" v="250"/>
          <ac:spMkLst>
            <pc:docMk/>
            <pc:sldMk cId="1015974110" sldId="515"/>
            <ac:spMk id="76" creationId="{4B185DBD-64AB-48C9-9AD3-CDBE71FBF75C}"/>
          </ac:spMkLst>
        </pc:spChg>
        <pc:spChg chg="add del">
          <ac:chgData name="Cristian Chilipirea" userId="34ab170da5908fc4" providerId="LiveId" clId="{7840C37D-FDDB-4314-A31E-446F31402874}" dt="2019-10-13T10:45:47.864" v="250"/>
          <ac:spMkLst>
            <pc:docMk/>
            <pc:sldMk cId="1015974110" sldId="515"/>
            <ac:spMk id="77" creationId="{A2E79C07-2FCF-4B8F-A994-56FE2C190F4C}"/>
          </ac:spMkLst>
        </pc:spChg>
        <pc:spChg chg="add del">
          <ac:chgData name="Cristian Chilipirea" userId="34ab170da5908fc4" providerId="LiveId" clId="{7840C37D-FDDB-4314-A31E-446F31402874}" dt="2019-10-13T10:45:47.864" v="250"/>
          <ac:spMkLst>
            <pc:docMk/>
            <pc:sldMk cId="1015974110" sldId="515"/>
            <ac:spMk id="78" creationId="{5A42545A-1EE8-427E-8A9B-D3EB9E92643A}"/>
          </ac:spMkLst>
        </pc:spChg>
        <pc:spChg chg="add del">
          <ac:chgData name="Cristian Chilipirea" userId="34ab170da5908fc4" providerId="LiveId" clId="{7840C37D-FDDB-4314-A31E-446F31402874}" dt="2019-10-13T10:45:47.864" v="250"/>
          <ac:spMkLst>
            <pc:docMk/>
            <pc:sldMk cId="1015974110" sldId="515"/>
            <ac:spMk id="79" creationId="{8CD0708C-E875-4DD6-9F38-C6ED30B8A825}"/>
          </ac:spMkLst>
        </pc:spChg>
        <pc:spChg chg="add del">
          <ac:chgData name="Cristian Chilipirea" userId="34ab170da5908fc4" providerId="LiveId" clId="{7840C37D-FDDB-4314-A31E-446F31402874}" dt="2019-10-13T10:45:47.864" v="250"/>
          <ac:spMkLst>
            <pc:docMk/>
            <pc:sldMk cId="1015974110" sldId="515"/>
            <ac:spMk id="80" creationId="{E7E626A3-1154-4E62-ADED-A04B83BAA752}"/>
          </ac:spMkLst>
        </pc:spChg>
        <pc:spChg chg="add del">
          <ac:chgData name="Cristian Chilipirea" userId="34ab170da5908fc4" providerId="LiveId" clId="{7840C37D-FDDB-4314-A31E-446F31402874}" dt="2019-10-13T10:45:47.864" v="250"/>
          <ac:spMkLst>
            <pc:docMk/>
            <pc:sldMk cId="1015974110" sldId="515"/>
            <ac:spMk id="81" creationId="{9DC87925-CDDC-4E94-B32C-6017F77BDF19}"/>
          </ac:spMkLst>
        </pc:spChg>
        <pc:spChg chg="add del">
          <ac:chgData name="Cristian Chilipirea" userId="34ab170da5908fc4" providerId="LiveId" clId="{7840C37D-FDDB-4314-A31E-446F31402874}" dt="2019-10-13T10:45:47.864" v="250"/>
          <ac:spMkLst>
            <pc:docMk/>
            <pc:sldMk cId="1015974110" sldId="515"/>
            <ac:spMk id="82" creationId="{AAB8D205-FB54-4958-8DED-E5043D752C7A}"/>
          </ac:spMkLst>
        </pc:spChg>
        <pc:spChg chg="add del">
          <ac:chgData name="Cristian Chilipirea" userId="34ab170da5908fc4" providerId="LiveId" clId="{7840C37D-FDDB-4314-A31E-446F31402874}" dt="2019-10-13T10:45:47.864" v="250"/>
          <ac:spMkLst>
            <pc:docMk/>
            <pc:sldMk cId="1015974110" sldId="515"/>
            <ac:spMk id="83" creationId="{0C440B5B-2327-466F-AD90-17181B74F454}"/>
          </ac:spMkLst>
        </pc:spChg>
        <pc:spChg chg="add del">
          <ac:chgData name="Cristian Chilipirea" userId="34ab170da5908fc4" providerId="LiveId" clId="{7840C37D-FDDB-4314-A31E-446F31402874}" dt="2019-10-13T10:45:47.864" v="250"/>
          <ac:spMkLst>
            <pc:docMk/>
            <pc:sldMk cId="1015974110" sldId="515"/>
            <ac:spMk id="84" creationId="{437E706C-2124-42A6-87F7-2A1FAF0F5CCC}"/>
          </ac:spMkLst>
        </pc:spChg>
        <pc:spChg chg="add del">
          <ac:chgData name="Cristian Chilipirea" userId="34ab170da5908fc4" providerId="LiveId" clId="{7840C37D-FDDB-4314-A31E-446F31402874}" dt="2019-10-13T10:45:47.864" v="250"/>
          <ac:spMkLst>
            <pc:docMk/>
            <pc:sldMk cId="1015974110" sldId="515"/>
            <ac:spMk id="85" creationId="{20F0D377-8FA5-465D-BD6A-9BEA5D66C0B5}"/>
          </ac:spMkLst>
        </pc:spChg>
        <pc:spChg chg="add del">
          <ac:chgData name="Cristian Chilipirea" userId="34ab170da5908fc4" providerId="LiveId" clId="{7840C37D-FDDB-4314-A31E-446F31402874}" dt="2019-10-13T10:45:47.864" v="250"/>
          <ac:spMkLst>
            <pc:docMk/>
            <pc:sldMk cId="1015974110" sldId="515"/>
            <ac:spMk id="86" creationId="{A1E74FE7-0A58-40B7-805A-4813373088B8}"/>
          </ac:spMkLst>
        </pc:spChg>
        <pc:spChg chg="add del">
          <ac:chgData name="Cristian Chilipirea" userId="34ab170da5908fc4" providerId="LiveId" clId="{7840C37D-FDDB-4314-A31E-446F31402874}" dt="2019-10-13T10:45:47.864" v="250"/>
          <ac:spMkLst>
            <pc:docMk/>
            <pc:sldMk cId="1015974110" sldId="515"/>
            <ac:spMk id="87" creationId="{4679051D-11FD-4EC2-A7BE-15E25E04EC00}"/>
          </ac:spMkLst>
        </pc:spChg>
        <pc:spChg chg="add del">
          <ac:chgData name="Cristian Chilipirea" userId="34ab170da5908fc4" providerId="LiveId" clId="{7840C37D-FDDB-4314-A31E-446F31402874}" dt="2019-10-13T10:45:47.864" v="250"/>
          <ac:spMkLst>
            <pc:docMk/>
            <pc:sldMk cId="1015974110" sldId="515"/>
            <ac:spMk id="88" creationId="{4A217F38-606D-4C52-B211-52049721F8A4}"/>
          </ac:spMkLst>
        </pc:spChg>
        <pc:spChg chg="add del">
          <ac:chgData name="Cristian Chilipirea" userId="34ab170da5908fc4" providerId="LiveId" clId="{7840C37D-FDDB-4314-A31E-446F31402874}" dt="2019-10-13T10:45:47.864" v="250"/>
          <ac:spMkLst>
            <pc:docMk/>
            <pc:sldMk cId="1015974110" sldId="515"/>
            <ac:spMk id="89" creationId="{6406406E-53F9-41D4-8B30-1F2B91515198}"/>
          </ac:spMkLst>
        </pc:spChg>
        <pc:spChg chg="add del">
          <ac:chgData name="Cristian Chilipirea" userId="34ab170da5908fc4" providerId="LiveId" clId="{7840C37D-FDDB-4314-A31E-446F31402874}" dt="2019-10-13T10:45:47.864" v="250"/>
          <ac:spMkLst>
            <pc:docMk/>
            <pc:sldMk cId="1015974110" sldId="515"/>
            <ac:spMk id="90" creationId="{5FE98160-BF67-4212-905E-3DAF0CDA5A5A}"/>
          </ac:spMkLst>
        </pc:spChg>
        <pc:spChg chg="add del">
          <ac:chgData name="Cristian Chilipirea" userId="34ab170da5908fc4" providerId="LiveId" clId="{7840C37D-FDDB-4314-A31E-446F31402874}" dt="2019-10-13T10:45:47.864" v="250"/>
          <ac:spMkLst>
            <pc:docMk/>
            <pc:sldMk cId="1015974110" sldId="515"/>
            <ac:spMk id="91" creationId="{FA45D1CC-528C-42DA-9E25-C4B2AC1CF9E1}"/>
          </ac:spMkLst>
        </pc:spChg>
        <pc:spChg chg="add del">
          <ac:chgData name="Cristian Chilipirea" userId="34ab170da5908fc4" providerId="LiveId" clId="{7840C37D-FDDB-4314-A31E-446F31402874}" dt="2019-10-13T10:45:47.864" v="250"/>
          <ac:spMkLst>
            <pc:docMk/>
            <pc:sldMk cId="1015974110" sldId="515"/>
            <ac:spMk id="92" creationId="{F422AF0E-23C2-4979-920A-6D4701A59040}"/>
          </ac:spMkLst>
        </pc:spChg>
        <pc:spChg chg="add del">
          <ac:chgData name="Cristian Chilipirea" userId="34ab170da5908fc4" providerId="LiveId" clId="{7840C37D-FDDB-4314-A31E-446F31402874}" dt="2019-10-13T10:45:47.864" v="250"/>
          <ac:spMkLst>
            <pc:docMk/>
            <pc:sldMk cId="1015974110" sldId="515"/>
            <ac:spMk id="93" creationId="{7D1B96F4-3E64-4BB3-8845-4EFB1BBBBB25}"/>
          </ac:spMkLst>
        </pc:spChg>
        <pc:spChg chg="add del">
          <ac:chgData name="Cristian Chilipirea" userId="34ab170da5908fc4" providerId="LiveId" clId="{7840C37D-FDDB-4314-A31E-446F31402874}" dt="2019-10-13T10:45:47.864" v="250"/>
          <ac:spMkLst>
            <pc:docMk/>
            <pc:sldMk cId="1015974110" sldId="515"/>
            <ac:spMk id="94" creationId="{E664A076-C089-4921-9763-63985AB3B830}"/>
          </ac:spMkLst>
        </pc:spChg>
        <pc:spChg chg="add del">
          <ac:chgData name="Cristian Chilipirea" userId="34ab170da5908fc4" providerId="LiveId" clId="{7840C37D-FDDB-4314-A31E-446F31402874}" dt="2019-10-13T10:45:47.864" v="250"/>
          <ac:spMkLst>
            <pc:docMk/>
            <pc:sldMk cId="1015974110" sldId="515"/>
            <ac:spMk id="95" creationId="{9883FE6A-CDF3-49A6-A437-FA2E2084E986}"/>
          </ac:spMkLst>
        </pc:spChg>
        <pc:spChg chg="add">
          <ac:chgData name="Cristian Chilipirea" userId="34ab170da5908fc4" providerId="LiveId" clId="{7840C37D-FDDB-4314-A31E-446F31402874}" dt="2019-10-13T10:45:47.937" v="251"/>
          <ac:spMkLst>
            <pc:docMk/>
            <pc:sldMk cId="1015974110" sldId="515"/>
            <ac:spMk id="96" creationId="{71AC9D71-5401-4A63-8378-F3231528FC5C}"/>
          </ac:spMkLst>
        </pc:spChg>
        <pc:spChg chg="add">
          <ac:chgData name="Cristian Chilipirea" userId="34ab170da5908fc4" providerId="LiveId" clId="{7840C37D-FDDB-4314-A31E-446F31402874}" dt="2019-10-13T10:45:47.937" v="251"/>
          <ac:spMkLst>
            <pc:docMk/>
            <pc:sldMk cId="1015974110" sldId="515"/>
            <ac:spMk id="97" creationId="{C4E36C08-5AD9-446F-A888-BF47C61778A8}"/>
          </ac:spMkLst>
        </pc:spChg>
        <pc:spChg chg="add">
          <ac:chgData name="Cristian Chilipirea" userId="34ab170da5908fc4" providerId="LiveId" clId="{7840C37D-FDDB-4314-A31E-446F31402874}" dt="2019-10-13T10:45:47.937" v="251"/>
          <ac:spMkLst>
            <pc:docMk/>
            <pc:sldMk cId="1015974110" sldId="515"/>
            <ac:spMk id="98" creationId="{501CCA9B-4049-4923-BCFD-E2E485A95CC4}"/>
          </ac:spMkLst>
        </pc:spChg>
        <pc:spChg chg="add">
          <ac:chgData name="Cristian Chilipirea" userId="34ab170da5908fc4" providerId="LiveId" clId="{7840C37D-FDDB-4314-A31E-446F31402874}" dt="2019-10-13T10:45:47.937" v="251"/>
          <ac:spMkLst>
            <pc:docMk/>
            <pc:sldMk cId="1015974110" sldId="515"/>
            <ac:spMk id="99" creationId="{A60E56F2-6373-4B05-8C45-ED22B7D8AEF1}"/>
          </ac:spMkLst>
        </pc:spChg>
        <pc:spChg chg="add">
          <ac:chgData name="Cristian Chilipirea" userId="34ab170da5908fc4" providerId="LiveId" clId="{7840C37D-FDDB-4314-A31E-446F31402874}" dt="2019-10-13T10:45:47.937" v="251"/>
          <ac:spMkLst>
            <pc:docMk/>
            <pc:sldMk cId="1015974110" sldId="515"/>
            <ac:spMk id="105" creationId="{1739B95B-D449-4864-B819-71365D0946E5}"/>
          </ac:spMkLst>
        </pc:spChg>
        <pc:spChg chg="add">
          <ac:chgData name="Cristian Chilipirea" userId="34ab170da5908fc4" providerId="LiveId" clId="{7840C37D-FDDB-4314-A31E-446F31402874}" dt="2019-10-13T10:45:47.937" v="251"/>
          <ac:spMkLst>
            <pc:docMk/>
            <pc:sldMk cId="1015974110" sldId="515"/>
            <ac:spMk id="106" creationId="{410C2E03-E636-4D58-8634-CC3994469B40}"/>
          </ac:spMkLst>
        </pc:spChg>
        <pc:spChg chg="add">
          <ac:chgData name="Cristian Chilipirea" userId="34ab170da5908fc4" providerId="LiveId" clId="{7840C37D-FDDB-4314-A31E-446F31402874}" dt="2019-10-13T10:45:47.937" v="251"/>
          <ac:spMkLst>
            <pc:docMk/>
            <pc:sldMk cId="1015974110" sldId="515"/>
            <ac:spMk id="107" creationId="{330E137F-6226-4F5D-9C79-25E5236AD8D3}"/>
          </ac:spMkLst>
        </pc:spChg>
        <pc:spChg chg="add">
          <ac:chgData name="Cristian Chilipirea" userId="34ab170da5908fc4" providerId="LiveId" clId="{7840C37D-FDDB-4314-A31E-446F31402874}" dt="2019-10-13T10:45:47.937" v="251"/>
          <ac:spMkLst>
            <pc:docMk/>
            <pc:sldMk cId="1015974110" sldId="515"/>
            <ac:spMk id="108" creationId="{1081A4DF-8775-45B5-B64B-EE02C1E54E39}"/>
          </ac:spMkLst>
        </pc:spChg>
        <pc:spChg chg="add">
          <ac:chgData name="Cristian Chilipirea" userId="34ab170da5908fc4" providerId="LiveId" clId="{7840C37D-FDDB-4314-A31E-446F31402874}" dt="2019-10-13T10:45:47.937" v="251"/>
          <ac:spMkLst>
            <pc:docMk/>
            <pc:sldMk cId="1015974110" sldId="515"/>
            <ac:spMk id="109" creationId="{6396B368-62A8-497D-A5BD-BF389F71924E}"/>
          </ac:spMkLst>
        </pc:spChg>
        <pc:spChg chg="add">
          <ac:chgData name="Cristian Chilipirea" userId="34ab170da5908fc4" providerId="LiveId" clId="{7840C37D-FDDB-4314-A31E-446F31402874}" dt="2019-10-13T10:45:47.937" v="251"/>
          <ac:spMkLst>
            <pc:docMk/>
            <pc:sldMk cId="1015974110" sldId="515"/>
            <ac:spMk id="110" creationId="{6A8B2C4C-0C9A-4663-BE9D-0E69DF3258EE}"/>
          </ac:spMkLst>
        </pc:spChg>
        <pc:spChg chg="add">
          <ac:chgData name="Cristian Chilipirea" userId="34ab170da5908fc4" providerId="LiveId" clId="{7840C37D-FDDB-4314-A31E-446F31402874}" dt="2019-10-13T10:45:47.937" v="251"/>
          <ac:spMkLst>
            <pc:docMk/>
            <pc:sldMk cId="1015974110" sldId="515"/>
            <ac:spMk id="111" creationId="{8D69B5B4-684C-47E6-B2A6-DA0B68E01C6C}"/>
          </ac:spMkLst>
        </pc:spChg>
        <pc:spChg chg="add">
          <ac:chgData name="Cristian Chilipirea" userId="34ab170da5908fc4" providerId="LiveId" clId="{7840C37D-FDDB-4314-A31E-446F31402874}" dt="2019-10-13T10:45:47.937" v="251"/>
          <ac:spMkLst>
            <pc:docMk/>
            <pc:sldMk cId="1015974110" sldId="515"/>
            <ac:spMk id="112" creationId="{F1681B69-C9D5-4D69-A38E-BCCA41362465}"/>
          </ac:spMkLst>
        </pc:spChg>
        <pc:spChg chg="add">
          <ac:chgData name="Cristian Chilipirea" userId="34ab170da5908fc4" providerId="LiveId" clId="{7840C37D-FDDB-4314-A31E-446F31402874}" dt="2019-10-13T10:45:47.937" v="251"/>
          <ac:spMkLst>
            <pc:docMk/>
            <pc:sldMk cId="1015974110" sldId="515"/>
            <ac:spMk id="113" creationId="{1C319683-9776-41F4-A8A0-53EC3CD63E52}"/>
          </ac:spMkLst>
        </pc:spChg>
        <pc:spChg chg="add">
          <ac:chgData name="Cristian Chilipirea" userId="34ab170da5908fc4" providerId="LiveId" clId="{7840C37D-FDDB-4314-A31E-446F31402874}" dt="2019-10-13T10:45:47.937" v="251"/>
          <ac:spMkLst>
            <pc:docMk/>
            <pc:sldMk cId="1015974110" sldId="515"/>
            <ac:spMk id="114" creationId="{01168F2A-0606-46EE-A8BD-6505F9B5990B}"/>
          </ac:spMkLst>
        </pc:spChg>
        <pc:spChg chg="add">
          <ac:chgData name="Cristian Chilipirea" userId="34ab170da5908fc4" providerId="LiveId" clId="{7840C37D-FDDB-4314-A31E-446F31402874}" dt="2019-10-13T10:45:47.937" v="251"/>
          <ac:spMkLst>
            <pc:docMk/>
            <pc:sldMk cId="1015974110" sldId="515"/>
            <ac:spMk id="115" creationId="{68FD5032-91D1-4EB8-9ADD-C781E73FA3CA}"/>
          </ac:spMkLst>
        </pc:spChg>
        <pc:spChg chg="add">
          <ac:chgData name="Cristian Chilipirea" userId="34ab170da5908fc4" providerId="LiveId" clId="{7840C37D-FDDB-4314-A31E-446F31402874}" dt="2019-10-13T10:45:47.937" v="251"/>
          <ac:spMkLst>
            <pc:docMk/>
            <pc:sldMk cId="1015974110" sldId="515"/>
            <ac:spMk id="116" creationId="{795AA61E-DCA0-4D1F-BB21-36C9CF3CD509}"/>
          </ac:spMkLst>
        </pc:spChg>
        <pc:spChg chg="add">
          <ac:chgData name="Cristian Chilipirea" userId="34ab170da5908fc4" providerId="LiveId" clId="{7840C37D-FDDB-4314-A31E-446F31402874}" dt="2019-10-13T10:45:47.937" v="251"/>
          <ac:spMkLst>
            <pc:docMk/>
            <pc:sldMk cId="1015974110" sldId="515"/>
            <ac:spMk id="117" creationId="{BF08470F-13BD-4F4A-A1E9-6B1065CA0A09}"/>
          </ac:spMkLst>
        </pc:spChg>
        <pc:spChg chg="add">
          <ac:chgData name="Cristian Chilipirea" userId="34ab170da5908fc4" providerId="LiveId" clId="{7840C37D-FDDB-4314-A31E-446F31402874}" dt="2019-10-13T10:45:47.937" v="251"/>
          <ac:spMkLst>
            <pc:docMk/>
            <pc:sldMk cId="1015974110" sldId="515"/>
            <ac:spMk id="118" creationId="{F760A89C-BA7E-4DAF-A9B3-03A4E6FA15F5}"/>
          </ac:spMkLst>
        </pc:spChg>
        <pc:spChg chg="add">
          <ac:chgData name="Cristian Chilipirea" userId="34ab170da5908fc4" providerId="LiveId" clId="{7840C37D-FDDB-4314-A31E-446F31402874}" dt="2019-10-13T10:45:47.937" v="251"/>
          <ac:spMkLst>
            <pc:docMk/>
            <pc:sldMk cId="1015974110" sldId="515"/>
            <ac:spMk id="119" creationId="{D9B82BF0-257D-4077-B6C5-56E26975AB86}"/>
          </ac:spMkLst>
        </pc:spChg>
        <pc:spChg chg="add">
          <ac:chgData name="Cristian Chilipirea" userId="34ab170da5908fc4" providerId="LiveId" clId="{7840C37D-FDDB-4314-A31E-446F31402874}" dt="2019-10-13T10:45:47.937" v="251"/>
          <ac:spMkLst>
            <pc:docMk/>
            <pc:sldMk cId="1015974110" sldId="515"/>
            <ac:spMk id="120" creationId="{8AC93F5B-2AA3-4C2A-B477-1B3DED489324}"/>
          </ac:spMkLst>
        </pc:spChg>
        <pc:spChg chg="add">
          <ac:chgData name="Cristian Chilipirea" userId="34ab170da5908fc4" providerId="LiveId" clId="{7840C37D-FDDB-4314-A31E-446F31402874}" dt="2019-10-13T10:45:47.937" v="251"/>
          <ac:spMkLst>
            <pc:docMk/>
            <pc:sldMk cId="1015974110" sldId="515"/>
            <ac:spMk id="121" creationId="{DA81943C-87B2-419F-A9A7-03DFC4A3A11A}"/>
          </ac:spMkLst>
        </pc:spChg>
        <pc:spChg chg="add">
          <ac:chgData name="Cristian Chilipirea" userId="34ab170da5908fc4" providerId="LiveId" clId="{7840C37D-FDDB-4314-A31E-446F31402874}" dt="2019-10-13T10:45:47.937" v="251"/>
          <ac:spMkLst>
            <pc:docMk/>
            <pc:sldMk cId="1015974110" sldId="515"/>
            <ac:spMk id="122" creationId="{FBD29FED-F378-4587-B772-2D0559D9FF01}"/>
          </ac:spMkLst>
        </pc:spChg>
        <pc:spChg chg="add">
          <ac:chgData name="Cristian Chilipirea" userId="34ab170da5908fc4" providerId="LiveId" clId="{7840C37D-FDDB-4314-A31E-446F31402874}" dt="2019-10-13T10:45:47.937" v="251"/>
          <ac:spMkLst>
            <pc:docMk/>
            <pc:sldMk cId="1015974110" sldId="515"/>
            <ac:spMk id="123" creationId="{20690A54-DE9F-424D-BEC6-106ADFC4A870}"/>
          </ac:spMkLst>
        </pc:spChg>
        <pc:spChg chg="add">
          <ac:chgData name="Cristian Chilipirea" userId="34ab170da5908fc4" providerId="LiveId" clId="{7840C37D-FDDB-4314-A31E-446F31402874}" dt="2019-10-13T10:45:47.937" v="251"/>
          <ac:spMkLst>
            <pc:docMk/>
            <pc:sldMk cId="1015974110" sldId="515"/>
            <ac:spMk id="124" creationId="{BCBC9D47-D4F4-4546-9526-EABC07A296EE}"/>
          </ac:spMkLst>
        </pc:spChg>
        <pc:spChg chg="add">
          <ac:chgData name="Cristian Chilipirea" userId="34ab170da5908fc4" providerId="LiveId" clId="{7840C37D-FDDB-4314-A31E-446F31402874}" dt="2019-10-13T10:45:47.937" v="251"/>
          <ac:spMkLst>
            <pc:docMk/>
            <pc:sldMk cId="1015974110" sldId="515"/>
            <ac:spMk id="125" creationId="{5E0748F3-0BAF-426B-8225-8862E8DAD618}"/>
          </ac:spMkLst>
        </pc:spChg>
        <pc:spChg chg="add">
          <ac:chgData name="Cristian Chilipirea" userId="34ab170da5908fc4" providerId="LiveId" clId="{7840C37D-FDDB-4314-A31E-446F31402874}" dt="2019-10-13T10:45:47.937" v="251"/>
          <ac:spMkLst>
            <pc:docMk/>
            <pc:sldMk cId="1015974110" sldId="515"/>
            <ac:spMk id="126" creationId="{C1C721CA-22F2-44EB-9A64-E64C1BC52F3F}"/>
          </ac:spMkLst>
        </pc:spChg>
        <pc:spChg chg="add">
          <ac:chgData name="Cristian Chilipirea" userId="34ab170da5908fc4" providerId="LiveId" clId="{7840C37D-FDDB-4314-A31E-446F31402874}" dt="2019-10-13T10:45:47.937" v="251"/>
          <ac:spMkLst>
            <pc:docMk/>
            <pc:sldMk cId="1015974110" sldId="515"/>
            <ac:spMk id="127" creationId="{6DD56B4B-AA27-4D48-A8E3-419D4EA8B181}"/>
          </ac:spMkLst>
        </pc:spChg>
        <pc:spChg chg="add">
          <ac:chgData name="Cristian Chilipirea" userId="34ab170da5908fc4" providerId="LiveId" clId="{7840C37D-FDDB-4314-A31E-446F31402874}" dt="2019-10-13T10:45:47.937" v="251"/>
          <ac:spMkLst>
            <pc:docMk/>
            <pc:sldMk cId="1015974110" sldId="515"/>
            <ac:spMk id="128" creationId="{1452F69F-86A4-421C-8E3F-19A2C2179A3A}"/>
          </ac:spMkLst>
        </pc:spChg>
        <pc:spChg chg="add">
          <ac:chgData name="Cristian Chilipirea" userId="34ab170da5908fc4" providerId="LiveId" clId="{7840C37D-FDDB-4314-A31E-446F31402874}" dt="2019-10-13T10:45:47.937" v="251"/>
          <ac:spMkLst>
            <pc:docMk/>
            <pc:sldMk cId="1015974110" sldId="515"/>
            <ac:spMk id="129" creationId="{3BEB5C82-576D-4CA2-94F7-5639C4FB7473}"/>
          </ac:spMkLst>
        </pc:spChg>
        <pc:spChg chg="add">
          <ac:chgData name="Cristian Chilipirea" userId="34ab170da5908fc4" providerId="LiveId" clId="{7840C37D-FDDB-4314-A31E-446F31402874}" dt="2019-10-13T10:45:47.937" v="251"/>
          <ac:spMkLst>
            <pc:docMk/>
            <pc:sldMk cId="1015974110" sldId="515"/>
            <ac:spMk id="130" creationId="{AEFF3549-B622-4F4A-BFC3-FEFE868BF8DC}"/>
          </ac:spMkLst>
        </pc:spChg>
        <pc:spChg chg="add">
          <ac:chgData name="Cristian Chilipirea" userId="34ab170da5908fc4" providerId="LiveId" clId="{7840C37D-FDDB-4314-A31E-446F31402874}" dt="2019-10-13T10:45:47.937" v="251"/>
          <ac:spMkLst>
            <pc:docMk/>
            <pc:sldMk cId="1015974110" sldId="515"/>
            <ac:spMk id="131" creationId="{1C2A1F32-2697-4E92-AE1B-F7B08163A56B}"/>
          </ac:spMkLst>
        </pc:spChg>
        <pc:spChg chg="add">
          <ac:chgData name="Cristian Chilipirea" userId="34ab170da5908fc4" providerId="LiveId" clId="{7840C37D-FDDB-4314-A31E-446F31402874}" dt="2019-10-13T10:45:47.937" v="251"/>
          <ac:spMkLst>
            <pc:docMk/>
            <pc:sldMk cId="1015974110" sldId="515"/>
            <ac:spMk id="132" creationId="{774E94EE-5E0E-4150-A7EB-A56A70B6DC6B}"/>
          </ac:spMkLst>
        </pc:spChg>
        <pc:spChg chg="add">
          <ac:chgData name="Cristian Chilipirea" userId="34ab170da5908fc4" providerId="LiveId" clId="{7840C37D-FDDB-4314-A31E-446F31402874}" dt="2019-10-13T10:45:47.937" v="251"/>
          <ac:spMkLst>
            <pc:docMk/>
            <pc:sldMk cId="1015974110" sldId="515"/>
            <ac:spMk id="133" creationId="{41F3D422-2D46-4804-AF04-11FEBAF53A74}"/>
          </ac:spMkLst>
        </pc:spChg>
        <pc:spChg chg="add">
          <ac:chgData name="Cristian Chilipirea" userId="34ab170da5908fc4" providerId="LiveId" clId="{7840C37D-FDDB-4314-A31E-446F31402874}" dt="2019-10-13T10:45:47.937" v="251"/>
          <ac:spMkLst>
            <pc:docMk/>
            <pc:sldMk cId="1015974110" sldId="515"/>
            <ac:spMk id="134" creationId="{29684ABD-B10F-4F23-AC2E-10C6D123B67E}"/>
          </ac:spMkLst>
        </pc:spChg>
        <pc:spChg chg="add">
          <ac:chgData name="Cristian Chilipirea" userId="34ab170da5908fc4" providerId="LiveId" clId="{7840C37D-FDDB-4314-A31E-446F31402874}" dt="2019-10-13T10:45:47.937" v="251"/>
          <ac:spMkLst>
            <pc:docMk/>
            <pc:sldMk cId="1015974110" sldId="515"/>
            <ac:spMk id="135" creationId="{A68F1563-1DBF-48DF-8DBB-48BC7B2D6E33}"/>
          </ac:spMkLst>
        </pc:spChg>
        <pc:spChg chg="add">
          <ac:chgData name="Cristian Chilipirea" userId="34ab170da5908fc4" providerId="LiveId" clId="{7840C37D-FDDB-4314-A31E-446F31402874}" dt="2019-10-13T10:45:47.937" v="251"/>
          <ac:spMkLst>
            <pc:docMk/>
            <pc:sldMk cId="1015974110" sldId="515"/>
            <ac:spMk id="136" creationId="{5643461D-8FEC-4DF1-BDFA-2E39476ABE67}"/>
          </ac:spMkLst>
        </pc:spChg>
        <pc:spChg chg="add">
          <ac:chgData name="Cristian Chilipirea" userId="34ab170da5908fc4" providerId="LiveId" clId="{7840C37D-FDDB-4314-A31E-446F31402874}" dt="2019-10-13T10:45:47.937" v="251"/>
          <ac:spMkLst>
            <pc:docMk/>
            <pc:sldMk cId="1015974110" sldId="515"/>
            <ac:spMk id="137" creationId="{E7C5C9BC-A494-44E0-AB5E-DB708635D59E}"/>
          </ac:spMkLst>
        </pc:spChg>
        <pc:spChg chg="add">
          <ac:chgData name="Cristian Chilipirea" userId="34ab170da5908fc4" providerId="LiveId" clId="{7840C37D-FDDB-4314-A31E-446F31402874}" dt="2019-10-13T10:45:47.937" v="251"/>
          <ac:spMkLst>
            <pc:docMk/>
            <pc:sldMk cId="1015974110" sldId="515"/>
            <ac:spMk id="138" creationId="{25B54036-F418-4C2B-B264-CAEDACA3AD10}"/>
          </ac:spMkLst>
        </pc:spChg>
        <pc:spChg chg="add">
          <ac:chgData name="Cristian Chilipirea" userId="34ab170da5908fc4" providerId="LiveId" clId="{7840C37D-FDDB-4314-A31E-446F31402874}" dt="2019-10-13T10:45:47.937" v="251"/>
          <ac:spMkLst>
            <pc:docMk/>
            <pc:sldMk cId="1015974110" sldId="515"/>
            <ac:spMk id="139" creationId="{0EA5F928-4870-4E44-A6CF-F956D1E97C16}"/>
          </ac:spMkLst>
        </pc:spChg>
        <pc:spChg chg="add">
          <ac:chgData name="Cristian Chilipirea" userId="34ab170da5908fc4" providerId="LiveId" clId="{7840C37D-FDDB-4314-A31E-446F31402874}" dt="2019-10-13T10:45:47.937" v="251"/>
          <ac:spMkLst>
            <pc:docMk/>
            <pc:sldMk cId="1015974110" sldId="515"/>
            <ac:spMk id="140" creationId="{24A50338-CA07-4B23-8FC5-0FB5BD50E6FF}"/>
          </ac:spMkLst>
        </pc:spChg>
        <pc:spChg chg="add">
          <ac:chgData name="Cristian Chilipirea" userId="34ab170da5908fc4" providerId="LiveId" clId="{7840C37D-FDDB-4314-A31E-446F31402874}" dt="2019-10-13T10:45:47.937" v="251"/>
          <ac:spMkLst>
            <pc:docMk/>
            <pc:sldMk cId="1015974110" sldId="515"/>
            <ac:spMk id="141" creationId="{A0384B8F-E15B-4B01-B9E5-88AD00811911}"/>
          </ac:spMkLst>
        </pc:spChg>
        <pc:spChg chg="add">
          <ac:chgData name="Cristian Chilipirea" userId="34ab170da5908fc4" providerId="LiveId" clId="{7840C37D-FDDB-4314-A31E-446F31402874}" dt="2019-10-13T10:45:47.937" v="251"/>
          <ac:spMkLst>
            <pc:docMk/>
            <pc:sldMk cId="1015974110" sldId="515"/>
            <ac:spMk id="142" creationId="{C87BA313-06DC-4D5D-AB01-5763AEA27D8B}"/>
          </ac:spMkLst>
        </pc:spChg>
        <pc:spChg chg="add">
          <ac:chgData name="Cristian Chilipirea" userId="34ab170da5908fc4" providerId="LiveId" clId="{7840C37D-FDDB-4314-A31E-446F31402874}" dt="2019-10-13T10:45:47.937" v="251"/>
          <ac:spMkLst>
            <pc:docMk/>
            <pc:sldMk cId="1015974110" sldId="515"/>
            <ac:spMk id="143" creationId="{1576239F-D027-4E8C-9F18-7F9DDA7A442D}"/>
          </ac:spMkLst>
        </pc:spChg>
        <pc:spChg chg="add">
          <ac:chgData name="Cristian Chilipirea" userId="34ab170da5908fc4" providerId="LiveId" clId="{7840C37D-FDDB-4314-A31E-446F31402874}" dt="2019-10-13T10:45:47.937" v="251"/>
          <ac:spMkLst>
            <pc:docMk/>
            <pc:sldMk cId="1015974110" sldId="515"/>
            <ac:spMk id="144" creationId="{B687FAB4-29A1-4999-B2C3-BA21AA717E51}"/>
          </ac:spMkLst>
        </pc:spChg>
        <pc:spChg chg="add">
          <ac:chgData name="Cristian Chilipirea" userId="34ab170da5908fc4" providerId="LiveId" clId="{7840C37D-FDDB-4314-A31E-446F31402874}" dt="2019-10-13T10:45:47.937" v="251"/>
          <ac:spMkLst>
            <pc:docMk/>
            <pc:sldMk cId="1015974110" sldId="515"/>
            <ac:spMk id="145" creationId="{BD2B36FC-100B-4078-A447-A47E3938E986}"/>
          </ac:spMkLst>
        </pc:spChg>
        <pc:spChg chg="add">
          <ac:chgData name="Cristian Chilipirea" userId="34ab170da5908fc4" providerId="LiveId" clId="{7840C37D-FDDB-4314-A31E-446F31402874}" dt="2019-10-13T10:45:47.937" v="251"/>
          <ac:spMkLst>
            <pc:docMk/>
            <pc:sldMk cId="1015974110" sldId="515"/>
            <ac:spMk id="146" creationId="{A137FA45-486A-4380-A3A0-31D63EAAE570}"/>
          </ac:spMkLst>
        </pc:spChg>
        <pc:spChg chg="add">
          <ac:chgData name="Cristian Chilipirea" userId="34ab170da5908fc4" providerId="LiveId" clId="{7840C37D-FDDB-4314-A31E-446F31402874}" dt="2019-10-13T10:45:47.937" v="251"/>
          <ac:spMkLst>
            <pc:docMk/>
            <pc:sldMk cId="1015974110" sldId="515"/>
            <ac:spMk id="147" creationId="{D91976CD-919C-44FC-8007-F8C8815B66D0}"/>
          </ac:spMkLst>
        </pc:spChg>
        <pc:spChg chg="add">
          <ac:chgData name="Cristian Chilipirea" userId="34ab170da5908fc4" providerId="LiveId" clId="{7840C37D-FDDB-4314-A31E-446F31402874}" dt="2019-10-13T10:45:47.937" v="251"/>
          <ac:spMkLst>
            <pc:docMk/>
            <pc:sldMk cId="1015974110" sldId="515"/>
            <ac:spMk id="148" creationId="{37FE448B-E37F-4C64-905B-5048AAC787C5}"/>
          </ac:spMkLst>
        </pc:spChg>
        <pc:spChg chg="add">
          <ac:chgData name="Cristian Chilipirea" userId="34ab170da5908fc4" providerId="LiveId" clId="{7840C37D-FDDB-4314-A31E-446F31402874}" dt="2019-10-13T10:45:47.937" v="251"/>
          <ac:spMkLst>
            <pc:docMk/>
            <pc:sldMk cId="1015974110" sldId="515"/>
            <ac:spMk id="149" creationId="{502CB126-D64D-45E7-9F90-1543675D3B1D}"/>
          </ac:spMkLst>
        </pc:spChg>
        <pc:spChg chg="add">
          <ac:chgData name="Cristian Chilipirea" userId="34ab170da5908fc4" providerId="LiveId" clId="{7840C37D-FDDB-4314-A31E-446F31402874}" dt="2019-10-13T10:45:47.937" v="251"/>
          <ac:spMkLst>
            <pc:docMk/>
            <pc:sldMk cId="1015974110" sldId="515"/>
            <ac:spMk id="150" creationId="{7B27F73C-5314-43E8-AEAC-D710A551C284}"/>
          </ac:spMkLst>
        </pc:spChg>
        <pc:spChg chg="add">
          <ac:chgData name="Cristian Chilipirea" userId="34ab170da5908fc4" providerId="LiveId" clId="{7840C37D-FDDB-4314-A31E-446F31402874}" dt="2019-10-13T10:45:47.937" v="251"/>
          <ac:spMkLst>
            <pc:docMk/>
            <pc:sldMk cId="1015974110" sldId="515"/>
            <ac:spMk id="151" creationId="{98349727-0194-4709-A1E9-4AC35F36A9BB}"/>
          </ac:spMkLst>
        </pc:spChg>
        <pc:spChg chg="add">
          <ac:chgData name="Cristian Chilipirea" userId="34ab170da5908fc4" providerId="LiveId" clId="{7840C37D-FDDB-4314-A31E-446F31402874}" dt="2019-10-13T10:45:47.937" v="251"/>
          <ac:spMkLst>
            <pc:docMk/>
            <pc:sldMk cId="1015974110" sldId="515"/>
            <ac:spMk id="152" creationId="{E616AB76-1D6B-4AC8-9DDB-5E440C672D0C}"/>
          </ac:spMkLst>
        </pc:spChg>
        <pc:spChg chg="add">
          <ac:chgData name="Cristian Chilipirea" userId="34ab170da5908fc4" providerId="LiveId" clId="{7840C37D-FDDB-4314-A31E-446F31402874}" dt="2019-10-13T10:45:47.937" v="251"/>
          <ac:spMkLst>
            <pc:docMk/>
            <pc:sldMk cId="1015974110" sldId="515"/>
            <ac:spMk id="153" creationId="{D31A189C-6EEB-4D25-9EE0-B8B020A49B0D}"/>
          </ac:spMkLst>
        </pc:spChg>
        <pc:spChg chg="add">
          <ac:chgData name="Cristian Chilipirea" userId="34ab170da5908fc4" providerId="LiveId" clId="{7840C37D-FDDB-4314-A31E-446F31402874}" dt="2019-10-13T10:45:47.937" v="251"/>
          <ac:spMkLst>
            <pc:docMk/>
            <pc:sldMk cId="1015974110" sldId="515"/>
            <ac:spMk id="154" creationId="{3A36A993-6A35-404C-A0E5-36D7D3FF53A9}"/>
          </ac:spMkLst>
        </pc:spChg>
        <pc:spChg chg="add">
          <ac:chgData name="Cristian Chilipirea" userId="34ab170da5908fc4" providerId="LiveId" clId="{7840C37D-FDDB-4314-A31E-446F31402874}" dt="2019-10-13T10:45:47.937" v="251"/>
          <ac:spMkLst>
            <pc:docMk/>
            <pc:sldMk cId="1015974110" sldId="515"/>
            <ac:spMk id="155" creationId="{ABF6E7B9-7161-47F0-AEC2-7E1FBBC5DF0A}"/>
          </ac:spMkLst>
        </pc:spChg>
        <pc:spChg chg="add">
          <ac:chgData name="Cristian Chilipirea" userId="34ab170da5908fc4" providerId="LiveId" clId="{7840C37D-FDDB-4314-A31E-446F31402874}" dt="2019-10-13T10:45:47.937" v="251"/>
          <ac:spMkLst>
            <pc:docMk/>
            <pc:sldMk cId="1015974110" sldId="515"/>
            <ac:spMk id="156" creationId="{B8C01923-39FF-413E-A72C-0BC28D4B2606}"/>
          </ac:spMkLst>
        </pc:spChg>
        <pc:spChg chg="add">
          <ac:chgData name="Cristian Chilipirea" userId="34ab170da5908fc4" providerId="LiveId" clId="{7840C37D-FDDB-4314-A31E-446F31402874}" dt="2019-10-13T10:45:47.937" v="251"/>
          <ac:spMkLst>
            <pc:docMk/>
            <pc:sldMk cId="1015974110" sldId="515"/>
            <ac:spMk id="157" creationId="{67EE5906-BEF8-425C-91D1-18EA8B663553}"/>
          </ac:spMkLst>
        </pc:spChg>
        <pc:spChg chg="add">
          <ac:chgData name="Cristian Chilipirea" userId="34ab170da5908fc4" providerId="LiveId" clId="{7840C37D-FDDB-4314-A31E-446F31402874}" dt="2019-10-13T10:45:47.937" v="251"/>
          <ac:spMkLst>
            <pc:docMk/>
            <pc:sldMk cId="1015974110" sldId="515"/>
            <ac:spMk id="158" creationId="{2FEDF371-80BE-432D-8FB9-929BBFBF219B}"/>
          </ac:spMkLst>
        </pc:spChg>
        <pc:spChg chg="add">
          <ac:chgData name="Cristian Chilipirea" userId="34ab170da5908fc4" providerId="LiveId" clId="{7840C37D-FDDB-4314-A31E-446F31402874}" dt="2019-10-13T10:45:47.937" v="251"/>
          <ac:spMkLst>
            <pc:docMk/>
            <pc:sldMk cId="1015974110" sldId="515"/>
            <ac:spMk id="159" creationId="{6342BD42-7719-4554-A495-32F591E98F38}"/>
          </ac:spMkLst>
        </pc:spChg>
        <pc:spChg chg="add">
          <ac:chgData name="Cristian Chilipirea" userId="34ab170da5908fc4" providerId="LiveId" clId="{7840C37D-FDDB-4314-A31E-446F31402874}" dt="2019-10-13T10:45:47.937" v="251"/>
          <ac:spMkLst>
            <pc:docMk/>
            <pc:sldMk cId="1015974110" sldId="515"/>
            <ac:spMk id="160" creationId="{F941E871-5ED1-4F44-AA47-967CBC85297D}"/>
          </ac:spMkLst>
        </pc:spChg>
        <pc:spChg chg="add">
          <ac:chgData name="Cristian Chilipirea" userId="34ab170da5908fc4" providerId="LiveId" clId="{7840C37D-FDDB-4314-A31E-446F31402874}" dt="2019-10-13T10:45:47.937" v="251"/>
          <ac:spMkLst>
            <pc:docMk/>
            <pc:sldMk cId="1015974110" sldId="515"/>
            <ac:spMk id="161" creationId="{5C190CE7-A9B0-4CB8-9B3C-9185A34B64E1}"/>
          </ac:spMkLst>
        </pc:spChg>
        <pc:spChg chg="add">
          <ac:chgData name="Cristian Chilipirea" userId="34ab170da5908fc4" providerId="LiveId" clId="{7840C37D-FDDB-4314-A31E-446F31402874}" dt="2019-10-13T10:45:47.937" v="251"/>
          <ac:spMkLst>
            <pc:docMk/>
            <pc:sldMk cId="1015974110" sldId="515"/>
            <ac:spMk id="162" creationId="{A8C6C0FC-17F3-4F77-96B0-95E66C49E078}"/>
          </ac:spMkLst>
        </pc:spChg>
        <pc:spChg chg="add">
          <ac:chgData name="Cristian Chilipirea" userId="34ab170da5908fc4" providerId="LiveId" clId="{7840C37D-FDDB-4314-A31E-446F31402874}" dt="2019-10-13T10:45:47.937" v="251"/>
          <ac:spMkLst>
            <pc:docMk/>
            <pc:sldMk cId="1015974110" sldId="515"/>
            <ac:spMk id="163" creationId="{3E5D84DB-1D4F-4908-A660-63305F5B03E5}"/>
          </ac:spMkLst>
        </pc:spChg>
        <pc:spChg chg="add">
          <ac:chgData name="Cristian Chilipirea" userId="34ab170da5908fc4" providerId="LiveId" clId="{7840C37D-FDDB-4314-A31E-446F31402874}" dt="2019-10-13T10:45:47.937" v="251"/>
          <ac:spMkLst>
            <pc:docMk/>
            <pc:sldMk cId="1015974110" sldId="515"/>
            <ac:spMk id="164" creationId="{E37BEA9D-0C9A-4163-8315-829D7A8518F2}"/>
          </ac:spMkLst>
        </pc:spChg>
        <pc:spChg chg="add">
          <ac:chgData name="Cristian Chilipirea" userId="34ab170da5908fc4" providerId="LiveId" clId="{7840C37D-FDDB-4314-A31E-446F31402874}" dt="2019-10-13T10:45:47.937" v="251"/>
          <ac:spMkLst>
            <pc:docMk/>
            <pc:sldMk cId="1015974110" sldId="515"/>
            <ac:spMk id="165" creationId="{69BA486F-DC01-4D6D-A36D-B1F71D377D06}"/>
          </ac:spMkLst>
        </pc:spChg>
        <pc:spChg chg="add">
          <ac:chgData name="Cristian Chilipirea" userId="34ab170da5908fc4" providerId="LiveId" clId="{7840C37D-FDDB-4314-A31E-446F31402874}" dt="2019-10-13T10:45:47.937" v="251"/>
          <ac:spMkLst>
            <pc:docMk/>
            <pc:sldMk cId="1015974110" sldId="515"/>
            <ac:spMk id="166" creationId="{FC3F03BD-0F4D-48BE-9F1D-8AACC886944A}"/>
          </ac:spMkLst>
        </pc:spChg>
        <pc:spChg chg="add">
          <ac:chgData name="Cristian Chilipirea" userId="34ab170da5908fc4" providerId="LiveId" clId="{7840C37D-FDDB-4314-A31E-446F31402874}" dt="2019-10-13T10:45:47.937" v="251"/>
          <ac:spMkLst>
            <pc:docMk/>
            <pc:sldMk cId="1015974110" sldId="515"/>
            <ac:spMk id="167" creationId="{9D78ABCB-C18B-411B-8B21-38922941EB5D}"/>
          </ac:spMkLst>
        </pc:spChg>
        <pc:spChg chg="add">
          <ac:chgData name="Cristian Chilipirea" userId="34ab170da5908fc4" providerId="LiveId" clId="{7840C37D-FDDB-4314-A31E-446F31402874}" dt="2019-10-13T10:45:47.937" v="251"/>
          <ac:spMkLst>
            <pc:docMk/>
            <pc:sldMk cId="1015974110" sldId="515"/>
            <ac:spMk id="168" creationId="{292A75DD-8AA9-40B4-9F35-3488192BDD3E}"/>
          </ac:spMkLst>
        </pc:spChg>
        <pc:spChg chg="add">
          <ac:chgData name="Cristian Chilipirea" userId="34ab170da5908fc4" providerId="LiveId" clId="{7840C37D-FDDB-4314-A31E-446F31402874}" dt="2019-10-13T10:45:47.937" v="251"/>
          <ac:spMkLst>
            <pc:docMk/>
            <pc:sldMk cId="1015974110" sldId="515"/>
            <ac:spMk id="169" creationId="{55D15D88-3685-428D-B478-019D4EE47C81}"/>
          </ac:spMkLst>
        </pc:spChg>
        <pc:spChg chg="add">
          <ac:chgData name="Cristian Chilipirea" userId="34ab170da5908fc4" providerId="LiveId" clId="{7840C37D-FDDB-4314-A31E-446F31402874}" dt="2019-10-13T10:45:47.937" v="251"/>
          <ac:spMkLst>
            <pc:docMk/>
            <pc:sldMk cId="1015974110" sldId="515"/>
            <ac:spMk id="170" creationId="{7DDA7626-1E5E-4FBA-8D31-9820D5DD7185}"/>
          </ac:spMkLst>
        </pc:spChg>
        <pc:spChg chg="add">
          <ac:chgData name="Cristian Chilipirea" userId="34ab170da5908fc4" providerId="LiveId" clId="{7840C37D-FDDB-4314-A31E-446F31402874}" dt="2019-10-13T10:45:47.937" v="251"/>
          <ac:spMkLst>
            <pc:docMk/>
            <pc:sldMk cId="1015974110" sldId="515"/>
            <ac:spMk id="171" creationId="{1E3A77EA-DCB1-4461-BBD4-000D52CFDA68}"/>
          </ac:spMkLst>
        </pc:spChg>
        <pc:spChg chg="add">
          <ac:chgData name="Cristian Chilipirea" userId="34ab170da5908fc4" providerId="LiveId" clId="{7840C37D-FDDB-4314-A31E-446F31402874}" dt="2019-10-13T10:45:47.937" v="251"/>
          <ac:spMkLst>
            <pc:docMk/>
            <pc:sldMk cId="1015974110" sldId="515"/>
            <ac:spMk id="172" creationId="{8579BE80-FDF5-4422-B8B3-DC15EE431085}"/>
          </ac:spMkLst>
        </pc:spChg>
        <pc:spChg chg="add">
          <ac:chgData name="Cristian Chilipirea" userId="34ab170da5908fc4" providerId="LiveId" clId="{7840C37D-FDDB-4314-A31E-446F31402874}" dt="2019-10-13T10:45:47.937" v="251"/>
          <ac:spMkLst>
            <pc:docMk/>
            <pc:sldMk cId="1015974110" sldId="515"/>
            <ac:spMk id="173" creationId="{9FE120B9-FBD4-4E79-898E-D5468D34D8DA}"/>
          </ac:spMkLst>
        </pc:spChg>
        <pc:spChg chg="add">
          <ac:chgData name="Cristian Chilipirea" userId="34ab170da5908fc4" providerId="LiveId" clId="{7840C37D-FDDB-4314-A31E-446F31402874}" dt="2019-10-13T10:45:47.937" v="251"/>
          <ac:spMkLst>
            <pc:docMk/>
            <pc:sldMk cId="1015974110" sldId="515"/>
            <ac:spMk id="174" creationId="{8F0DCB40-68AC-473E-B602-D05D4948A984}"/>
          </ac:spMkLst>
        </pc:spChg>
        <pc:spChg chg="add">
          <ac:chgData name="Cristian Chilipirea" userId="34ab170da5908fc4" providerId="LiveId" clId="{7840C37D-FDDB-4314-A31E-446F31402874}" dt="2019-10-13T10:45:47.937" v="251"/>
          <ac:spMkLst>
            <pc:docMk/>
            <pc:sldMk cId="1015974110" sldId="515"/>
            <ac:spMk id="175" creationId="{A29BF1C5-87F2-4914-8DD0-DE65B793E883}"/>
          </ac:spMkLst>
        </pc:spChg>
        <pc:spChg chg="add">
          <ac:chgData name="Cristian Chilipirea" userId="34ab170da5908fc4" providerId="LiveId" clId="{7840C37D-FDDB-4314-A31E-446F31402874}" dt="2019-10-13T10:45:47.937" v="251"/>
          <ac:spMkLst>
            <pc:docMk/>
            <pc:sldMk cId="1015974110" sldId="515"/>
            <ac:spMk id="176" creationId="{71714C90-3417-49E4-9594-D9A9B892E6BA}"/>
          </ac:spMkLst>
        </pc:spChg>
        <pc:spChg chg="add">
          <ac:chgData name="Cristian Chilipirea" userId="34ab170da5908fc4" providerId="LiveId" clId="{7840C37D-FDDB-4314-A31E-446F31402874}" dt="2019-10-13T10:45:47.937" v="251"/>
          <ac:spMkLst>
            <pc:docMk/>
            <pc:sldMk cId="1015974110" sldId="515"/>
            <ac:spMk id="177" creationId="{D3326B09-AFC4-43F8-ADF9-69814B4473B0}"/>
          </ac:spMkLst>
        </pc:spChg>
        <pc:spChg chg="add">
          <ac:chgData name="Cristian Chilipirea" userId="34ab170da5908fc4" providerId="LiveId" clId="{7840C37D-FDDB-4314-A31E-446F31402874}" dt="2019-10-13T10:45:47.937" v="251"/>
          <ac:spMkLst>
            <pc:docMk/>
            <pc:sldMk cId="1015974110" sldId="515"/>
            <ac:spMk id="178" creationId="{AC1CF209-A149-4BC0-A4A5-7867A5EE5AAB}"/>
          </ac:spMkLst>
        </pc:spChg>
        <pc:spChg chg="add">
          <ac:chgData name="Cristian Chilipirea" userId="34ab170da5908fc4" providerId="LiveId" clId="{7840C37D-FDDB-4314-A31E-446F31402874}" dt="2019-10-13T10:45:47.937" v="251"/>
          <ac:spMkLst>
            <pc:docMk/>
            <pc:sldMk cId="1015974110" sldId="515"/>
            <ac:spMk id="179" creationId="{2463F9AC-37B1-4CB7-B9F1-9DAE84ED93C0}"/>
          </ac:spMkLst>
        </pc:spChg>
        <pc:spChg chg="add">
          <ac:chgData name="Cristian Chilipirea" userId="34ab170da5908fc4" providerId="LiveId" clId="{7840C37D-FDDB-4314-A31E-446F31402874}" dt="2019-10-13T10:45:47.937" v="251"/>
          <ac:spMkLst>
            <pc:docMk/>
            <pc:sldMk cId="1015974110" sldId="515"/>
            <ac:spMk id="180" creationId="{EEC6B8C8-52B7-4FFB-B3A8-24250A653C72}"/>
          </ac:spMkLst>
        </pc:spChg>
        <pc:spChg chg="add">
          <ac:chgData name="Cristian Chilipirea" userId="34ab170da5908fc4" providerId="LiveId" clId="{7840C37D-FDDB-4314-A31E-446F31402874}" dt="2019-10-13T10:45:47.937" v="251"/>
          <ac:spMkLst>
            <pc:docMk/>
            <pc:sldMk cId="1015974110" sldId="515"/>
            <ac:spMk id="181" creationId="{13CAA99C-BDD9-4BA0-B97C-42E477EA9047}"/>
          </ac:spMkLst>
        </pc:spChg>
        <pc:spChg chg="add">
          <ac:chgData name="Cristian Chilipirea" userId="34ab170da5908fc4" providerId="LiveId" clId="{7840C37D-FDDB-4314-A31E-446F31402874}" dt="2019-10-13T10:45:47.937" v="251"/>
          <ac:spMkLst>
            <pc:docMk/>
            <pc:sldMk cId="1015974110" sldId="515"/>
            <ac:spMk id="182" creationId="{749C6CE9-C92A-4053-8AC0-5C8C341A2C57}"/>
          </ac:spMkLst>
        </pc:spChg>
        <pc:spChg chg="add">
          <ac:chgData name="Cristian Chilipirea" userId="34ab170da5908fc4" providerId="LiveId" clId="{7840C37D-FDDB-4314-A31E-446F31402874}" dt="2019-10-13T10:45:47.937" v="251"/>
          <ac:spMkLst>
            <pc:docMk/>
            <pc:sldMk cId="1015974110" sldId="515"/>
            <ac:spMk id="183" creationId="{F94DD3BD-585B-40A6-B56C-65A1A58FB12F}"/>
          </ac:spMkLst>
        </pc:spChg>
        <pc:spChg chg="add">
          <ac:chgData name="Cristian Chilipirea" userId="34ab170da5908fc4" providerId="LiveId" clId="{7840C37D-FDDB-4314-A31E-446F31402874}" dt="2019-10-13T10:45:47.937" v="251"/>
          <ac:spMkLst>
            <pc:docMk/>
            <pc:sldMk cId="1015974110" sldId="515"/>
            <ac:spMk id="184" creationId="{89A66501-F0D5-44AD-B231-ED83D5348075}"/>
          </ac:spMkLst>
        </pc:spChg>
        <pc:spChg chg="add">
          <ac:chgData name="Cristian Chilipirea" userId="34ab170da5908fc4" providerId="LiveId" clId="{7840C37D-FDDB-4314-A31E-446F31402874}" dt="2019-10-13T10:45:47.937" v="251"/>
          <ac:spMkLst>
            <pc:docMk/>
            <pc:sldMk cId="1015974110" sldId="515"/>
            <ac:spMk id="185" creationId="{A3D568C9-EBFA-4F43-8C86-482DD0EB8934}"/>
          </ac:spMkLst>
        </pc:spChg>
        <pc:spChg chg="add">
          <ac:chgData name="Cristian Chilipirea" userId="34ab170da5908fc4" providerId="LiveId" clId="{7840C37D-FDDB-4314-A31E-446F31402874}" dt="2019-10-13T10:45:47.937" v="251"/>
          <ac:spMkLst>
            <pc:docMk/>
            <pc:sldMk cId="1015974110" sldId="515"/>
            <ac:spMk id="186" creationId="{167C2148-09A2-4B7A-A9B3-E3FE6E7D80CF}"/>
          </ac:spMkLst>
        </pc:spChg>
        <pc:spChg chg="add">
          <ac:chgData name="Cristian Chilipirea" userId="34ab170da5908fc4" providerId="LiveId" clId="{7840C37D-FDDB-4314-A31E-446F31402874}" dt="2019-10-13T10:45:47.937" v="251"/>
          <ac:spMkLst>
            <pc:docMk/>
            <pc:sldMk cId="1015974110" sldId="515"/>
            <ac:spMk id="187" creationId="{17948068-F98E-46F2-B97E-0E25D78360D6}"/>
          </ac:spMkLst>
        </pc:spChg>
        <pc:cxnChg chg="add del">
          <ac:chgData name="Cristian Chilipirea" userId="34ab170da5908fc4" providerId="LiveId" clId="{7840C37D-FDDB-4314-A31E-446F31402874}" dt="2019-10-13T10:45:47.864" v="250"/>
          <ac:cxnSpMkLst>
            <pc:docMk/>
            <pc:sldMk cId="1015974110" sldId="515"/>
            <ac:cxnSpMk id="8" creationId="{64C345DF-4F68-473F-9ACD-A3EE74D83711}"/>
          </ac:cxnSpMkLst>
        </pc:cxnChg>
        <pc:cxnChg chg="add del">
          <ac:chgData name="Cristian Chilipirea" userId="34ab170da5908fc4" providerId="LiveId" clId="{7840C37D-FDDB-4314-A31E-446F31402874}" dt="2019-10-13T10:45:47.864" v="250"/>
          <ac:cxnSpMkLst>
            <pc:docMk/>
            <pc:sldMk cId="1015974110" sldId="515"/>
            <ac:cxnSpMk id="9" creationId="{E0386B06-516D-4E15-AAAF-6C77D0EEFD41}"/>
          </ac:cxnSpMkLst>
        </pc:cxnChg>
        <pc:cxnChg chg="add del">
          <ac:chgData name="Cristian Chilipirea" userId="34ab170da5908fc4" providerId="LiveId" clId="{7840C37D-FDDB-4314-A31E-446F31402874}" dt="2019-10-13T10:45:47.864" v="250"/>
          <ac:cxnSpMkLst>
            <pc:docMk/>
            <pc:sldMk cId="1015974110" sldId="515"/>
            <ac:cxnSpMk id="10" creationId="{233D2151-B692-47CD-92CA-DA2735EE2328}"/>
          </ac:cxnSpMkLst>
        </pc:cxnChg>
        <pc:cxnChg chg="add del">
          <ac:chgData name="Cristian Chilipirea" userId="34ab170da5908fc4" providerId="LiveId" clId="{7840C37D-FDDB-4314-A31E-446F31402874}" dt="2019-10-13T10:45:47.864" v="250"/>
          <ac:cxnSpMkLst>
            <pc:docMk/>
            <pc:sldMk cId="1015974110" sldId="515"/>
            <ac:cxnSpMk id="11" creationId="{CF1271E7-A24A-4C2E-9C4C-33C5C251F3DC}"/>
          </ac:cxnSpMkLst>
        </pc:cxnChg>
        <pc:cxnChg chg="add del">
          <ac:chgData name="Cristian Chilipirea" userId="34ab170da5908fc4" providerId="LiveId" clId="{7840C37D-FDDB-4314-A31E-446F31402874}" dt="2019-10-13T10:45:47.864" v="250"/>
          <ac:cxnSpMkLst>
            <pc:docMk/>
            <pc:sldMk cId="1015974110" sldId="515"/>
            <ac:cxnSpMk id="12" creationId="{4FE07048-7CF2-4672-A785-DFD610A2A775}"/>
          </ac:cxnSpMkLst>
        </pc:cxnChg>
        <pc:cxnChg chg="add">
          <ac:chgData name="Cristian Chilipirea" userId="34ab170da5908fc4" providerId="LiveId" clId="{7840C37D-FDDB-4314-A31E-446F31402874}" dt="2019-10-13T10:45:47.937" v="251"/>
          <ac:cxnSpMkLst>
            <pc:docMk/>
            <pc:sldMk cId="1015974110" sldId="515"/>
            <ac:cxnSpMk id="100" creationId="{E21FD318-FBD7-4D4C-A2BF-F775278374AC}"/>
          </ac:cxnSpMkLst>
        </pc:cxnChg>
        <pc:cxnChg chg="add">
          <ac:chgData name="Cristian Chilipirea" userId="34ab170da5908fc4" providerId="LiveId" clId="{7840C37D-FDDB-4314-A31E-446F31402874}" dt="2019-10-13T10:45:47.937" v="251"/>
          <ac:cxnSpMkLst>
            <pc:docMk/>
            <pc:sldMk cId="1015974110" sldId="515"/>
            <ac:cxnSpMk id="101" creationId="{1751CCA6-8EF8-4EE8-8E92-25206B40716C}"/>
          </ac:cxnSpMkLst>
        </pc:cxnChg>
        <pc:cxnChg chg="add">
          <ac:chgData name="Cristian Chilipirea" userId="34ab170da5908fc4" providerId="LiveId" clId="{7840C37D-FDDB-4314-A31E-446F31402874}" dt="2019-10-13T10:45:47.937" v="251"/>
          <ac:cxnSpMkLst>
            <pc:docMk/>
            <pc:sldMk cId="1015974110" sldId="515"/>
            <ac:cxnSpMk id="102" creationId="{76DDBDF3-0E1F-4A22-AB49-215EAAA22714}"/>
          </ac:cxnSpMkLst>
        </pc:cxnChg>
        <pc:cxnChg chg="add">
          <ac:chgData name="Cristian Chilipirea" userId="34ab170da5908fc4" providerId="LiveId" clId="{7840C37D-FDDB-4314-A31E-446F31402874}" dt="2019-10-13T10:45:47.937" v="251"/>
          <ac:cxnSpMkLst>
            <pc:docMk/>
            <pc:sldMk cId="1015974110" sldId="515"/>
            <ac:cxnSpMk id="103" creationId="{6AABFFC5-A53E-4BEB-B915-C06318453030}"/>
          </ac:cxnSpMkLst>
        </pc:cxnChg>
        <pc:cxnChg chg="add">
          <ac:chgData name="Cristian Chilipirea" userId="34ab170da5908fc4" providerId="LiveId" clId="{7840C37D-FDDB-4314-A31E-446F31402874}" dt="2019-10-13T10:45:47.937" v="251"/>
          <ac:cxnSpMkLst>
            <pc:docMk/>
            <pc:sldMk cId="1015974110" sldId="515"/>
            <ac:cxnSpMk id="104" creationId="{A458F159-5964-4B1C-9E8D-51937FB42F27}"/>
          </ac:cxnSpMkLst>
        </pc:cxnChg>
      </pc:sldChg>
      <pc:sldChg chg="addSp delSp modSp add">
        <pc:chgData name="Cristian Chilipirea" userId="34ab170da5908fc4" providerId="LiveId" clId="{7840C37D-FDDB-4314-A31E-446F31402874}" dt="2019-10-13T10:46:03.271" v="258" actId="1076"/>
        <pc:sldMkLst>
          <pc:docMk/>
          <pc:sldMk cId="4167688615" sldId="516"/>
        </pc:sldMkLst>
        <pc:spChg chg="mod">
          <ac:chgData name="Cristian Chilipirea" userId="34ab170da5908fc4" providerId="LiveId" clId="{7840C37D-FDDB-4314-A31E-446F31402874}" dt="2019-10-13T10:45:54.620" v="253"/>
          <ac:spMkLst>
            <pc:docMk/>
            <pc:sldMk cId="4167688615" sldId="516"/>
            <ac:spMk id="2" creationId="{B7520186-E215-429F-A1F4-4F20457FCC09}"/>
          </ac:spMkLst>
        </pc:spChg>
        <pc:spChg chg="del">
          <ac:chgData name="Cristian Chilipirea" userId="34ab170da5908fc4" providerId="LiveId" clId="{7840C37D-FDDB-4314-A31E-446F31402874}" dt="2019-10-13T10:45:56.126" v="254" actId="478"/>
          <ac:spMkLst>
            <pc:docMk/>
            <pc:sldMk cId="4167688615" sldId="516"/>
            <ac:spMk id="3" creationId="{DE40BBD8-A0FC-420C-8B18-2B5432F30D80}"/>
          </ac:spMkLst>
        </pc:spChg>
        <pc:spChg chg="add del">
          <ac:chgData name="Cristian Chilipirea" userId="34ab170da5908fc4" providerId="LiveId" clId="{7840C37D-FDDB-4314-A31E-446F31402874}" dt="2019-10-13T10:46:00.836" v="256"/>
          <ac:spMkLst>
            <pc:docMk/>
            <pc:sldMk cId="4167688615" sldId="516"/>
            <ac:spMk id="4" creationId="{9EE56A15-5147-42F2-8637-3B63648EE708}"/>
          </ac:spMkLst>
        </pc:spChg>
        <pc:spChg chg="add mod">
          <ac:chgData name="Cristian Chilipirea" userId="34ab170da5908fc4" providerId="LiveId" clId="{7840C37D-FDDB-4314-A31E-446F31402874}" dt="2019-10-13T10:46:03.271" v="258" actId="1076"/>
          <ac:spMkLst>
            <pc:docMk/>
            <pc:sldMk cId="4167688615" sldId="516"/>
            <ac:spMk id="5" creationId="{AE6E2C02-C13C-4063-B042-56AA325B3056}"/>
          </ac:spMkLst>
        </pc:spChg>
      </pc:sldChg>
      <pc:sldChg chg="addSp delSp modSp add modAnim">
        <pc:chgData name="Cristian Chilipirea" userId="34ab170da5908fc4" providerId="LiveId" clId="{7840C37D-FDDB-4314-A31E-446F31402874}" dt="2019-10-13T10:46:29.326" v="274"/>
        <pc:sldMkLst>
          <pc:docMk/>
          <pc:sldMk cId="3257197160" sldId="517"/>
        </pc:sldMkLst>
        <pc:spChg chg="del">
          <ac:chgData name="Cristian Chilipirea" userId="34ab170da5908fc4" providerId="LiveId" clId="{7840C37D-FDDB-4314-A31E-446F31402874}" dt="2019-10-13T10:46:13.466" v="261" actId="478"/>
          <ac:spMkLst>
            <pc:docMk/>
            <pc:sldMk cId="3257197160" sldId="517"/>
            <ac:spMk id="2" creationId="{53B039A8-0972-452D-8179-CEC395A75DF1}"/>
          </ac:spMkLst>
        </pc:spChg>
        <pc:spChg chg="del">
          <ac:chgData name="Cristian Chilipirea" userId="34ab170da5908fc4" providerId="LiveId" clId="{7840C37D-FDDB-4314-A31E-446F31402874}" dt="2019-10-13T10:46:11.234" v="260" actId="478"/>
          <ac:spMkLst>
            <pc:docMk/>
            <pc:sldMk cId="3257197160" sldId="517"/>
            <ac:spMk id="3" creationId="{5B160A1A-4FBA-4882-B3BA-5DCE18541308}"/>
          </ac:spMkLst>
        </pc:spChg>
        <pc:spChg chg="add del mod">
          <ac:chgData name="Cristian Chilipirea" userId="34ab170da5908fc4" providerId="LiveId" clId="{7840C37D-FDDB-4314-A31E-446F31402874}" dt="2019-10-13T10:46:17.259" v="265"/>
          <ac:spMkLst>
            <pc:docMk/>
            <pc:sldMk cId="3257197160" sldId="517"/>
            <ac:spMk id="4" creationId="{23020F10-0F93-4880-A7D6-FDDF06BA4F3B}"/>
          </ac:spMkLst>
        </pc:spChg>
        <pc:spChg chg="add del">
          <ac:chgData name="Cristian Chilipirea" userId="34ab170da5908fc4" providerId="LiveId" clId="{7840C37D-FDDB-4314-A31E-446F31402874}" dt="2019-10-13T10:46:18.662" v="267"/>
          <ac:spMkLst>
            <pc:docMk/>
            <pc:sldMk cId="3257197160" sldId="517"/>
            <ac:spMk id="5" creationId="{2F3505C6-A4CC-46BD-B24A-032ED95F6A2B}"/>
          </ac:spMkLst>
        </pc:spChg>
        <pc:spChg chg="add mod">
          <ac:chgData name="Cristian Chilipirea" userId="34ab170da5908fc4" providerId="LiveId" clId="{7840C37D-FDDB-4314-A31E-446F31402874}" dt="2019-10-13T10:46:20.539" v="269" actId="1076"/>
          <ac:spMkLst>
            <pc:docMk/>
            <pc:sldMk cId="3257197160" sldId="517"/>
            <ac:spMk id="6" creationId="{0CA028E1-F57E-4368-B6A4-20CD1412F84B}"/>
          </ac:spMkLst>
        </pc:spChg>
        <pc:spChg chg="add del">
          <ac:chgData name="Cristian Chilipirea" userId="34ab170da5908fc4" providerId="LiveId" clId="{7840C37D-FDDB-4314-A31E-446F31402874}" dt="2019-10-13T10:46:29.320" v="273"/>
          <ac:spMkLst>
            <pc:docMk/>
            <pc:sldMk cId="3257197160" sldId="517"/>
            <ac:spMk id="7" creationId="{483E6145-2423-488A-89FE-D13244C9C2ED}"/>
          </ac:spMkLst>
        </pc:spChg>
        <pc:spChg chg="add">
          <ac:chgData name="Cristian Chilipirea" userId="34ab170da5908fc4" providerId="LiveId" clId="{7840C37D-FDDB-4314-A31E-446F31402874}" dt="2019-10-13T10:46:29.326" v="274"/>
          <ac:spMkLst>
            <pc:docMk/>
            <pc:sldMk cId="3257197160" sldId="517"/>
            <ac:spMk id="8" creationId="{277727DA-9F03-47C1-908A-569F1ED53321}"/>
          </ac:spMkLst>
        </pc:spChg>
      </pc:sldChg>
      <pc:sldChg chg="addSp delSp add modAnim">
        <pc:chgData name="Cristian Chilipirea" userId="34ab170da5908fc4" providerId="LiveId" clId="{7840C37D-FDDB-4314-A31E-446F31402874}" dt="2019-10-13T10:46:43.512" v="282"/>
        <pc:sldMkLst>
          <pc:docMk/>
          <pc:sldMk cId="1191600613" sldId="518"/>
        </pc:sldMkLst>
        <pc:spChg chg="del">
          <ac:chgData name="Cristian Chilipirea" userId="34ab170da5908fc4" providerId="LiveId" clId="{7840C37D-FDDB-4314-A31E-446F31402874}" dt="2019-10-13T10:46:39.986" v="276" actId="478"/>
          <ac:spMkLst>
            <pc:docMk/>
            <pc:sldMk cId="1191600613" sldId="518"/>
            <ac:spMk id="2" creationId="{3E0B13C1-D9C9-4E7E-AD98-594778D2A701}"/>
          </ac:spMkLst>
        </pc:spChg>
        <pc:spChg chg="del">
          <ac:chgData name="Cristian Chilipirea" userId="34ab170da5908fc4" providerId="LiveId" clId="{7840C37D-FDDB-4314-A31E-446F31402874}" dt="2019-10-13T10:46:40.682" v="277" actId="478"/>
          <ac:spMkLst>
            <pc:docMk/>
            <pc:sldMk cId="1191600613" sldId="518"/>
            <ac:spMk id="3" creationId="{96D7EA24-2BE2-4DAE-BAEF-9E4CD2290E11}"/>
          </ac:spMkLst>
        </pc:spChg>
        <pc:spChg chg="add del">
          <ac:chgData name="Cristian Chilipirea" userId="34ab170da5908fc4" providerId="LiveId" clId="{7840C37D-FDDB-4314-A31E-446F31402874}" dt="2019-10-13T10:46:43.492" v="281"/>
          <ac:spMkLst>
            <pc:docMk/>
            <pc:sldMk cId="1191600613" sldId="518"/>
            <ac:spMk id="4" creationId="{773475EC-0C4F-4852-A7D2-8F8243A4A67B}"/>
          </ac:spMkLst>
        </pc:spChg>
        <pc:spChg chg="add del">
          <ac:chgData name="Cristian Chilipirea" userId="34ab170da5908fc4" providerId="LiveId" clId="{7840C37D-FDDB-4314-A31E-446F31402874}" dt="2019-10-13T10:46:43.492" v="281"/>
          <ac:spMkLst>
            <pc:docMk/>
            <pc:sldMk cId="1191600613" sldId="518"/>
            <ac:spMk id="5" creationId="{4476C491-9E19-4E2D-9626-8F9BCA892FE9}"/>
          </ac:spMkLst>
        </pc:spChg>
        <pc:spChg chg="add del">
          <ac:chgData name="Cristian Chilipirea" userId="34ab170da5908fc4" providerId="LiveId" clId="{7840C37D-FDDB-4314-A31E-446F31402874}" dt="2019-10-13T10:46:43.492" v="281"/>
          <ac:spMkLst>
            <pc:docMk/>
            <pc:sldMk cId="1191600613" sldId="518"/>
            <ac:spMk id="6" creationId="{7ED258DA-F622-460F-A7C1-EEE76A3E0327}"/>
          </ac:spMkLst>
        </pc:spChg>
        <pc:spChg chg="add">
          <ac:chgData name="Cristian Chilipirea" userId="34ab170da5908fc4" providerId="LiveId" clId="{7840C37D-FDDB-4314-A31E-446F31402874}" dt="2019-10-13T10:46:43.512" v="282"/>
          <ac:spMkLst>
            <pc:docMk/>
            <pc:sldMk cId="1191600613" sldId="518"/>
            <ac:spMk id="10" creationId="{FCF0FAC6-5521-4AE9-9D6F-8FF4EDAED27A}"/>
          </ac:spMkLst>
        </pc:spChg>
        <pc:spChg chg="add">
          <ac:chgData name="Cristian Chilipirea" userId="34ab170da5908fc4" providerId="LiveId" clId="{7840C37D-FDDB-4314-A31E-446F31402874}" dt="2019-10-13T10:46:43.512" v="282"/>
          <ac:spMkLst>
            <pc:docMk/>
            <pc:sldMk cId="1191600613" sldId="518"/>
            <ac:spMk id="11" creationId="{1515574B-5138-409F-B171-250A3FF4549E}"/>
          </ac:spMkLst>
        </pc:spChg>
        <pc:spChg chg="add">
          <ac:chgData name="Cristian Chilipirea" userId="34ab170da5908fc4" providerId="LiveId" clId="{7840C37D-FDDB-4314-A31E-446F31402874}" dt="2019-10-13T10:46:43.512" v="282"/>
          <ac:spMkLst>
            <pc:docMk/>
            <pc:sldMk cId="1191600613" sldId="518"/>
            <ac:spMk id="12" creationId="{403AFF73-C977-4CAE-BD77-62A100B472C2}"/>
          </ac:spMkLst>
        </pc:spChg>
        <pc:grpChg chg="add del">
          <ac:chgData name="Cristian Chilipirea" userId="34ab170da5908fc4" providerId="LiveId" clId="{7840C37D-FDDB-4314-A31E-446F31402874}" dt="2019-10-13T10:46:43.492" v="281"/>
          <ac:grpSpMkLst>
            <pc:docMk/>
            <pc:sldMk cId="1191600613" sldId="518"/>
            <ac:grpSpMk id="7" creationId="{D28B9DC8-D547-4E04-A2F0-C0159B7B1044}"/>
          </ac:grpSpMkLst>
        </pc:grpChg>
        <pc:grpChg chg="add">
          <ac:chgData name="Cristian Chilipirea" userId="34ab170da5908fc4" providerId="LiveId" clId="{7840C37D-FDDB-4314-A31E-446F31402874}" dt="2019-10-13T10:46:43.512" v="282"/>
          <ac:grpSpMkLst>
            <pc:docMk/>
            <pc:sldMk cId="1191600613" sldId="518"/>
            <ac:grpSpMk id="13" creationId="{08348313-DE1B-449D-89A6-2BE6C67EB969}"/>
          </ac:grpSpMkLst>
        </pc:grpChg>
      </pc:sldChg>
      <pc:sldChg chg="addSp delSp add modAnim">
        <pc:chgData name="Cristian Chilipirea" userId="34ab170da5908fc4" providerId="LiveId" clId="{7840C37D-FDDB-4314-A31E-446F31402874}" dt="2019-10-13T10:47:00.658" v="288" actId="478"/>
        <pc:sldMkLst>
          <pc:docMk/>
          <pc:sldMk cId="1838014484" sldId="519"/>
        </pc:sldMkLst>
        <pc:spChg chg="del">
          <ac:chgData name="Cristian Chilipirea" userId="34ab170da5908fc4" providerId="LiveId" clId="{7840C37D-FDDB-4314-A31E-446F31402874}" dt="2019-10-13T10:47:00.658" v="288" actId="478"/>
          <ac:spMkLst>
            <pc:docMk/>
            <pc:sldMk cId="1838014484" sldId="519"/>
            <ac:spMk id="2" creationId="{94A634FD-3F04-4ACF-8D14-EFAE0E651979}"/>
          </ac:spMkLst>
        </pc:spChg>
        <pc:spChg chg="del">
          <ac:chgData name="Cristian Chilipirea" userId="34ab170da5908fc4" providerId="LiveId" clId="{7840C37D-FDDB-4314-A31E-446F31402874}" dt="2019-10-13T10:46:56.134" v="284" actId="478"/>
          <ac:spMkLst>
            <pc:docMk/>
            <pc:sldMk cId="1838014484" sldId="519"/>
            <ac:spMk id="3" creationId="{0EABDDDC-CF86-4541-9CED-AD906AC3EE12}"/>
          </ac:spMkLst>
        </pc:spChg>
        <pc:spChg chg="add del">
          <ac:chgData name="Cristian Chilipirea" userId="34ab170da5908fc4" providerId="LiveId" clId="{7840C37D-FDDB-4314-A31E-446F31402874}" dt="2019-10-13T10:46:58.201" v="286"/>
          <ac:spMkLst>
            <pc:docMk/>
            <pc:sldMk cId="1838014484" sldId="519"/>
            <ac:spMk id="6" creationId="{63E4D3A2-B33C-4222-A762-A40145C4B676}"/>
          </ac:spMkLst>
        </pc:spChg>
        <pc:spChg chg="add">
          <ac:chgData name="Cristian Chilipirea" userId="34ab170da5908fc4" providerId="LiveId" clId="{7840C37D-FDDB-4314-A31E-446F31402874}" dt="2019-10-13T10:46:58.214" v="287"/>
          <ac:spMkLst>
            <pc:docMk/>
            <pc:sldMk cId="1838014484" sldId="519"/>
            <ac:spMk id="7" creationId="{B997D82C-5ABF-4DE5-B4C3-2B05F4D4C6A8}"/>
          </ac:spMkLst>
        </pc:spChg>
      </pc:sldChg>
      <pc:sldChg chg="addSp delSp modSp add modAnim">
        <pc:chgData name="Cristian Chilipirea" userId="34ab170da5908fc4" providerId="LiveId" clId="{7840C37D-FDDB-4314-A31E-446F31402874}" dt="2019-10-13T10:47:16.435" v="295" actId="1076"/>
        <pc:sldMkLst>
          <pc:docMk/>
          <pc:sldMk cId="3412537942" sldId="520"/>
        </pc:sldMkLst>
        <pc:spChg chg="mod">
          <ac:chgData name="Cristian Chilipirea" userId="34ab170da5908fc4" providerId="LiveId" clId="{7840C37D-FDDB-4314-A31E-446F31402874}" dt="2019-10-13T10:47:07.922" v="290"/>
          <ac:spMkLst>
            <pc:docMk/>
            <pc:sldMk cId="3412537942" sldId="520"/>
            <ac:spMk id="2" creationId="{5FF57556-4FE8-43C6-949F-E057485AC03D}"/>
          </ac:spMkLst>
        </pc:spChg>
        <pc:spChg chg="del">
          <ac:chgData name="Cristian Chilipirea" userId="34ab170da5908fc4" providerId="LiveId" clId="{7840C37D-FDDB-4314-A31E-446F31402874}" dt="2019-10-13T10:47:09.434" v="291" actId="478"/>
          <ac:spMkLst>
            <pc:docMk/>
            <pc:sldMk cId="3412537942" sldId="520"/>
            <ac:spMk id="3" creationId="{AAD8B5E8-5891-463A-BFF2-A8C80F691426}"/>
          </ac:spMkLst>
        </pc:spChg>
        <pc:spChg chg="add del">
          <ac:chgData name="Cristian Chilipirea" userId="34ab170da5908fc4" providerId="LiveId" clId="{7840C37D-FDDB-4314-A31E-446F31402874}" dt="2019-10-13T10:47:14.518" v="293"/>
          <ac:spMkLst>
            <pc:docMk/>
            <pc:sldMk cId="3412537942" sldId="520"/>
            <ac:spMk id="4" creationId="{467C8562-A571-47D6-9B58-6BA688620E82}"/>
          </ac:spMkLst>
        </pc:spChg>
        <pc:spChg chg="add mod">
          <ac:chgData name="Cristian Chilipirea" userId="34ab170da5908fc4" providerId="LiveId" clId="{7840C37D-FDDB-4314-A31E-446F31402874}" dt="2019-10-13T10:47:16.435" v="295" actId="1076"/>
          <ac:spMkLst>
            <pc:docMk/>
            <pc:sldMk cId="3412537942" sldId="520"/>
            <ac:spMk id="5" creationId="{9620AF28-DD20-4946-9FBB-7786B269E950}"/>
          </ac:spMkLst>
        </pc:spChg>
      </pc:sldChg>
      <pc:sldChg chg="addSp delSp modSp add modAnim">
        <pc:chgData name="Cristian Chilipirea" userId="34ab170da5908fc4" providerId="LiveId" clId="{7840C37D-FDDB-4314-A31E-446F31402874}" dt="2019-10-13T10:47:28.534" v="301"/>
        <pc:sldMkLst>
          <pc:docMk/>
          <pc:sldMk cId="4136712767" sldId="521"/>
        </pc:sldMkLst>
        <pc:spChg chg="mod">
          <ac:chgData name="Cristian Chilipirea" userId="34ab170da5908fc4" providerId="LiveId" clId="{7840C37D-FDDB-4314-A31E-446F31402874}" dt="2019-10-13T10:47:21.643" v="297"/>
          <ac:spMkLst>
            <pc:docMk/>
            <pc:sldMk cId="4136712767" sldId="521"/>
            <ac:spMk id="2" creationId="{C4F284B7-62E8-4015-9E14-2E64A37D4121}"/>
          </ac:spMkLst>
        </pc:spChg>
        <pc:spChg chg="del">
          <ac:chgData name="Cristian Chilipirea" userId="34ab170da5908fc4" providerId="LiveId" clId="{7840C37D-FDDB-4314-A31E-446F31402874}" dt="2019-10-13T10:47:23.546" v="298" actId="478"/>
          <ac:spMkLst>
            <pc:docMk/>
            <pc:sldMk cId="4136712767" sldId="521"/>
            <ac:spMk id="3" creationId="{98ED1C3D-557B-4A20-B580-7B4FF8409D2E}"/>
          </ac:spMkLst>
        </pc:spChg>
        <pc:spChg chg="add del">
          <ac:chgData name="Cristian Chilipirea" userId="34ab170da5908fc4" providerId="LiveId" clId="{7840C37D-FDDB-4314-A31E-446F31402874}" dt="2019-10-13T10:47:28.494" v="300"/>
          <ac:spMkLst>
            <pc:docMk/>
            <pc:sldMk cId="4136712767" sldId="521"/>
            <ac:spMk id="4" creationId="{FDD7B8A2-37D0-48CF-AFB6-80CB66138DD0}"/>
          </ac:spMkLst>
        </pc:spChg>
        <pc:spChg chg="add del">
          <ac:chgData name="Cristian Chilipirea" userId="34ab170da5908fc4" providerId="LiveId" clId="{7840C37D-FDDB-4314-A31E-446F31402874}" dt="2019-10-13T10:47:28.494" v="300"/>
          <ac:spMkLst>
            <pc:docMk/>
            <pc:sldMk cId="4136712767" sldId="521"/>
            <ac:spMk id="5" creationId="{4F0D8DE1-2274-4D2F-A481-023A3B8F1BC9}"/>
          </ac:spMkLst>
        </pc:spChg>
        <pc:spChg chg="add del">
          <ac:chgData name="Cristian Chilipirea" userId="34ab170da5908fc4" providerId="LiveId" clId="{7840C37D-FDDB-4314-A31E-446F31402874}" dt="2019-10-13T10:47:28.494" v="300"/>
          <ac:spMkLst>
            <pc:docMk/>
            <pc:sldMk cId="4136712767" sldId="521"/>
            <ac:spMk id="6" creationId="{DC113957-E1BF-4393-A4D3-1EB5F72A3057}"/>
          </ac:spMkLst>
        </pc:spChg>
        <pc:spChg chg="add del">
          <ac:chgData name="Cristian Chilipirea" userId="34ab170da5908fc4" providerId="LiveId" clId="{7840C37D-FDDB-4314-A31E-446F31402874}" dt="2019-10-13T10:47:28.494" v="300"/>
          <ac:spMkLst>
            <pc:docMk/>
            <pc:sldMk cId="4136712767" sldId="521"/>
            <ac:spMk id="7" creationId="{0DF6DF29-74FB-4616-B8CB-6668111598D9}"/>
          </ac:spMkLst>
        </pc:spChg>
        <pc:spChg chg="add del">
          <ac:chgData name="Cristian Chilipirea" userId="34ab170da5908fc4" providerId="LiveId" clId="{7840C37D-FDDB-4314-A31E-446F31402874}" dt="2019-10-13T10:47:28.494" v="300"/>
          <ac:spMkLst>
            <pc:docMk/>
            <pc:sldMk cId="4136712767" sldId="521"/>
            <ac:spMk id="14" creationId="{3F4CD53B-364B-4E7F-A5B5-62ACF89ABDE8}"/>
          </ac:spMkLst>
        </pc:spChg>
        <pc:spChg chg="add del">
          <ac:chgData name="Cristian Chilipirea" userId="34ab170da5908fc4" providerId="LiveId" clId="{7840C37D-FDDB-4314-A31E-446F31402874}" dt="2019-10-13T10:47:28.494" v="300"/>
          <ac:spMkLst>
            <pc:docMk/>
            <pc:sldMk cId="4136712767" sldId="521"/>
            <ac:spMk id="15" creationId="{E79FE035-5B66-4479-9512-C49D6929639C}"/>
          </ac:spMkLst>
        </pc:spChg>
        <pc:spChg chg="add del">
          <ac:chgData name="Cristian Chilipirea" userId="34ab170da5908fc4" providerId="LiveId" clId="{7840C37D-FDDB-4314-A31E-446F31402874}" dt="2019-10-13T10:47:28.494" v="300"/>
          <ac:spMkLst>
            <pc:docMk/>
            <pc:sldMk cId="4136712767" sldId="521"/>
            <ac:spMk id="16" creationId="{CC39A536-3A7F-4E0B-A5FF-9F7EFA07A920}"/>
          </ac:spMkLst>
        </pc:spChg>
        <pc:spChg chg="add del">
          <ac:chgData name="Cristian Chilipirea" userId="34ab170da5908fc4" providerId="LiveId" clId="{7840C37D-FDDB-4314-A31E-446F31402874}" dt="2019-10-13T10:47:28.494" v="300"/>
          <ac:spMkLst>
            <pc:docMk/>
            <pc:sldMk cId="4136712767" sldId="521"/>
            <ac:spMk id="17" creationId="{ABAAEFCA-42E4-4C96-B492-68012664A6A1}"/>
          </ac:spMkLst>
        </pc:spChg>
        <pc:spChg chg="add del">
          <ac:chgData name="Cristian Chilipirea" userId="34ab170da5908fc4" providerId="LiveId" clId="{7840C37D-FDDB-4314-A31E-446F31402874}" dt="2019-10-13T10:47:28.494" v="300"/>
          <ac:spMkLst>
            <pc:docMk/>
            <pc:sldMk cId="4136712767" sldId="521"/>
            <ac:spMk id="18" creationId="{B2290E3A-582F-4E39-98BD-C4FC7C28377F}"/>
          </ac:spMkLst>
        </pc:spChg>
        <pc:spChg chg="add del">
          <ac:chgData name="Cristian Chilipirea" userId="34ab170da5908fc4" providerId="LiveId" clId="{7840C37D-FDDB-4314-A31E-446F31402874}" dt="2019-10-13T10:47:28.494" v="300"/>
          <ac:spMkLst>
            <pc:docMk/>
            <pc:sldMk cId="4136712767" sldId="521"/>
            <ac:spMk id="19" creationId="{957D02A1-5C4B-44B1-A172-FE448896C7B0}"/>
          </ac:spMkLst>
        </pc:spChg>
        <pc:spChg chg="add del">
          <ac:chgData name="Cristian Chilipirea" userId="34ab170da5908fc4" providerId="LiveId" clId="{7840C37D-FDDB-4314-A31E-446F31402874}" dt="2019-10-13T10:47:28.494" v="300"/>
          <ac:spMkLst>
            <pc:docMk/>
            <pc:sldMk cId="4136712767" sldId="521"/>
            <ac:spMk id="20" creationId="{F6889D18-9204-477D-9BEF-DB0F932EB3F2}"/>
          </ac:spMkLst>
        </pc:spChg>
        <pc:spChg chg="add del">
          <ac:chgData name="Cristian Chilipirea" userId="34ab170da5908fc4" providerId="LiveId" clId="{7840C37D-FDDB-4314-A31E-446F31402874}" dt="2019-10-13T10:47:28.494" v="300"/>
          <ac:spMkLst>
            <pc:docMk/>
            <pc:sldMk cId="4136712767" sldId="521"/>
            <ac:spMk id="21" creationId="{49D706F8-3731-4D33-86C9-48B9CE9520F4}"/>
          </ac:spMkLst>
        </pc:spChg>
        <pc:spChg chg="add del">
          <ac:chgData name="Cristian Chilipirea" userId="34ab170da5908fc4" providerId="LiveId" clId="{7840C37D-FDDB-4314-A31E-446F31402874}" dt="2019-10-13T10:47:28.494" v="300"/>
          <ac:spMkLst>
            <pc:docMk/>
            <pc:sldMk cId="4136712767" sldId="521"/>
            <ac:spMk id="22" creationId="{CD2F0BB5-EE2D-463E-A2E7-2913663ED5B6}"/>
          </ac:spMkLst>
        </pc:spChg>
        <pc:spChg chg="add del">
          <ac:chgData name="Cristian Chilipirea" userId="34ab170da5908fc4" providerId="LiveId" clId="{7840C37D-FDDB-4314-A31E-446F31402874}" dt="2019-10-13T10:47:28.494" v="300"/>
          <ac:spMkLst>
            <pc:docMk/>
            <pc:sldMk cId="4136712767" sldId="521"/>
            <ac:spMk id="23" creationId="{19E081F4-9F46-49BE-A240-4E05A52149BB}"/>
          </ac:spMkLst>
        </pc:spChg>
        <pc:spChg chg="add del">
          <ac:chgData name="Cristian Chilipirea" userId="34ab170da5908fc4" providerId="LiveId" clId="{7840C37D-FDDB-4314-A31E-446F31402874}" dt="2019-10-13T10:47:28.494" v="300"/>
          <ac:spMkLst>
            <pc:docMk/>
            <pc:sldMk cId="4136712767" sldId="521"/>
            <ac:spMk id="24" creationId="{5D7C137A-1A40-4E92-8B9D-B1E01D7A4D76}"/>
          </ac:spMkLst>
        </pc:spChg>
        <pc:spChg chg="add del">
          <ac:chgData name="Cristian Chilipirea" userId="34ab170da5908fc4" providerId="LiveId" clId="{7840C37D-FDDB-4314-A31E-446F31402874}" dt="2019-10-13T10:47:28.494" v="300"/>
          <ac:spMkLst>
            <pc:docMk/>
            <pc:sldMk cId="4136712767" sldId="521"/>
            <ac:spMk id="25" creationId="{49341CB4-EE1B-48E3-A4E6-1A0C68F53DB6}"/>
          </ac:spMkLst>
        </pc:spChg>
        <pc:spChg chg="add del">
          <ac:chgData name="Cristian Chilipirea" userId="34ab170da5908fc4" providerId="LiveId" clId="{7840C37D-FDDB-4314-A31E-446F31402874}" dt="2019-10-13T10:47:28.494" v="300"/>
          <ac:spMkLst>
            <pc:docMk/>
            <pc:sldMk cId="4136712767" sldId="521"/>
            <ac:spMk id="26" creationId="{026DAB82-6162-426B-89CD-B9DF942FADB8}"/>
          </ac:spMkLst>
        </pc:spChg>
        <pc:spChg chg="add del">
          <ac:chgData name="Cristian Chilipirea" userId="34ab170da5908fc4" providerId="LiveId" clId="{7840C37D-FDDB-4314-A31E-446F31402874}" dt="2019-10-13T10:47:28.494" v="300"/>
          <ac:spMkLst>
            <pc:docMk/>
            <pc:sldMk cId="4136712767" sldId="521"/>
            <ac:spMk id="27" creationId="{D316216D-E0E9-4EF8-8FA3-06D22CAF9A73}"/>
          </ac:spMkLst>
        </pc:spChg>
        <pc:spChg chg="add del">
          <ac:chgData name="Cristian Chilipirea" userId="34ab170da5908fc4" providerId="LiveId" clId="{7840C37D-FDDB-4314-A31E-446F31402874}" dt="2019-10-13T10:47:28.494" v="300"/>
          <ac:spMkLst>
            <pc:docMk/>
            <pc:sldMk cId="4136712767" sldId="521"/>
            <ac:spMk id="28" creationId="{356B67F2-0C2C-452C-B5A1-ED7A8C17557E}"/>
          </ac:spMkLst>
        </pc:spChg>
        <pc:spChg chg="add del">
          <ac:chgData name="Cristian Chilipirea" userId="34ab170da5908fc4" providerId="LiveId" clId="{7840C37D-FDDB-4314-A31E-446F31402874}" dt="2019-10-13T10:47:28.494" v="300"/>
          <ac:spMkLst>
            <pc:docMk/>
            <pc:sldMk cId="4136712767" sldId="521"/>
            <ac:spMk id="29" creationId="{09CA6E41-170A-4822-A6EB-702E2986263F}"/>
          </ac:spMkLst>
        </pc:spChg>
        <pc:spChg chg="add del">
          <ac:chgData name="Cristian Chilipirea" userId="34ab170da5908fc4" providerId="LiveId" clId="{7840C37D-FDDB-4314-A31E-446F31402874}" dt="2019-10-13T10:47:28.494" v="300"/>
          <ac:spMkLst>
            <pc:docMk/>
            <pc:sldMk cId="4136712767" sldId="521"/>
            <ac:spMk id="30" creationId="{DA876B95-DA47-46D3-82A5-679A68CBC5A1}"/>
          </ac:spMkLst>
        </pc:spChg>
        <pc:spChg chg="add del">
          <ac:chgData name="Cristian Chilipirea" userId="34ab170da5908fc4" providerId="LiveId" clId="{7840C37D-FDDB-4314-A31E-446F31402874}" dt="2019-10-13T10:47:28.494" v="300"/>
          <ac:spMkLst>
            <pc:docMk/>
            <pc:sldMk cId="4136712767" sldId="521"/>
            <ac:spMk id="31" creationId="{F4A18860-3894-4E87-9165-515EAE5F13CB}"/>
          </ac:spMkLst>
        </pc:spChg>
        <pc:spChg chg="add del">
          <ac:chgData name="Cristian Chilipirea" userId="34ab170da5908fc4" providerId="LiveId" clId="{7840C37D-FDDB-4314-A31E-446F31402874}" dt="2019-10-13T10:47:28.494" v="300"/>
          <ac:spMkLst>
            <pc:docMk/>
            <pc:sldMk cId="4136712767" sldId="521"/>
            <ac:spMk id="32" creationId="{BE906F0A-1EC2-4181-A098-8D9B53C0C1EA}"/>
          </ac:spMkLst>
        </pc:spChg>
        <pc:spChg chg="add del">
          <ac:chgData name="Cristian Chilipirea" userId="34ab170da5908fc4" providerId="LiveId" clId="{7840C37D-FDDB-4314-A31E-446F31402874}" dt="2019-10-13T10:47:28.494" v="300"/>
          <ac:spMkLst>
            <pc:docMk/>
            <pc:sldMk cId="4136712767" sldId="521"/>
            <ac:spMk id="33" creationId="{2ABFC1E8-102F-4AFB-9207-D96678D44717}"/>
          </ac:spMkLst>
        </pc:spChg>
        <pc:spChg chg="add del">
          <ac:chgData name="Cristian Chilipirea" userId="34ab170da5908fc4" providerId="LiveId" clId="{7840C37D-FDDB-4314-A31E-446F31402874}" dt="2019-10-13T10:47:28.494" v="300"/>
          <ac:spMkLst>
            <pc:docMk/>
            <pc:sldMk cId="4136712767" sldId="521"/>
            <ac:spMk id="34" creationId="{87BA0002-DE51-41CE-8136-B2243AD74926}"/>
          </ac:spMkLst>
        </pc:spChg>
        <pc:spChg chg="add del">
          <ac:chgData name="Cristian Chilipirea" userId="34ab170da5908fc4" providerId="LiveId" clId="{7840C37D-FDDB-4314-A31E-446F31402874}" dt="2019-10-13T10:47:28.494" v="300"/>
          <ac:spMkLst>
            <pc:docMk/>
            <pc:sldMk cId="4136712767" sldId="521"/>
            <ac:spMk id="35" creationId="{5BB3D601-593B-4A06-99A8-83B98A415B71}"/>
          </ac:spMkLst>
        </pc:spChg>
        <pc:spChg chg="add del">
          <ac:chgData name="Cristian Chilipirea" userId="34ab170da5908fc4" providerId="LiveId" clId="{7840C37D-FDDB-4314-A31E-446F31402874}" dt="2019-10-13T10:47:28.494" v="300"/>
          <ac:spMkLst>
            <pc:docMk/>
            <pc:sldMk cId="4136712767" sldId="521"/>
            <ac:spMk id="36" creationId="{3CEFF2FC-2EE7-4D07-801C-7FA4E8D3819F}"/>
          </ac:spMkLst>
        </pc:spChg>
        <pc:spChg chg="add del">
          <ac:chgData name="Cristian Chilipirea" userId="34ab170da5908fc4" providerId="LiveId" clId="{7840C37D-FDDB-4314-A31E-446F31402874}" dt="2019-10-13T10:47:28.494" v="300"/>
          <ac:spMkLst>
            <pc:docMk/>
            <pc:sldMk cId="4136712767" sldId="521"/>
            <ac:spMk id="37" creationId="{3031E64C-7119-46F5-8555-2628A39D9A45}"/>
          </ac:spMkLst>
        </pc:spChg>
        <pc:spChg chg="add del">
          <ac:chgData name="Cristian Chilipirea" userId="34ab170da5908fc4" providerId="LiveId" clId="{7840C37D-FDDB-4314-A31E-446F31402874}" dt="2019-10-13T10:47:28.494" v="300"/>
          <ac:spMkLst>
            <pc:docMk/>
            <pc:sldMk cId="4136712767" sldId="521"/>
            <ac:spMk id="38" creationId="{927CB411-4BC7-49D1-A515-BDFA23A0B846}"/>
          </ac:spMkLst>
        </pc:spChg>
        <pc:spChg chg="add del">
          <ac:chgData name="Cristian Chilipirea" userId="34ab170da5908fc4" providerId="LiveId" clId="{7840C37D-FDDB-4314-A31E-446F31402874}" dt="2019-10-13T10:47:28.494" v="300"/>
          <ac:spMkLst>
            <pc:docMk/>
            <pc:sldMk cId="4136712767" sldId="521"/>
            <ac:spMk id="39" creationId="{3E4ACF60-9971-4778-AB00-DA9B48703790}"/>
          </ac:spMkLst>
        </pc:spChg>
        <pc:spChg chg="add del">
          <ac:chgData name="Cristian Chilipirea" userId="34ab170da5908fc4" providerId="LiveId" clId="{7840C37D-FDDB-4314-A31E-446F31402874}" dt="2019-10-13T10:47:28.494" v="300"/>
          <ac:spMkLst>
            <pc:docMk/>
            <pc:sldMk cId="4136712767" sldId="521"/>
            <ac:spMk id="40" creationId="{3C5B98F9-23C0-4FCD-8BD3-3D1E7707933A}"/>
          </ac:spMkLst>
        </pc:spChg>
        <pc:spChg chg="add del">
          <ac:chgData name="Cristian Chilipirea" userId="34ab170da5908fc4" providerId="LiveId" clId="{7840C37D-FDDB-4314-A31E-446F31402874}" dt="2019-10-13T10:47:28.494" v="300"/>
          <ac:spMkLst>
            <pc:docMk/>
            <pc:sldMk cId="4136712767" sldId="521"/>
            <ac:spMk id="41" creationId="{9D20B7B0-8D05-4D1B-B7FE-9E552E70B7D2}"/>
          </ac:spMkLst>
        </pc:spChg>
        <pc:spChg chg="add del">
          <ac:chgData name="Cristian Chilipirea" userId="34ab170da5908fc4" providerId="LiveId" clId="{7840C37D-FDDB-4314-A31E-446F31402874}" dt="2019-10-13T10:47:28.494" v="300"/>
          <ac:spMkLst>
            <pc:docMk/>
            <pc:sldMk cId="4136712767" sldId="521"/>
            <ac:spMk id="42" creationId="{0D729C1B-575A-48B3-AFD8-1BE5B0B61526}"/>
          </ac:spMkLst>
        </pc:spChg>
        <pc:spChg chg="add del">
          <ac:chgData name="Cristian Chilipirea" userId="34ab170da5908fc4" providerId="LiveId" clId="{7840C37D-FDDB-4314-A31E-446F31402874}" dt="2019-10-13T10:47:28.494" v="300"/>
          <ac:spMkLst>
            <pc:docMk/>
            <pc:sldMk cId="4136712767" sldId="521"/>
            <ac:spMk id="43" creationId="{33364E48-36CD-4DC1-8388-98EE3A456BC8}"/>
          </ac:spMkLst>
        </pc:spChg>
        <pc:spChg chg="add del">
          <ac:chgData name="Cristian Chilipirea" userId="34ab170da5908fc4" providerId="LiveId" clId="{7840C37D-FDDB-4314-A31E-446F31402874}" dt="2019-10-13T10:47:28.494" v="300"/>
          <ac:spMkLst>
            <pc:docMk/>
            <pc:sldMk cId="4136712767" sldId="521"/>
            <ac:spMk id="44" creationId="{DB954D21-EDC8-4A8D-9F48-FB3518B44B8E}"/>
          </ac:spMkLst>
        </pc:spChg>
        <pc:spChg chg="add del">
          <ac:chgData name="Cristian Chilipirea" userId="34ab170da5908fc4" providerId="LiveId" clId="{7840C37D-FDDB-4314-A31E-446F31402874}" dt="2019-10-13T10:47:28.494" v="300"/>
          <ac:spMkLst>
            <pc:docMk/>
            <pc:sldMk cId="4136712767" sldId="521"/>
            <ac:spMk id="45" creationId="{7C668764-000D-4167-A902-0CB6AFA78205}"/>
          </ac:spMkLst>
        </pc:spChg>
        <pc:spChg chg="add del">
          <ac:chgData name="Cristian Chilipirea" userId="34ab170da5908fc4" providerId="LiveId" clId="{7840C37D-FDDB-4314-A31E-446F31402874}" dt="2019-10-13T10:47:28.494" v="300"/>
          <ac:spMkLst>
            <pc:docMk/>
            <pc:sldMk cId="4136712767" sldId="521"/>
            <ac:spMk id="46" creationId="{3E13B7DB-3F5E-42CE-93E7-D6EC412CD6DE}"/>
          </ac:spMkLst>
        </pc:spChg>
        <pc:spChg chg="add del">
          <ac:chgData name="Cristian Chilipirea" userId="34ab170da5908fc4" providerId="LiveId" clId="{7840C37D-FDDB-4314-A31E-446F31402874}" dt="2019-10-13T10:47:28.494" v="300"/>
          <ac:spMkLst>
            <pc:docMk/>
            <pc:sldMk cId="4136712767" sldId="521"/>
            <ac:spMk id="47" creationId="{7CAE5A84-362F-47DE-8EDD-63E71C5A33DC}"/>
          </ac:spMkLst>
        </pc:spChg>
        <pc:spChg chg="add del">
          <ac:chgData name="Cristian Chilipirea" userId="34ab170da5908fc4" providerId="LiveId" clId="{7840C37D-FDDB-4314-A31E-446F31402874}" dt="2019-10-13T10:47:28.494" v="300"/>
          <ac:spMkLst>
            <pc:docMk/>
            <pc:sldMk cId="4136712767" sldId="521"/>
            <ac:spMk id="48" creationId="{3A5A974A-679A-4563-B6DE-FF3B27A7ABE5}"/>
          </ac:spMkLst>
        </pc:spChg>
        <pc:spChg chg="add del">
          <ac:chgData name="Cristian Chilipirea" userId="34ab170da5908fc4" providerId="LiveId" clId="{7840C37D-FDDB-4314-A31E-446F31402874}" dt="2019-10-13T10:47:28.494" v="300"/>
          <ac:spMkLst>
            <pc:docMk/>
            <pc:sldMk cId="4136712767" sldId="521"/>
            <ac:spMk id="49" creationId="{F2B56850-D304-4624-AF46-240764E09868}"/>
          </ac:spMkLst>
        </pc:spChg>
        <pc:spChg chg="add del">
          <ac:chgData name="Cristian Chilipirea" userId="34ab170da5908fc4" providerId="LiveId" clId="{7840C37D-FDDB-4314-A31E-446F31402874}" dt="2019-10-13T10:47:28.494" v="300"/>
          <ac:spMkLst>
            <pc:docMk/>
            <pc:sldMk cId="4136712767" sldId="521"/>
            <ac:spMk id="50" creationId="{90C910D7-7C2C-41DA-A3A0-72BA592616AA}"/>
          </ac:spMkLst>
        </pc:spChg>
        <pc:spChg chg="add del">
          <ac:chgData name="Cristian Chilipirea" userId="34ab170da5908fc4" providerId="LiveId" clId="{7840C37D-FDDB-4314-A31E-446F31402874}" dt="2019-10-13T10:47:28.494" v="300"/>
          <ac:spMkLst>
            <pc:docMk/>
            <pc:sldMk cId="4136712767" sldId="521"/>
            <ac:spMk id="51" creationId="{EA861EDA-AC73-4A0F-8F8F-F9DAC9789A72}"/>
          </ac:spMkLst>
        </pc:spChg>
        <pc:spChg chg="add del">
          <ac:chgData name="Cristian Chilipirea" userId="34ab170da5908fc4" providerId="LiveId" clId="{7840C37D-FDDB-4314-A31E-446F31402874}" dt="2019-10-13T10:47:28.494" v="300"/>
          <ac:spMkLst>
            <pc:docMk/>
            <pc:sldMk cId="4136712767" sldId="521"/>
            <ac:spMk id="52" creationId="{04E01FF9-444F-46F3-9DC4-B78F800810D9}"/>
          </ac:spMkLst>
        </pc:spChg>
        <pc:spChg chg="add del">
          <ac:chgData name="Cristian Chilipirea" userId="34ab170da5908fc4" providerId="LiveId" clId="{7840C37D-FDDB-4314-A31E-446F31402874}" dt="2019-10-13T10:47:28.494" v="300"/>
          <ac:spMkLst>
            <pc:docMk/>
            <pc:sldMk cId="4136712767" sldId="521"/>
            <ac:spMk id="53" creationId="{52521E6C-EBD5-4294-89B5-3B12431ED9EA}"/>
          </ac:spMkLst>
        </pc:spChg>
        <pc:spChg chg="add del">
          <ac:chgData name="Cristian Chilipirea" userId="34ab170da5908fc4" providerId="LiveId" clId="{7840C37D-FDDB-4314-A31E-446F31402874}" dt="2019-10-13T10:47:28.494" v="300"/>
          <ac:spMkLst>
            <pc:docMk/>
            <pc:sldMk cId="4136712767" sldId="521"/>
            <ac:spMk id="54" creationId="{9530A655-A368-4A6D-AB72-54C168CFED5D}"/>
          </ac:spMkLst>
        </pc:spChg>
        <pc:spChg chg="add del">
          <ac:chgData name="Cristian Chilipirea" userId="34ab170da5908fc4" providerId="LiveId" clId="{7840C37D-FDDB-4314-A31E-446F31402874}" dt="2019-10-13T10:47:28.494" v="300"/>
          <ac:spMkLst>
            <pc:docMk/>
            <pc:sldMk cId="4136712767" sldId="521"/>
            <ac:spMk id="55" creationId="{93443756-5B5F-400C-9621-E6E902BEB380}"/>
          </ac:spMkLst>
        </pc:spChg>
        <pc:spChg chg="add del">
          <ac:chgData name="Cristian Chilipirea" userId="34ab170da5908fc4" providerId="LiveId" clId="{7840C37D-FDDB-4314-A31E-446F31402874}" dt="2019-10-13T10:47:28.494" v="300"/>
          <ac:spMkLst>
            <pc:docMk/>
            <pc:sldMk cId="4136712767" sldId="521"/>
            <ac:spMk id="56" creationId="{91B24E4C-DD48-4488-A564-BECC9B3C2EC6}"/>
          </ac:spMkLst>
        </pc:spChg>
        <pc:spChg chg="add del">
          <ac:chgData name="Cristian Chilipirea" userId="34ab170da5908fc4" providerId="LiveId" clId="{7840C37D-FDDB-4314-A31E-446F31402874}" dt="2019-10-13T10:47:28.494" v="300"/>
          <ac:spMkLst>
            <pc:docMk/>
            <pc:sldMk cId="4136712767" sldId="521"/>
            <ac:spMk id="57" creationId="{D51094B9-D4C6-4261-B652-2EFF2C5EB20F}"/>
          </ac:spMkLst>
        </pc:spChg>
        <pc:spChg chg="add del">
          <ac:chgData name="Cristian Chilipirea" userId="34ab170da5908fc4" providerId="LiveId" clId="{7840C37D-FDDB-4314-A31E-446F31402874}" dt="2019-10-13T10:47:28.494" v="300"/>
          <ac:spMkLst>
            <pc:docMk/>
            <pc:sldMk cId="4136712767" sldId="521"/>
            <ac:spMk id="58" creationId="{1ED1E833-6273-4FB4-9ABF-0AB162E31760}"/>
          </ac:spMkLst>
        </pc:spChg>
        <pc:spChg chg="add del">
          <ac:chgData name="Cristian Chilipirea" userId="34ab170da5908fc4" providerId="LiveId" clId="{7840C37D-FDDB-4314-A31E-446F31402874}" dt="2019-10-13T10:47:28.494" v="300"/>
          <ac:spMkLst>
            <pc:docMk/>
            <pc:sldMk cId="4136712767" sldId="521"/>
            <ac:spMk id="59" creationId="{571A678F-C490-4C72-BD96-535848ECC6D0}"/>
          </ac:spMkLst>
        </pc:spChg>
        <pc:spChg chg="add">
          <ac:chgData name="Cristian Chilipirea" userId="34ab170da5908fc4" providerId="LiveId" clId="{7840C37D-FDDB-4314-A31E-446F31402874}" dt="2019-10-13T10:47:28.534" v="301"/>
          <ac:spMkLst>
            <pc:docMk/>
            <pc:sldMk cId="4136712767" sldId="521"/>
            <ac:spMk id="60" creationId="{996E813B-5FD2-458C-9F8B-C850B1971B69}"/>
          </ac:spMkLst>
        </pc:spChg>
        <pc:spChg chg="add">
          <ac:chgData name="Cristian Chilipirea" userId="34ab170da5908fc4" providerId="LiveId" clId="{7840C37D-FDDB-4314-A31E-446F31402874}" dt="2019-10-13T10:47:28.534" v="301"/>
          <ac:spMkLst>
            <pc:docMk/>
            <pc:sldMk cId="4136712767" sldId="521"/>
            <ac:spMk id="61" creationId="{B92DA966-D491-4061-AB87-C3F8C59AFF17}"/>
          </ac:spMkLst>
        </pc:spChg>
        <pc:spChg chg="add">
          <ac:chgData name="Cristian Chilipirea" userId="34ab170da5908fc4" providerId="LiveId" clId="{7840C37D-FDDB-4314-A31E-446F31402874}" dt="2019-10-13T10:47:28.534" v="301"/>
          <ac:spMkLst>
            <pc:docMk/>
            <pc:sldMk cId="4136712767" sldId="521"/>
            <ac:spMk id="62" creationId="{66FBE697-CD1D-494E-ACB1-F74E3A9893BD}"/>
          </ac:spMkLst>
        </pc:spChg>
        <pc:spChg chg="add">
          <ac:chgData name="Cristian Chilipirea" userId="34ab170da5908fc4" providerId="LiveId" clId="{7840C37D-FDDB-4314-A31E-446F31402874}" dt="2019-10-13T10:47:28.534" v="301"/>
          <ac:spMkLst>
            <pc:docMk/>
            <pc:sldMk cId="4136712767" sldId="521"/>
            <ac:spMk id="63" creationId="{66FE7D4E-7D74-49B1-B736-91AE0E0215A1}"/>
          </ac:spMkLst>
        </pc:spChg>
        <pc:spChg chg="add">
          <ac:chgData name="Cristian Chilipirea" userId="34ab170da5908fc4" providerId="LiveId" clId="{7840C37D-FDDB-4314-A31E-446F31402874}" dt="2019-10-13T10:47:28.534" v="301"/>
          <ac:spMkLst>
            <pc:docMk/>
            <pc:sldMk cId="4136712767" sldId="521"/>
            <ac:spMk id="70" creationId="{46F6AF9A-86F6-43A0-881F-A5B6DF5EFFDF}"/>
          </ac:spMkLst>
        </pc:spChg>
        <pc:spChg chg="add">
          <ac:chgData name="Cristian Chilipirea" userId="34ab170da5908fc4" providerId="LiveId" clId="{7840C37D-FDDB-4314-A31E-446F31402874}" dt="2019-10-13T10:47:28.534" v="301"/>
          <ac:spMkLst>
            <pc:docMk/>
            <pc:sldMk cId="4136712767" sldId="521"/>
            <ac:spMk id="71" creationId="{7F400989-A763-4873-B9FD-FECA4AA5561B}"/>
          </ac:spMkLst>
        </pc:spChg>
        <pc:spChg chg="add">
          <ac:chgData name="Cristian Chilipirea" userId="34ab170da5908fc4" providerId="LiveId" clId="{7840C37D-FDDB-4314-A31E-446F31402874}" dt="2019-10-13T10:47:28.534" v="301"/>
          <ac:spMkLst>
            <pc:docMk/>
            <pc:sldMk cId="4136712767" sldId="521"/>
            <ac:spMk id="72" creationId="{8EEC5B4A-26E2-4680-A323-DA4249C3B5DE}"/>
          </ac:spMkLst>
        </pc:spChg>
        <pc:spChg chg="add">
          <ac:chgData name="Cristian Chilipirea" userId="34ab170da5908fc4" providerId="LiveId" clId="{7840C37D-FDDB-4314-A31E-446F31402874}" dt="2019-10-13T10:47:28.534" v="301"/>
          <ac:spMkLst>
            <pc:docMk/>
            <pc:sldMk cId="4136712767" sldId="521"/>
            <ac:spMk id="73" creationId="{40827FAD-74EB-48A1-B5C0-35A79BB034D4}"/>
          </ac:spMkLst>
        </pc:spChg>
        <pc:spChg chg="add">
          <ac:chgData name="Cristian Chilipirea" userId="34ab170da5908fc4" providerId="LiveId" clId="{7840C37D-FDDB-4314-A31E-446F31402874}" dt="2019-10-13T10:47:28.534" v="301"/>
          <ac:spMkLst>
            <pc:docMk/>
            <pc:sldMk cId="4136712767" sldId="521"/>
            <ac:spMk id="74" creationId="{9348E228-F52C-4853-AB11-9DC89F28185A}"/>
          </ac:spMkLst>
        </pc:spChg>
        <pc:spChg chg="add">
          <ac:chgData name="Cristian Chilipirea" userId="34ab170da5908fc4" providerId="LiveId" clId="{7840C37D-FDDB-4314-A31E-446F31402874}" dt="2019-10-13T10:47:28.534" v="301"/>
          <ac:spMkLst>
            <pc:docMk/>
            <pc:sldMk cId="4136712767" sldId="521"/>
            <ac:spMk id="75" creationId="{0D06214A-6594-4164-9059-DCB7AA7CDB71}"/>
          </ac:spMkLst>
        </pc:spChg>
        <pc:spChg chg="add">
          <ac:chgData name="Cristian Chilipirea" userId="34ab170da5908fc4" providerId="LiveId" clId="{7840C37D-FDDB-4314-A31E-446F31402874}" dt="2019-10-13T10:47:28.534" v="301"/>
          <ac:spMkLst>
            <pc:docMk/>
            <pc:sldMk cId="4136712767" sldId="521"/>
            <ac:spMk id="76" creationId="{51FA36B0-6927-4349-A196-4DF7DAD69844}"/>
          </ac:spMkLst>
        </pc:spChg>
        <pc:spChg chg="add">
          <ac:chgData name="Cristian Chilipirea" userId="34ab170da5908fc4" providerId="LiveId" clId="{7840C37D-FDDB-4314-A31E-446F31402874}" dt="2019-10-13T10:47:28.534" v="301"/>
          <ac:spMkLst>
            <pc:docMk/>
            <pc:sldMk cId="4136712767" sldId="521"/>
            <ac:spMk id="77" creationId="{BFB3EB9F-7D8E-4669-A6CA-5F011087A221}"/>
          </ac:spMkLst>
        </pc:spChg>
        <pc:spChg chg="add">
          <ac:chgData name="Cristian Chilipirea" userId="34ab170da5908fc4" providerId="LiveId" clId="{7840C37D-FDDB-4314-A31E-446F31402874}" dt="2019-10-13T10:47:28.534" v="301"/>
          <ac:spMkLst>
            <pc:docMk/>
            <pc:sldMk cId="4136712767" sldId="521"/>
            <ac:spMk id="78" creationId="{ED39049B-24E0-4C83-8FEB-299B94950908}"/>
          </ac:spMkLst>
        </pc:spChg>
        <pc:spChg chg="add">
          <ac:chgData name="Cristian Chilipirea" userId="34ab170da5908fc4" providerId="LiveId" clId="{7840C37D-FDDB-4314-A31E-446F31402874}" dt="2019-10-13T10:47:28.534" v="301"/>
          <ac:spMkLst>
            <pc:docMk/>
            <pc:sldMk cId="4136712767" sldId="521"/>
            <ac:spMk id="79" creationId="{EFC57ED6-8D5F-4C9D-85C6-B4CC9226537C}"/>
          </ac:spMkLst>
        </pc:spChg>
        <pc:spChg chg="add">
          <ac:chgData name="Cristian Chilipirea" userId="34ab170da5908fc4" providerId="LiveId" clId="{7840C37D-FDDB-4314-A31E-446F31402874}" dt="2019-10-13T10:47:28.534" v="301"/>
          <ac:spMkLst>
            <pc:docMk/>
            <pc:sldMk cId="4136712767" sldId="521"/>
            <ac:spMk id="80" creationId="{B6D7A9C8-342E-42A0-B049-164D799E5979}"/>
          </ac:spMkLst>
        </pc:spChg>
        <pc:spChg chg="add">
          <ac:chgData name="Cristian Chilipirea" userId="34ab170da5908fc4" providerId="LiveId" clId="{7840C37D-FDDB-4314-A31E-446F31402874}" dt="2019-10-13T10:47:28.534" v="301"/>
          <ac:spMkLst>
            <pc:docMk/>
            <pc:sldMk cId="4136712767" sldId="521"/>
            <ac:spMk id="81" creationId="{CD4DA168-3791-4499-9DB6-B023560F3790}"/>
          </ac:spMkLst>
        </pc:spChg>
        <pc:spChg chg="add">
          <ac:chgData name="Cristian Chilipirea" userId="34ab170da5908fc4" providerId="LiveId" clId="{7840C37D-FDDB-4314-A31E-446F31402874}" dt="2019-10-13T10:47:28.534" v="301"/>
          <ac:spMkLst>
            <pc:docMk/>
            <pc:sldMk cId="4136712767" sldId="521"/>
            <ac:spMk id="82" creationId="{300818D4-2186-4DBD-A720-19ACD1A765ED}"/>
          </ac:spMkLst>
        </pc:spChg>
        <pc:spChg chg="add">
          <ac:chgData name="Cristian Chilipirea" userId="34ab170da5908fc4" providerId="LiveId" clId="{7840C37D-FDDB-4314-A31E-446F31402874}" dt="2019-10-13T10:47:28.534" v="301"/>
          <ac:spMkLst>
            <pc:docMk/>
            <pc:sldMk cId="4136712767" sldId="521"/>
            <ac:spMk id="83" creationId="{EB590826-A85A-41B3-87EB-81132B11D606}"/>
          </ac:spMkLst>
        </pc:spChg>
        <pc:spChg chg="add">
          <ac:chgData name="Cristian Chilipirea" userId="34ab170da5908fc4" providerId="LiveId" clId="{7840C37D-FDDB-4314-A31E-446F31402874}" dt="2019-10-13T10:47:28.534" v="301"/>
          <ac:spMkLst>
            <pc:docMk/>
            <pc:sldMk cId="4136712767" sldId="521"/>
            <ac:spMk id="84" creationId="{4A6CE124-FC8D-4649-A406-F3E3A552F3DF}"/>
          </ac:spMkLst>
        </pc:spChg>
        <pc:spChg chg="add">
          <ac:chgData name="Cristian Chilipirea" userId="34ab170da5908fc4" providerId="LiveId" clId="{7840C37D-FDDB-4314-A31E-446F31402874}" dt="2019-10-13T10:47:28.534" v="301"/>
          <ac:spMkLst>
            <pc:docMk/>
            <pc:sldMk cId="4136712767" sldId="521"/>
            <ac:spMk id="85" creationId="{77675F04-517C-4539-950C-B6AF77588CFC}"/>
          </ac:spMkLst>
        </pc:spChg>
        <pc:spChg chg="add">
          <ac:chgData name="Cristian Chilipirea" userId="34ab170da5908fc4" providerId="LiveId" clId="{7840C37D-FDDB-4314-A31E-446F31402874}" dt="2019-10-13T10:47:28.534" v="301"/>
          <ac:spMkLst>
            <pc:docMk/>
            <pc:sldMk cId="4136712767" sldId="521"/>
            <ac:spMk id="86" creationId="{AEF77E80-7FE6-4CCF-948E-85DF07B41A22}"/>
          </ac:spMkLst>
        </pc:spChg>
        <pc:spChg chg="add">
          <ac:chgData name="Cristian Chilipirea" userId="34ab170da5908fc4" providerId="LiveId" clId="{7840C37D-FDDB-4314-A31E-446F31402874}" dt="2019-10-13T10:47:28.534" v="301"/>
          <ac:spMkLst>
            <pc:docMk/>
            <pc:sldMk cId="4136712767" sldId="521"/>
            <ac:spMk id="87" creationId="{04DD4ED8-B783-409D-BB00-71C04658DA05}"/>
          </ac:spMkLst>
        </pc:spChg>
        <pc:spChg chg="add">
          <ac:chgData name="Cristian Chilipirea" userId="34ab170da5908fc4" providerId="LiveId" clId="{7840C37D-FDDB-4314-A31E-446F31402874}" dt="2019-10-13T10:47:28.534" v="301"/>
          <ac:spMkLst>
            <pc:docMk/>
            <pc:sldMk cId="4136712767" sldId="521"/>
            <ac:spMk id="88" creationId="{DDC1620C-74EF-4407-BA0E-1B6950452A9E}"/>
          </ac:spMkLst>
        </pc:spChg>
        <pc:spChg chg="add">
          <ac:chgData name="Cristian Chilipirea" userId="34ab170da5908fc4" providerId="LiveId" clId="{7840C37D-FDDB-4314-A31E-446F31402874}" dt="2019-10-13T10:47:28.534" v="301"/>
          <ac:spMkLst>
            <pc:docMk/>
            <pc:sldMk cId="4136712767" sldId="521"/>
            <ac:spMk id="89" creationId="{26947F4F-4AC6-4F09-B1EA-D40C6B1ADC21}"/>
          </ac:spMkLst>
        </pc:spChg>
        <pc:spChg chg="add">
          <ac:chgData name="Cristian Chilipirea" userId="34ab170da5908fc4" providerId="LiveId" clId="{7840C37D-FDDB-4314-A31E-446F31402874}" dt="2019-10-13T10:47:28.534" v="301"/>
          <ac:spMkLst>
            <pc:docMk/>
            <pc:sldMk cId="4136712767" sldId="521"/>
            <ac:spMk id="90" creationId="{29A64B63-BCB0-47A7-B575-19B85027E0EE}"/>
          </ac:spMkLst>
        </pc:spChg>
        <pc:spChg chg="add">
          <ac:chgData name="Cristian Chilipirea" userId="34ab170da5908fc4" providerId="LiveId" clId="{7840C37D-FDDB-4314-A31E-446F31402874}" dt="2019-10-13T10:47:28.534" v="301"/>
          <ac:spMkLst>
            <pc:docMk/>
            <pc:sldMk cId="4136712767" sldId="521"/>
            <ac:spMk id="91" creationId="{FCCC4584-619F-4916-8E4A-5AF871DB09BA}"/>
          </ac:spMkLst>
        </pc:spChg>
        <pc:spChg chg="add">
          <ac:chgData name="Cristian Chilipirea" userId="34ab170da5908fc4" providerId="LiveId" clId="{7840C37D-FDDB-4314-A31E-446F31402874}" dt="2019-10-13T10:47:28.534" v="301"/>
          <ac:spMkLst>
            <pc:docMk/>
            <pc:sldMk cId="4136712767" sldId="521"/>
            <ac:spMk id="92" creationId="{E7954982-8B7C-4AF9-B568-96BCF79C49A6}"/>
          </ac:spMkLst>
        </pc:spChg>
        <pc:spChg chg="add">
          <ac:chgData name="Cristian Chilipirea" userId="34ab170da5908fc4" providerId="LiveId" clId="{7840C37D-FDDB-4314-A31E-446F31402874}" dt="2019-10-13T10:47:28.534" v="301"/>
          <ac:spMkLst>
            <pc:docMk/>
            <pc:sldMk cId="4136712767" sldId="521"/>
            <ac:spMk id="93" creationId="{C262D2E4-5026-48EB-ACF3-D48CC0C7E9BD}"/>
          </ac:spMkLst>
        </pc:spChg>
        <pc:spChg chg="add">
          <ac:chgData name="Cristian Chilipirea" userId="34ab170da5908fc4" providerId="LiveId" clId="{7840C37D-FDDB-4314-A31E-446F31402874}" dt="2019-10-13T10:47:28.534" v="301"/>
          <ac:spMkLst>
            <pc:docMk/>
            <pc:sldMk cId="4136712767" sldId="521"/>
            <ac:spMk id="94" creationId="{41A6F831-D141-451E-84E4-B3B0A9B1B469}"/>
          </ac:spMkLst>
        </pc:spChg>
        <pc:spChg chg="add">
          <ac:chgData name="Cristian Chilipirea" userId="34ab170da5908fc4" providerId="LiveId" clId="{7840C37D-FDDB-4314-A31E-446F31402874}" dt="2019-10-13T10:47:28.534" v="301"/>
          <ac:spMkLst>
            <pc:docMk/>
            <pc:sldMk cId="4136712767" sldId="521"/>
            <ac:spMk id="95" creationId="{B2E9B271-8BFA-459F-9F96-6631A26DEC36}"/>
          </ac:spMkLst>
        </pc:spChg>
        <pc:spChg chg="add">
          <ac:chgData name="Cristian Chilipirea" userId="34ab170da5908fc4" providerId="LiveId" clId="{7840C37D-FDDB-4314-A31E-446F31402874}" dt="2019-10-13T10:47:28.534" v="301"/>
          <ac:spMkLst>
            <pc:docMk/>
            <pc:sldMk cId="4136712767" sldId="521"/>
            <ac:spMk id="96" creationId="{7BEC05B3-B1B7-462D-A8A6-0808C2056F39}"/>
          </ac:spMkLst>
        </pc:spChg>
        <pc:spChg chg="add">
          <ac:chgData name="Cristian Chilipirea" userId="34ab170da5908fc4" providerId="LiveId" clId="{7840C37D-FDDB-4314-A31E-446F31402874}" dt="2019-10-13T10:47:28.534" v="301"/>
          <ac:spMkLst>
            <pc:docMk/>
            <pc:sldMk cId="4136712767" sldId="521"/>
            <ac:spMk id="97" creationId="{7442C9E9-C676-4BFE-A329-0AD71530C810}"/>
          </ac:spMkLst>
        </pc:spChg>
        <pc:spChg chg="add">
          <ac:chgData name="Cristian Chilipirea" userId="34ab170da5908fc4" providerId="LiveId" clId="{7840C37D-FDDB-4314-A31E-446F31402874}" dt="2019-10-13T10:47:28.534" v="301"/>
          <ac:spMkLst>
            <pc:docMk/>
            <pc:sldMk cId="4136712767" sldId="521"/>
            <ac:spMk id="98" creationId="{2F26D644-EA1F-4F19-936C-A56F72880585}"/>
          </ac:spMkLst>
        </pc:spChg>
        <pc:spChg chg="add">
          <ac:chgData name="Cristian Chilipirea" userId="34ab170da5908fc4" providerId="LiveId" clId="{7840C37D-FDDB-4314-A31E-446F31402874}" dt="2019-10-13T10:47:28.534" v="301"/>
          <ac:spMkLst>
            <pc:docMk/>
            <pc:sldMk cId="4136712767" sldId="521"/>
            <ac:spMk id="99" creationId="{EB010C5E-A5C3-4F78-8E07-29E58EA3A3A3}"/>
          </ac:spMkLst>
        </pc:spChg>
        <pc:spChg chg="add">
          <ac:chgData name="Cristian Chilipirea" userId="34ab170da5908fc4" providerId="LiveId" clId="{7840C37D-FDDB-4314-A31E-446F31402874}" dt="2019-10-13T10:47:28.534" v="301"/>
          <ac:spMkLst>
            <pc:docMk/>
            <pc:sldMk cId="4136712767" sldId="521"/>
            <ac:spMk id="100" creationId="{586FAA44-C749-4C6B-9F0B-43A07C87E796}"/>
          </ac:spMkLst>
        </pc:spChg>
        <pc:spChg chg="add">
          <ac:chgData name="Cristian Chilipirea" userId="34ab170da5908fc4" providerId="LiveId" clId="{7840C37D-FDDB-4314-A31E-446F31402874}" dt="2019-10-13T10:47:28.534" v="301"/>
          <ac:spMkLst>
            <pc:docMk/>
            <pc:sldMk cId="4136712767" sldId="521"/>
            <ac:spMk id="101" creationId="{F27D0418-4A8C-4F33-8021-11108A43C0DA}"/>
          </ac:spMkLst>
        </pc:spChg>
        <pc:spChg chg="add">
          <ac:chgData name="Cristian Chilipirea" userId="34ab170da5908fc4" providerId="LiveId" clId="{7840C37D-FDDB-4314-A31E-446F31402874}" dt="2019-10-13T10:47:28.534" v="301"/>
          <ac:spMkLst>
            <pc:docMk/>
            <pc:sldMk cId="4136712767" sldId="521"/>
            <ac:spMk id="102" creationId="{A0D1BA4E-4CAC-4FDC-ADBE-F209E65EE79E}"/>
          </ac:spMkLst>
        </pc:spChg>
        <pc:spChg chg="add">
          <ac:chgData name="Cristian Chilipirea" userId="34ab170da5908fc4" providerId="LiveId" clId="{7840C37D-FDDB-4314-A31E-446F31402874}" dt="2019-10-13T10:47:28.534" v="301"/>
          <ac:spMkLst>
            <pc:docMk/>
            <pc:sldMk cId="4136712767" sldId="521"/>
            <ac:spMk id="103" creationId="{3BC9119A-B9D3-4F56-AE5F-DE3E73273802}"/>
          </ac:spMkLst>
        </pc:spChg>
        <pc:spChg chg="add">
          <ac:chgData name="Cristian Chilipirea" userId="34ab170da5908fc4" providerId="LiveId" clId="{7840C37D-FDDB-4314-A31E-446F31402874}" dt="2019-10-13T10:47:28.534" v="301"/>
          <ac:spMkLst>
            <pc:docMk/>
            <pc:sldMk cId="4136712767" sldId="521"/>
            <ac:spMk id="104" creationId="{D691494B-772E-450E-93AE-D7691C8557CD}"/>
          </ac:spMkLst>
        </pc:spChg>
        <pc:spChg chg="add">
          <ac:chgData name="Cristian Chilipirea" userId="34ab170da5908fc4" providerId="LiveId" clId="{7840C37D-FDDB-4314-A31E-446F31402874}" dt="2019-10-13T10:47:28.534" v="301"/>
          <ac:spMkLst>
            <pc:docMk/>
            <pc:sldMk cId="4136712767" sldId="521"/>
            <ac:spMk id="105" creationId="{75B82E94-D673-4044-9A2C-7C7066AEB50B}"/>
          </ac:spMkLst>
        </pc:spChg>
        <pc:spChg chg="add">
          <ac:chgData name="Cristian Chilipirea" userId="34ab170da5908fc4" providerId="LiveId" clId="{7840C37D-FDDB-4314-A31E-446F31402874}" dt="2019-10-13T10:47:28.534" v="301"/>
          <ac:spMkLst>
            <pc:docMk/>
            <pc:sldMk cId="4136712767" sldId="521"/>
            <ac:spMk id="106" creationId="{80AFAD67-AD13-406A-B26C-BF481B266748}"/>
          </ac:spMkLst>
        </pc:spChg>
        <pc:spChg chg="add">
          <ac:chgData name="Cristian Chilipirea" userId="34ab170da5908fc4" providerId="LiveId" clId="{7840C37D-FDDB-4314-A31E-446F31402874}" dt="2019-10-13T10:47:28.534" v="301"/>
          <ac:spMkLst>
            <pc:docMk/>
            <pc:sldMk cId="4136712767" sldId="521"/>
            <ac:spMk id="107" creationId="{7B96DFEC-305C-4BF3-A2D4-61F904CB63D6}"/>
          </ac:spMkLst>
        </pc:spChg>
        <pc:spChg chg="add">
          <ac:chgData name="Cristian Chilipirea" userId="34ab170da5908fc4" providerId="LiveId" clId="{7840C37D-FDDB-4314-A31E-446F31402874}" dt="2019-10-13T10:47:28.534" v="301"/>
          <ac:spMkLst>
            <pc:docMk/>
            <pc:sldMk cId="4136712767" sldId="521"/>
            <ac:spMk id="108" creationId="{79BA65F6-5528-439F-89CB-44EDF9E8C24E}"/>
          </ac:spMkLst>
        </pc:spChg>
        <pc:spChg chg="add">
          <ac:chgData name="Cristian Chilipirea" userId="34ab170da5908fc4" providerId="LiveId" clId="{7840C37D-FDDB-4314-A31E-446F31402874}" dt="2019-10-13T10:47:28.534" v="301"/>
          <ac:spMkLst>
            <pc:docMk/>
            <pc:sldMk cId="4136712767" sldId="521"/>
            <ac:spMk id="109" creationId="{5EB8872C-F2ED-4774-A7A7-E239D4C1D8CC}"/>
          </ac:spMkLst>
        </pc:spChg>
        <pc:spChg chg="add">
          <ac:chgData name="Cristian Chilipirea" userId="34ab170da5908fc4" providerId="LiveId" clId="{7840C37D-FDDB-4314-A31E-446F31402874}" dt="2019-10-13T10:47:28.534" v="301"/>
          <ac:spMkLst>
            <pc:docMk/>
            <pc:sldMk cId="4136712767" sldId="521"/>
            <ac:spMk id="110" creationId="{9DADC3AC-6797-413C-8DFA-2746FA9DF224}"/>
          </ac:spMkLst>
        </pc:spChg>
        <pc:spChg chg="add">
          <ac:chgData name="Cristian Chilipirea" userId="34ab170da5908fc4" providerId="LiveId" clId="{7840C37D-FDDB-4314-A31E-446F31402874}" dt="2019-10-13T10:47:28.534" v="301"/>
          <ac:spMkLst>
            <pc:docMk/>
            <pc:sldMk cId="4136712767" sldId="521"/>
            <ac:spMk id="111" creationId="{57DB197B-1842-460E-9A65-057FAD50A6C0}"/>
          </ac:spMkLst>
        </pc:spChg>
        <pc:spChg chg="add">
          <ac:chgData name="Cristian Chilipirea" userId="34ab170da5908fc4" providerId="LiveId" clId="{7840C37D-FDDB-4314-A31E-446F31402874}" dt="2019-10-13T10:47:28.534" v="301"/>
          <ac:spMkLst>
            <pc:docMk/>
            <pc:sldMk cId="4136712767" sldId="521"/>
            <ac:spMk id="112" creationId="{541883BC-404C-4999-8BA0-CDF31F2F567E}"/>
          </ac:spMkLst>
        </pc:spChg>
        <pc:spChg chg="add">
          <ac:chgData name="Cristian Chilipirea" userId="34ab170da5908fc4" providerId="LiveId" clId="{7840C37D-FDDB-4314-A31E-446F31402874}" dt="2019-10-13T10:47:28.534" v="301"/>
          <ac:spMkLst>
            <pc:docMk/>
            <pc:sldMk cId="4136712767" sldId="521"/>
            <ac:spMk id="113" creationId="{D0ED8324-0B4D-42F9-A3A7-69D4592C6DCE}"/>
          </ac:spMkLst>
        </pc:spChg>
        <pc:spChg chg="add">
          <ac:chgData name="Cristian Chilipirea" userId="34ab170da5908fc4" providerId="LiveId" clId="{7840C37D-FDDB-4314-A31E-446F31402874}" dt="2019-10-13T10:47:28.534" v="301"/>
          <ac:spMkLst>
            <pc:docMk/>
            <pc:sldMk cId="4136712767" sldId="521"/>
            <ac:spMk id="114" creationId="{FB7108CB-C848-4EF6-96B9-3808A62E2603}"/>
          </ac:spMkLst>
        </pc:spChg>
        <pc:spChg chg="add">
          <ac:chgData name="Cristian Chilipirea" userId="34ab170da5908fc4" providerId="LiveId" clId="{7840C37D-FDDB-4314-A31E-446F31402874}" dt="2019-10-13T10:47:28.534" v="301"/>
          <ac:spMkLst>
            <pc:docMk/>
            <pc:sldMk cId="4136712767" sldId="521"/>
            <ac:spMk id="115" creationId="{B344021D-F580-440A-BF07-79FEE2AB7437}"/>
          </ac:spMkLst>
        </pc:spChg>
        <pc:cxnChg chg="add del">
          <ac:chgData name="Cristian Chilipirea" userId="34ab170da5908fc4" providerId="LiveId" clId="{7840C37D-FDDB-4314-A31E-446F31402874}" dt="2019-10-13T10:47:28.494" v="300"/>
          <ac:cxnSpMkLst>
            <pc:docMk/>
            <pc:sldMk cId="4136712767" sldId="521"/>
            <ac:cxnSpMk id="8" creationId="{FCBF417E-CB6F-42A8-9D47-F972098E8ECB}"/>
          </ac:cxnSpMkLst>
        </pc:cxnChg>
        <pc:cxnChg chg="add del">
          <ac:chgData name="Cristian Chilipirea" userId="34ab170da5908fc4" providerId="LiveId" clId="{7840C37D-FDDB-4314-A31E-446F31402874}" dt="2019-10-13T10:47:28.494" v="300"/>
          <ac:cxnSpMkLst>
            <pc:docMk/>
            <pc:sldMk cId="4136712767" sldId="521"/>
            <ac:cxnSpMk id="9" creationId="{28D0800C-0482-4780-BC5A-98205925BD29}"/>
          </ac:cxnSpMkLst>
        </pc:cxnChg>
        <pc:cxnChg chg="add del">
          <ac:chgData name="Cristian Chilipirea" userId="34ab170da5908fc4" providerId="LiveId" clId="{7840C37D-FDDB-4314-A31E-446F31402874}" dt="2019-10-13T10:47:28.494" v="300"/>
          <ac:cxnSpMkLst>
            <pc:docMk/>
            <pc:sldMk cId="4136712767" sldId="521"/>
            <ac:cxnSpMk id="10" creationId="{B6F9E05B-3729-4A72-90D5-C93B36E68099}"/>
          </ac:cxnSpMkLst>
        </pc:cxnChg>
        <pc:cxnChg chg="add del">
          <ac:chgData name="Cristian Chilipirea" userId="34ab170da5908fc4" providerId="LiveId" clId="{7840C37D-FDDB-4314-A31E-446F31402874}" dt="2019-10-13T10:47:28.494" v="300"/>
          <ac:cxnSpMkLst>
            <pc:docMk/>
            <pc:sldMk cId="4136712767" sldId="521"/>
            <ac:cxnSpMk id="11" creationId="{DE92F690-6303-4E80-A182-FC251DE3F70D}"/>
          </ac:cxnSpMkLst>
        </pc:cxnChg>
        <pc:cxnChg chg="add del">
          <ac:chgData name="Cristian Chilipirea" userId="34ab170da5908fc4" providerId="LiveId" clId="{7840C37D-FDDB-4314-A31E-446F31402874}" dt="2019-10-13T10:47:28.494" v="300"/>
          <ac:cxnSpMkLst>
            <pc:docMk/>
            <pc:sldMk cId="4136712767" sldId="521"/>
            <ac:cxnSpMk id="12" creationId="{CF25316B-73A6-44E6-83B6-7EF527FCC9A9}"/>
          </ac:cxnSpMkLst>
        </pc:cxnChg>
        <pc:cxnChg chg="add del">
          <ac:chgData name="Cristian Chilipirea" userId="34ab170da5908fc4" providerId="LiveId" clId="{7840C37D-FDDB-4314-A31E-446F31402874}" dt="2019-10-13T10:47:28.494" v="300"/>
          <ac:cxnSpMkLst>
            <pc:docMk/>
            <pc:sldMk cId="4136712767" sldId="521"/>
            <ac:cxnSpMk id="13" creationId="{E129B044-3679-4398-A96B-45B43F6C2532}"/>
          </ac:cxnSpMkLst>
        </pc:cxnChg>
        <pc:cxnChg chg="add">
          <ac:chgData name="Cristian Chilipirea" userId="34ab170da5908fc4" providerId="LiveId" clId="{7840C37D-FDDB-4314-A31E-446F31402874}" dt="2019-10-13T10:47:28.534" v="301"/>
          <ac:cxnSpMkLst>
            <pc:docMk/>
            <pc:sldMk cId="4136712767" sldId="521"/>
            <ac:cxnSpMk id="64" creationId="{2A0561DE-0379-46E0-B573-61C299943EC4}"/>
          </ac:cxnSpMkLst>
        </pc:cxnChg>
        <pc:cxnChg chg="add">
          <ac:chgData name="Cristian Chilipirea" userId="34ab170da5908fc4" providerId="LiveId" clId="{7840C37D-FDDB-4314-A31E-446F31402874}" dt="2019-10-13T10:47:28.534" v="301"/>
          <ac:cxnSpMkLst>
            <pc:docMk/>
            <pc:sldMk cId="4136712767" sldId="521"/>
            <ac:cxnSpMk id="65" creationId="{5055DC80-1349-4EE9-A1B1-646002A67EC1}"/>
          </ac:cxnSpMkLst>
        </pc:cxnChg>
        <pc:cxnChg chg="add">
          <ac:chgData name="Cristian Chilipirea" userId="34ab170da5908fc4" providerId="LiveId" clId="{7840C37D-FDDB-4314-A31E-446F31402874}" dt="2019-10-13T10:47:28.534" v="301"/>
          <ac:cxnSpMkLst>
            <pc:docMk/>
            <pc:sldMk cId="4136712767" sldId="521"/>
            <ac:cxnSpMk id="66" creationId="{02A0D8F0-9F76-4C4A-92FD-B701CA6F0F31}"/>
          </ac:cxnSpMkLst>
        </pc:cxnChg>
        <pc:cxnChg chg="add">
          <ac:chgData name="Cristian Chilipirea" userId="34ab170da5908fc4" providerId="LiveId" clId="{7840C37D-FDDB-4314-A31E-446F31402874}" dt="2019-10-13T10:47:28.534" v="301"/>
          <ac:cxnSpMkLst>
            <pc:docMk/>
            <pc:sldMk cId="4136712767" sldId="521"/>
            <ac:cxnSpMk id="67" creationId="{F70A1820-FEBD-4721-9117-6494A776F0CB}"/>
          </ac:cxnSpMkLst>
        </pc:cxnChg>
        <pc:cxnChg chg="add">
          <ac:chgData name="Cristian Chilipirea" userId="34ab170da5908fc4" providerId="LiveId" clId="{7840C37D-FDDB-4314-A31E-446F31402874}" dt="2019-10-13T10:47:28.534" v="301"/>
          <ac:cxnSpMkLst>
            <pc:docMk/>
            <pc:sldMk cId="4136712767" sldId="521"/>
            <ac:cxnSpMk id="68" creationId="{9D90D533-061E-4902-8FEB-A737AF8C33A1}"/>
          </ac:cxnSpMkLst>
        </pc:cxnChg>
        <pc:cxnChg chg="add">
          <ac:chgData name="Cristian Chilipirea" userId="34ab170da5908fc4" providerId="LiveId" clId="{7840C37D-FDDB-4314-A31E-446F31402874}" dt="2019-10-13T10:47:28.534" v="301"/>
          <ac:cxnSpMkLst>
            <pc:docMk/>
            <pc:sldMk cId="4136712767" sldId="521"/>
            <ac:cxnSpMk id="69" creationId="{B6C506FF-07BB-4369-A1A1-38FE0793C74D}"/>
          </ac:cxnSpMkLst>
        </pc:cxnChg>
      </pc:sldChg>
      <pc:sldChg chg="addSp delSp modSp add">
        <pc:chgData name="Cristian Chilipirea" userId="34ab170da5908fc4" providerId="LiveId" clId="{7840C37D-FDDB-4314-A31E-446F31402874}" dt="2019-10-13T10:47:42.951" v="308" actId="1076"/>
        <pc:sldMkLst>
          <pc:docMk/>
          <pc:sldMk cId="1521766123" sldId="522"/>
        </pc:sldMkLst>
        <pc:spChg chg="mod">
          <ac:chgData name="Cristian Chilipirea" userId="34ab170da5908fc4" providerId="LiveId" clId="{7840C37D-FDDB-4314-A31E-446F31402874}" dt="2019-10-13T10:47:34.454" v="303"/>
          <ac:spMkLst>
            <pc:docMk/>
            <pc:sldMk cId="1521766123" sldId="522"/>
            <ac:spMk id="2" creationId="{087583AB-EE35-4D0A-81C9-5B612E005724}"/>
          </ac:spMkLst>
        </pc:spChg>
        <pc:spChg chg="del">
          <ac:chgData name="Cristian Chilipirea" userId="34ab170da5908fc4" providerId="LiveId" clId="{7840C37D-FDDB-4314-A31E-446F31402874}" dt="2019-10-13T10:47:35.990" v="304" actId="478"/>
          <ac:spMkLst>
            <pc:docMk/>
            <pc:sldMk cId="1521766123" sldId="522"/>
            <ac:spMk id="3" creationId="{93EB761A-E291-4B7E-9C23-D19CA9EA903B}"/>
          </ac:spMkLst>
        </pc:spChg>
        <pc:spChg chg="add del">
          <ac:chgData name="Cristian Chilipirea" userId="34ab170da5908fc4" providerId="LiveId" clId="{7840C37D-FDDB-4314-A31E-446F31402874}" dt="2019-10-13T10:47:41.202" v="306"/>
          <ac:spMkLst>
            <pc:docMk/>
            <pc:sldMk cId="1521766123" sldId="522"/>
            <ac:spMk id="4" creationId="{1E84260C-069E-4F2F-AEA7-B7E5F53A7722}"/>
          </ac:spMkLst>
        </pc:spChg>
        <pc:spChg chg="add mod">
          <ac:chgData name="Cristian Chilipirea" userId="34ab170da5908fc4" providerId="LiveId" clId="{7840C37D-FDDB-4314-A31E-446F31402874}" dt="2019-10-13T10:47:42.951" v="308" actId="1076"/>
          <ac:spMkLst>
            <pc:docMk/>
            <pc:sldMk cId="1521766123" sldId="522"/>
            <ac:spMk id="5" creationId="{DC47B47B-A2A8-4FB6-BF0D-0938F44D49C3}"/>
          </ac:spMkLst>
        </pc:spChg>
      </pc:sldChg>
      <pc:sldChg chg="addSp delSp modSp add">
        <pc:chgData name="Cristian Chilipirea" userId="34ab170da5908fc4" providerId="LiveId" clId="{7840C37D-FDDB-4314-A31E-446F31402874}" dt="2019-10-13T10:48:04.162" v="321" actId="1076"/>
        <pc:sldMkLst>
          <pc:docMk/>
          <pc:sldMk cId="2856208639" sldId="523"/>
        </pc:sldMkLst>
        <pc:spChg chg="mod">
          <ac:chgData name="Cristian Chilipirea" userId="34ab170da5908fc4" providerId="LiveId" clId="{7840C37D-FDDB-4314-A31E-446F31402874}" dt="2019-10-13T10:47:55.581" v="314" actId="20577"/>
          <ac:spMkLst>
            <pc:docMk/>
            <pc:sldMk cId="2856208639" sldId="523"/>
            <ac:spMk id="2" creationId="{5ABD4010-30AB-4B32-9DB5-F7BBD4346106}"/>
          </ac:spMkLst>
        </pc:spChg>
        <pc:spChg chg="add del">
          <ac:chgData name="Cristian Chilipirea" userId="34ab170da5908fc4" providerId="LiveId" clId="{7840C37D-FDDB-4314-A31E-446F31402874}" dt="2019-10-13T10:48:00.818" v="317" actId="478"/>
          <ac:spMkLst>
            <pc:docMk/>
            <pc:sldMk cId="2856208639" sldId="523"/>
            <ac:spMk id="3" creationId="{37E0E0A0-8AA7-4B46-9225-4616B0B8FC46}"/>
          </ac:spMkLst>
        </pc:spChg>
        <pc:spChg chg="add del">
          <ac:chgData name="Cristian Chilipirea" userId="34ab170da5908fc4" providerId="LiveId" clId="{7840C37D-FDDB-4314-A31E-446F31402874}" dt="2019-10-13T10:47:59.530" v="316"/>
          <ac:spMkLst>
            <pc:docMk/>
            <pc:sldMk cId="2856208639" sldId="523"/>
            <ac:spMk id="4" creationId="{4ABD68A8-8173-4621-8C69-57285E06B9A1}"/>
          </ac:spMkLst>
        </pc:spChg>
        <pc:spChg chg="add del">
          <ac:chgData name="Cristian Chilipirea" userId="34ab170da5908fc4" providerId="LiveId" clId="{7840C37D-FDDB-4314-A31E-446F31402874}" dt="2019-10-13T10:48:02.614" v="319"/>
          <ac:spMkLst>
            <pc:docMk/>
            <pc:sldMk cId="2856208639" sldId="523"/>
            <ac:spMk id="5" creationId="{BEF2C98E-C338-4432-8D89-1016BEB623FD}"/>
          </ac:spMkLst>
        </pc:spChg>
        <pc:spChg chg="add mod">
          <ac:chgData name="Cristian Chilipirea" userId="34ab170da5908fc4" providerId="LiveId" clId="{7840C37D-FDDB-4314-A31E-446F31402874}" dt="2019-10-13T10:48:04.162" v="321" actId="1076"/>
          <ac:spMkLst>
            <pc:docMk/>
            <pc:sldMk cId="2856208639" sldId="523"/>
            <ac:spMk id="6" creationId="{FCEB5C27-C595-4472-868D-D22E5E10196A}"/>
          </ac:spMkLst>
        </pc:spChg>
      </pc:sldChg>
      <pc:sldChg chg="addSp delSp modSp add">
        <pc:chgData name="Cristian Chilipirea" userId="34ab170da5908fc4" providerId="LiveId" clId="{7840C37D-FDDB-4314-A31E-446F31402874}" dt="2019-10-13T10:48:23.878" v="329" actId="1076"/>
        <pc:sldMkLst>
          <pc:docMk/>
          <pc:sldMk cId="3044049693" sldId="524"/>
        </pc:sldMkLst>
        <pc:spChg chg="mod">
          <ac:chgData name="Cristian Chilipirea" userId="34ab170da5908fc4" providerId="LiveId" clId="{7840C37D-FDDB-4314-A31E-446F31402874}" dt="2019-10-13T10:48:14.994" v="324"/>
          <ac:spMkLst>
            <pc:docMk/>
            <pc:sldMk cId="3044049693" sldId="524"/>
            <ac:spMk id="2" creationId="{BA8B5143-6A53-4BC8-869E-34A96148FB21}"/>
          </ac:spMkLst>
        </pc:spChg>
        <pc:spChg chg="del">
          <ac:chgData name="Cristian Chilipirea" userId="34ab170da5908fc4" providerId="LiveId" clId="{7840C37D-FDDB-4314-A31E-446F31402874}" dt="2019-10-13T10:48:16.538" v="325" actId="478"/>
          <ac:spMkLst>
            <pc:docMk/>
            <pc:sldMk cId="3044049693" sldId="524"/>
            <ac:spMk id="3" creationId="{D25897CD-F3C7-40BA-AA26-D060F31EEFC2}"/>
          </ac:spMkLst>
        </pc:spChg>
        <pc:spChg chg="add del">
          <ac:chgData name="Cristian Chilipirea" userId="34ab170da5908fc4" providerId="LiveId" clId="{7840C37D-FDDB-4314-A31E-446F31402874}" dt="2019-10-13T10:48:21.722" v="327"/>
          <ac:spMkLst>
            <pc:docMk/>
            <pc:sldMk cId="3044049693" sldId="524"/>
            <ac:spMk id="4" creationId="{0785F1C4-FDB5-4450-89E7-A68C8C61A1DE}"/>
          </ac:spMkLst>
        </pc:spChg>
        <pc:spChg chg="add mod">
          <ac:chgData name="Cristian Chilipirea" userId="34ab170da5908fc4" providerId="LiveId" clId="{7840C37D-FDDB-4314-A31E-446F31402874}" dt="2019-10-13T10:48:23.878" v="329" actId="1076"/>
          <ac:spMkLst>
            <pc:docMk/>
            <pc:sldMk cId="3044049693" sldId="524"/>
            <ac:spMk id="5" creationId="{15ACF909-0E4B-4F63-B31B-29203DAE0504}"/>
          </ac:spMkLst>
        </pc:spChg>
      </pc:sldChg>
      <pc:sldChg chg="addSp delSp modSp add modAnim">
        <pc:chgData name="Cristian Chilipirea" userId="34ab170da5908fc4" providerId="LiveId" clId="{7840C37D-FDDB-4314-A31E-446F31402874}" dt="2019-10-13T10:48:42.726" v="334" actId="1076"/>
        <pc:sldMkLst>
          <pc:docMk/>
          <pc:sldMk cId="2776878137" sldId="525"/>
        </pc:sldMkLst>
        <pc:spChg chg="mod">
          <ac:chgData name="Cristian Chilipirea" userId="34ab170da5908fc4" providerId="LiveId" clId="{7840C37D-FDDB-4314-A31E-446F31402874}" dt="2019-10-13T10:48:29.215" v="331"/>
          <ac:spMkLst>
            <pc:docMk/>
            <pc:sldMk cId="2776878137" sldId="525"/>
            <ac:spMk id="2" creationId="{76C2AD36-DC8F-414F-8155-6A2E3A41E1B8}"/>
          </ac:spMkLst>
        </pc:spChg>
        <pc:spChg chg="del">
          <ac:chgData name="Cristian Chilipirea" userId="34ab170da5908fc4" providerId="LiveId" clId="{7840C37D-FDDB-4314-A31E-446F31402874}" dt="2019-10-13T10:48:31.485" v="332" actId="478"/>
          <ac:spMkLst>
            <pc:docMk/>
            <pc:sldMk cId="2776878137" sldId="525"/>
            <ac:spMk id="3" creationId="{D5970C0C-96E8-441B-8D4B-B53869A30BD3}"/>
          </ac:spMkLst>
        </pc:spChg>
        <pc:spChg chg="add mod">
          <ac:chgData name="Cristian Chilipirea" userId="34ab170da5908fc4" providerId="LiveId" clId="{7840C37D-FDDB-4314-A31E-446F31402874}" dt="2019-10-13T10:48:42.726" v="334" actId="1076"/>
          <ac:spMkLst>
            <pc:docMk/>
            <pc:sldMk cId="2776878137" sldId="525"/>
            <ac:spMk id="5" creationId="{38C7907B-12CA-41CD-9B30-51ABC79AF802}"/>
          </ac:spMkLst>
        </pc:spChg>
        <pc:spChg chg="add mod">
          <ac:chgData name="Cristian Chilipirea" userId="34ab170da5908fc4" providerId="LiveId" clId="{7840C37D-FDDB-4314-A31E-446F31402874}" dt="2019-10-13T10:48:42.726" v="334" actId="1076"/>
          <ac:spMkLst>
            <pc:docMk/>
            <pc:sldMk cId="2776878137" sldId="525"/>
            <ac:spMk id="6" creationId="{0F877DD3-BAA7-4AE1-AE9A-791289C179EF}"/>
          </ac:spMkLst>
        </pc:spChg>
        <pc:spChg chg="add mod">
          <ac:chgData name="Cristian Chilipirea" userId="34ab170da5908fc4" providerId="LiveId" clId="{7840C37D-FDDB-4314-A31E-446F31402874}" dt="2019-10-13T10:48:42.726" v="334" actId="1076"/>
          <ac:spMkLst>
            <pc:docMk/>
            <pc:sldMk cId="2776878137" sldId="525"/>
            <ac:spMk id="7" creationId="{1105D914-6C26-4632-A4D7-42EA3C88EF67}"/>
          </ac:spMkLst>
        </pc:spChg>
        <pc:spChg chg="add mod">
          <ac:chgData name="Cristian Chilipirea" userId="34ab170da5908fc4" providerId="LiveId" clId="{7840C37D-FDDB-4314-A31E-446F31402874}" dt="2019-10-13T10:48:42.726" v="334" actId="1076"/>
          <ac:spMkLst>
            <pc:docMk/>
            <pc:sldMk cId="2776878137" sldId="525"/>
            <ac:spMk id="8" creationId="{D7CAAD16-E950-4C35-8411-873D912A1CD9}"/>
          </ac:spMkLst>
        </pc:spChg>
        <pc:spChg chg="add mod">
          <ac:chgData name="Cristian Chilipirea" userId="34ab170da5908fc4" providerId="LiveId" clId="{7840C37D-FDDB-4314-A31E-446F31402874}" dt="2019-10-13T10:48:42.726" v="334" actId="1076"/>
          <ac:spMkLst>
            <pc:docMk/>
            <pc:sldMk cId="2776878137" sldId="525"/>
            <ac:spMk id="13" creationId="{1B9E306E-030F-4FD6-9179-2E535617EEE2}"/>
          </ac:spMkLst>
        </pc:spChg>
        <pc:spChg chg="add mod">
          <ac:chgData name="Cristian Chilipirea" userId="34ab170da5908fc4" providerId="LiveId" clId="{7840C37D-FDDB-4314-A31E-446F31402874}" dt="2019-10-13T10:48:42.726" v="334" actId="1076"/>
          <ac:spMkLst>
            <pc:docMk/>
            <pc:sldMk cId="2776878137" sldId="525"/>
            <ac:spMk id="14" creationId="{FD5409F2-F757-4147-BBCA-7941C03C8BBC}"/>
          </ac:spMkLst>
        </pc:spChg>
        <pc:spChg chg="add mod">
          <ac:chgData name="Cristian Chilipirea" userId="34ab170da5908fc4" providerId="LiveId" clId="{7840C37D-FDDB-4314-A31E-446F31402874}" dt="2019-10-13T10:48:42.726" v="334" actId="1076"/>
          <ac:spMkLst>
            <pc:docMk/>
            <pc:sldMk cId="2776878137" sldId="525"/>
            <ac:spMk id="15" creationId="{B475DB6A-EE79-41F2-A508-1AA3134B4101}"/>
          </ac:spMkLst>
        </pc:spChg>
        <pc:spChg chg="add mod">
          <ac:chgData name="Cristian Chilipirea" userId="34ab170da5908fc4" providerId="LiveId" clId="{7840C37D-FDDB-4314-A31E-446F31402874}" dt="2019-10-13T10:48:42.726" v="334" actId="1076"/>
          <ac:spMkLst>
            <pc:docMk/>
            <pc:sldMk cId="2776878137" sldId="525"/>
            <ac:spMk id="16" creationId="{40C54DE1-B86B-4F43-9252-B1AFB7B5C3C7}"/>
          </ac:spMkLst>
        </pc:spChg>
        <pc:spChg chg="add mod">
          <ac:chgData name="Cristian Chilipirea" userId="34ab170da5908fc4" providerId="LiveId" clId="{7840C37D-FDDB-4314-A31E-446F31402874}" dt="2019-10-13T10:48:42.726" v="334" actId="1076"/>
          <ac:spMkLst>
            <pc:docMk/>
            <pc:sldMk cId="2776878137" sldId="525"/>
            <ac:spMk id="17" creationId="{5ADB9742-22A2-444F-869E-D1E88DB928A1}"/>
          </ac:spMkLst>
        </pc:spChg>
        <pc:spChg chg="add mod">
          <ac:chgData name="Cristian Chilipirea" userId="34ab170da5908fc4" providerId="LiveId" clId="{7840C37D-FDDB-4314-A31E-446F31402874}" dt="2019-10-13T10:48:42.726" v="334" actId="1076"/>
          <ac:spMkLst>
            <pc:docMk/>
            <pc:sldMk cId="2776878137" sldId="525"/>
            <ac:spMk id="18" creationId="{CAF083CA-B062-4795-8396-6BF898604167}"/>
          </ac:spMkLst>
        </pc:spChg>
        <pc:spChg chg="add mod">
          <ac:chgData name="Cristian Chilipirea" userId="34ab170da5908fc4" providerId="LiveId" clId="{7840C37D-FDDB-4314-A31E-446F31402874}" dt="2019-10-13T10:48:42.726" v="334" actId="1076"/>
          <ac:spMkLst>
            <pc:docMk/>
            <pc:sldMk cId="2776878137" sldId="525"/>
            <ac:spMk id="19" creationId="{4E56696D-E50C-47CD-BE58-0850553E4EA3}"/>
          </ac:spMkLst>
        </pc:spChg>
        <pc:spChg chg="add mod">
          <ac:chgData name="Cristian Chilipirea" userId="34ab170da5908fc4" providerId="LiveId" clId="{7840C37D-FDDB-4314-A31E-446F31402874}" dt="2019-10-13T10:48:42.726" v="334" actId="1076"/>
          <ac:spMkLst>
            <pc:docMk/>
            <pc:sldMk cId="2776878137" sldId="525"/>
            <ac:spMk id="20" creationId="{CD7173D3-2692-45E6-AE4F-70129717BB6A}"/>
          </ac:spMkLst>
        </pc:spChg>
        <pc:spChg chg="add mod">
          <ac:chgData name="Cristian Chilipirea" userId="34ab170da5908fc4" providerId="LiveId" clId="{7840C37D-FDDB-4314-A31E-446F31402874}" dt="2019-10-13T10:48:42.726" v="334" actId="1076"/>
          <ac:spMkLst>
            <pc:docMk/>
            <pc:sldMk cId="2776878137" sldId="525"/>
            <ac:spMk id="21" creationId="{40F63699-1146-43D2-BDB4-427EAF90F102}"/>
          </ac:spMkLst>
        </pc:spChg>
        <pc:spChg chg="add mod">
          <ac:chgData name="Cristian Chilipirea" userId="34ab170da5908fc4" providerId="LiveId" clId="{7840C37D-FDDB-4314-A31E-446F31402874}" dt="2019-10-13T10:48:42.726" v="334" actId="1076"/>
          <ac:spMkLst>
            <pc:docMk/>
            <pc:sldMk cId="2776878137" sldId="525"/>
            <ac:spMk id="22" creationId="{41D2CF89-FCDE-4696-943C-BA73535A0A31}"/>
          </ac:spMkLst>
        </pc:spChg>
        <pc:spChg chg="add mod">
          <ac:chgData name="Cristian Chilipirea" userId="34ab170da5908fc4" providerId="LiveId" clId="{7840C37D-FDDB-4314-A31E-446F31402874}" dt="2019-10-13T10:48:42.726" v="334" actId="1076"/>
          <ac:spMkLst>
            <pc:docMk/>
            <pc:sldMk cId="2776878137" sldId="525"/>
            <ac:spMk id="23" creationId="{E9032150-5B95-4B33-8D9C-3C2C78B16C35}"/>
          </ac:spMkLst>
        </pc:spChg>
        <pc:spChg chg="add mod">
          <ac:chgData name="Cristian Chilipirea" userId="34ab170da5908fc4" providerId="LiveId" clId="{7840C37D-FDDB-4314-A31E-446F31402874}" dt="2019-10-13T10:48:42.726" v="334" actId="1076"/>
          <ac:spMkLst>
            <pc:docMk/>
            <pc:sldMk cId="2776878137" sldId="525"/>
            <ac:spMk id="24" creationId="{004C84DB-C454-4D70-B89C-2A184953F68F}"/>
          </ac:spMkLst>
        </pc:spChg>
        <pc:spChg chg="add mod">
          <ac:chgData name="Cristian Chilipirea" userId="34ab170da5908fc4" providerId="LiveId" clId="{7840C37D-FDDB-4314-A31E-446F31402874}" dt="2019-10-13T10:48:42.726" v="334" actId="1076"/>
          <ac:spMkLst>
            <pc:docMk/>
            <pc:sldMk cId="2776878137" sldId="525"/>
            <ac:spMk id="25" creationId="{088E2F2C-B78E-4F81-BE0C-E368A6CAB53C}"/>
          </ac:spMkLst>
        </pc:spChg>
        <pc:spChg chg="add mod">
          <ac:chgData name="Cristian Chilipirea" userId="34ab170da5908fc4" providerId="LiveId" clId="{7840C37D-FDDB-4314-A31E-446F31402874}" dt="2019-10-13T10:48:42.726" v="334" actId="1076"/>
          <ac:spMkLst>
            <pc:docMk/>
            <pc:sldMk cId="2776878137" sldId="525"/>
            <ac:spMk id="26" creationId="{BCB2CA00-BF5E-4E54-9066-21117AB49EAA}"/>
          </ac:spMkLst>
        </pc:spChg>
        <pc:spChg chg="add mod">
          <ac:chgData name="Cristian Chilipirea" userId="34ab170da5908fc4" providerId="LiveId" clId="{7840C37D-FDDB-4314-A31E-446F31402874}" dt="2019-10-13T10:48:42.726" v="334" actId="1076"/>
          <ac:spMkLst>
            <pc:docMk/>
            <pc:sldMk cId="2776878137" sldId="525"/>
            <ac:spMk id="27" creationId="{94FA6548-E5FB-4706-BC38-2FC5592253BE}"/>
          </ac:spMkLst>
        </pc:spChg>
        <pc:spChg chg="add mod">
          <ac:chgData name="Cristian Chilipirea" userId="34ab170da5908fc4" providerId="LiveId" clId="{7840C37D-FDDB-4314-A31E-446F31402874}" dt="2019-10-13T10:48:42.726" v="334" actId="1076"/>
          <ac:spMkLst>
            <pc:docMk/>
            <pc:sldMk cId="2776878137" sldId="525"/>
            <ac:spMk id="28" creationId="{95D2BDF3-E6CE-404A-9449-F3A140021B6E}"/>
          </ac:spMkLst>
        </pc:spChg>
        <pc:spChg chg="add mod">
          <ac:chgData name="Cristian Chilipirea" userId="34ab170da5908fc4" providerId="LiveId" clId="{7840C37D-FDDB-4314-A31E-446F31402874}" dt="2019-10-13T10:48:42.726" v="334" actId="1076"/>
          <ac:spMkLst>
            <pc:docMk/>
            <pc:sldMk cId="2776878137" sldId="525"/>
            <ac:spMk id="29" creationId="{3EBBC738-5B2E-4E95-91E4-05DE9A0F9AC5}"/>
          </ac:spMkLst>
        </pc:spChg>
        <pc:spChg chg="add mod">
          <ac:chgData name="Cristian Chilipirea" userId="34ab170da5908fc4" providerId="LiveId" clId="{7840C37D-FDDB-4314-A31E-446F31402874}" dt="2019-10-13T10:48:42.726" v="334" actId="1076"/>
          <ac:spMkLst>
            <pc:docMk/>
            <pc:sldMk cId="2776878137" sldId="525"/>
            <ac:spMk id="30" creationId="{4024097E-36FB-4DED-AFAA-42E84C6BFEAE}"/>
          </ac:spMkLst>
        </pc:spChg>
        <pc:spChg chg="add mod">
          <ac:chgData name="Cristian Chilipirea" userId="34ab170da5908fc4" providerId="LiveId" clId="{7840C37D-FDDB-4314-A31E-446F31402874}" dt="2019-10-13T10:48:42.726" v="334" actId="1076"/>
          <ac:spMkLst>
            <pc:docMk/>
            <pc:sldMk cId="2776878137" sldId="525"/>
            <ac:spMk id="31" creationId="{32C15D76-5D14-48BC-85FD-C6E468CD7DF6}"/>
          </ac:spMkLst>
        </pc:spChg>
        <pc:spChg chg="add mod">
          <ac:chgData name="Cristian Chilipirea" userId="34ab170da5908fc4" providerId="LiveId" clId="{7840C37D-FDDB-4314-A31E-446F31402874}" dt="2019-10-13T10:48:42.726" v="334" actId="1076"/>
          <ac:spMkLst>
            <pc:docMk/>
            <pc:sldMk cId="2776878137" sldId="525"/>
            <ac:spMk id="32" creationId="{3A1A1243-22F8-44A8-BA83-C167C9CFA7F2}"/>
          </ac:spMkLst>
        </pc:spChg>
        <pc:spChg chg="add mod">
          <ac:chgData name="Cristian Chilipirea" userId="34ab170da5908fc4" providerId="LiveId" clId="{7840C37D-FDDB-4314-A31E-446F31402874}" dt="2019-10-13T10:48:42.726" v="334" actId="1076"/>
          <ac:spMkLst>
            <pc:docMk/>
            <pc:sldMk cId="2776878137" sldId="525"/>
            <ac:spMk id="33" creationId="{EC3D5D0F-818C-43A9-9286-95576341F5D4}"/>
          </ac:spMkLst>
        </pc:spChg>
        <pc:spChg chg="add mod">
          <ac:chgData name="Cristian Chilipirea" userId="34ab170da5908fc4" providerId="LiveId" clId="{7840C37D-FDDB-4314-A31E-446F31402874}" dt="2019-10-13T10:48:42.726" v="334" actId="1076"/>
          <ac:spMkLst>
            <pc:docMk/>
            <pc:sldMk cId="2776878137" sldId="525"/>
            <ac:spMk id="34" creationId="{8777B920-2641-4202-8AFB-B1E056FC695E}"/>
          </ac:spMkLst>
        </pc:spChg>
        <pc:spChg chg="add mod">
          <ac:chgData name="Cristian Chilipirea" userId="34ab170da5908fc4" providerId="LiveId" clId="{7840C37D-FDDB-4314-A31E-446F31402874}" dt="2019-10-13T10:48:42.726" v="334" actId="1076"/>
          <ac:spMkLst>
            <pc:docMk/>
            <pc:sldMk cId="2776878137" sldId="525"/>
            <ac:spMk id="35" creationId="{715AC5F4-6233-4F7A-A205-AFBD160C82D6}"/>
          </ac:spMkLst>
        </pc:spChg>
        <pc:spChg chg="add mod">
          <ac:chgData name="Cristian Chilipirea" userId="34ab170da5908fc4" providerId="LiveId" clId="{7840C37D-FDDB-4314-A31E-446F31402874}" dt="2019-10-13T10:48:42.726" v="334" actId="1076"/>
          <ac:spMkLst>
            <pc:docMk/>
            <pc:sldMk cId="2776878137" sldId="525"/>
            <ac:spMk id="36" creationId="{073A0A4A-B743-4C36-B908-9A65818F150B}"/>
          </ac:spMkLst>
        </pc:spChg>
        <pc:spChg chg="add mod">
          <ac:chgData name="Cristian Chilipirea" userId="34ab170da5908fc4" providerId="LiveId" clId="{7840C37D-FDDB-4314-A31E-446F31402874}" dt="2019-10-13T10:48:42.726" v="334" actId="1076"/>
          <ac:spMkLst>
            <pc:docMk/>
            <pc:sldMk cId="2776878137" sldId="525"/>
            <ac:spMk id="37" creationId="{59C1644E-3D12-4189-B149-66E118A41A56}"/>
          </ac:spMkLst>
        </pc:spChg>
        <pc:spChg chg="add mod">
          <ac:chgData name="Cristian Chilipirea" userId="34ab170da5908fc4" providerId="LiveId" clId="{7840C37D-FDDB-4314-A31E-446F31402874}" dt="2019-10-13T10:48:42.726" v="334" actId="1076"/>
          <ac:spMkLst>
            <pc:docMk/>
            <pc:sldMk cId="2776878137" sldId="525"/>
            <ac:spMk id="38" creationId="{8DA6C9CC-A19B-40DB-A732-D9BA6C94E365}"/>
          </ac:spMkLst>
        </pc:spChg>
        <pc:spChg chg="add mod">
          <ac:chgData name="Cristian Chilipirea" userId="34ab170da5908fc4" providerId="LiveId" clId="{7840C37D-FDDB-4314-A31E-446F31402874}" dt="2019-10-13T10:48:42.726" v="334" actId="1076"/>
          <ac:spMkLst>
            <pc:docMk/>
            <pc:sldMk cId="2776878137" sldId="525"/>
            <ac:spMk id="39" creationId="{196F35C3-9546-47D3-BD58-6A2FE20BFE83}"/>
          </ac:spMkLst>
        </pc:spChg>
        <pc:spChg chg="add mod">
          <ac:chgData name="Cristian Chilipirea" userId="34ab170da5908fc4" providerId="LiveId" clId="{7840C37D-FDDB-4314-A31E-446F31402874}" dt="2019-10-13T10:48:42.726" v="334" actId="1076"/>
          <ac:spMkLst>
            <pc:docMk/>
            <pc:sldMk cId="2776878137" sldId="525"/>
            <ac:spMk id="40" creationId="{8F22925F-7CB0-473E-A232-F91A5BAB7ACB}"/>
          </ac:spMkLst>
        </pc:spChg>
        <pc:spChg chg="add mod">
          <ac:chgData name="Cristian Chilipirea" userId="34ab170da5908fc4" providerId="LiveId" clId="{7840C37D-FDDB-4314-A31E-446F31402874}" dt="2019-10-13T10:48:42.726" v="334" actId="1076"/>
          <ac:spMkLst>
            <pc:docMk/>
            <pc:sldMk cId="2776878137" sldId="525"/>
            <ac:spMk id="41" creationId="{B70EDDB1-C232-4936-BD22-39FC346296A3}"/>
          </ac:spMkLst>
        </pc:spChg>
        <pc:spChg chg="add mod">
          <ac:chgData name="Cristian Chilipirea" userId="34ab170da5908fc4" providerId="LiveId" clId="{7840C37D-FDDB-4314-A31E-446F31402874}" dt="2019-10-13T10:48:42.726" v="334" actId="1076"/>
          <ac:spMkLst>
            <pc:docMk/>
            <pc:sldMk cId="2776878137" sldId="525"/>
            <ac:spMk id="42" creationId="{62D2E133-1D65-44DC-BB65-320A423B175E}"/>
          </ac:spMkLst>
        </pc:spChg>
        <pc:spChg chg="add mod">
          <ac:chgData name="Cristian Chilipirea" userId="34ab170da5908fc4" providerId="LiveId" clId="{7840C37D-FDDB-4314-A31E-446F31402874}" dt="2019-10-13T10:48:42.726" v="334" actId="1076"/>
          <ac:spMkLst>
            <pc:docMk/>
            <pc:sldMk cId="2776878137" sldId="525"/>
            <ac:spMk id="43" creationId="{8C3252E1-10C2-4ABD-9F3A-7E9A7A82A651}"/>
          </ac:spMkLst>
        </pc:spChg>
        <pc:spChg chg="add mod">
          <ac:chgData name="Cristian Chilipirea" userId="34ab170da5908fc4" providerId="LiveId" clId="{7840C37D-FDDB-4314-A31E-446F31402874}" dt="2019-10-13T10:48:42.726" v="334" actId="1076"/>
          <ac:spMkLst>
            <pc:docMk/>
            <pc:sldMk cId="2776878137" sldId="525"/>
            <ac:spMk id="44" creationId="{C51CEF52-F661-42BE-BFA2-C746BF805C5E}"/>
          </ac:spMkLst>
        </pc:spChg>
        <pc:spChg chg="add mod">
          <ac:chgData name="Cristian Chilipirea" userId="34ab170da5908fc4" providerId="LiveId" clId="{7840C37D-FDDB-4314-A31E-446F31402874}" dt="2019-10-13T10:48:42.726" v="334" actId="1076"/>
          <ac:spMkLst>
            <pc:docMk/>
            <pc:sldMk cId="2776878137" sldId="525"/>
            <ac:spMk id="45" creationId="{EF70FA6B-8240-4FDF-B988-ADCC14E126FD}"/>
          </ac:spMkLst>
        </pc:spChg>
        <pc:spChg chg="add mod">
          <ac:chgData name="Cristian Chilipirea" userId="34ab170da5908fc4" providerId="LiveId" clId="{7840C37D-FDDB-4314-A31E-446F31402874}" dt="2019-10-13T10:48:42.726" v="334" actId="1076"/>
          <ac:spMkLst>
            <pc:docMk/>
            <pc:sldMk cId="2776878137" sldId="525"/>
            <ac:spMk id="46" creationId="{072DAA88-9259-4514-B805-62C7BFA600A6}"/>
          </ac:spMkLst>
        </pc:spChg>
        <pc:spChg chg="add mod">
          <ac:chgData name="Cristian Chilipirea" userId="34ab170da5908fc4" providerId="LiveId" clId="{7840C37D-FDDB-4314-A31E-446F31402874}" dt="2019-10-13T10:48:42.726" v="334" actId="1076"/>
          <ac:spMkLst>
            <pc:docMk/>
            <pc:sldMk cId="2776878137" sldId="525"/>
            <ac:spMk id="47" creationId="{E962DC8B-7A95-4531-A50F-033F50D81C30}"/>
          </ac:spMkLst>
        </pc:spChg>
        <pc:spChg chg="add mod">
          <ac:chgData name="Cristian Chilipirea" userId="34ab170da5908fc4" providerId="LiveId" clId="{7840C37D-FDDB-4314-A31E-446F31402874}" dt="2019-10-13T10:48:42.726" v="334" actId="1076"/>
          <ac:spMkLst>
            <pc:docMk/>
            <pc:sldMk cId="2776878137" sldId="525"/>
            <ac:spMk id="48" creationId="{CEBA8E86-7ED0-40FB-A451-947B5BB98C5B}"/>
          </ac:spMkLst>
        </pc:spChg>
        <pc:spChg chg="add mod">
          <ac:chgData name="Cristian Chilipirea" userId="34ab170da5908fc4" providerId="LiveId" clId="{7840C37D-FDDB-4314-A31E-446F31402874}" dt="2019-10-13T10:48:42.726" v="334" actId="1076"/>
          <ac:spMkLst>
            <pc:docMk/>
            <pc:sldMk cId="2776878137" sldId="525"/>
            <ac:spMk id="49" creationId="{BAFEF17C-DC09-4CE7-8545-5C8FB9EF1C53}"/>
          </ac:spMkLst>
        </pc:spChg>
        <pc:spChg chg="add mod">
          <ac:chgData name="Cristian Chilipirea" userId="34ab170da5908fc4" providerId="LiveId" clId="{7840C37D-FDDB-4314-A31E-446F31402874}" dt="2019-10-13T10:48:42.726" v="334" actId="1076"/>
          <ac:spMkLst>
            <pc:docMk/>
            <pc:sldMk cId="2776878137" sldId="525"/>
            <ac:spMk id="50" creationId="{EA1C19F8-2FAB-44C5-A353-5DC620927BDB}"/>
          </ac:spMkLst>
        </pc:spChg>
        <pc:spChg chg="add mod">
          <ac:chgData name="Cristian Chilipirea" userId="34ab170da5908fc4" providerId="LiveId" clId="{7840C37D-FDDB-4314-A31E-446F31402874}" dt="2019-10-13T10:48:42.726" v="334" actId="1076"/>
          <ac:spMkLst>
            <pc:docMk/>
            <pc:sldMk cId="2776878137" sldId="525"/>
            <ac:spMk id="51" creationId="{285FA30D-2364-4D98-BC6F-AFFBC4C2052C}"/>
          </ac:spMkLst>
        </pc:spChg>
        <pc:spChg chg="add mod">
          <ac:chgData name="Cristian Chilipirea" userId="34ab170da5908fc4" providerId="LiveId" clId="{7840C37D-FDDB-4314-A31E-446F31402874}" dt="2019-10-13T10:48:42.726" v="334" actId="1076"/>
          <ac:spMkLst>
            <pc:docMk/>
            <pc:sldMk cId="2776878137" sldId="525"/>
            <ac:spMk id="52" creationId="{E13FD87E-F9F7-4093-8B4B-D757CC07DB5B}"/>
          </ac:spMkLst>
        </pc:spChg>
        <pc:spChg chg="add mod">
          <ac:chgData name="Cristian Chilipirea" userId="34ab170da5908fc4" providerId="LiveId" clId="{7840C37D-FDDB-4314-A31E-446F31402874}" dt="2019-10-13T10:48:42.726" v="334" actId="1076"/>
          <ac:spMkLst>
            <pc:docMk/>
            <pc:sldMk cId="2776878137" sldId="525"/>
            <ac:spMk id="53" creationId="{D8288422-1D9D-4F94-8147-5B85499A2544}"/>
          </ac:spMkLst>
        </pc:spChg>
        <pc:spChg chg="add mod">
          <ac:chgData name="Cristian Chilipirea" userId="34ab170da5908fc4" providerId="LiveId" clId="{7840C37D-FDDB-4314-A31E-446F31402874}" dt="2019-10-13T10:48:42.726" v="334" actId="1076"/>
          <ac:spMkLst>
            <pc:docMk/>
            <pc:sldMk cId="2776878137" sldId="525"/>
            <ac:spMk id="54" creationId="{57447930-D8FA-40EC-A848-169002A67195}"/>
          </ac:spMkLst>
        </pc:spChg>
        <pc:spChg chg="add mod">
          <ac:chgData name="Cristian Chilipirea" userId="34ab170da5908fc4" providerId="LiveId" clId="{7840C37D-FDDB-4314-A31E-446F31402874}" dt="2019-10-13T10:48:42.726" v="334" actId="1076"/>
          <ac:spMkLst>
            <pc:docMk/>
            <pc:sldMk cId="2776878137" sldId="525"/>
            <ac:spMk id="55" creationId="{09D83A86-756C-4FC6-9390-6EB9307A362D}"/>
          </ac:spMkLst>
        </pc:spChg>
        <pc:spChg chg="add mod">
          <ac:chgData name="Cristian Chilipirea" userId="34ab170da5908fc4" providerId="LiveId" clId="{7840C37D-FDDB-4314-A31E-446F31402874}" dt="2019-10-13T10:48:42.726" v="334" actId="1076"/>
          <ac:spMkLst>
            <pc:docMk/>
            <pc:sldMk cId="2776878137" sldId="525"/>
            <ac:spMk id="56" creationId="{0138EE3D-7F11-43D8-91F4-27388FE46221}"/>
          </ac:spMkLst>
        </pc:spChg>
        <pc:spChg chg="add mod">
          <ac:chgData name="Cristian Chilipirea" userId="34ab170da5908fc4" providerId="LiveId" clId="{7840C37D-FDDB-4314-A31E-446F31402874}" dt="2019-10-13T10:48:42.726" v="334" actId="1076"/>
          <ac:spMkLst>
            <pc:docMk/>
            <pc:sldMk cId="2776878137" sldId="525"/>
            <ac:spMk id="57" creationId="{0A64F772-B2AD-4933-A4D4-16355D533714}"/>
          </ac:spMkLst>
        </pc:spChg>
        <pc:spChg chg="add mod">
          <ac:chgData name="Cristian Chilipirea" userId="34ab170da5908fc4" providerId="LiveId" clId="{7840C37D-FDDB-4314-A31E-446F31402874}" dt="2019-10-13T10:48:42.726" v="334" actId="1076"/>
          <ac:spMkLst>
            <pc:docMk/>
            <pc:sldMk cId="2776878137" sldId="525"/>
            <ac:spMk id="58" creationId="{E840F293-D7ED-4809-8539-E3D7A561C05F}"/>
          </ac:spMkLst>
        </pc:spChg>
        <pc:spChg chg="add mod">
          <ac:chgData name="Cristian Chilipirea" userId="34ab170da5908fc4" providerId="LiveId" clId="{7840C37D-FDDB-4314-A31E-446F31402874}" dt="2019-10-13T10:48:42.726" v="334" actId="1076"/>
          <ac:spMkLst>
            <pc:docMk/>
            <pc:sldMk cId="2776878137" sldId="525"/>
            <ac:spMk id="59" creationId="{8C4728BF-0E0B-451E-8EDC-3412CD6D5802}"/>
          </ac:spMkLst>
        </pc:spChg>
        <pc:spChg chg="add mod">
          <ac:chgData name="Cristian Chilipirea" userId="34ab170da5908fc4" providerId="LiveId" clId="{7840C37D-FDDB-4314-A31E-446F31402874}" dt="2019-10-13T10:48:42.726" v="334" actId="1076"/>
          <ac:spMkLst>
            <pc:docMk/>
            <pc:sldMk cId="2776878137" sldId="525"/>
            <ac:spMk id="60" creationId="{5F9EDCB6-7522-4D9B-810A-A30B54E088F6}"/>
          </ac:spMkLst>
        </pc:spChg>
        <pc:spChg chg="add mod">
          <ac:chgData name="Cristian Chilipirea" userId="34ab170da5908fc4" providerId="LiveId" clId="{7840C37D-FDDB-4314-A31E-446F31402874}" dt="2019-10-13T10:48:42.726" v="334" actId="1076"/>
          <ac:spMkLst>
            <pc:docMk/>
            <pc:sldMk cId="2776878137" sldId="525"/>
            <ac:spMk id="61" creationId="{72E6158C-46A9-4544-962C-F8B723B77D2F}"/>
          </ac:spMkLst>
        </pc:spChg>
        <pc:spChg chg="add mod">
          <ac:chgData name="Cristian Chilipirea" userId="34ab170da5908fc4" providerId="LiveId" clId="{7840C37D-FDDB-4314-A31E-446F31402874}" dt="2019-10-13T10:48:42.726" v="334" actId="1076"/>
          <ac:spMkLst>
            <pc:docMk/>
            <pc:sldMk cId="2776878137" sldId="525"/>
            <ac:spMk id="62" creationId="{584199CE-ECCA-4FAE-B1BC-9BCECF9E98C3}"/>
          </ac:spMkLst>
        </pc:spChg>
        <pc:spChg chg="add mod">
          <ac:chgData name="Cristian Chilipirea" userId="34ab170da5908fc4" providerId="LiveId" clId="{7840C37D-FDDB-4314-A31E-446F31402874}" dt="2019-10-13T10:48:42.726" v="334" actId="1076"/>
          <ac:spMkLst>
            <pc:docMk/>
            <pc:sldMk cId="2776878137" sldId="525"/>
            <ac:spMk id="63" creationId="{7398007D-7F67-486A-AB11-4A721216ED85}"/>
          </ac:spMkLst>
        </pc:spChg>
        <pc:spChg chg="add mod">
          <ac:chgData name="Cristian Chilipirea" userId="34ab170da5908fc4" providerId="LiveId" clId="{7840C37D-FDDB-4314-A31E-446F31402874}" dt="2019-10-13T10:48:42.726" v="334" actId="1076"/>
          <ac:spMkLst>
            <pc:docMk/>
            <pc:sldMk cId="2776878137" sldId="525"/>
            <ac:spMk id="64" creationId="{6839AD41-3298-43C0-B5B2-320A84420B3E}"/>
          </ac:spMkLst>
        </pc:spChg>
        <pc:spChg chg="add mod">
          <ac:chgData name="Cristian Chilipirea" userId="34ab170da5908fc4" providerId="LiveId" clId="{7840C37D-FDDB-4314-A31E-446F31402874}" dt="2019-10-13T10:48:42.726" v="334" actId="1076"/>
          <ac:spMkLst>
            <pc:docMk/>
            <pc:sldMk cId="2776878137" sldId="525"/>
            <ac:spMk id="65" creationId="{D1C9959A-62AF-42F9-A07F-805B92F1DF46}"/>
          </ac:spMkLst>
        </pc:spChg>
        <pc:spChg chg="add mod">
          <ac:chgData name="Cristian Chilipirea" userId="34ab170da5908fc4" providerId="LiveId" clId="{7840C37D-FDDB-4314-A31E-446F31402874}" dt="2019-10-13T10:48:42.726" v="334" actId="1076"/>
          <ac:spMkLst>
            <pc:docMk/>
            <pc:sldMk cId="2776878137" sldId="525"/>
            <ac:spMk id="66" creationId="{D8224F6E-FE63-40B0-B994-807BB027E6EE}"/>
          </ac:spMkLst>
        </pc:spChg>
        <pc:spChg chg="add mod">
          <ac:chgData name="Cristian Chilipirea" userId="34ab170da5908fc4" providerId="LiveId" clId="{7840C37D-FDDB-4314-A31E-446F31402874}" dt="2019-10-13T10:48:42.726" v="334" actId="1076"/>
          <ac:spMkLst>
            <pc:docMk/>
            <pc:sldMk cId="2776878137" sldId="525"/>
            <ac:spMk id="67" creationId="{E6856EE3-A814-41F3-BB7D-B2E08D0042D1}"/>
          </ac:spMkLst>
        </pc:spChg>
        <pc:spChg chg="add mod">
          <ac:chgData name="Cristian Chilipirea" userId="34ab170da5908fc4" providerId="LiveId" clId="{7840C37D-FDDB-4314-A31E-446F31402874}" dt="2019-10-13T10:48:42.726" v="334" actId="1076"/>
          <ac:spMkLst>
            <pc:docMk/>
            <pc:sldMk cId="2776878137" sldId="525"/>
            <ac:spMk id="68" creationId="{6595A613-289F-4B73-A2D6-A026F6EE27AC}"/>
          </ac:spMkLst>
        </pc:spChg>
        <pc:spChg chg="add mod">
          <ac:chgData name="Cristian Chilipirea" userId="34ab170da5908fc4" providerId="LiveId" clId="{7840C37D-FDDB-4314-A31E-446F31402874}" dt="2019-10-13T10:48:42.726" v="334" actId="1076"/>
          <ac:spMkLst>
            <pc:docMk/>
            <pc:sldMk cId="2776878137" sldId="525"/>
            <ac:spMk id="69" creationId="{F84CE5DE-D087-4FAE-9497-351345CAD8E4}"/>
          </ac:spMkLst>
        </pc:spChg>
        <pc:spChg chg="add mod">
          <ac:chgData name="Cristian Chilipirea" userId="34ab170da5908fc4" providerId="LiveId" clId="{7840C37D-FDDB-4314-A31E-446F31402874}" dt="2019-10-13T10:48:42.726" v="334" actId="1076"/>
          <ac:spMkLst>
            <pc:docMk/>
            <pc:sldMk cId="2776878137" sldId="525"/>
            <ac:spMk id="70" creationId="{45A8FD3E-739C-4129-B299-82F400532F4A}"/>
          </ac:spMkLst>
        </pc:spChg>
        <pc:spChg chg="add mod">
          <ac:chgData name="Cristian Chilipirea" userId="34ab170da5908fc4" providerId="LiveId" clId="{7840C37D-FDDB-4314-A31E-446F31402874}" dt="2019-10-13T10:48:42.726" v="334" actId="1076"/>
          <ac:spMkLst>
            <pc:docMk/>
            <pc:sldMk cId="2776878137" sldId="525"/>
            <ac:spMk id="71" creationId="{2DBAF6BD-85F8-4CCC-83E4-E4954E34378A}"/>
          </ac:spMkLst>
        </pc:spChg>
        <pc:spChg chg="add mod">
          <ac:chgData name="Cristian Chilipirea" userId="34ab170da5908fc4" providerId="LiveId" clId="{7840C37D-FDDB-4314-A31E-446F31402874}" dt="2019-10-13T10:48:42.726" v="334" actId="1076"/>
          <ac:spMkLst>
            <pc:docMk/>
            <pc:sldMk cId="2776878137" sldId="525"/>
            <ac:spMk id="72" creationId="{86F5A8F6-B0F2-40B0-8D18-3389F5A539B8}"/>
          </ac:spMkLst>
        </pc:spChg>
        <pc:spChg chg="add mod">
          <ac:chgData name="Cristian Chilipirea" userId="34ab170da5908fc4" providerId="LiveId" clId="{7840C37D-FDDB-4314-A31E-446F31402874}" dt="2019-10-13T10:48:42.726" v="334" actId="1076"/>
          <ac:spMkLst>
            <pc:docMk/>
            <pc:sldMk cId="2776878137" sldId="525"/>
            <ac:spMk id="73" creationId="{EE53F5DB-063D-4A49-8036-E6F4ED4BAFBD}"/>
          </ac:spMkLst>
        </pc:spChg>
        <pc:spChg chg="add mod">
          <ac:chgData name="Cristian Chilipirea" userId="34ab170da5908fc4" providerId="LiveId" clId="{7840C37D-FDDB-4314-A31E-446F31402874}" dt="2019-10-13T10:48:42.726" v="334" actId="1076"/>
          <ac:spMkLst>
            <pc:docMk/>
            <pc:sldMk cId="2776878137" sldId="525"/>
            <ac:spMk id="74" creationId="{9FC11182-2F20-4AEA-95F8-75D7AB6D9595}"/>
          </ac:spMkLst>
        </pc:spChg>
        <pc:spChg chg="add mod">
          <ac:chgData name="Cristian Chilipirea" userId="34ab170da5908fc4" providerId="LiveId" clId="{7840C37D-FDDB-4314-A31E-446F31402874}" dt="2019-10-13T10:48:42.726" v="334" actId="1076"/>
          <ac:spMkLst>
            <pc:docMk/>
            <pc:sldMk cId="2776878137" sldId="525"/>
            <ac:spMk id="75" creationId="{E0C997A0-5B93-499D-AD32-FB2057083F61}"/>
          </ac:spMkLst>
        </pc:spChg>
        <pc:spChg chg="add mod">
          <ac:chgData name="Cristian Chilipirea" userId="34ab170da5908fc4" providerId="LiveId" clId="{7840C37D-FDDB-4314-A31E-446F31402874}" dt="2019-10-13T10:48:42.726" v="334" actId="1076"/>
          <ac:spMkLst>
            <pc:docMk/>
            <pc:sldMk cId="2776878137" sldId="525"/>
            <ac:spMk id="76" creationId="{B2AAC70F-DFF3-4B82-BC86-30D78B6660C1}"/>
          </ac:spMkLst>
        </pc:spChg>
        <pc:spChg chg="add mod">
          <ac:chgData name="Cristian Chilipirea" userId="34ab170da5908fc4" providerId="LiveId" clId="{7840C37D-FDDB-4314-A31E-446F31402874}" dt="2019-10-13T10:48:42.726" v="334" actId="1076"/>
          <ac:spMkLst>
            <pc:docMk/>
            <pc:sldMk cId="2776878137" sldId="525"/>
            <ac:spMk id="77" creationId="{4B51A38C-A3D1-4068-95D0-18EAC0248275}"/>
          </ac:spMkLst>
        </pc:spChg>
        <pc:spChg chg="add mod">
          <ac:chgData name="Cristian Chilipirea" userId="34ab170da5908fc4" providerId="LiveId" clId="{7840C37D-FDDB-4314-A31E-446F31402874}" dt="2019-10-13T10:48:42.726" v="334" actId="1076"/>
          <ac:spMkLst>
            <pc:docMk/>
            <pc:sldMk cId="2776878137" sldId="525"/>
            <ac:spMk id="78" creationId="{28508F5D-DEA1-408E-90C2-7792D7374992}"/>
          </ac:spMkLst>
        </pc:spChg>
        <pc:spChg chg="add mod">
          <ac:chgData name="Cristian Chilipirea" userId="34ab170da5908fc4" providerId="LiveId" clId="{7840C37D-FDDB-4314-A31E-446F31402874}" dt="2019-10-13T10:48:42.726" v="334" actId="1076"/>
          <ac:spMkLst>
            <pc:docMk/>
            <pc:sldMk cId="2776878137" sldId="525"/>
            <ac:spMk id="79" creationId="{A8350FAF-29CA-460D-AA21-3C6FAEF9E0C6}"/>
          </ac:spMkLst>
        </pc:spChg>
        <pc:spChg chg="add mod">
          <ac:chgData name="Cristian Chilipirea" userId="34ab170da5908fc4" providerId="LiveId" clId="{7840C37D-FDDB-4314-A31E-446F31402874}" dt="2019-10-13T10:48:42.726" v="334" actId="1076"/>
          <ac:spMkLst>
            <pc:docMk/>
            <pc:sldMk cId="2776878137" sldId="525"/>
            <ac:spMk id="80" creationId="{F6A8C90D-4357-4AB6-BF1F-49DFBE8BD826}"/>
          </ac:spMkLst>
        </pc:spChg>
        <pc:spChg chg="add mod">
          <ac:chgData name="Cristian Chilipirea" userId="34ab170da5908fc4" providerId="LiveId" clId="{7840C37D-FDDB-4314-A31E-446F31402874}" dt="2019-10-13T10:48:42.726" v="334" actId="1076"/>
          <ac:spMkLst>
            <pc:docMk/>
            <pc:sldMk cId="2776878137" sldId="525"/>
            <ac:spMk id="81" creationId="{26806A4C-3061-4381-BDC4-DC6905C947B9}"/>
          </ac:spMkLst>
        </pc:spChg>
        <pc:spChg chg="add mod">
          <ac:chgData name="Cristian Chilipirea" userId="34ab170da5908fc4" providerId="LiveId" clId="{7840C37D-FDDB-4314-A31E-446F31402874}" dt="2019-10-13T10:48:42.726" v="334" actId="1076"/>
          <ac:spMkLst>
            <pc:docMk/>
            <pc:sldMk cId="2776878137" sldId="525"/>
            <ac:spMk id="82" creationId="{EFF4A38F-D7FC-4A4A-8EA0-DF8EF8F0411C}"/>
          </ac:spMkLst>
        </pc:spChg>
        <pc:spChg chg="add mod">
          <ac:chgData name="Cristian Chilipirea" userId="34ab170da5908fc4" providerId="LiveId" clId="{7840C37D-FDDB-4314-A31E-446F31402874}" dt="2019-10-13T10:48:42.726" v="334" actId="1076"/>
          <ac:spMkLst>
            <pc:docMk/>
            <pc:sldMk cId="2776878137" sldId="525"/>
            <ac:spMk id="83" creationId="{EDF67FEC-B7AC-4D7A-9225-672350B79213}"/>
          </ac:spMkLst>
        </pc:spChg>
        <pc:cxnChg chg="add mod">
          <ac:chgData name="Cristian Chilipirea" userId="34ab170da5908fc4" providerId="LiveId" clId="{7840C37D-FDDB-4314-A31E-446F31402874}" dt="2019-10-13T10:48:42.726" v="334" actId="1076"/>
          <ac:cxnSpMkLst>
            <pc:docMk/>
            <pc:sldMk cId="2776878137" sldId="525"/>
            <ac:cxnSpMk id="4" creationId="{42C7DE38-6389-4306-8E4C-D9B85EEEF7A4}"/>
          </ac:cxnSpMkLst>
        </pc:cxnChg>
        <pc:cxnChg chg="add mod">
          <ac:chgData name="Cristian Chilipirea" userId="34ab170da5908fc4" providerId="LiveId" clId="{7840C37D-FDDB-4314-A31E-446F31402874}" dt="2019-10-13T10:48:42.726" v="334" actId="1076"/>
          <ac:cxnSpMkLst>
            <pc:docMk/>
            <pc:sldMk cId="2776878137" sldId="525"/>
            <ac:cxnSpMk id="9" creationId="{74014110-3255-4B33-9CBD-A67198DE7AF7}"/>
          </ac:cxnSpMkLst>
        </pc:cxnChg>
        <pc:cxnChg chg="add mod">
          <ac:chgData name="Cristian Chilipirea" userId="34ab170da5908fc4" providerId="LiveId" clId="{7840C37D-FDDB-4314-A31E-446F31402874}" dt="2019-10-13T10:48:42.726" v="334" actId="1076"/>
          <ac:cxnSpMkLst>
            <pc:docMk/>
            <pc:sldMk cId="2776878137" sldId="525"/>
            <ac:cxnSpMk id="10" creationId="{A39AABF8-113C-4617-A14B-AD5284B425E5}"/>
          </ac:cxnSpMkLst>
        </pc:cxnChg>
        <pc:cxnChg chg="add mod">
          <ac:chgData name="Cristian Chilipirea" userId="34ab170da5908fc4" providerId="LiveId" clId="{7840C37D-FDDB-4314-A31E-446F31402874}" dt="2019-10-13T10:48:42.726" v="334" actId="1076"/>
          <ac:cxnSpMkLst>
            <pc:docMk/>
            <pc:sldMk cId="2776878137" sldId="525"/>
            <ac:cxnSpMk id="11" creationId="{5A435EA1-9400-4F8F-ACC5-51EF1686DDE5}"/>
          </ac:cxnSpMkLst>
        </pc:cxnChg>
        <pc:cxnChg chg="add mod">
          <ac:chgData name="Cristian Chilipirea" userId="34ab170da5908fc4" providerId="LiveId" clId="{7840C37D-FDDB-4314-A31E-446F31402874}" dt="2019-10-13T10:48:42.726" v="334" actId="1076"/>
          <ac:cxnSpMkLst>
            <pc:docMk/>
            <pc:sldMk cId="2776878137" sldId="525"/>
            <ac:cxnSpMk id="12" creationId="{81695A97-2E2C-479F-A822-DBD8374FA1F1}"/>
          </ac:cxnSpMkLst>
        </pc:cxnChg>
      </pc:sldChg>
      <pc:sldChg chg="addSp delSp modSp add">
        <pc:chgData name="Cristian Chilipirea" userId="34ab170da5908fc4" providerId="LiveId" clId="{7840C37D-FDDB-4314-A31E-446F31402874}" dt="2019-10-13T10:48:59.894" v="341" actId="1076"/>
        <pc:sldMkLst>
          <pc:docMk/>
          <pc:sldMk cId="446574509" sldId="526"/>
        </pc:sldMkLst>
        <pc:spChg chg="mod">
          <ac:chgData name="Cristian Chilipirea" userId="34ab170da5908fc4" providerId="LiveId" clId="{7840C37D-FDDB-4314-A31E-446F31402874}" dt="2019-10-13T10:48:50.086" v="336"/>
          <ac:spMkLst>
            <pc:docMk/>
            <pc:sldMk cId="446574509" sldId="526"/>
            <ac:spMk id="2" creationId="{2129A5EC-B9FF-43F5-BA0A-842723540CA9}"/>
          </ac:spMkLst>
        </pc:spChg>
        <pc:spChg chg="del">
          <ac:chgData name="Cristian Chilipirea" userId="34ab170da5908fc4" providerId="LiveId" clId="{7840C37D-FDDB-4314-A31E-446F31402874}" dt="2019-10-13T10:48:52.238" v="337" actId="478"/>
          <ac:spMkLst>
            <pc:docMk/>
            <pc:sldMk cId="446574509" sldId="526"/>
            <ac:spMk id="3" creationId="{27C828FE-3449-45CF-BA6D-E982E7DE9E69}"/>
          </ac:spMkLst>
        </pc:spChg>
        <pc:spChg chg="add del">
          <ac:chgData name="Cristian Chilipirea" userId="34ab170da5908fc4" providerId="LiveId" clId="{7840C37D-FDDB-4314-A31E-446F31402874}" dt="2019-10-13T10:48:58.067" v="339"/>
          <ac:spMkLst>
            <pc:docMk/>
            <pc:sldMk cId="446574509" sldId="526"/>
            <ac:spMk id="4" creationId="{61593F65-324F-4E9C-A54E-DC6AD5EEE374}"/>
          </ac:spMkLst>
        </pc:spChg>
        <pc:spChg chg="add mod">
          <ac:chgData name="Cristian Chilipirea" userId="34ab170da5908fc4" providerId="LiveId" clId="{7840C37D-FDDB-4314-A31E-446F31402874}" dt="2019-10-13T10:48:59.894" v="341" actId="1076"/>
          <ac:spMkLst>
            <pc:docMk/>
            <pc:sldMk cId="446574509" sldId="526"/>
            <ac:spMk id="5" creationId="{D1FCF92A-81A2-43C0-9450-2017E7B4FAAE}"/>
          </ac:spMkLst>
        </pc:spChg>
      </pc:sldChg>
      <pc:sldChg chg="addSp delSp modSp add">
        <pc:chgData name="Cristian Chilipirea" userId="34ab170da5908fc4" providerId="LiveId" clId="{7840C37D-FDDB-4314-A31E-446F31402874}" dt="2019-10-13T10:49:22.069" v="351" actId="1076"/>
        <pc:sldMkLst>
          <pc:docMk/>
          <pc:sldMk cId="3406959657" sldId="527"/>
        </pc:sldMkLst>
        <pc:spChg chg="del">
          <ac:chgData name="Cristian Chilipirea" userId="34ab170da5908fc4" providerId="LiveId" clId="{7840C37D-FDDB-4314-A31E-446F31402874}" dt="2019-10-13T10:49:19.362" v="350" actId="478"/>
          <ac:spMkLst>
            <pc:docMk/>
            <pc:sldMk cId="3406959657" sldId="527"/>
            <ac:spMk id="2" creationId="{5DE1B37E-43F2-4BB6-A3C2-CB46B383B3B3}"/>
          </ac:spMkLst>
        </pc:spChg>
        <pc:spChg chg="del">
          <ac:chgData name="Cristian Chilipirea" userId="34ab170da5908fc4" providerId="LiveId" clId="{7840C37D-FDDB-4314-A31E-446F31402874}" dt="2019-10-13T10:49:09.057" v="343" actId="478"/>
          <ac:spMkLst>
            <pc:docMk/>
            <pc:sldMk cId="3406959657" sldId="527"/>
            <ac:spMk id="3" creationId="{56852551-63AE-4F8B-9B96-5F7E55F9AF17}"/>
          </ac:spMkLst>
        </pc:spChg>
        <pc:spChg chg="add del">
          <ac:chgData name="Cristian Chilipirea" userId="34ab170da5908fc4" providerId="LiveId" clId="{7840C37D-FDDB-4314-A31E-446F31402874}" dt="2019-10-13T10:49:11.389" v="345"/>
          <ac:spMkLst>
            <pc:docMk/>
            <pc:sldMk cId="3406959657" sldId="527"/>
            <ac:spMk id="4" creationId="{988C0D74-091C-42C8-A272-FDDA88DBBD54}"/>
          </ac:spMkLst>
        </pc:spChg>
        <pc:spChg chg="add mod">
          <ac:chgData name="Cristian Chilipirea" userId="34ab170da5908fc4" providerId="LiveId" clId="{7840C37D-FDDB-4314-A31E-446F31402874}" dt="2019-10-13T10:49:22.069" v="351" actId="1076"/>
          <ac:spMkLst>
            <pc:docMk/>
            <pc:sldMk cId="3406959657" sldId="527"/>
            <ac:spMk id="5" creationId="{F7B45C96-18A3-469E-86D2-B3CF0D198F4F}"/>
          </ac:spMkLst>
        </pc:spChg>
      </pc:sldChg>
      <pc:sldChg chg="addSp delSp modSp add">
        <pc:chgData name="Cristian Chilipirea" userId="34ab170da5908fc4" providerId="LiveId" clId="{7840C37D-FDDB-4314-A31E-446F31402874}" dt="2019-10-13T10:49:41.297" v="362" actId="1076"/>
        <pc:sldMkLst>
          <pc:docMk/>
          <pc:sldMk cId="1247627106" sldId="528"/>
        </pc:sldMkLst>
        <pc:spChg chg="del">
          <ac:chgData name="Cristian Chilipirea" userId="34ab170da5908fc4" providerId="LiveId" clId="{7840C37D-FDDB-4314-A31E-446F31402874}" dt="2019-10-13T10:49:31.454" v="354" actId="478"/>
          <ac:spMkLst>
            <pc:docMk/>
            <pc:sldMk cId="1247627106" sldId="528"/>
            <ac:spMk id="2" creationId="{9C51318E-15B6-4360-B8EE-D89B4AE6E362}"/>
          </ac:spMkLst>
        </pc:spChg>
        <pc:spChg chg="del">
          <ac:chgData name="Cristian Chilipirea" userId="34ab170da5908fc4" providerId="LiveId" clId="{7840C37D-FDDB-4314-A31E-446F31402874}" dt="2019-10-13T10:49:30.342" v="353" actId="478"/>
          <ac:spMkLst>
            <pc:docMk/>
            <pc:sldMk cId="1247627106" sldId="528"/>
            <ac:spMk id="3" creationId="{F17D994C-8496-4B06-995F-EB754FEA2C48}"/>
          </ac:spMkLst>
        </pc:spChg>
        <pc:spChg chg="add del mod">
          <ac:chgData name="Cristian Chilipirea" userId="34ab170da5908fc4" providerId="LiveId" clId="{7840C37D-FDDB-4314-A31E-446F31402874}" dt="2019-10-13T10:49:37.158" v="358"/>
          <ac:spMkLst>
            <pc:docMk/>
            <pc:sldMk cId="1247627106" sldId="528"/>
            <ac:spMk id="4" creationId="{37BF4F5D-E0D5-4474-B539-6F0F1070EC22}"/>
          </ac:spMkLst>
        </pc:spChg>
        <pc:spChg chg="add del">
          <ac:chgData name="Cristian Chilipirea" userId="34ab170da5908fc4" providerId="LiveId" clId="{7840C37D-FDDB-4314-A31E-446F31402874}" dt="2019-10-13T10:49:39.234" v="360"/>
          <ac:spMkLst>
            <pc:docMk/>
            <pc:sldMk cId="1247627106" sldId="528"/>
            <ac:spMk id="5" creationId="{0E7D0C3C-17FD-4F1F-AC8D-A20E38AFE338}"/>
          </ac:spMkLst>
        </pc:spChg>
        <pc:spChg chg="add mod">
          <ac:chgData name="Cristian Chilipirea" userId="34ab170da5908fc4" providerId="LiveId" clId="{7840C37D-FDDB-4314-A31E-446F31402874}" dt="2019-10-13T10:49:41.297" v="362" actId="1076"/>
          <ac:spMkLst>
            <pc:docMk/>
            <pc:sldMk cId="1247627106" sldId="528"/>
            <ac:spMk id="6" creationId="{6B403CBD-FEF9-4518-BC20-7AAC39C999FD}"/>
          </ac:spMkLst>
        </pc:spChg>
      </pc:sldChg>
      <pc:sldChg chg="addSp delSp add">
        <pc:chgData name="Cristian Chilipirea" userId="34ab170da5908fc4" providerId="LiveId" clId="{7840C37D-FDDB-4314-A31E-446F31402874}" dt="2019-10-13T10:49:51.748" v="368"/>
        <pc:sldMkLst>
          <pc:docMk/>
          <pc:sldMk cId="1718984827" sldId="529"/>
        </pc:sldMkLst>
        <pc:spChg chg="del">
          <ac:chgData name="Cristian Chilipirea" userId="34ab170da5908fc4" providerId="LiveId" clId="{7840C37D-FDDB-4314-A31E-446F31402874}" dt="2019-10-13T10:49:48.645" v="364" actId="478"/>
          <ac:spMkLst>
            <pc:docMk/>
            <pc:sldMk cId="1718984827" sldId="529"/>
            <ac:spMk id="2" creationId="{357E70B2-C4AE-4085-8C0F-B9E0DA1D2C72}"/>
          </ac:spMkLst>
        </pc:spChg>
        <pc:spChg chg="del">
          <ac:chgData name="Cristian Chilipirea" userId="34ab170da5908fc4" providerId="LiveId" clId="{7840C37D-FDDB-4314-A31E-446F31402874}" dt="2019-10-13T10:49:49.269" v="365" actId="478"/>
          <ac:spMkLst>
            <pc:docMk/>
            <pc:sldMk cId="1718984827" sldId="529"/>
            <ac:spMk id="3" creationId="{11377053-2E24-4D90-B59F-F1DD6E2F10BB}"/>
          </ac:spMkLst>
        </pc:spChg>
        <pc:spChg chg="add del">
          <ac:chgData name="Cristian Chilipirea" userId="34ab170da5908fc4" providerId="LiveId" clId="{7840C37D-FDDB-4314-A31E-446F31402874}" dt="2019-10-13T10:49:51.736" v="367"/>
          <ac:spMkLst>
            <pc:docMk/>
            <pc:sldMk cId="1718984827" sldId="529"/>
            <ac:spMk id="4" creationId="{5757CF1A-4805-4727-A166-6C2DBBCB7131}"/>
          </ac:spMkLst>
        </pc:spChg>
        <pc:spChg chg="add">
          <ac:chgData name="Cristian Chilipirea" userId="34ab170da5908fc4" providerId="LiveId" clId="{7840C37D-FDDB-4314-A31E-446F31402874}" dt="2019-10-13T10:49:51.748" v="368"/>
          <ac:spMkLst>
            <pc:docMk/>
            <pc:sldMk cId="1718984827" sldId="529"/>
            <ac:spMk id="5" creationId="{C9499DF6-B48A-4E0A-AD15-80A87276548B}"/>
          </ac:spMkLst>
        </pc:spChg>
      </pc:sldChg>
      <pc:sldChg chg="addSp delSp modSp add">
        <pc:chgData name="Cristian Chilipirea" userId="34ab170da5908fc4" providerId="LiveId" clId="{7840C37D-FDDB-4314-A31E-446F31402874}" dt="2019-10-13T10:50:05.715" v="375" actId="1076"/>
        <pc:sldMkLst>
          <pc:docMk/>
          <pc:sldMk cId="3210230482" sldId="530"/>
        </pc:sldMkLst>
        <pc:spChg chg="mod">
          <ac:chgData name="Cristian Chilipirea" userId="34ab170da5908fc4" providerId="LiveId" clId="{7840C37D-FDDB-4314-A31E-446F31402874}" dt="2019-10-13T10:49:57.977" v="370"/>
          <ac:spMkLst>
            <pc:docMk/>
            <pc:sldMk cId="3210230482" sldId="530"/>
            <ac:spMk id="2" creationId="{8E9AAC1F-506F-4C24-A32C-4B1756823371}"/>
          </ac:spMkLst>
        </pc:spChg>
        <pc:spChg chg="del">
          <ac:chgData name="Cristian Chilipirea" userId="34ab170da5908fc4" providerId="LiveId" clId="{7840C37D-FDDB-4314-A31E-446F31402874}" dt="2019-10-13T10:49:59.234" v="371" actId="478"/>
          <ac:spMkLst>
            <pc:docMk/>
            <pc:sldMk cId="3210230482" sldId="530"/>
            <ac:spMk id="3" creationId="{47F0E3F4-5D0F-4049-899E-2AFB5912976B}"/>
          </ac:spMkLst>
        </pc:spChg>
        <pc:spChg chg="add del">
          <ac:chgData name="Cristian Chilipirea" userId="34ab170da5908fc4" providerId="LiveId" clId="{7840C37D-FDDB-4314-A31E-446F31402874}" dt="2019-10-13T10:50:04.119" v="373"/>
          <ac:spMkLst>
            <pc:docMk/>
            <pc:sldMk cId="3210230482" sldId="530"/>
            <ac:spMk id="4" creationId="{1CF41557-83B8-4C1A-A098-D9C9D4FE9B1F}"/>
          </ac:spMkLst>
        </pc:spChg>
        <pc:spChg chg="add mod">
          <ac:chgData name="Cristian Chilipirea" userId="34ab170da5908fc4" providerId="LiveId" clId="{7840C37D-FDDB-4314-A31E-446F31402874}" dt="2019-10-13T10:50:05.715" v="375" actId="1076"/>
          <ac:spMkLst>
            <pc:docMk/>
            <pc:sldMk cId="3210230482" sldId="530"/>
            <ac:spMk id="5" creationId="{DE1A1C7D-69AC-4B41-A1D0-C482DF198926}"/>
          </ac:spMkLst>
        </pc:spChg>
      </pc:sldChg>
      <pc:sldChg chg="addSp delSp add">
        <pc:chgData name="Cristian Chilipirea" userId="34ab170da5908fc4" providerId="LiveId" clId="{7840C37D-FDDB-4314-A31E-446F31402874}" dt="2019-10-13T10:50:16.213" v="381"/>
        <pc:sldMkLst>
          <pc:docMk/>
          <pc:sldMk cId="2615869572" sldId="531"/>
        </pc:sldMkLst>
        <pc:spChg chg="del">
          <ac:chgData name="Cristian Chilipirea" userId="34ab170da5908fc4" providerId="LiveId" clId="{7840C37D-FDDB-4314-A31E-446F31402874}" dt="2019-10-13T10:50:13.866" v="378" actId="478"/>
          <ac:spMkLst>
            <pc:docMk/>
            <pc:sldMk cId="2615869572" sldId="531"/>
            <ac:spMk id="2" creationId="{9391609E-F946-4B8C-82E1-FD2B37628CB4}"/>
          </ac:spMkLst>
        </pc:spChg>
        <pc:spChg chg="del">
          <ac:chgData name="Cristian Chilipirea" userId="34ab170da5908fc4" providerId="LiveId" clId="{7840C37D-FDDB-4314-A31E-446F31402874}" dt="2019-10-13T10:50:13.306" v="377" actId="478"/>
          <ac:spMkLst>
            <pc:docMk/>
            <pc:sldMk cId="2615869572" sldId="531"/>
            <ac:spMk id="3" creationId="{267D4F46-1A2B-4C70-ACD1-DB21ACADB3D9}"/>
          </ac:spMkLst>
        </pc:spChg>
        <pc:spChg chg="add del">
          <ac:chgData name="Cristian Chilipirea" userId="34ab170da5908fc4" providerId="LiveId" clId="{7840C37D-FDDB-4314-A31E-446F31402874}" dt="2019-10-13T10:50:16.208" v="380"/>
          <ac:spMkLst>
            <pc:docMk/>
            <pc:sldMk cId="2615869572" sldId="531"/>
            <ac:spMk id="4" creationId="{56999948-903E-4E1E-9C0B-94DA6F2C33B7}"/>
          </ac:spMkLst>
        </pc:spChg>
        <pc:spChg chg="add">
          <ac:chgData name="Cristian Chilipirea" userId="34ab170da5908fc4" providerId="LiveId" clId="{7840C37D-FDDB-4314-A31E-446F31402874}" dt="2019-10-13T10:50:16.213" v="381"/>
          <ac:spMkLst>
            <pc:docMk/>
            <pc:sldMk cId="2615869572" sldId="531"/>
            <ac:spMk id="5" creationId="{B85A72CE-1215-4D95-A111-A0780083E75A}"/>
          </ac:spMkLst>
        </pc:spChg>
      </pc:sldChg>
    </pc:docChg>
  </pc:docChgLst>
  <pc:docChgLst>
    <pc:chgData name="Cristian Chilipirea" userId="34ab170da5908fc4" providerId="LiveId" clId="{DCEBB7B4-3170-4693-8AB6-7F4F6AAD376C}"/>
    <pc:docChg chg="custSel addSld modSld">
      <pc:chgData name="Cristian Chilipirea" userId="34ab170da5908fc4" providerId="LiveId" clId="{DCEBB7B4-3170-4693-8AB6-7F4F6AAD376C}" dt="2018-10-02T10:52:58.122" v="825" actId="20577"/>
      <pc:docMkLst>
        <pc:docMk/>
      </pc:docMkLst>
      <pc:sldChg chg="modSp">
        <pc:chgData name="Cristian Chilipirea" userId="34ab170da5908fc4" providerId="LiveId" clId="{DCEBB7B4-3170-4693-8AB6-7F4F6AAD376C}" dt="2018-10-02T10:40:18.637" v="84" actId="1076"/>
        <pc:sldMkLst>
          <pc:docMk/>
          <pc:sldMk cId="2850693201" sldId="498"/>
        </pc:sldMkLst>
        <pc:spChg chg="mod">
          <ac:chgData name="Cristian Chilipirea" userId="34ab170da5908fc4" providerId="LiveId" clId="{DCEBB7B4-3170-4693-8AB6-7F4F6AAD376C}" dt="2018-10-02T10:40:18.637" v="84" actId="1076"/>
          <ac:spMkLst>
            <pc:docMk/>
            <pc:sldMk cId="2850693201" sldId="498"/>
            <ac:spMk id="3" creationId="{F96CF7B7-ACA9-427A-82FB-767222FD1E19}"/>
          </ac:spMkLst>
        </pc:spChg>
      </pc:sldChg>
      <pc:sldChg chg="modSp">
        <pc:chgData name="Cristian Chilipirea" userId="34ab170da5908fc4" providerId="LiveId" clId="{DCEBB7B4-3170-4693-8AB6-7F4F6AAD376C}" dt="2018-10-02T10:52:58.122" v="825" actId="20577"/>
        <pc:sldMkLst>
          <pc:docMk/>
          <pc:sldMk cId="3593157976" sldId="499"/>
        </pc:sldMkLst>
        <pc:spChg chg="mod">
          <ac:chgData name="Cristian Chilipirea" userId="34ab170da5908fc4" providerId="LiveId" clId="{DCEBB7B4-3170-4693-8AB6-7F4F6AAD376C}" dt="2018-10-02T10:50:44.221" v="550" actId="20577"/>
          <ac:spMkLst>
            <pc:docMk/>
            <pc:sldMk cId="3593157976" sldId="499"/>
            <ac:spMk id="2" creationId="{D953BD27-5FD5-4EAC-B8C4-CA94D3B73005}"/>
          </ac:spMkLst>
        </pc:spChg>
        <pc:spChg chg="mod">
          <ac:chgData name="Cristian Chilipirea" userId="34ab170da5908fc4" providerId="LiveId" clId="{DCEBB7B4-3170-4693-8AB6-7F4F6AAD376C}" dt="2018-10-02T10:52:58.122" v="825" actId="20577"/>
          <ac:spMkLst>
            <pc:docMk/>
            <pc:sldMk cId="3593157976" sldId="499"/>
            <ac:spMk id="3" creationId="{38DD686F-6C2C-4E52-A196-BD47AD4C72BA}"/>
          </ac:spMkLst>
        </pc:spChg>
      </pc:sldChg>
      <pc:sldChg chg="modSp add">
        <pc:chgData name="Cristian Chilipirea" userId="34ab170da5908fc4" providerId="LiveId" clId="{DCEBB7B4-3170-4693-8AB6-7F4F6AAD376C}" dt="2018-10-02T10:47:22.731" v="101" actId="20577"/>
        <pc:sldMkLst>
          <pc:docMk/>
          <pc:sldMk cId="384922801" sldId="526"/>
        </pc:sldMkLst>
        <pc:spChg chg="mod">
          <ac:chgData name="Cristian Chilipirea" userId="34ab170da5908fc4" providerId="LiveId" clId="{DCEBB7B4-3170-4693-8AB6-7F4F6AAD376C}" dt="2018-10-02T10:47:22.731" v="101" actId="20577"/>
          <ac:spMkLst>
            <pc:docMk/>
            <pc:sldMk cId="384922801" sldId="526"/>
            <ac:spMk id="2" creationId="{C246B18D-21B3-4B24-B48E-7496160B3CF6}"/>
          </ac:spMkLst>
        </pc:spChg>
      </pc:sldChg>
      <pc:sldChg chg="modSp add">
        <pc:chgData name="Cristian Chilipirea" userId="34ab170da5908fc4" providerId="LiveId" clId="{DCEBB7B4-3170-4693-8AB6-7F4F6AAD376C}" dt="2018-10-02T10:47:34.684" v="146" actId="20577"/>
        <pc:sldMkLst>
          <pc:docMk/>
          <pc:sldMk cId="2918988431" sldId="527"/>
        </pc:sldMkLst>
        <pc:spChg chg="mod">
          <ac:chgData name="Cristian Chilipirea" userId="34ab170da5908fc4" providerId="LiveId" clId="{DCEBB7B4-3170-4693-8AB6-7F4F6AAD376C}" dt="2018-10-02T10:47:34.684" v="146" actId="20577"/>
          <ac:spMkLst>
            <pc:docMk/>
            <pc:sldMk cId="2918988431" sldId="527"/>
            <ac:spMk id="2" creationId="{C3E94133-1880-4417-AA41-BF0388D21CA5}"/>
          </ac:spMkLst>
        </pc:spChg>
      </pc:sldChg>
      <pc:sldChg chg="modSp add">
        <pc:chgData name="Cristian Chilipirea" userId="34ab170da5908fc4" providerId="LiveId" clId="{DCEBB7B4-3170-4693-8AB6-7F4F6AAD376C}" dt="2018-10-02T10:47:59.807" v="228" actId="20577"/>
        <pc:sldMkLst>
          <pc:docMk/>
          <pc:sldMk cId="371541737" sldId="528"/>
        </pc:sldMkLst>
        <pc:spChg chg="mod">
          <ac:chgData name="Cristian Chilipirea" userId="34ab170da5908fc4" providerId="LiveId" clId="{DCEBB7B4-3170-4693-8AB6-7F4F6AAD376C}" dt="2018-10-02T10:47:59.807" v="228" actId="20577"/>
          <ac:spMkLst>
            <pc:docMk/>
            <pc:sldMk cId="371541737" sldId="528"/>
            <ac:spMk id="2" creationId="{A1D93475-2C96-4076-8427-B487F8A011F7}"/>
          </ac:spMkLst>
        </pc:spChg>
      </pc:sldChg>
    </pc:docChg>
  </pc:docChgLst>
  <pc:docChgLst>
    <pc:chgData name="Cristian Chilipirea" userId="34ab170da5908fc4" providerId="LiveId" clId="{51E1D80A-4A29-4E2A-B293-4232621C1517}"/>
    <pc:docChg chg="undo addSld delSld modSld modSection">
      <pc:chgData name="Cristian Chilipirea" userId="34ab170da5908fc4" providerId="LiveId" clId="{51E1D80A-4A29-4E2A-B293-4232621C1517}" dt="2019-10-06T18:10:02.976" v="298"/>
      <pc:docMkLst>
        <pc:docMk/>
      </pc:docMkLst>
      <pc:sldChg chg="modSp">
        <pc:chgData name="Cristian Chilipirea" userId="34ab170da5908fc4" providerId="LiveId" clId="{51E1D80A-4A29-4E2A-B293-4232621C1517}" dt="2019-10-06T17:51:08.463" v="1" actId="1076"/>
        <pc:sldMkLst>
          <pc:docMk/>
          <pc:sldMk cId="0" sldId="485"/>
        </pc:sldMkLst>
        <pc:spChg chg="mod">
          <ac:chgData name="Cristian Chilipirea" userId="34ab170da5908fc4" providerId="LiveId" clId="{51E1D80A-4A29-4E2A-B293-4232621C1517}" dt="2019-10-06T17:51:08.463" v="1" actId="1076"/>
          <ac:spMkLst>
            <pc:docMk/>
            <pc:sldMk cId="0" sldId="485"/>
            <ac:spMk id="15361" creationId="{B7373C27-AE51-474E-BA1F-0C5F0233AACE}"/>
          </ac:spMkLst>
        </pc:spChg>
      </pc:sldChg>
      <pc:sldChg chg="addSp delSp add">
        <pc:chgData name="Cristian Chilipirea" userId="34ab170da5908fc4" providerId="LiveId" clId="{51E1D80A-4A29-4E2A-B293-4232621C1517}" dt="2019-10-06T17:51:34.132" v="29" actId="478"/>
        <pc:sldMkLst>
          <pc:docMk/>
          <pc:sldMk cId="1011767499" sldId="486"/>
        </pc:sldMkLst>
        <pc:spChg chg="del">
          <ac:chgData name="Cristian Chilipirea" userId="34ab170da5908fc4" providerId="LiveId" clId="{51E1D80A-4A29-4E2A-B293-4232621C1517}" dt="2019-10-06T17:51:34.132" v="29" actId="478"/>
          <ac:spMkLst>
            <pc:docMk/>
            <pc:sldMk cId="1011767499" sldId="486"/>
            <ac:spMk id="2" creationId="{28E32F68-BB04-46C2-94FD-281E352C5007}"/>
          </ac:spMkLst>
        </pc:spChg>
        <pc:spChg chg="del">
          <ac:chgData name="Cristian Chilipirea" userId="34ab170da5908fc4" providerId="LiveId" clId="{51E1D80A-4A29-4E2A-B293-4232621C1517}" dt="2019-10-06T17:51:26.388" v="23" actId="478"/>
          <ac:spMkLst>
            <pc:docMk/>
            <pc:sldMk cId="1011767499" sldId="486"/>
            <ac:spMk id="3" creationId="{AE501617-3A3E-48A5-ADBF-80588AAF3470}"/>
          </ac:spMkLst>
        </pc:spChg>
        <pc:spChg chg="add del">
          <ac:chgData name="Cristian Chilipirea" userId="34ab170da5908fc4" providerId="LiveId" clId="{51E1D80A-4A29-4E2A-B293-4232621C1517}" dt="2019-10-06T17:51:30.945" v="27"/>
          <ac:spMkLst>
            <pc:docMk/>
            <pc:sldMk cId="1011767499" sldId="486"/>
            <ac:spMk id="4" creationId="{3DCB6BF8-07C6-4BF0-BC0B-20CDD26067AD}"/>
          </ac:spMkLst>
        </pc:spChg>
        <pc:spChg chg="add">
          <ac:chgData name="Cristian Chilipirea" userId="34ab170da5908fc4" providerId="LiveId" clId="{51E1D80A-4A29-4E2A-B293-4232621C1517}" dt="2019-10-06T17:51:30.952" v="28"/>
          <ac:spMkLst>
            <pc:docMk/>
            <pc:sldMk cId="1011767499" sldId="486"/>
            <ac:spMk id="5" creationId="{203EF41F-97F0-4B05-9808-D1ACD3534FDE}"/>
          </ac:spMkLst>
        </pc:spChg>
      </pc:sldChg>
      <pc:sldChg chg="del">
        <pc:chgData name="Cristian Chilipirea" userId="34ab170da5908fc4" providerId="LiveId" clId="{51E1D80A-4A29-4E2A-B293-4232621C1517}" dt="2019-10-06T17:51:10.704" v="2" actId="2696"/>
        <pc:sldMkLst>
          <pc:docMk/>
          <pc:sldMk cId="1027992857" sldId="486"/>
        </pc:sldMkLst>
      </pc:sldChg>
      <pc:sldChg chg="del">
        <pc:chgData name="Cristian Chilipirea" userId="34ab170da5908fc4" providerId="LiveId" clId="{51E1D80A-4A29-4E2A-B293-4232621C1517}" dt="2019-10-06T17:51:11.281" v="3" actId="2696"/>
        <pc:sldMkLst>
          <pc:docMk/>
          <pc:sldMk cId="138587081" sldId="487"/>
        </pc:sldMkLst>
      </pc:sldChg>
      <pc:sldChg chg="addSp delSp modSp add">
        <pc:chgData name="Cristian Chilipirea" userId="34ab170da5908fc4" providerId="LiveId" clId="{51E1D80A-4A29-4E2A-B293-4232621C1517}" dt="2019-10-06T17:52:43.745" v="35"/>
        <pc:sldMkLst>
          <pc:docMk/>
          <pc:sldMk cId="3224258351" sldId="487"/>
        </pc:sldMkLst>
        <pc:spChg chg="mod">
          <ac:chgData name="Cristian Chilipirea" userId="34ab170da5908fc4" providerId="LiveId" clId="{51E1D80A-4A29-4E2A-B293-4232621C1517}" dt="2019-10-06T17:52:35.964" v="31"/>
          <ac:spMkLst>
            <pc:docMk/>
            <pc:sldMk cId="3224258351" sldId="487"/>
            <ac:spMk id="2" creationId="{083F82FB-9BCD-4363-9319-3076B05262DC}"/>
          </ac:spMkLst>
        </pc:spChg>
        <pc:spChg chg="del">
          <ac:chgData name="Cristian Chilipirea" userId="34ab170da5908fc4" providerId="LiveId" clId="{51E1D80A-4A29-4E2A-B293-4232621C1517}" dt="2019-10-06T17:52:41.268" v="32" actId="478"/>
          <ac:spMkLst>
            <pc:docMk/>
            <pc:sldMk cId="3224258351" sldId="487"/>
            <ac:spMk id="3" creationId="{B0900F2A-3D5F-41FD-9CA2-0A0E8AB70FFD}"/>
          </ac:spMkLst>
        </pc:spChg>
        <pc:spChg chg="add del">
          <ac:chgData name="Cristian Chilipirea" userId="34ab170da5908fc4" providerId="LiveId" clId="{51E1D80A-4A29-4E2A-B293-4232621C1517}" dt="2019-10-06T17:52:43.736" v="34"/>
          <ac:spMkLst>
            <pc:docMk/>
            <pc:sldMk cId="3224258351" sldId="487"/>
            <ac:spMk id="4" creationId="{CD80CD29-221F-4F58-9C9F-00C27FCD37D0}"/>
          </ac:spMkLst>
        </pc:spChg>
        <pc:spChg chg="add">
          <ac:chgData name="Cristian Chilipirea" userId="34ab170da5908fc4" providerId="LiveId" clId="{51E1D80A-4A29-4E2A-B293-4232621C1517}" dt="2019-10-06T17:52:43.745" v="35"/>
          <ac:spMkLst>
            <pc:docMk/>
            <pc:sldMk cId="3224258351" sldId="487"/>
            <ac:spMk id="5" creationId="{8815B978-EF87-4F35-97BF-C35EE8F52A8F}"/>
          </ac:spMkLst>
        </pc:spChg>
      </pc:sldChg>
      <pc:sldChg chg="del">
        <pc:chgData name="Cristian Chilipirea" userId="34ab170da5908fc4" providerId="LiveId" clId="{51E1D80A-4A29-4E2A-B293-4232621C1517}" dt="2019-10-06T17:51:11.377" v="4" actId="2696"/>
        <pc:sldMkLst>
          <pc:docMk/>
          <pc:sldMk cId="1246785372" sldId="488"/>
        </pc:sldMkLst>
      </pc:sldChg>
      <pc:sldChg chg="addSp delSp modSp add modAnim">
        <pc:chgData name="Cristian Chilipirea" userId="34ab170da5908fc4" providerId="LiveId" clId="{51E1D80A-4A29-4E2A-B293-4232621C1517}" dt="2019-10-06T17:53:02.860" v="43" actId="1076"/>
        <pc:sldMkLst>
          <pc:docMk/>
          <pc:sldMk cId="2593252418" sldId="488"/>
        </pc:sldMkLst>
        <pc:spChg chg="mod">
          <ac:chgData name="Cristian Chilipirea" userId="34ab170da5908fc4" providerId="LiveId" clId="{51E1D80A-4A29-4E2A-B293-4232621C1517}" dt="2019-10-06T17:52:50.904" v="37"/>
          <ac:spMkLst>
            <pc:docMk/>
            <pc:sldMk cId="2593252418" sldId="488"/>
            <ac:spMk id="2" creationId="{CC3451E0-000E-4353-AD66-70B7D7379EA1}"/>
          </ac:spMkLst>
        </pc:spChg>
        <pc:spChg chg="del">
          <ac:chgData name="Cristian Chilipirea" userId="34ab170da5908fc4" providerId="LiveId" clId="{51E1D80A-4A29-4E2A-B293-4232621C1517}" dt="2019-10-06T17:52:58.265" v="38" actId="478"/>
          <ac:spMkLst>
            <pc:docMk/>
            <pc:sldMk cId="2593252418" sldId="488"/>
            <ac:spMk id="3" creationId="{2B8ABC55-09EA-4567-BFA2-314CBC83E683}"/>
          </ac:spMkLst>
        </pc:spChg>
        <pc:spChg chg="add del mod">
          <ac:chgData name="Cristian Chilipirea" userId="34ab170da5908fc4" providerId="LiveId" clId="{51E1D80A-4A29-4E2A-B293-4232621C1517}" dt="2019-10-06T17:53:00.421" v="41"/>
          <ac:spMkLst>
            <pc:docMk/>
            <pc:sldMk cId="2593252418" sldId="488"/>
            <ac:spMk id="4" creationId="{28EEDB18-8DB1-49F4-BC64-8EE141ED397D}"/>
          </ac:spMkLst>
        </pc:spChg>
        <pc:spChg chg="add mod">
          <ac:chgData name="Cristian Chilipirea" userId="34ab170da5908fc4" providerId="LiveId" clId="{51E1D80A-4A29-4E2A-B293-4232621C1517}" dt="2019-10-06T17:53:02.860" v="43" actId="1076"/>
          <ac:spMkLst>
            <pc:docMk/>
            <pc:sldMk cId="2593252418" sldId="488"/>
            <ac:spMk id="5" creationId="{3DF5BFF6-2442-42F3-8C82-18CF0891BE83}"/>
          </ac:spMkLst>
        </pc:spChg>
      </pc:sldChg>
      <pc:sldChg chg="del">
        <pc:chgData name="Cristian Chilipirea" userId="34ab170da5908fc4" providerId="LiveId" clId="{51E1D80A-4A29-4E2A-B293-4232621C1517}" dt="2019-10-06T17:51:11.527" v="5" actId="2696"/>
        <pc:sldMkLst>
          <pc:docMk/>
          <pc:sldMk cId="2831191411" sldId="489"/>
        </pc:sldMkLst>
      </pc:sldChg>
      <pc:sldChg chg="addSp delSp modSp add">
        <pc:chgData name="Cristian Chilipirea" userId="34ab170da5908fc4" providerId="LiveId" clId="{51E1D80A-4A29-4E2A-B293-4232621C1517}" dt="2019-10-06T17:53:27.907" v="49"/>
        <pc:sldMkLst>
          <pc:docMk/>
          <pc:sldMk cId="3875688009" sldId="489"/>
        </pc:sldMkLst>
        <pc:spChg chg="mod">
          <ac:chgData name="Cristian Chilipirea" userId="34ab170da5908fc4" providerId="LiveId" clId="{51E1D80A-4A29-4E2A-B293-4232621C1517}" dt="2019-10-06T17:53:15.700" v="45"/>
          <ac:spMkLst>
            <pc:docMk/>
            <pc:sldMk cId="3875688009" sldId="489"/>
            <ac:spMk id="2" creationId="{1163C7E7-9A71-4B15-B0EE-B27171DA57AB}"/>
          </ac:spMkLst>
        </pc:spChg>
        <pc:spChg chg="del">
          <ac:chgData name="Cristian Chilipirea" userId="34ab170da5908fc4" providerId="LiveId" clId="{51E1D80A-4A29-4E2A-B293-4232621C1517}" dt="2019-10-06T17:53:25.535" v="46" actId="478"/>
          <ac:spMkLst>
            <pc:docMk/>
            <pc:sldMk cId="3875688009" sldId="489"/>
            <ac:spMk id="3" creationId="{C6F09C53-BDE9-48B4-9FF0-DBECAFC36FDB}"/>
          </ac:spMkLst>
        </pc:spChg>
        <pc:spChg chg="add del">
          <ac:chgData name="Cristian Chilipirea" userId="34ab170da5908fc4" providerId="LiveId" clId="{51E1D80A-4A29-4E2A-B293-4232621C1517}" dt="2019-10-06T17:53:27.895" v="48"/>
          <ac:spMkLst>
            <pc:docMk/>
            <pc:sldMk cId="3875688009" sldId="489"/>
            <ac:spMk id="4" creationId="{170218D5-FCAD-4ED7-B350-DFB84F47F334}"/>
          </ac:spMkLst>
        </pc:spChg>
        <pc:spChg chg="add">
          <ac:chgData name="Cristian Chilipirea" userId="34ab170da5908fc4" providerId="LiveId" clId="{51E1D80A-4A29-4E2A-B293-4232621C1517}" dt="2019-10-06T17:53:27.907" v="49"/>
          <ac:spMkLst>
            <pc:docMk/>
            <pc:sldMk cId="3875688009" sldId="489"/>
            <ac:spMk id="5" creationId="{1DAB8A77-88C2-4E00-8CE4-349273446CED}"/>
          </ac:spMkLst>
        </pc:spChg>
      </pc:sldChg>
      <pc:sldChg chg="del">
        <pc:chgData name="Cristian Chilipirea" userId="34ab170da5908fc4" providerId="LiveId" clId="{51E1D80A-4A29-4E2A-B293-4232621C1517}" dt="2019-10-06T17:51:11.545" v="6" actId="2696"/>
        <pc:sldMkLst>
          <pc:docMk/>
          <pc:sldMk cId="4095643832" sldId="490"/>
        </pc:sldMkLst>
      </pc:sldChg>
      <pc:sldChg chg="addSp delSp modSp add modAnim">
        <pc:chgData name="Cristian Chilipirea" userId="34ab170da5908fc4" providerId="LiveId" clId="{51E1D80A-4A29-4E2A-B293-4232621C1517}" dt="2019-10-06T17:53:54.850" v="55" actId="1076"/>
        <pc:sldMkLst>
          <pc:docMk/>
          <pc:sldMk cId="4257711336" sldId="490"/>
        </pc:sldMkLst>
        <pc:spChg chg="mod">
          <ac:chgData name="Cristian Chilipirea" userId="34ab170da5908fc4" providerId="LiveId" clId="{51E1D80A-4A29-4E2A-B293-4232621C1517}" dt="2019-10-06T17:53:39.247" v="51"/>
          <ac:spMkLst>
            <pc:docMk/>
            <pc:sldMk cId="4257711336" sldId="490"/>
            <ac:spMk id="2" creationId="{3892ED03-7146-43EF-A63A-7B6EAE33634A}"/>
          </ac:spMkLst>
        </pc:spChg>
        <pc:spChg chg="del">
          <ac:chgData name="Cristian Chilipirea" userId="34ab170da5908fc4" providerId="LiveId" clId="{51E1D80A-4A29-4E2A-B293-4232621C1517}" dt="2019-10-06T17:53:41.577" v="52" actId="478"/>
          <ac:spMkLst>
            <pc:docMk/>
            <pc:sldMk cId="4257711336" sldId="490"/>
            <ac:spMk id="3" creationId="{7A7A06EE-B6B2-4003-8B85-DB2BE77CCCFE}"/>
          </ac:spMkLst>
        </pc:spChg>
        <pc:spChg chg="add mod">
          <ac:chgData name="Cristian Chilipirea" userId="34ab170da5908fc4" providerId="LiveId" clId="{51E1D80A-4A29-4E2A-B293-4232621C1517}" dt="2019-10-06T17:53:54.850" v="55" actId="1076"/>
          <ac:spMkLst>
            <pc:docMk/>
            <pc:sldMk cId="4257711336" sldId="490"/>
            <ac:spMk id="4" creationId="{F48B5211-B16E-4AD1-9979-B269CCE14C36}"/>
          </ac:spMkLst>
        </pc:spChg>
        <pc:spChg chg="add mod">
          <ac:chgData name="Cristian Chilipirea" userId="34ab170da5908fc4" providerId="LiveId" clId="{51E1D80A-4A29-4E2A-B293-4232621C1517}" dt="2019-10-06T17:53:54.850" v="55" actId="1076"/>
          <ac:spMkLst>
            <pc:docMk/>
            <pc:sldMk cId="4257711336" sldId="490"/>
            <ac:spMk id="5" creationId="{961545CB-392B-4C39-89F7-E95B98136963}"/>
          </ac:spMkLst>
        </pc:spChg>
        <pc:spChg chg="add mod">
          <ac:chgData name="Cristian Chilipirea" userId="34ab170da5908fc4" providerId="LiveId" clId="{51E1D80A-4A29-4E2A-B293-4232621C1517}" dt="2019-10-06T17:53:54.850" v="55" actId="1076"/>
          <ac:spMkLst>
            <pc:docMk/>
            <pc:sldMk cId="4257711336" sldId="490"/>
            <ac:spMk id="6" creationId="{6AA0DD25-887B-46A3-832C-66EF32273F31}"/>
          </ac:spMkLst>
        </pc:spChg>
        <pc:spChg chg="add mod">
          <ac:chgData name="Cristian Chilipirea" userId="34ab170da5908fc4" providerId="LiveId" clId="{51E1D80A-4A29-4E2A-B293-4232621C1517}" dt="2019-10-06T17:53:54.850" v="55" actId="1076"/>
          <ac:spMkLst>
            <pc:docMk/>
            <pc:sldMk cId="4257711336" sldId="490"/>
            <ac:spMk id="7" creationId="{67957DBA-FFEB-4E8C-B633-2B0BE1471CE2}"/>
          </ac:spMkLst>
        </pc:spChg>
        <pc:grpChg chg="add mod">
          <ac:chgData name="Cristian Chilipirea" userId="34ab170da5908fc4" providerId="LiveId" clId="{51E1D80A-4A29-4E2A-B293-4232621C1517}" dt="2019-10-06T17:53:54.850" v="55" actId="1076"/>
          <ac:grpSpMkLst>
            <pc:docMk/>
            <pc:sldMk cId="4257711336" sldId="490"/>
            <ac:grpSpMk id="8" creationId="{2CEDD53F-9CB0-4EDE-8E3B-E38C0D55B95D}"/>
          </ac:grpSpMkLst>
        </pc:grpChg>
        <pc:grpChg chg="add mod">
          <ac:chgData name="Cristian Chilipirea" userId="34ab170da5908fc4" providerId="LiveId" clId="{51E1D80A-4A29-4E2A-B293-4232621C1517}" dt="2019-10-06T17:53:54.850" v="55" actId="1076"/>
          <ac:grpSpMkLst>
            <pc:docMk/>
            <pc:sldMk cId="4257711336" sldId="490"/>
            <ac:grpSpMk id="29" creationId="{F09FB433-8BBE-433B-BF5F-3FAAD093A7DE}"/>
          </ac:grpSpMkLst>
        </pc:grpChg>
        <pc:grpChg chg="add mod">
          <ac:chgData name="Cristian Chilipirea" userId="34ab170da5908fc4" providerId="LiveId" clId="{51E1D80A-4A29-4E2A-B293-4232621C1517}" dt="2019-10-06T17:53:54.850" v="55" actId="1076"/>
          <ac:grpSpMkLst>
            <pc:docMk/>
            <pc:sldMk cId="4257711336" sldId="490"/>
            <ac:grpSpMk id="43" creationId="{A0137961-8069-489C-A7AE-F5CAA87C0020}"/>
          </ac:grpSpMkLst>
        </pc:grpChg>
        <pc:grpChg chg="mod">
          <ac:chgData name="Cristian Chilipirea" userId="34ab170da5908fc4" providerId="LiveId" clId="{51E1D80A-4A29-4E2A-B293-4232621C1517}" dt="2019-10-06T17:53:54.850" v="55" actId="1076"/>
          <ac:grpSpMkLst>
            <pc:docMk/>
            <pc:sldMk cId="4257711336" sldId="490"/>
            <ac:grpSpMk id="46" creationId="{079B3A9D-51F5-4F7D-8687-2A5BB99A16F1}"/>
          </ac:grpSpMkLst>
        </pc:grpChg>
      </pc:sldChg>
      <pc:sldChg chg="del">
        <pc:chgData name="Cristian Chilipirea" userId="34ab170da5908fc4" providerId="LiveId" clId="{51E1D80A-4A29-4E2A-B293-4232621C1517}" dt="2019-10-06T17:51:11.677" v="7" actId="2696"/>
        <pc:sldMkLst>
          <pc:docMk/>
          <pc:sldMk cId="2192830871" sldId="491"/>
        </pc:sldMkLst>
      </pc:sldChg>
      <pc:sldChg chg="addSp delSp modSp add">
        <pc:chgData name="Cristian Chilipirea" userId="34ab170da5908fc4" providerId="LiveId" clId="{51E1D80A-4A29-4E2A-B293-4232621C1517}" dt="2019-10-06T17:55:31.910" v="60" actId="1076"/>
        <pc:sldMkLst>
          <pc:docMk/>
          <pc:sldMk cId="3240090476" sldId="491"/>
        </pc:sldMkLst>
        <pc:spChg chg="mod">
          <ac:chgData name="Cristian Chilipirea" userId="34ab170da5908fc4" providerId="LiveId" clId="{51E1D80A-4A29-4E2A-B293-4232621C1517}" dt="2019-10-06T17:55:23.740" v="57"/>
          <ac:spMkLst>
            <pc:docMk/>
            <pc:sldMk cId="3240090476" sldId="491"/>
            <ac:spMk id="2" creationId="{95E7974C-4805-45F8-AAFF-9AB6EA187E17}"/>
          </ac:spMkLst>
        </pc:spChg>
        <pc:spChg chg="del">
          <ac:chgData name="Cristian Chilipirea" userId="34ab170da5908fc4" providerId="LiveId" clId="{51E1D80A-4A29-4E2A-B293-4232621C1517}" dt="2019-10-06T17:55:29.735" v="58" actId="478"/>
          <ac:spMkLst>
            <pc:docMk/>
            <pc:sldMk cId="3240090476" sldId="491"/>
            <ac:spMk id="3" creationId="{C963F3E8-E041-45BB-958F-EBB72842D768}"/>
          </ac:spMkLst>
        </pc:spChg>
        <pc:grpChg chg="add mod">
          <ac:chgData name="Cristian Chilipirea" userId="34ab170da5908fc4" providerId="LiveId" clId="{51E1D80A-4A29-4E2A-B293-4232621C1517}" dt="2019-10-06T17:55:31.910" v="60" actId="1076"/>
          <ac:grpSpMkLst>
            <pc:docMk/>
            <pc:sldMk cId="3240090476" sldId="491"/>
            <ac:grpSpMk id="4" creationId="{43C1F2E6-8110-4512-921D-825F59E29AE7}"/>
          </ac:grpSpMkLst>
        </pc:grpChg>
      </pc:sldChg>
      <pc:sldChg chg="addSp delSp modSp add">
        <pc:chgData name="Cristian Chilipirea" userId="34ab170da5908fc4" providerId="LiveId" clId="{51E1D80A-4A29-4E2A-B293-4232621C1517}" dt="2019-10-06T17:55:50.645" v="67" actId="1076"/>
        <pc:sldMkLst>
          <pc:docMk/>
          <pc:sldMk cId="2821618671" sldId="492"/>
        </pc:sldMkLst>
        <pc:spChg chg="mod">
          <ac:chgData name="Cristian Chilipirea" userId="34ab170da5908fc4" providerId="LiveId" clId="{51E1D80A-4A29-4E2A-B293-4232621C1517}" dt="2019-10-06T17:55:40.932" v="62"/>
          <ac:spMkLst>
            <pc:docMk/>
            <pc:sldMk cId="2821618671" sldId="492"/>
            <ac:spMk id="2" creationId="{9A2E8FB6-A020-4CE3-861F-7A2DC4BA3058}"/>
          </ac:spMkLst>
        </pc:spChg>
        <pc:spChg chg="del">
          <ac:chgData name="Cristian Chilipirea" userId="34ab170da5908fc4" providerId="LiveId" clId="{51E1D80A-4A29-4E2A-B293-4232621C1517}" dt="2019-10-06T17:55:43.484" v="63" actId="478"/>
          <ac:spMkLst>
            <pc:docMk/>
            <pc:sldMk cId="2821618671" sldId="492"/>
            <ac:spMk id="3" creationId="{6B20E1F8-0EFE-4A52-9884-261CC0211FDA}"/>
          </ac:spMkLst>
        </pc:spChg>
        <pc:spChg chg="add del">
          <ac:chgData name="Cristian Chilipirea" userId="34ab170da5908fc4" providerId="LiveId" clId="{51E1D80A-4A29-4E2A-B293-4232621C1517}" dt="2019-10-06T17:55:48.821" v="65"/>
          <ac:spMkLst>
            <pc:docMk/>
            <pc:sldMk cId="2821618671" sldId="492"/>
            <ac:spMk id="4" creationId="{43BF1D93-61A1-4BC9-BC01-2913E589E8C4}"/>
          </ac:spMkLst>
        </pc:spChg>
        <pc:spChg chg="add mod">
          <ac:chgData name="Cristian Chilipirea" userId="34ab170da5908fc4" providerId="LiveId" clId="{51E1D80A-4A29-4E2A-B293-4232621C1517}" dt="2019-10-06T17:55:50.645" v="67" actId="1076"/>
          <ac:spMkLst>
            <pc:docMk/>
            <pc:sldMk cId="2821618671" sldId="492"/>
            <ac:spMk id="5" creationId="{AB7DFA0E-EE35-41EF-87C0-BFB827543EEB}"/>
          </ac:spMkLst>
        </pc:spChg>
      </pc:sldChg>
      <pc:sldChg chg="del">
        <pc:chgData name="Cristian Chilipirea" userId="34ab170da5908fc4" providerId="LiveId" clId="{51E1D80A-4A29-4E2A-B293-4232621C1517}" dt="2019-10-06T17:51:11.894" v="8" actId="2696"/>
        <pc:sldMkLst>
          <pc:docMk/>
          <pc:sldMk cId="2867972107" sldId="492"/>
        </pc:sldMkLst>
      </pc:sldChg>
      <pc:sldChg chg="del">
        <pc:chgData name="Cristian Chilipirea" userId="34ab170da5908fc4" providerId="LiveId" clId="{51E1D80A-4A29-4E2A-B293-4232621C1517}" dt="2019-10-06T17:51:12.315" v="9" actId="2696"/>
        <pc:sldMkLst>
          <pc:docMk/>
          <pc:sldMk cId="225010310" sldId="493"/>
        </pc:sldMkLst>
      </pc:sldChg>
      <pc:sldChg chg="addSp delSp modSp add">
        <pc:chgData name="Cristian Chilipirea" userId="34ab170da5908fc4" providerId="LiveId" clId="{51E1D80A-4A29-4E2A-B293-4232621C1517}" dt="2019-10-06T17:56:22.615" v="74" actId="1076"/>
        <pc:sldMkLst>
          <pc:docMk/>
          <pc:sldMk cId="2594526626" sldId="493"/>
        </pc:sldMkLst>
        <pc:spChg chg="mod">
          <ac:chgData name="Cristian Chilipirea" userId="34ab170da5908fc4" providerId="LiveId" clId="{51E1D80A-4A29-4E2A-B293-4232621C1517}" dt="2019-10-06T17:56:09.473" v="69"/>
          <ac:spMkLst>
            <pc:docMk/>
            <pc:sldMk cId="2594526626" sldId="493"/>
            <ac:spMk id="2" creationId="{71DE1D45-4265-4FBE-B312-C57AEF50C57D}"/>
          </ac:spMkLst>
        </pc:spChg>
        <pc:spChg chg="del">
          <ac:chgData name="Cristian Chilipirea" userId="34ab170da5908fc4" providerId="LiveId" clId="{51E1D80A-4A29-4E2A-B293-4232621C1517}" dt="2019-10-06T17:56:17.856" v="70" actId="478"/>
          <ac:spMkLst>
            <pc:docMk/>
            <pc:sldMk cId="2594526626" sldId="493"/>
            <ac:spMk id="3" creationId="{B6EEA3DB-8340-4756-B733-126FF3372A32}"/>
          </ac:spMkLst>
        </pc:spChg>
        <pc:spChg chg="add del">
          <ac:chgData name="Cristian Chilipirea" userId="34ab170da5908fc4" providerId="LiveId" clId="{51E1D80A-4A29-4E2A-B293-4232621C1517}" dt="2019-10-06T17:56:19.995" v="72"/>
          <ac:spMkLst>
            <pc:docMk/>
            <pc:sldMk cId="2594526626" sldId="493"/>
            <ac:spMk id="4" creationId="{E028B0D4-CBC5-4908-9470-154F066553DA}"/>
          </ac:spMkLst>
        </pc:spChg>
        <pc:spChg chg="add mod">
          <ac:chgData name="Cristian Chilipirea" userId="34ab170da5908fc4" providerId="LiveId" clId="{51E1D80A-4A29-4E2A-B293-4232621C1517}" dt="2019-10-06T17:56:22.615" v="74" actId="1076"/>
          <ac:spMkLst>
            <pc:docMk/>
            <pc:sldMk cId="2594526626" sldId="493"/>
            <ac:spMk id="5" creationId="{5A0F00E9-9F6F-4BDD-AEE1-AA7452E3C04F}"/>
          </ac:spMkLst>
        </pc:spChg>
      </pc:sldChg>
      <pc:sldChg chg="addSp delSp modSp add">
        <pc:chgData name="Cristian Chilipirea" userId="34ab170da5908fc4" providerId="LiveId" clId="{51E1D80A-4A29-4E2A-B293-4232621C1517}" dt="2019-10-06T17:56:45.503" v="85" actId="1076"/>
        <pc:sldMkLst>
          <pc:docMk/>
          <pc:sldMk cId="1937755242" sldId="494"/>
        </pc:sldMkLst>
        <pc:spChg chg="mod">
          <ac:chgData name="Cristian Chilipirea" userId="34ab170da5908fc4" providerId="LiveId" clId="{51E1D80A-4A29-4E2A-B293-4232621C1517}" dt="2019-10-06T17:56:29.904" v="76"/>
          <ac:spMkLst>
            <pc:docMk/>
            <pc:sldMk cId="1937755242" sldId="494"/>
            <ac:spMk id="2" creationId="{0BF265FC-03D0-4B79-8083-CB5F5C85E092}"/>
          </ac:spMkLst>
        </pc:spChg>
        <pc:spChg chg="del">
          <ac:chgData name="Cristian Chilipirea" userId="34ab170da5908fc4" providerId="LiveId" clId="{51E1D80A-4A29-4E2A-B293-4232621C1517}" dt="2019-10-06T17:56:31.888" v="77" actId="478"/>
          <ac:spMkLst>
            <pc:docMk/>
            <pc:sldMk cId="1937755242" sldId="494"/>
            <ac:spMk id="3" creationId="{B22BA51B-7296-4DCB-8339-B14926462470}"/>
          </ac:spMkLst>
        </pc:spChg>
        <pc:spChg chg="add del mod">
          <ac:chgData name="Cristian Chilipirea" userId="34ab170da5908fc4" providerId="LiveId" clId="{51E1D80A-4A29-4E2A-B293-4232621C1517}" dt="2019-10-06T17:56:40.945" v="81"/>
          <ac:spMkLst>
            <pc:docMk/>
            <pc:sldMk cId="1937755242" sldId="494"/>
            <ac:spMk id="4" creationId="{DB4964D3-3DFD-4D97-912C-7FE774591A96}"/>
          </ac:spMkLst>
        </pc:spChg>
        <pc:spChg chg="add del">
          <ac:chgData name="Cristian Chilipirea" userId="34ab170da5908fc4" providerId="LiveId" clId="{51E1D80A-4A29-4E2A-B293-4232621C1517}" dt="2019-10-06T17:56:42.925" v="83"/>
          <ac:spMkLst>
            <pc:docMk/>
            <pc:sldMk cId="1937755242" sldId="494"/>
            <ac:spMk id="5" creationId="{A4622B35-4818-458B-8A87-428F0F9B3CE0}"/>
          </ac:spMkLst>
        </pc:spChg>
        <pc:spChg chg="add mod">
          <ac:chgData name="Cristian Chilipirea" userId="34ab170da5908fc4" providerId="LiveId" clId="{51E1D80A-4A29-4E2A-B293-4232621C1517}" dt="2019-10-06T17:56:45.503" v="85" actId="1076"/>
          <ac:spMkLst>
            <pc:docMk/>
            <pc:sldMk cId="1937755242" sldId="494"/>
            <ac:spMk id="6" creationId="{F1C8A590-C365-45D6-839E-9FD6B6C5A7C5}"/>
          </ac:spMkLst>
        </pc:spChg>
      </pc:sldChg>
      <pc:sldChg chg="del">
        <pc:chgData name="Cristian Chilipirea" userId="34ab170da5908fc4" providerId="LiveId" clId="{51E1D80A-4A29-4E2A-B293-4232621C1517}" dt="2019-10-06T17:51:12.562" v="10" actId="2696"/>
        <pc:sldMkLst>
          <pc:docMk/>
          <pc:sldMk cId="2096246749" sldId="494"/>
        </pc:sldMkLst>
      </pc:sldChg>
      <pc:sldChg chg="addSp delSp modSp add">
        <pc:chgData name="Cristian Chilipirea" userId="34ab170da5908fc4" providerId="LiveId" clId="{51E1D80A-4A29-4E2A-B293-4232621C1517}" dt="2019-10-06T17:57:04.556" v="93" actId="1076"/>
        <pc:sldMkLst>
          <pc:docMk/>
          <pc:sldMk cId="487379393" sldId="495"/>
        </pc:sldMkLst>
        <pc:spChg chg="mod">
          <ac:chgData name="Cristian Chilipirea" userId="34ab170da5908fc4" providerId="LiveId" clId="{51E1D80A-4A29-4E2A-B293-4232621C1517}" dt="2019-10-06T17:56:55.149" v="87"/>
          <ac:spMkLst>
            <pc:docMk/>
            <pc:sldMk cId="487379393" sldId="495"/>
            <ac:spMk id="2" creationId="{CEB8EB6B-6A11-4DE7-B508-184425716A6A}"/>
          </ac:spMkLst>
        </pc:spChg>
        <pc:spChg chg="del">
          <ac:chgData name="Cristian Chilipirea" userId="34ab170da5908fc4" providerId="LiveId" clId="{51E1D80A-4A29-4E2A-B293-4232621C1517}" dt="2019-10-06T17:56:59.340" v="88" actId="478"/>
          <ac:spMkLst>
            <pc:docMk/>
            <pc:sldMk cId="487379393" sldId="495"/>
            <ac:spMk id="3" creationId="{AC30F318-096E-4D5B-9D8A-450EFFFD8A3A}"/>
          </ac:spMkLst>
        </pc:spChg>
        <pc:spChg chg="add del mod">
          <ac:chgData name="Cristian Chilipirea" userId="34ab170da5908fc4" providerId="LiveId" clId="{51E1D80A-4A29-4E2A-B293-4232621C1517}" dt="2019-10-06T17:57:02.532" v="91"/>
          <ac:spMkLst>
            <pc:docMk/>
            <pc:sldMk cId="487379393" sldId="495"/>
            <ac:spMk id="4" creationId="{936A1D15-676F-4766-B341-67415623243D}"/>
          </ac:spMkLst>
        </pc:spChg>
        <pc:spChg chg="add mod">
          <ac:chgData name="Cristian Chilipirea" userId="34ab170da5908fc4" providerId="LiveId" clId="{51E1D80A-4A29-4E2A-B293-4232621C1517}" dt="2019-10-06T17:57:04.556" v="93" actId="1076"/>
          <ac:spMkLst>
            <pc:docMk/>
            <pc:sldMk cId="487379393" sldId="495"/>
            <ac:spMk id="5" creationId="{DA18A7A6-983F-4195-A290-2BC0F09384DC}"/>
          </ac:spMkLst>
        </pc:spChg>
      </pc:sldChg>
      <pc:sldChg chg="del">
        <pc:chgData name="Cristian Chilipirea" userId="34ab170da5908fc4" providerId="LiveId" clId="{51E1D80A-4A29-4E2A-B293-4232621C1517}" dt="2019-10-06T17:51:12.819" v="11" actId="2696"/>
        <pc:sldMkLst>
          <pc:docMk/>
          <pc:sldMk cId="3714542689" sldId="495"/>
        </pc:sldMkLst>
      </pc:sldChg>
      <pc:sldChg chg="del">
        <pc:chgData name="Cristian Chilipirea" userId="34ab170da5908fc4" providerId="LiveId" clId="{51E1D80A-4A29-4E2A-B293-4232621C1517}" dt="2019-10-06T17:51:12.989" v="12" actId="2696"/>
        <pc:sldMkLst>
          <pc:docMk/>
          <pc:sldMk cId="1341029990" sldId="496"/>
        </pc:sldMkLst>
      </pc:sldChg>
      <pc:sldChg chg="addSp delSp add">
        <pc:chgData name="Cristian Chilipirea" userId="34ab170da5908fc4" providerId="LiveId" clId="{51E1D80A-4A29-4E2A-B293-4232621C1517}" dt="2019-10-06T17:57:19.320" v="99" actId="478"/>
        <pc:sldMkLst>
          <pc:docMk/>
          <pc:sldMk cId="3763663029" sldId="496"/>
        </pc:sldMkLst>
        <pc:spChg chg="del">
          <ac:chgData name="Cristian Chilipirea" userId="34ab170da5908fc4" providerId="LiveId" clId="{51E1D80A-4A29-4E2A-B293-4232621C1517}" dt="2019-10-06T17:57:19.320" v="99" actId="478"/>
          <ac:spMkLst>
            <pc:docMk/>
            <pc:sldMk cId="3763663029" sldId="496"/>
            <ac:spMk id="2" creationId="{77F4E05F-C61C-41AA-AE09-552CB237BA6B}"/>
          </ac:spMkLst>
        </pc:spChg>
        <pc:spChg chg="del">
          <ac:chgData name="Cristian Chilipirea" userId="34ab170da5908fc4" providerId="LiveId" clId="{51E1D80A-4A29-4E2A-B293-4232621C1517}" dt="2019-10-06T17:57:14.476" v="95" actId="478"/>
          <ac:spMkLst>
            <pc:docMk/>
            <pc:sldMk cId="3763663029" sldId="496"/>
            <ac:spMk id="3" creationId="{F523964C-5E9B-4738-846A-8ACF801F2C18}"/>
          </ac:spMkLst>
        </pc:spChg>
        <pc:spChg chg="add del">
          <ac:chgData name="Cristian Chilipirea" userId="34ab170da5908fc4" providerId="LiveId" clId="{51E1D80A-4A29-4E2A-B293-4232621C1517}" dt="2019-10-06T17:57:17.318" v="97"/>
          <ac:spMkLst>
            <pc:docMk/>
            <pc:sldMk cId="3763663029" sldId="496"/>
            <ac:spMk id="4" creationId="{4DB75CFE-C0D2-4D00-9F60-892885973BBB}"/>
          </ac:spMkLst>
        </pc:spChg>
        <pc:spChg chg="add">
          <ac:chgData name="Cristian Chilipirea" userId="34ab170da5908fc4" providerId="LiveId" clId="{51E1D80A-4A29-4E2A-B293-4232621C1517}" dt="2019-10-06T17:57:17.325" v="98"/>
          <ac:spMkLst>
            <pc:docMk/>
            <pc:sldMk cId="3763663029" sldId="496"/>
            <ac:spMk id="5" creationId="{39108EA8-1646-4A79-AE04-2AA7A5A6B0F1}"/>
          </ac:spMkLst>
        </pc:spChg>
      </pc:sldChg>
      <pc:sldChg chg="del">
        <pc:chgData name="Cristian Chilipirea" userId="34ab170da5908fc4" providerId="LiveId" clId="{51E1D80A-4A29-4E2A-B293-4232621C1517}" dt="2019-10-06T17:51:13.005" v="13" actId="2696"/>
        <pc:sldMkLst>
          <pc:docMk/>
          <pc:sldMk cId="152564301" sldId="497"/>
        </pc:sldMkLst>
      </pc:sldChg>
      <pc:sldChg chg="addSp delSp modSp add modAnim">
        <pc:chgData name="Cristian Chilipirea" userId="34ab170da5908fc4" providerId="LiveId" clId="{51E1D80A-4A29-4E2A-B293-4232621C1517}" dt="2019-10-06T17:57:41.281" v="106" actId="1076"/>
        <pc:sldMkLst>
          <pc:docMk/>
          <pc:sldMk cId="3065354528" sldId="497"/>
        </pc:sldMkLst>
        <pc:spChg chg="mod">
          <ac:chgData name="Cristian Chilipirea" userId="34ab170da5908fc4" providerId="LiveId" clId="{51E1D80A-4A29-4E2A-B293-4232621C1517}" dt="2019-10-06T17:57:27.064" v="101"/>
          <ac:spMkLst>
            <pc:docMk/>
            <pc:sldMk cId="3065354528" sldId="497"/>
            <ac:spMk id="2" creationId="{7C6973B9-0C39-40C2-A640-21E3682E28A0}"/>
          </ac:spMkLst>
        </pc:spChg>
        <pc:spChg chg="del">
          <ac:chgData name="Cristian Chilipirea" userId="34ab170da5908fc4" providerId="LiveId" clId="{51E1D80A-4A29-4E2A-B293-4232621C1517}" dt="2019-10-06T17:57:34.864" v="102" actId="478"/>
          <ac:spMkLst>
            <pc:docMk/>
            <pc:sldMk cId="3065354528" sldId="497"/>
            <ac:spMk id="3" creationId="{060EEC77-6F4E-4FAD-A566-938F76ED69AF}"/>
          </ac:spMkLst>
        </pc:spChg>
        <pc:spChg chg="add del">
          <ac:chgData name="Cristian Chilipirea" userId="34ab170da5908fc4" providerId="LiveId" clId="{51E1D80A-4A29-4E2A-B293-4232621C1517}" dt="2019-10-06T17:57:37.761" v="104"/>
          <ac:spMkLst>
            <pc:docMk/>
            <pc:sldMk cId="3065354528" sldId="497"/>
            <ac:spMk id="4" creationId="{9C354E9B-955C-4042-ABC4-2576B283D579}"/>
          </ac:spMkLst>
        </pc:spChg>
        <pc:spChg chg="add del">
          <ac:chgData name="Cristian Chilipirea" userId="34ab170da5908fc4" providerId="LiveId" clId="{51E1D80A-4A29-4E2A-B293-4232621C1517}" dt="2019-10-06T17:57:37.761" v="104"/>
          <ac:spMkLst>
            <pc:docMk/>
            <pc:sldMk cId="3065354528" sldId="497"/>
            <ac:spMk id="98" creationId="{35DA9236-C5C4-4391-8D28-C2D87C2E879C}"/>
          </ac:spMkLst>
        </pc:spChg>
        <pc:spChg chg="add del">
          <ac:chgData name="Cristian Chilipirea" userId="34ab170da5908fc4" providerId="LiveId" clId="{51E1D80A-4A29-4E2A-B293-4232621C1517}" dt="2019-10-06T17:57:37.761" v="104"/>
          <ac:spMkLst>
            <pc:docMk/>
            <pc:sldMk cId="3065354528" sldId="497"/>
            <ac:spMk id="99" creationId="{036BE035-B2BE-49A0-B137-5A76B0913484}"/>
          </ac:spMkLst>
        </pc:spChg>
        <pc:spChg chg="add del">
          <ac:chgData name="Cristian Chilipirea" userId="34ab170da5908fc4" providerId="LiveId" clId="{51E1D80A-4A29-4E2A-B293-4232621C1517}" dt="2019-10-06T17:57:37.761" v="104"/>
          <ac:spMkLst>
            <pc:docMk/>
            <pc:sldMk cId="3065354528" sldId="497"/>
            <ac:spMk id="100" creationId="{4EE281BB-700F-451B-A1B7-02328CBE767D}"/>
          </ac:spMkLst>
        </pc:spChg>
        <pc:spChg chg="add del">
          <ac:chgData name="Cristian Chilipirea" userId="34ab170da5908fc4" providerId="LiveId" clId="{51E1D80A-4A29-4E2A-B293-4232621C1517}" dt="2019-10-06T17:57:37.761" v="104"/>
          <ac:spMkLst>
            <pc:docMk/>
            <pc:sldMk cId="3065354528" sldId="497"/>
            <ac:spMk id="101" creationId="{092D2BD8-EEF2-4BB9-8913-70327C7A3A98}"/>
          </ac:spMkLst>
        </pc:spChg>
        <pc:spChg chg="add del">
          <ac:chgData name="Cristian Chilipirea" userId="34ab170da5908fc4" providerId="LiveId" clId="{51E1D80A-4A29-4E2A-B293-4232621C1517}" dt="2019-10-06T17:57:37.761" v="104"/>
          <ac:spMkLst>
            <pc:docMk/>
            <pc:sldMk cId="3065354528" sldId="497"/>
            <ac:spMk id="102" creationId="{0911E7F7-78DA-4C70-B2D7-A1ED7B0B5D0F}"/>
          </ac:spMkLst>
        </pc:spChg>
        <pc:spChg chg="add del">
          <ac:chgData name="Cristian Chilipirea" userId="34ab170da5908fc4" providerId="LiveId" clId="{51E1D80A-4A29-4E2A-B293-4232621C1517}" dt="2019-10-06T17:57:37.761" v="104"/>
          <ac:spMkLst>
            <pc:docMk/>
            <pc:sldMk cId="3065354528" sldId="497"/>
            <ac:spMk id="103" creationId="{733C50C6-F622-4CF1-A7A8-01482EAB5DFD}"/>
          </ac:spMkLst>
        </pc:spChg>
        <pc:spChg chg="add del">
          <ac:chgData name="Cristian Chilipirea" userId="34ab170da5908fc4" providerId="LiveId" clId="{51E1D80A-4A29-4E2A-B293-4232621C1517}" dt="2019-10-06T17:57:37.761" v="104"/>
          <ac:spMkLst>
            <pc:docMk/>
            <pc:sldMk cId="3065354528" sldId="497"/>
            <ac:spMk id="104" creationId="{C56B3C49-D2F6-4E66-B7FC-DA3144B2CE62}"/>
          </ac:spMkLst>
        </pc:spChg>
        <pc:spChg chg="add del">
          <ac:chgData name="Cristian Chilipirea" userId="34ab170da5908fc4" providerId="LiveId" clId="{51E1D80A-4A29-4E2A-B293-4232621C1517}" dt="2019-10-06T17:57:37.761" v="104"/>
          <ac:spMkLst>
            <pc:docMk/>
            <pc:sldMk cId="3065354528" sldId="497"/>
            <ac:spMk id="105" creationId="{42890D97-DA42-44D4-945D-0D89DAC7B06B}"/>
          </ac:spMkLst>
        </pc:spChg>
        <pc:spChg chg="add del">
          <ac:chgData name="Cristian Chilipirea" userId="34ab170da5908fc4" providerId="LiveId" clId="{51E1D80A-4A29-4E2A-B293-4232621C1517}" dt="2019-10-06T17:57:37.761" v="104"/>
          <ac:spMkLst>
            <pc:docMk/>
            <pc:sldMk cId="3065354528" sldId="497"/>
            <ac:spMk id="116" creationId="{0A67C0CC-F25D-4830-A1B4-F81D388CAC20}"/>
          </ac:spMkLst>
        </pc:spChg>
        <pc:spChg chg="add mod">
          <ac:chgData name="Cristian Chilipirea" userId="34ab170da5908fc4" providerId="LiveId" clId="{51E1D80A-4A29-4E2A-B293-4232621C1517}" dt="2019-10-06T17:57:41.281" v="106" actId="1076"/>
          <ac:spMkLst>
            <pc:docMk/>
            <pc:sldMk cId="3065354528" sldId="497"/>
            <ac:spMk id="117" creationId="{63EA967E-DFC6-41BF-9F72-E042862F2C4B}"/>
          </ac:spMkLst>
        </pc:spChg>
        <pc:spChg chg="add mod">
          <ac:chgData name="Cristian Chilipirea" userId="34ab170da5908fc4" providerId="LiveId" clId="{51E1D80A-4A29-4E2A-B293-4232621C1517}" dt="2019-10-06T17:57:41.281" v="106" actId="1076"/>
          <ac:spMkLst>
            <pc:docMk/>
            <pc:sldMk cId="3065354528" sldId="497"/>
            <ac:spMk id="211" creationId="{9205327D-C80F-4F0C-A567-706058796F70}"/>
          </ac:spMkLst>
        </pc:spChg>
        <pc:spChg chg="add mod">
          <ac:chgData name="Cristian Chilipirea" userId="34ab170da5908fc4" providerId="LiveId" clId="{51E1D80A-4A29-4E2A-B293-4232621C1517}" dt="2019-10-06T17:57:41.281" v="106" actId="1076"/>
          <ac:spMkLst>
            <pc:docMk/>
            <pc:sldMk cId="3065354528" sldId="497"/>
            <ac:spMk id="212" creationId="{333547A5-FA62-434B-9E1E-2B6D91648847}"/>
          </ac:spMkLst>
        </pc:spChg>
        <pc:spChg chg="add mod">
          <ac:chgData name="Cristian Chilipirea" userId="34ab170da5908fc4" providerId="LiveId" clId="{51E1D80A-4A29-4E2A-B293-4232621C1517}" dt="2019-10-06T17:57:41.281" v="106" actId="1076"/>
          <ac:spMkLst>
            <pc:docMk/>
            <pc:sldMk cId="3065354528" sldId="497"/>
            <ac:spMk id="213" creationId="{84FB0839-8F80-48F2-AE2B-7003548B316E}"/>
          </ac:spMkLst>
        </pc:spChg>
        <pc:spChg chg="add mod">
          <ac:chgData name="Cristian Chilipirea" userId="34ab170da5908fc4" providerId="LiveId" clId="{51E1D80A-4A29-4E2A-B293-4232621C1517}" dt="2019-10-06T17:57:41.281" v="106" actId="1076"/>
          <ac:spMkLst>
            <pc:docMk/>
            <pc:sldMk cId="3065354528" sldId="497"/>
            <ac:spMk id="214" creationId="{326BA4E8-E16B-4752-A958-CE976CDCCFBE}"/>
          </ac:spMkLst>
        </pc:spChg>
        <pc:spChg chg="add mod">
          <ac:chgData name="Cristian Chilipirea" userId="34ab170da5908fc4" providerId="LiveId" clId="{51E1D80A-4A29-4E2A-B293-4232621C1517}" dt="2019-10-06T17:57:41.281" v="106" actId="1076"/>
          <ac:spMkLst>
            <pc:docMk/>
            <pc:sldMk cId="3065354528" sldId="497"/>
            <ac:spMk id="215" creationId="{59056631-B2A2-4D52-B68A-55EBC28A26F4}"/>
          </ac:spMkLst>
        </pc:spChg>
        <pc:spChg chg="add mod">
          <ac:chgData name="Cristian Chilipirea" userId="34ab170da5908fc4" providerId="LiveId" clId="{51E1D80A-4A29-4E2A-B293-4232621C1517}" dt="2019-10-06T17:57:41.281" v="106" actId="1076"/>
          <ac:spMkLst>
            <pc:docMk/>
            <pc:sldMk cId="3065354528" sldId="497"/>
            <ac:spMk id="216" creationId="{FCAB311D-5A4E-45E5-9905-293CED5AAEAC}"/>
          </ac:spMkLst>
        </pc:spChg>
        <pc:spChg chg="add mod">
          <ac:chgData name="Cristian Chilipirea" userId="34ab170da5908fc4" providerId="LiveId" clId="{51E1D80A-4A29-4E2A-B293-4232621C1517}" dt="2019-10-06T17:57:41.281" v="106" actId="1076"/>
          <ac:spMkLst>
            <pc:docMk/>
            <pc:sldMk cId="3065354528" sldId="497"/>
            <ac:spMk id="217" creationId="{0CCDB21B-1F68-4D63-A3B9-845CCDF962BA}"/>
          </ac:spMkLst>
        </pc:spChg>
        <pc:spChg chg="add mod">
          <ac:chgData name="Cristian Chilipirea" userId="34ab170da5908fc4" providerId="LiveId" clId="{51E1D80A-4A29-4E2A-B293-4232621C1517}" dt="2019-10-06T17:57:41.281" v="106" actId="1076"/>
          <ac:spMkLst>
            <pc:docMk/>
            <pc:sldMk cId="3065354528" sldId="497"/>
            <ac:spMk id="218" creationId="{447BF5C2-2868-4D08-A084-822F6F62969B}"/>
          </ac:spMkLst>
        </pc:spChg>
        <pc:spChg chg="add mod">
          <ac:chgData name="Cristian Chilipirea" userId="34ab170da5908fc4" providerId="LiveId" clId="{51E1D80A-4A29-4E2A-B293-4232621C1517}" dt="2019-10-06T17:57:41.281" v="106" actId="1076"/>
          <ac:spMkLst>
            <pc:docMk/>
            <pc:sldMk cId="3065354528" sldId="497"/>
            <ac:spMk id="229" creationId="{35191E1F-62CA-41CD-BD27-CE6E312CBC4D}"/>
          </ac:spMkLst>
        </pc:spChg>
        <pc:grpChg chg="add del">
          <ac:chgData name="Cristian Chilipirea" userId="34ab170da5908fc4" providerId="LiveId" clId="{51E1D80A-4A29-4E2A-B293-4232621C1517}" dt="2019-10-06T17:57:37.761" v="104"/>
          <ac:grpSpMkLst>
            <pc:docMk/>
            <pc:sldMk cId="3065354528" sldId="497"/>
            <ac:grpSpMk id="5" creationId="{C7F9B02F-2871-4AF3-A3A2-2A6F411AAAA6}"/>
          </ac:grpSpMkLst>
        </pc:grpChg>
        <pc:grpChg chg="add del">
          <ac:chgData name="Cristian Chilipirea" userId="34ab170da5908fc4" providerId="LiveId" clId="{51E1D80A-4A29-4E2A-B293-4232621C1517}" dt="2019-10-06T17:57:37.761" v="104"/>
          <ac:grpSpMkLst>
            <pc:docMk/>
            <pc:sldMk cId="3065354528" sldId="497"/>
            <ac:grpSpMk id="16" creationId="{265F48BB-10E4-4088-8FB7-B83FD6DEC900}"/>
          </ac:grpSpMkLst>
        </pc:grpChg>
        <pc:grpChg chg="add del">
          <ac:chgData name="Cristian Chilipirea" userId="34ab170da5908fc4" providerId="LiveId" clId="{51E1D80A-4A29-4E2A-B293-4232621C1517}" dt="2019-10-06T17:57:37.761" v="104"/>
          <ac:grpSpMkLst>
            <pc:docMk/>
            <pc:sldMk cId="3065354528" sldId="497"/>
            <ac:grpSpMk id="28" creationId="{672ED01C-FC49-425D-946F-82E410596C27}"/>
          </ac:grpSpMkLst>
        </pc:grpChg>
        <pc:grpChg chg="add del">
          <ac:chgData name="Cristian Chilipirea" userId="34ab170da5908fc4" providerId="LiveId" clId="{51E1D80A-4A29-4E2A-B293-4232621C1517}" dt="2019-10-06T17:57:37.761" v="104"/>
          <ac:grpSpMkLst>
            <pc:docMk/>
            <pc:sldMk cId="3065354528" sldId="497"/>
            <ac:grpSpMk id="38" creationId="{6A5D436B-DB96-4FAA-94BA-511F3762F918}"/>
          </ac:grpSpMkLst>
        </pc:grpChg>
        <pc:grpChg chg="add del">
          <ac:chgData name="Cristian Chilipirea" userId="34ab170da5908fc4" providerId="LiveId" clId="{51E1D80A-4A29-4E2A-B293-4232621C1517}" dt="2019-10-06T17:57:37.761" v="104"/>
          <ac:grpSpMkLst>
            <pc:docMk/>
            <pc:sldMk cId="3065354528" sldId="497"/>
            <ac:grpSpMk id="49" creationId="{D4D3F139-EB39-49B2-A4F7-D092EEC9589E}"/>
          </ac:grpSpMkLst>
        </pc:grpChg>
        <pc:grpChg chg="add del">
          <ac:chgData name="Cristian Chilipirea" userId="34ab170da5908fc4" providerId="LiveId" clId="{51E1D80A-4A29-4E2A-B293-4232621C1517}" dt="2019-10-06T17:57:37.761" v="104"/>
          <ac:grpSpMkLst>
            <pc:docMk/>
            <pc:sldMk cId="3065354528" sldId="497"/>
            <ac:grpSpMk id="62" creationId="{A17BB9D1-FEA1-4AA2-975C-28C9EEAE571F}"/>
          </ac:grpSpMkLst>
        </pc:grpChg>
        <pc:grpChg chg="add del">
          <ac:chgData name="Cristian Chilipirea" userId="34ab170da5908fc4" providerId="LiveId" clId="{51E1D80A-4A29-4E2A-B293-4232621C1517}" dt="2019-10-06T17:57:37.761" v="104"/>
          <ac:grpSpMkLst>
            <pc:docMk/>
            <pc:sldMk cId="3065354528" sldId="497"/>
            <ac:grpSpMk id="71" creationId="{E6DCB373-1025-4C28-8B37-C3461B643765}"/>
          </ac:grpSpMkLst>
        </pc:grpChg>
        <pc:grpChg chg="add del">
          <ac:chgData name="Cristian Chilipirea" userId="34ab170da5908fc4" providerId="LiveId" clId="{51E1D80A-4A29-4E2A-B293-4232621C1517}" dt="2019-10-06T17:57:37.761" v="104"/>
          <ac:grpSpMkLst>
            <pc:docMk/>
            <pc:sldMk cId="3065354528" sldId="497"/>
            <ac:grpSpMk id="86" creationId="{F23289DD-086C-4F6A-AF7C-95030B3BE8B7}"/>
          </ac:grpSpMkLst>
        </pc:grpChg>
        <pc:grpChg chg="add del">
          <ac:chgData name="Cristian Chilipirea" userId="34ab170da5908fc4" providerId="LiveId" clId="{51E1D80A-4A29-4E2A-B293-4232621C1517}" dt="2019-10-06T17:57:37.761" v="104"/>
          <ac:grpSpMkLst>
            <pc:docMk/>
            <pc:sldMk cId="3065354528" sldId="497"/>
            <ac:grpSpMk id="106" creationId="{143E2CD5-F9E4-4731-9381-C8E96B2DB4CC}"/>
          </ac:grpSpMkLst>
        </pc:grpChg>
        <pc:grpChg chg="add mod">
          <ac:chgData name="Cristian Chilipirea" userId="34ab170da5908fc4" providerId="LiveId" clId="{51E1D80A-4A29-4E2A-B293-4232621C1517}" dt="2019-10-06T17:57:41.281" v="106" actId="1076"/>
          <ac:grpSpMkLst>
            <pc:docMk/>
            <pc:sldMk cId="3065354528" sldId="497"/>
            <ac:grpSpMk id="118" creationId="{74B7F877-9313-436B-B7A1-3F072FC1EA22}"/>
          </ac:grpSpMkLst>
        </pc:grpChg>
        <pc:grpChg chg="add mod">
          <ac:chgData name="Cristian Chilipirea" userId="34ab170da5908fc4" providerId="LiveId" clId="{51E1D80A-4A29-4E2A-B293-4232621C1517}" dt="2019-10-06T17:57:41.281" v="106" actId="1076"/>
          <ac:grpSpMkLst>
            <pc:docMk/>
            <pc:sldMk cId="3065354528" sldId="497"/>
            <ac:grpSpMk id="129" creationId="{DFCEC98D-5F8B-4D20-8483-6817C0427012}"/>
          </ac:grpSpMkLst>
        </pc:grpChg>
        <pc:grpChg chg="add mod">
          <ac:chgData name="Cristian Chilipirea" userId="34ab170da5908fc4" providerId="LiveId" clId="{51E1D80A-4A29-4E2A-B293-4232621C1517}" dt="2019-10-06T17:57:41.281" v="106" actId="1076"/>
          <ac:grpSpMkLst>
            <pc:docMk/>
            <pc:sldMk cId="3065354528" sldId="497"/>
            <ac:grpSpMk id="141" creationId="{729E4238-F37B-4F61-91D2-A509D4339CB9}"/>
          </ac:grpSpMkLst>
        </pc:grpChg>
        <pc:grpChg chg="add mod">
          <ac:chgData name="Cristian Chilipirea" userId="34ab170da5908fc4" providerId="LiveId" clId="{51E1D80A-4A29-4E2A-B293-4232621C1517}" dt="2019-10-06T17:57:41.281" v="106" actId="1076"/>
          <ac:grpSpMkLst>
            <pc:docMk/>
            <pc:sldMk cId="3065354528" sldId="497"/>
            <ac:grpSpMk id="151" creationId="{AF48D32C-08BD-435F-9FC2-A33C9D699317}"/>
          </ac:grpSpMkLst>
        </pc:grpChg>
        <pc:grpChg chg="add mod">
          <ac:chgData name="Cristian Chilipirea" userId="34ab170da5908fc4" providerId="LiveId" clId="{51E1D80A-4A29-4E2A-B293-4232621C1517}" dt="2019-10-06T17:57:41.281" v="106" actId="1076"/>
          <ac:grpSpMkLst>
            <pc:docMk/>
            <pc:sldMk cId="3065354528" sldId="497"/>
            <ac:grpSpMk id="162" creationId="{58B22DD1-A3F5-411D-926C-A0741521B385}"/>
          </ac:grpSpMkLst>
        </pc:grpChg>
        <pc:grpChg chg="add mod">
          <ac:chgData name="Cristian Chilipirea" userId="34ab170da5908fc4" providerId="LiveId" clId="{51E1D80A-4A29-4E2A-B293-4232621C1517}" dt="2019-10-06T17:57:41.281" v="106" actId="1076"/>
          <ac:grpSpMkLst>
            <pc:docMk/>
            <pc:sldMk cId="3065354528" sldId="497"/>
            <ac:grpSpMk id="175" creationId="{D37276E2-0B12-4978-84D1-0D7D918D9983}"/>
          </ac:grpSpMkLst>
        </pc:grpChg>
        <pc:grpChg chg="add mod">
          <ac:chgData name="Cristian Chilipirea" userId="34ab170da5908fc4" providerId="LiveId" clId="{51E1D80A-4A29-4E2A-B293-4232621C1517}" dt="2019-10-06T17:57:41.281" v="106" actId="1076"/>
          <ac:grpSpMkLst>
            <pc:docMk/>
            <pc:sldMk cId="3065354528" sldId="497"/>
            <ac:grpSpMk id="184" creationId="{43BBD4B0-6D09-43E0-B95E-B2BA324DAFF7}"/>
          </ac:grpSpMkLst>
        </pc:grpChg>
        <pc:grpChg chg="add mod">
          <ac:chgData name="Cristian Chilipirea" userId="34ab170da5908fc4" providerId="LiveId" clId="{51E1D80A-4A29-4E2A-B293-4232621C1517}" dt="2019-10-06T17:57:41.281" v="106" actId="1076"/>
          <ac:grpSpMkLst>
            <pc:docMk/>
            <pc:sldMk cId="3065354528" sldId="497"/>
            <ac:grpSpMk id="199" creationId="{A3435713-FC29-4D18-87D1-BADE77C261AC}"/>
          </ac:grpSpMkLst>
        </pc:grpChg>
        <pc:grpChg chg="add mod">
          <ac:chgData name="Cristian Chilipirea" userId="34ab170da5908fc4" providerId="LiveId" clId="{51E1D80A-4A29-4E2A-B293-4232621C1517}" dt="2019-10-06T17:57:41.281" v="106" actId="1076"/>
          <ac:grpSpMkLst>
            <pc:docMk/>
            <pc:sldMk cId="3065354528" sldId="497"/>
            <ac:grpSpMk id="219" creationId="{7910FFE1-F25A-4F49-97D5-5B8328556D3F}"/>
          </ac:grpSpMkLst>
        </pc:grpChg>
        <pc:grpChg chg="mod">
          <ac:chgData name="Cristian Chilipirea" userId="34ab170da5908fc4" providerId="LiveId" clId="{51E1D80A-4A29-4E2A-B293-4232621C1517}" dt="2019-10-06T17:57:41.281" v="106" actId="1076"/>
          <ac:grpSpMkLst>
            <pc:docMk/>
            <pc:sldMk cId="3065354528" sldId="497"/>
            <ac:grpSpMk id="220" creationId="{844FA837-A7DC-48C5-B246-40E39548EC7F}"/>
          </ac:grpSpMkLst>
        </pc:grpChg>
        <pc:grpChg chg="mod">
          <ac:chgData name="Cristian Chilipirea" userId="34ab170da5908fc4" providerId="LiveId" clId="{51E1D80A-4A29-4E2A-B293-4232621C1517}" dt="2019-10-06T17:57:41.281" v="106" actId="1076"/>
          <ac:grpSpMkLst>
            <pc:docMk/>
            <pc:sldMk cId="3065354528" sldId="497"/>
            <ac:grpSpMk id="221" creationId="{430B0ADA-3DDA-405F-A6B5-9B2D61B5EE9A}"/>
          </ac:grpSpMkLst>
        </pc:grpChg>
        <pc:grpChg chg="mod">
          <ac:chgData name="Cristian Chilipirea" userId="34ab170da5908fc4" providerId="LiveId" clId="{51E1D80A-4A29-4E2A-B293-4232621C1517}" dt="2019-10-06T17:57:41.281" v="106" actId="1076"/>
          <ac:grpSpMkLst>
            <pc:docMk/>
            <pc:sldMk cId="3065354528" sldId="497"/>
            <ac:grpSpMk id="222" creationId="{F8DCB053-EB2B-4E5D-AB92-0E588F6410A0}"/>
          </ac:grpSpMkLst>
        </pc:grpChg>
        <pc:cxnChg chg="add del">
          <ac:chgData name="Cristian Chilipirea" userId="34ab170da5908fc4" providerId="LiveId" clId="{51E1D80A-4A29-4E2A-B293-4232621C1517}" dt="2019-10-06T17:57:37.761" v="104"/>
          <ac:cxnSpMkLst>
            <pc:docMk/>
            <pc:sldMk cId="3065354528" sldId="497"/>
            <ac:cxnSpMk id="96" creationId="{C71F2D28-7EAF-4D08-9311-38695F67996E}"/>
          </ac:cxnSpMkLst>
        </pc:cxnChg>
        <pc:cxnChg chg="add del">
          <ac:chgData name="Cristian Chilipirea" userId="34ab170da5908fc4" providerId="LiveId" clId="{51E1D80A-4A29-4E2A-B293-4232621C1517}" dt="2019-10-06T17:57:37.761" v="104"/>
          <ac:cxnSpMkLst>
            <pc:docMk/>
            <pc:sldMk cId="3065354528" sldId="497"/>
            <ac:cxnSpMk id="97" creationId="{F2D7B149-7C4E-4818-83A6-3369C78F5D87}"/>
          </ac:cxnSpMkLst>
        </pc:cxnChg>
        <pc:cxnChg chg="add mod">
          <ac:chgData name="Cristian Chilipirea" userId="34ab170da5908fc4" providerId="LiveId" clId="{51E1D80A-4A29-4E2A-B293-4232621C1517}" dt="2019-10-06T17:57:41.281" v="106" actId="1076"/>
          <ac:cxnSpMkLst>
            <pc:docMk/>
            <pc:sldMk cId="3065354528" sldId="497"/>
            <ac:cxnSpMk id="209" creationId="{83E35F71-EB7E-4B8E-B092-0C54B7A00F6E}"/>
          </ac:cxnSpMkLst>
        </pc:cxnChg>
        <pc:cxnChg chg="add mod">
          <ac:chgData name="Cristian Chilipirea" userId="34ab170da5908fc4" providerId="LiveId" clId="{51E1D80A-4A29-4E2A-B293-4232621C1517}" dt="2019-10-06T17:57:41.281" v="106" actId="1076"/>
          <ac:cxnSpMkLst>
            <pc:docMk/>
            <pc:sldMk cId="3065354528" sldId="497"/>
            <ac:cxnSpMk id="210" creationId="{C48103D8-DF3D-410C-8B4F-C8927DABC000}"/>
          </ac:cxnSpMkLst>
        </pc:cxnChg>
      </pc:sldChg>
      <pc:sldChg chg="addSp delSp modSp add">
        <pc:chgData name="Cristian Chilipirea" userId="34ab170da5908fc4" providerId="LiveId" clId="{51E1D80A-4A29-4E2A-B293-4232621C1517}" dt="2019-10-06T17:58:15.286" v="119" actId="1076"/>
        <pc:sldMkLst>
          <pc:docMk/>
          <pc:sldMk cId="378574680" sldId="498"/>
        </pc:sldMkLst>
        <pc:spChg chg="mod">
          <ac:chgData name="Cristian Chilipirea" userId="34ab170da5908fc4" providerId="LiveId" clId="{51E1D80A-4A29-4E2A-B293-4232621C1517}" dt="2019-10-06T17:57:49.156" v="108"/>
          <ac:spMkLst>
            <pc:docMk/>
            <pc:sldMk cId="378574680" sldId="498"/>
            <ac:spMk id="2" creationId="{C3FDB324-EF68-4047-ABD3-60AB9B715477}"/>
          </ac:spMkLst>
        </pc:spChg>
        <pc:spChg chg="del">
          <ac:chgData name="Cristian Chilipirea" userId="34ab170da5908fc4" providerId="LiveId" clId="{51E1D80A-4A29-4E2A-B293-4232621C1517}" dt="2019-10-06T17:58:05.836" v="111" actId="478"/>
          <ac:spMkLst>
            <pc:docMk/>
            <pc:sldMk cId="378574680" sldId="498"/>
            <ac:spMk id="3" creationId="{7959CE95-D836-4B43-9435-6800CDF75CA8}"/>
          </ac:spMkLst>
        </pc:spChg>
        <pc:spChg chg="add del mod">
          <ac:chgData name="Cristian Chilipirea" userId="34ab170da5908fc4" providerId="LiveId" clId="{51E1D80A-4A29-4E2A-B293-4232621C1517}" dt="2019-10-06T17:58:11.324" v="115"/>
          <ac:spMkLst>
            <pc:docMk/>
            <pc:sldMk cId="378574680" sldId="498"/>
            <ac:spMk id="5" creationId="{7B2D453E-0696-4354-AB2A-E89533A60AAD}"/>
          </ac:spMkLst>
        </pc:spChg>
        <pc:spChg chg="add del">
          <ac:chgData name="Cristian Chilipirea" userId="34ab170da5908fc4" providerId="LiveId" clId="{51E1D80A-4A29-4E2A-B293-4232621C1517}" dt="2019-10-06T17:58:13.086" v="117"/>
          <ac:spMkLst>
            <pc:docMk/>
            <pc:sldMk cId="378574680" sldId="498"/>
            <ac:spMk id="6" creationId="{16BCD8D6-D9A7-49F3-8B6C-364CE604EE9C}"/>
          </ac:spMkLst>
        </pc:spChg>
        <pc:spChg chg="add mod">
          <ac:chgData name="Cristian Chilipirea" userId="34ab170da5908fc4" providerId="LiveId" clId="{51E1D80A-4A29-4E2A-B293-4232621C1517}" dt="2019-10-06T17:58:15.286" v="119" actId="1076"/>
          <ac:spMkLst>
            <pc:docMk/>
            <pc:sldMk cId="378574680" sldId="498"/>
            <ac:spMk id="7" creationId="{EDA8FD9C-91C1-4D2B-89C6-F9CC0EAB9933}"/>
          </ac:spMkLst>
        </pc:spChg>
        <pc:picChg chg="add mod">
          <ac:chgData name="Cristian Chilipirea" userId="34ab170da5908fc4" providerId="LiveId" clId="{51E1D80A-4A29-4E2A-B293-4232621C1517}" dt="2019-10-06T17:57:58.215" v="110" actId="1076"/>
          <ac:picMkLst>
            <pc:docMk/>
            <pc:sldMk cId="378574680" sldId="498"/>
            <ac:picMk id="4" creationId="{6A9A6F89-8EC5-4B2E-A3E3-5C641AF26301}"/>
          </ac:picMkLst>
        </pc:picChg>
      </pc:sldChg>
      <pc:sldChg chg="del">
        <pc:chgData name="Cristian Chilipirea" userId="34ab170da5908fc4" providerId="LiveId" clId="{51E1D80A-4A29-4E2A-B293-4232621C1517}" dt="2019-10-06T17:51:13.021" v="14" actId="2696"/>
        <pc:sldMkLst>
          <pc:docMk/>
          <pc:sldMk cId="3733676236" sldId="498"/>
        </pc:sldMkLst>
      </pc:sldChg>
      <pc:sldChg chg="addSp delSp modSp add">
        <pc:chgData name="Cristian Chilipirea" userId="34ab170da5908fc4" providerId="LiveId" clId="{51E1D80A-4A29-4E2A-B293-4232621C1517}" dt="2019-10-06T17:58:30.167" v="125"/>
        <pc:sldMkLst>
          <pc:docMk/>
          <pc:sldMk cId="586011746" sldId="499"/>
        </pc:sldMkLst>
        <pc:spChg chg="mod">
          <ac:chgData name="Cristian Chilipirea" userId="34ab170da5908fc4" providerId="LiveId" clId="{51E1D80A-4A29-4E2A-B293-4232621C1517}" dt="2019-10-06T17:58:22.407" v="121"/>
          <ac:spMkLst>
            <pc:docMk/>
            <pc:sldMk cId="586011746" sldId="499"/>
            <ac:spMk id="2" creationId="{08DFD5C1-D2FD-4399-A63B-3E1A2B89C025}"/>
          </ac:spMkLst>
        </pc:spChg>
        <pc:spChg chg="del">
          <ac:chgData name="Cristian Chilipirea" userId="34ab170da5908fc4" providerId="LiveId" clId="{51E1D80A-4A29-4E2A-B293-4232621C1517}" dt="2019-10-06T17:58:28.056" v="122" actId="478"/>
          <ac:spMkLst>
            <pc:docMk/>
            <pc:sldMk cId="586011746" sldId="499"/>
            <ac:spMk id="3" creationId="{B11EB426-20FE-4D97-8570-2C2D5C025328}"/>
          </ac:spMkLst>
        </pc:spChg>
        <pc:spChg chg="add del">
          <ac:chgData name="Cristian Chilipirea" userId="34ab170da5908fc4" providerId="LiveId" clId="{51E1D80A-4A29-4E2A-B293-4232621C1517}" dt="2019-10-06T17:58:30.157" v="124"/>
          <ac:spMkLst>
            <pc:docMk/>
            <pc:sldMk cId="586011746" sldId="499"/>
            <ac:spMk id="4" creationId="{1261F98B-0C2F-4506-91F9-4C9F3538826A}"/>
          </ac:spMkLst>
        </pc:spChg>
        <pc:spChg chg="add">
          <ac:chgData name="Cristian Chilipirea" userId="34ab170da5908fc4" providerId="LiveId" clId="{51E1D80A-4A29-4E2A-B293-4232621C1517}" dt="2019-10-06T17:58:30.167" v="125"/>
          <ac:spMkLst>
            <pc:docMk/>
            <pc:sldMk cId="586011746" sldId="499"/>
            <ac:spMk id="5" creationId="{9F67D044-B532-493E-8B8A-C8FD2279429A}"/>
          </ac:spMkLst>
        </pc:spChg>
      </pc:sldChg>
      <pc:sldChg chg="del">
        <pc:chgData name="Cristian Chilipirea" userId="34ab170da5908fc4" providerId="LiveId" clId="{51E1D80A-4A29-4E2A-B293-4232621C1517}" dt="2019-10-06T17:51:13.113" v="15" actId="2696"/>
        <pc:sldMkLst>
          <pc:docMk/>
          <pc:sldMk cId="3990504236" sldId="499"/>
        </pc:sldMkLst>
      </pc:sldChg>
      <pc:sldChg chg="addSp delSp modSp add">
        <pc:chgData name="Cristian Chilipirea" userId="34ab170da5908fc4" providerId="LiveId" clId="{51E1D80A-4A29-4E2A-B293-4232621C1517}" dt="2019-10-06T17:58:50.608" v="132" actId="1076"/>
        <pc:sldMkLst>
          <pc:docMk/>
          <pc:sldMk cId="2032635208" sldId="500"/>
        </pc:sldMkLst>
        <pc:spChg chg="mod">
          <ac:chgData name="Cristian Chilipirea" userId="34ab170da5908fc4" providerId="LiveId" clId="{51E1D80A-4A29-4E2A-B293-4232621C1517}" dt="2019-10-06T17:58:36.729" v="127"/>
          <ac:spMkLst>
            <pc:docMk/>
            <pc:sldMk cId="2032635208" sldId="500"/>
            <ac:spMk id="2" creationId="{7AA8D217-347C-409F-BFE6-7C02DE02C918}"/>
          </ac:spMkLst>
        </pc:spChg>
        <pc:spChg chg="del">
          <ac:chgData name="Cristian Chilipirea" userId="34ab170da5908fc4" providerId="LiveId" clId="{51E1D80A-4A29-4E2A-B293-4232621C1517}" dt="2019-10-06T17:58:38.972" v="128" actId="478"/>
          <ac:spMkLst>
            <pc:docMk/>
            <pc:sldMk cId="2032635208" sldId="500"/>
            <ac:spMk id="3" creationId="{B9A78669-C8E4-4AE1-A9E8-A3C47606B766}"/>
          </ac:spMkLst>
        </pc:spChg>
        <pc:spChg chg="add del">
          <ac:chgData name="Cristian Chilipirea" userId="34ab170da5908fc4" providerId="LiveId" clId="{51E1D80A-4A29-4E2A-B293-4232621C1517}" dt="2019-10-06T17:58:46.429" v="130"/>
          <ac:spMkLst>
            <pc:docMk/>
            <pc:sldMk cId="2032635208" sldId="500"/>
            <ac:spMk id="4" creationId="{3FF2D913-05DA-4D3D-BDB8-12B55153EEEC}"/>
          </ac:spMkLst>
        </pc:spChg>
        <pc:spChg chg="add del">
          <ac:chgData name="Cristian Chilipirea" userId="34ab170da5908fc4" providerId="LiveId" clId="{51E1D80A-4A29-4E2A-B293-4232621C1517}" dt="2019-10-06T17:58:46.429" v="130"/>
          <ac:spMkLst>
            <pc:docMk/>
            <pc:sldMk cId="2032635208" sldId="500"/>
            <ac:spMk id="8" creationId="{8F86E406-03F2-416B-9F71-C54069133987}"/>
          </ac:spMkLst>
        </pc:spChg>
        <pc:spChg chg="add del">
          <ac:chgData name="Cristian Chilipirea" userId="34ab170da5908fc4" providerId="LiveId" clId="{51E1D80A-4A29-4E2A-B293-4232621C1517}" dt="2019-10-06T17:58:46.429" v="130"/>
          <ac:spMkLst>
            <pc:docMk/>
            <pc:sldMk cId="2032635208" sldId="500"/>
            <ac:spMk id="10" creationId="{8C56FEBF-9352-4D48-B669-115AB055FC5F}"/>
          </ac:spMkLst>
        </pc:spChg>
        <pc:spChg chg="add del">
          <ac:chgData name="Cristian Chilipirea" userId="34ab170da5908fc4" providerId="LiveId" clId="{51E1D80A-4A29-4E2A-B293-4232621C1517}" dt="2019-10-06T17:58:46.429" v="130"/>
          <ac:spMkLst>
            <pc:docMk/>
            <pc:sldMk cId="2032635208" sldId="500"/>
            <ac:spMk id="11" creationId="{B6595CBB-2CFA-4124-9A3D-207FE9BAEDE7}"/>
          </ac:spMkLst>
        </pc:spChg>
        <pc:spChg chg="add del">
          <ac:chgData name="Cristian Chilipirea" userId="34ab170da5908fc4" providerId="LiveId" clId="{51E1D80A-4A29-4E2A-B293-4232621C1517}" dt="2019-10-06T17:58:46.429" v="130"/>
          <ac:spMkLst>
            <pc:docMk/>
            <pc:sldMk cId="2032635208" sldId="500"/>
            <ac:spMk id="14" creationId="{F9110F9B-384A-42D8-8C29-EE2F2BA1E2A0}"/>
          </ac:spMkLst>
        </pc:spChg>
        <pc:spChg chg="add del">
          <ac:chgData name="Cristian Chilipirea" userId="34ab170da5908fc4" providerId="LiveId" clId="{51E1D80A-4A29-4E2A-B293-4232621C1517}" dt="2019-10-06T17:58:46.429" v="130"/>
          <ac:spMkLst>
            <pc:docMk/>
            <pc:sldMk cId="2032635208" sldId="500"/>
            <ac:spMk id="15" creationId="{8C594866-97FC-4827-9FE4-77A131A67CA2}"/>
          </ac:spMkLst>
        </pc:spChg>
        <pc:spChg chg="add del">
          <ac:chgData name="Cristian Chilipirea" userId="34ab170da5908fc4" providerId="LiveId" clId="{51E1D80A-4A29-4E2A-B293-4232621C1517}" dt="2019-10-06T17:58:46.429" v="130"/>
          <ac:spMkLst>
            <pc:docMk/>
            <pc:sldMk cId="2032635208" sldId="500"/>
            <ac:spMk id="16" creationId="{D4342C27-6A62-4BA2-B795-70AD7E78F4AB}"/>
          </ac:spMkLst>
        </pc:spChg>
        <pc:spChg chg="add mod">
          <ac:chgData name="Cristian Chilipirea" userId="34ab170da5908fc4" providerId="LiveId" clId="{51E1D80A-4A29-4E2A-B293-4232621C1517}" dt="2019-10-06T17:58:50.608" v="132" actId="1076"/>
          <ac:spMkLst>
            <pc:docMk/>
            <pc:sldMk cId="2032635208" sldId="500"/>
            <ac:spMk id="18" creationId="{1D1ACA0B-D72E-455C-9DFF-CFBEDA6DEFE7}"/>
          </ac:spMkLst>
        </pc:spChg>
        <pc:spChg chg="add mod">
          <ac:chgData name="Cristian Chilipirea" userId="34ab170da5908fc4" providerId="LiveId" clId="{51E1D80A-4A29-4E2A-B293-4232621C1517}" dt="2019-10-06T17:58:50.608" v="132" actId="1076"/>
          <ac:spMkLst>
            <pc:docMk/>
            <pc:sldMk cId="2032635208" sldId="500"/>
            <ac:spMk id="22" creationId="{909D6B2A-F7D2-40FA-9397-B614B90F7FDC}"/>
          </ac:spMkLst>
        </pc:spChg>
        <pc:spChg chg="add mod">
          <ac:chgData name="Cristian Chilipirea" userId="34ab170da5908fc4" providerId="LiveId" clId="{51E1D80A-4A29-4E2A-B293-4232621C1517}" dt="2019-10-06T17:58:50.608" v="132" actId="1076"/>
          <ac:spMkLst>
            <pc:docMk/>
            <pc:sldMk cId="2032635208" sldId="500"/>
            <ac:spMk id="24" creationId="{908793B3-0B20-4796-8A56-68E5843B0950}"/>
          </ac:spMkLst>
        </pc:spChg>
        <pc:spChg chg="add mod">
          <ac:chgData name="Cristian Chilipirea" userId="34ab170da5908fc4" providerId="LiveId" clId="{51E1D80A-4A29-4E2A-B293-4232621C1517}" dt="2019-10-06T17:58:50.608" v="132" actId="1076"/>
          <ac:spMkLst>
            <pc:docMk/>
            <pc:sldMk cId="2032635208" sldId="500"/>
            <ac:spMk id="25" creationId="{81151DC6-391A-4340-8911-0BBCCBB360CE}"/>
          </ac:spMkLst>
        </pc:spChg>
        <pc:spChg chg="add mod">
          <ac:chgData name="Cristian Chilipirea" userId="34ab170da5908fc4" providerId="LiveId" clId="{51E1D80A-4A29-4E2A-B293-4232621C1517}" dt="2019-10-06T17:58:50.608" v="132" actId="1076"/>
          <ac:spMkLst>
            <pc:docMk/>
            <pc:sldMk cId="2032635208" sldId="500"/>
            <ac:spMk id="28" creationId="{A47FA332-6337-4126-ACE4-42414021CDB8}"/>
          </ac:spMkLst>
        </pc:spChg>
        <pc:spChg chg="add mod">
          <ac:chgData name="Cristian Chilipirea" userId="34ab170da5908fc4" providerId="LiveId" clId="{51E1D80A-4A29-4E2A-B293-4232621C1517}" dt="2019-10-06T17:58:50.608" v="132" actId="1076"/>
          <ac:spMkLst>
            <pc:docMk/>
            <pc:sldMk cId="2032635208" sldId="500"/>
            <ac:spMk id="29" creationId="{10201BA3-AE03-4428-877F-9BDA3DD9702E}"/>
          </ac:spMkLst>
        </pc:spChg>
        <pc:spChg chg="add mod">
          <ac:chgData name="Cristian Chilipirea" userId="34ab170da5908fc4" providerId="LiveId" clId="{51E1D80A-4A29-4E2A-B293-4232621C1517}" dt="2019-10-06T17:58:50.608" v="132" actId="1076"/>
          <ac:spMkLst>
            <pc:docMk/>
            <pc:sldMk cId="2032635208" sldId="500"/>
            <ac:spMk id="30" creationId="{3E824F6C-0347-4394-9470-B10074EEC865}"/>
          </ac:spMkLst>
        </pc:spChg>
        <pc:grpChg chg="add del">
          <ac:chgData name="Cristian Chilipirea" userId="34ab170da5908fc4" providerId="LiveId" clId="{51E1D80A-4A29-4E2A-B293-4232621C1517}" dt="2019-10-06T17:58:46.429" v="130"/>
          <ac:grpSpMkLst>
            <pc:docMk/>
            <pc:sldMk cId="2032635208" sldId="500"/>
            <ac:grpSpMk id="5" creationId="{8FC151E5-AC77-4B4E-8398-73A897B3DAD1}"/>
          </ac:grpSpMkLst>
        </pc:grpChg>
        <pc:grpChg chg="add mod">
          <ac:chgData name="Cristian Chilipirea" userId="34ab170da5908fc4" providerId="LiveId" clId="{51E1D80A-4A29-4E2A-B293-4232621C1517}" dt="2019-10-06T17:58:50.608" v="132" actId="1076"/>
          <ac:grpSpMkLst>
            <pc:docMk/>
            <pc:sldMk cId="2032635208" sldId="500"/>
            <ac:grpSpMk id="19" creationId="{250AE118-B315-4F93-9C71-6A249C362B21}"/>
          </ac:grpSpMkLst>
        </pc:grpChg>
        <pc:graphicFrameChg chg="add del">
          <ac:chgData name="Cristian Chilipirea" userId="34ab170da5908fc4" providerId="LiveId" clId="{51E1D80A-4A29-4E2A-B293-4232621C1517}" dt="2019-10-06T17:58:46.429" v="130"/>
          <ac:graphicFrameMkLst>
            <pc:docMk/>
            <pc:sldMk cId="2032635208" sldId="500"/>
            <ac:graphicFrameMk id="17" creationId="{BA4E9A66-23DE-4B67-ACC1-D51A111B6DF0}"/>
          </ac:graphicFrameMkLst>
        </pc:graphicFrameChg>
        <pc:graphicFrameChg chg="add mod">
          <ac:chgData name="Cristian Chilipirea" userId="34ab170da5908fc4" providerId="LiveId" clId="{51E1D80A-4A29-4E2A-B293-4232621C1517}" dt="2019-10-06T17:58:50.608" v="132" actId="1076"/>
          <ac:graphicFrameMkLst>
            <pc:docMk/>
            <pc:sldMk cId="2032635208" sldId="500"/>
            <ac:graphicFrameMk id="31" creationId="{EEB91A91-4B04-4AEC-9D3E-AD51B0C1D991}"/>
          </ac:graphicFrameMkLst>
        </pc:graphicFrameChg>
        <pc:cxnChg chg="add del">
          <ac:chgData name="Cristian Chilipirea" userId="34ab170da5908fc4" providerId="LiveId" clId="{51E1D80A-4A29-4E2A-B293-4232621C1517}" dt="2019-10-06T17:58:46.429" v="130"/>
          <ac:cxnSpMkLst>
            <pc:docMk/>
            <pc:sldMk cId="2032635208" sldId="500"/>
            <ac:cxnSpMk id="9" creationId="{032C451C-0A2B-493C-8B50-0AC2669B26F8}"/>
          </ac:cxnSpMkLst>
        </pc:cxnChg>
        <pc:cxnChg chg="add del">
          <ac:chgData name="Cristian Chilipirea" userId="34ab170da5908fc4" providerId="LiveId" clId="{51E1D80A-4A29-4E2A-B293-4232621C1517}" dt="2019-10-06T17:58:46.429" v="130"/>
          <ac:cxnSpMkLst>
            <pc:docMk/>
            <pc:sldMk cId="2032635208" sldId="500"/>
            <ac:cxnSpMk id="12" creationId="{F885F1C8-8075-4BCE-9E47-29D5988DD6D9}"/>
          </ac:cxnSpMkLst>
        </pc:cxnChg>
        <pc:cxnChg chg="add del">
          <ac:chgData name="Cristian Chilipirea" userId="34ab170da5908fc4" providerId="LiveId" clId="{51E1D80A-4A29-4E2A-B293-4232621C1517}" dt="2019-10-06T17:58:46.429" v="130"/>
          <ac:cxnSpMkLst>
            <pc:docMk/>
            <pc:sldMk cId="2032635208" sldId="500"/>
            <ac:cxnSpMk id="13" creationId="{136AAF56-BF96-428C-A76F-378CE1F4E80F}"/>
          </ac:cxnSpMkLst>
        </pc:cxnChg>
        <pc:cxnChg chg="add mod">
          <ac:chgData name="Cristian Chilipirea" userId="34ab170da5908fc4" providerId="LiveId" clId="{51E1D80A-4A29-4E2A-B293-4232621C1517}" dt="2019-10-06T17:58:50.608" v="132" actId="1076"/>
          <ac:cxnSpMkLst>
            <pc:docMk/>
            <pc:sldMk cId="2032635208" sldId="500"/>
            <ac:cxnSpMk id="23" creationId="{272FB2B5-BF1F-4A34-B60E-38A78F8E5F94}"/>
          </ac:cxnSpMkLst>
        </pc:cxnChg>
        <pc:cxnChg chg="add mod">
          <ac:chgData name="Cristian Chilipirea" userId="34ab170da5908fc4" providerId="LiveId" clId="{51E1D80A-4A29-4E2A-B293-4232621C1517}" dt="2019-10-06T17:58:50.608" v="132" actId="1076"/>
          <ac:cxnSpMkLst>
            <pc:docMk/>
            <pc:sldMk cId="2032635208" sldId="500"/>
            <ac:cxnSpMk id="26" creationId="{A0E6E64F-85FB-467A-BB2A-E51AC0A56D11}"/>
          </ac:cxnSpMkLst>
        </pc:cxnChg>
        <pc:cxnChg chg="add mod">
          <ac:chgData name="Cristian Chilipirea" userId="34ab170da5908fc4" providerId="LiveId" clId="{51E1D80A-4A29-4E2A-B293-4232621C1517}" dt="2019-10-06T17:58:50.608" v="132" actId="1076"/>
          <ac:cxnSpMkLst>
            <pc:docMk/>
            <pc:sldMk cId="2032635208" sldId="500"/>
            <ac:cxnSpMk id="27" creationId="{94825116-F350-436D-BD40-027C45C28D64}"/>
          </ac:cxnSpMkLst>
        </pc:cxnChg>
      </pc:sldChg>
      <pc:sldChg chg="del">
        <pc:chgData name="Cristian Chilipirea" userId="34ab170da5908fc4" providerId="LiveId" clId="{51E1D80A-4A29-4E2A-B293-4232621C1517}" dt="2019-10-06T17:51:13.695" v="16" actId="2696"/>
        <pc:sldMkLst>
          <pc:docMk/>
          <pc:sldMk cId="4007712790" sldId="500"/>
        </pc:sldMkLst>
      </pc:sldChg>
      <pc:sldChg chg="del">
        <pc:chgData name="Cristian Chilipirea" userId="34ab170da5908fc4" providerId="LiveId" clId="{51E1D80A-4A29-4E2A-B293-4232621C1517}" dt="2019-10-06T17:51:13.938" v="17" actId="2696"/>
        <pc:sldMkLst>
          <pc:docMk/>
          <pc:sldMk cId="215342913" sldId="501"/>
        </pc:sldMkLst>
      </pc:sldChg>
      <pc:sldChg chg="addSp delSp modSp add">
        <pc:chgData name="Cristian Chilipirea" userId="34ab170da5908fc4" providerId="LiveId" clId="{51E1D80A-4A29-4E2A-B293-4232621C1517}" dt="2019-10-06T18:00:16.960" v="141" actId="1076"/>
        <pc:sldMkLst>
          <pc:docMk/>
          <pc:sldMk cId="231591143" sldId="501"/>
        </pc:sldMkLst>
        <pc:spChg chg="mod">
          <ac:chgData name="Cristian Chilipirea" userId="34ab170da5908fc4" providerId="LiveId" clId="{51E1D80A-4A29-4E2A-B293-4232621C1517}" dt="2019-10-06T18:00:05.407" v="134"/>
          <ac:spMkLst>
            <pc:docMk/>
            <pc:sldMk cId="231591143" sldId="501"/>
            <ac:spMk id="2" creationId="{3DE8457D-E736-4AAE-9C00-FA78735ECCF0}"/>
          </ac:spMkLst>
        </pc:spChg>
        <pc:spChg chg="del">
          <ac:chgData name="Cristian Chilipirea" userId="34ab170da5908fc4" providerId="LiveId" clId="{51E1D80A-4A29-4E2A-B293-4232621C1517}" dt="2019-10-06T18:00:08.793" v="135" actId="478"/>
          <ac:spMkLst>
            <pc:docMk/>
            <pc:sldMk cId="231591143" sldId="501"/>
            <ac:spMk id="3" creationId="{19D5ED2A-2AFB-4937-91E2-282D524F7EA2}"/>
          </ac:spMkLst>
        </pc:spChg>
        <pc:spChg chg="add del">
          <ac:chgData name="Cristian Chilipirea" userId="34ab170da5908fc4" providerId="LiveId" clId="{51E1D80A-4A29-4E2A-B293-4232621C1517}" dt="2019-10-06T18:00:15.050" v="139"/>
          <ac:spMkLst>
            <pc:docMk/>
            <pc:sldMk cId="231591143" sldId="501"/>
            <ac:spMk id="4" creationId="{A9CD85A9-0291-4891-8161-B8A508BAC2B4}"/>
          </ac:spMkLst>
        </pc:spChg>
        <pc:spChg chg="add del">
          <ac:chgData name="Cristian Chilipirea" userId="34ab170da5908fc4" providerId="LiveId" clId="{51E1D80A-4A29-4E2A-B293-4232621C1517}" dt="2019-10-06T18:00:15.050" v="139"/>
          <ac:spMkLst>
            <pc:docMk/>
            <pc:sldMk cId="231591143" sldId="501"/>
            <ac:spMk id="5" creationId="{5086BF25-4599-47B7-9202-704F024A77CD}"/>
          </ac:spMkLst>
        </pc:spChg>
        <pc:spChg chg="add mod">
          <ac:chgData name="Cristian Chilipirea" userId="34ab170da5908fc4" providerId="LiveId" clId="{51E1D80A-4A29-4E2A-B293-4232621C1517}" dt="2019-10-06T18:00:16.960" v="141" actId="1076"/>
          <ac:spMkLst>
            <pc:docMk/>
            <pc:sldMk cId="231591143" sldId="501"/>
            <ac:spMk id="51" creationId="{1D6768BD-74C3-4252-91B9-ABEBDF54F300}"/>
          </ac:spMkLst>
        </pc:spChg>
        <pc:spChg chg="add mod">
          <ac:chgData name="Cristian Chilipirea" userId="34ab170da5908fc4" providerId="LiveId" clId="{51E1D80A-4A29-4E2A-B293-4232621C1517}" dt="2019-10-06T18:00:16.960" v="141" actId="1076"/>
          <ac:spMkLst>
            <pc:docMk/>
            <pc:sldMk cId="231591143" sldId="501"/>
            <ac:spMk id="52" creationId="{7208AE88-19AE-44CB-8D4B-B347B384383E}"/>
          </ac:spMkLst>
        </pc:spChg>
        <pc:grpChg chg="add del">
          <ac:chgData name="Cristian Chilipirea" userId="34ab170da5908fc4" providerId="LiveId" clId="{51E1D80A-4A29-4E2A-B293-4232621C1517}" dt="2019-10-06T18:00:15.050" v="139"/>
          <ac:grpSpMkLst>
            <pc:docMk/>
            <pc:sldMk cId="231591143" sldId="501"/>
            <ac:grpSpMk id="6" creationId="{F9A368E9-80D1-402E-8F31-21E4AC8CFB1A}"/>
          </ac:grpSpMkLst>
        </pc:grpChg>
        <pc:grpChg chg="add mod">
          <ac:chgData name="Cristian Chilipirea" userId="34ab170da5908fc4" providerId="LiveId" clId="{51E1D80A-4A29-4E2A-B293-4232621C1517}" dt="2019-10-06T18:00:16.960" v="141" actId="1076"/>
          <ac:grpSpMkLst>
            <pc:docMk/>
            <pc:sldMk cId="231591143" sldId="501"/>
            <ac:grpSpMk id="53" creationId="{4282F7C7-D4C0-46A8-8FDF-D41789F47929}"/>
          </ac:grpSpMkLst>
        </pc:grpChg>
        <pc:grpChg chg="mod">
          <ac:chgData name="Cristian Chilipirea" userId="34ab170da5908fc4" providerId="LiveId" clId="{51E1D80A-4A29-4E2A-B293-4232621C1517}" dt="2019-10-06T18:00:16.960" v="141" actId="1076"/>
          <ac:grpSpMkLst>
            <pc:docMk/>
            <pc:sldMk cId="231591143" sldId="501"/>
            <ac:grpSpMk id="54" creationId="{1722A8D3-7A32-4190-8D98-2BAD558093CF}"/>
          </ac:grpSpMkLst>
        </pc:grpChg>
        <pc:grpChg chg="mod">
          <ac:chgData name="Cristian Chilipirea" userId="34ab170da5908fc4" providerId="LiveId" clId="{51E1D80A-4A29-4E2A-B293-4232621C1517}" dt="2019-10-06T18:00:16.960" v="141" actId="1076"/>
          <ac:grpSpMkLst>
            <pc:docMk/>
            <pc:sldMk cId="231591143" sldId="501"/>
            <ac:grpSpMk id="72" creationId="{B58BD2A6-8A87-460D-B5F5-5F1F1E3766F8}"/>
          </ac:grpSpMkLst>
        </pc:grpChg>
      </pc:sldChg>
      <pc:sldChg chg="addSp delSp modSp add">
        <pc:chgData name="Cristian Chilipirea" userId="34ab170da5908fc4" providerId="LiveId" clId="{51E1D80A-4A29-4E2A-B293-4232621C1517}" dt="2019-10-06T18:00:34.568" v="147"/>
        <pc:sldMkLst>
          <pc:docMk/>
          <pc:sldMk cId="3589621216" sldId="502"/>
        </pc:sldMkLst>
        <pc:spChg chg="mod">
          <ac:chgData name="Cristian Chilipirea" userId="34ab170da5908fc4" providerId="LiveId" clId="{51E1D80A-4A29-4E2A-B293-4232621C1517}" dt="2019-10-06T18:00:24.810" v="143"/>
          <ac:spMkLst>
            <pc:docMk/>
            <pc:sldMk cId="3589621216" sldId="502"/>
            <ac:spMk id="2" creationId="{EE314078-BF8E-41AB-B8C2-7CA0CEED8E9A}"/>
          </ac:spMkLst>
        </pc:spChg>
        <pc:spChg chg="del">
          <ac:chgData name="Cristian Chilipirea" userId="34ab170da5908fc4" providerId="LiveId" clId="{51E1D80A-4A29-4E2A-B293-4232621C1517}" dt="2019-10-06T18:00:27.140" v="144" actId="478"/>
          <ac:spMkLst>
            <pc:docMk/>
            <pc:sldMk cId="3589621216" sldId="502"/>
            <ac:spMk id="3" creationId="{60292671-A154-4F5B-9DCB-C089896ED0F9}"/>
          </ac:spMkLst>
        </pc:spChg>
        <pc:spChg chg="add del">
          <ac:chgData name="Cristian Chilipirea" userId="34ab170da5908fc4" providerId="LiveId" clId="{51E1D80A-4A29-4E2A-B293-4232621C1517}" dt="2019-10-06T18:00:34.557" v="146"/>
          <ac:spMkLst>
            <pc:docMk/>
            <pc:sldMk cId="3589621216" sldId="502"/>
            <ac:spMk id="4" creationId="{C16FEAE5-8BB4-4785-B01A-848435D6E060}"/>
          </ac:spMkLst>
        </pc:spChg>
        <pc:spChg chg="add">
          <ac:chgData name="Cristian Chilipirea" userId="34ab170da5908fc4" providerId="LiveId" clId="{51E1D80A-4A29-4E2A-B293-4232621C1517}" dt="2019-10-06T18:00:34.568" v="147"/>
          <ac:spMkLst>
            <pc:docMk/>
            <pc:sldMk cId="3589621216" sldId="502"/>
            <ac:spMk id="46" creationId="{FE5E358D-4095-46F0-8EB5-2404D9DACF5E}"/>
          </ac:spMkLst>
        </pc:spChg>
        <pc:grpChg chg="add del">
          <ac:chgData name="Cristian Chilipirea" userId="34ab170da5908fc4" providerId="LiveId" clId="{51E1D80A-4A29-4E2A-B293-4232621C1517}" dt="2019-10-06T18:00:34.557" v="146"/>
          <ac:grpSpMkLst>
            <pc:docMk/>
            <pc:sldMk cId="3589621216" sldId="502"/>
            <ac:grpSpMk id="5" creationId="{2D02910F-3E36-4E8C-B81A-303D2A0206CD}"/>
          </ac:grpSpMkLst>
        </pc:grpChg>
        <pc:grpChg chg="add">
          <ac:chgData name="Cristian Chilipirea" userId="34ab170da5908fc4" providerId="LiveId" clId="{51E1D80A-4A29-4E2A-B293-4232621C1517}" dt="2019-10-06T18:00:34.568" v="147"/>
          <ac:grpSpMkLst>
            <pc:docMk/>
            <pc:sldMk cId="3589621216" sldId="502"/>
            <ac:grpSpMk id="47" creationId="{89B5453E-0AC2-4DC1-BC88-BC343A42DBBC}"/>
          </ac:grpSpMkLst>
        </pc:grpChg>
      </pc:sldChg>
      <pc:sldChg chg="del">
        <pc:chgData name="Cristian Chilipirea" userId="34ab170da5908fc4" providerId="LiveId" clId="{51E1D80A-4A29-4E2A-B293-4232621C1517}" dt="2019-10-06T17:51:14.429" v="18" actId="2696"/>
        <pc:sldMkLst>
          <pc:docMk/>
          <pc:sldMk cId="4086428221" sldId="502"/>
        </pc:sldMkLst>
      </pc:sldChg>
      <pc:sldChg chg="addSp delSp modSp add modAnim">
        <pc:chgData name="Cristian Chilipirea" userId="34ab170da5908fc4" providerId="LiveId" clId="{51E1D80A-4A29-4E2A-B293-4232621C1517}" dt="2019-10-06T18:03:49.853" v="162" actId="1076"/>
        <pc:sldMkLst>
          <pc:docMk/>
          <pc:sldMk cId="2217378888" sldId="503"/>
        </pc:sldMkLst>
        <pc:spChg chg="mod">
          <ac:chgData name="Cristian Chilipirea" userId="34ab170da5908fc4" providerId="LiveId" clId="{51E1D80A-4A29-4E2A-B293-4232621C1517}" dt="2019-10-06T18:01:11.540" v="149"/>
          <ac:spMkLst>
            <pc:docMk/>
            <pc:sldMk cId="2217378888" sldId="503"/>
            <ac:spMk id="2" creationId="{0BF4D2D0-DC8E-4A3D-BE4D-E71D9B659C6D}"/>
          </ac:spMkLst>
        </pc:spChg>
        <pc:spChg chg="del">
          <ac:chgData name="Cristian Chilipirea" userId="34ab170da5908fc4" providerId="LiveId" clId="{51E1D80A-4A29-4E2A-B293-4232621C1517}" dt="2019-10-06T18:01:20.676" v="150" actId="478"/>
          <ac:spMkLst>
            <pc:docMk/>
            <pc:sldMk cId="2217378888" sldId="503"/>
            <ac:spMk id="3" creationId="{D5399BB0-66C2-4D55-B4ED-7317A2C73573}"/>
          </ac:spMkLst>
        </pc:spChg>
        <pc:spChg chg="add del">
          <ac:chgData name="Cristian Chilipirea" userId="34ab170da5908fc4" providerId="LiveId" clId="{51E1D80A-4A29-4E2A-B293-4232621C1517}" dt="2019-10-06T18:02:59.894" v="152"/>
          <ac:spMkLst>
            <pc:docMk/>
            <pc:sldMk cId="2217378888" sldId="503"/>
            <ac:spMk id="8" creationId="{368E7836-7E43-45D3-929C-0267B89EF790}"/>
          </ac:spMkLst>
        </pc:spChg>
        <pc:spChg chg="add del">
          <ac:chgData name="Cristian Chilipirea" userId="34ab170da5908fc4" providerId="LiveId" clId="{51E1D80A-4A29-4E2A-B293-4232621C1517}" dt="2019-10-06T18:02:59.894" v="152"/>
          <ac:spMkLst>
            <pc:docMk/>
            <pc:sldMk cId="2217378888" sldId="503"/>
            <ac:spMk id="9" creationId="{9AB9CB9F-1ED3-4B65-B7C2-2710170C7D6F}"/>
          </ac:spMkLst>
        </pc:spChg>
        <pc:spChg chg="add del">
          <ac:chgData name="Cristian Chilipirea" userId="34ab170da5908fc4" providerId="LiveId" clId="{51E1D80A-4A29-4E2A-B293-4232621C1517}" dt="2019-10-06T18:02:59.894" v="152"/>
          <ac:spMkLst>
            <pc:docMk/>
            <pc:sldMk cId="2217378888" sldId="503"/>
            <ac:spMk id="10" creationId="{D5AB0CFB-0012-4FAB-9C0F-6555CE16560C}"/>
          </ac:spMkLst>
        </pc:spChg>
        <pc:spChg chg="add del">
          <ac:chgData name="Cristian Chilipirea" userId="34ab170da5908fc4" providerId="LiveId" clId="{51E1D80A-4A29-4E2A-B293-4232621C1517}" dt="2019-10-06T18:02:59.894" v="152"/>
          <ac:spMkLst>
            <pc:docMk/>
            <pc:sldMk cId="2217378888" sldId="503"/>
            <ac:spMk id="43" creationId="{13B8C755-192B-43A2-BB14-A18DAEC4BD05}"/>
          </ac:spMkLst>
        </pc:spChg>
        <pc:spChg chg="add del">
          <ac:chgData name="Cristian Chilipirea" userId="34ab170da5908fc4" providerId="LiveId" clId="{51E1D80A-4A29-4E2A-B293-4232621C1517}" dt="2019-10-06T18:03:08.539" v="154" actId="478"/>
          <ac:spMkLst>
            <pc:docMk/>
            <pc:sldMk cId="2217378888" sldId="503"/>
            <ac:spMk id="48" creationId="{23240492-6D7A-4E84-AEBC-2FFE6520ACE7}"/>
          </ac:spMkLst>
        </pc:spChg>
        <pc:spChg chg="add del">
          <ac:chgData name="Cristian Chilipirea" userId="34ab170da5908fc4" providerId="LiveId" clId="{51E1D80A-4A29-4E2A-B293-4232621C1517}" dt="2019-10-06T18:03:08.539" v="154" actId="478"/>
          <ac:spMkLst>
            <pc:docMk/>
            <pc:sldMk cId="2217378888" sldId="503"/>
            <ac:spMk id="49" creationId="{2A468E85-470B-46A0-B640-E98B3B0CE925}"/>
          </ac:spMkLst>
        </pc:spChg>
        <pc:spChg chg="add del">
          <ac:chgData name="Cristian Chilipirea" userId="34ab170da5908fc4" providerId="LiveId" clId="{51E1D80A-4A29-4E2A-B293-4232621C1517}" dt="2019-10-06T18:03:08.539" v="154" actId="478"/>
          <ac:spMkLst>
            <pc:docMk/>
            <pc:sldMk cId="2217378888" sldId="503"/>
            <ac:spMk id="50" creationId="{1CF8DCD4-06D4-4B19-843A-CF07BFE87C26}"/>
          </ac:spMkLst>
        </pc:spChg>
        <pc:spChg chg="add del">
          <ac:chgData name="Cristian Chilipirea" userId="34ab170da5908fc4" providerId="LiveId" clId="{51E1D80A-4A29-4E2A-B293-4232621C1517}" dt="2019-10-06T18:03:08.539" v="154" actId="478"/>
          <ac:spMkLst>
            <pc:docMk/>
            <pc:sldMk cId="2217378888" sldId="503"/>
            <ac:spMk id="83" creationId="{1CDC16D2-DF64-4435-9CAB-06EED5358251}"/>
          </ac:spMkLst>
        </pc:spChg>
        <pc:spChg chg="add del">
          <ac:chgData name="Cristian Chilipirea" userId="34ab170da5908fc4" providerId="LiveId" clId="{51E1D80A-4A29-4E2A-B293-4232621C1517}" dt="2019-10-06T18:03:30.462" v="156"/>
          <ac:spMkLst>
            <pc:docMk/>
            <pc:sldMk cId="2217378888" sldId="503"/>
            <ac:spMk id="88" creationId="{D0769491-C0CA-4845-B568-A9C9DA7BF4E1}"/>
          </ac:spMkLst>
        </pc:spChg>
        <pc:spChg chg="add del">
          <ac:chgData name="Cristian Chilipirea" userId="34ab170da5908fc4" providerId="LiveId" clId="{51E1D80A-4A29-4E2A-B293-4232621C1517}" dt="2019-10-06T18:03:30.462" v="156"/>
          <ac:spMkLst>
            <pc:docMk/>
            <pc:sldMk cId="2217378888" sldId="503"/>
            <ac:spMk id="89" creationId="{3DEFF6B3-597E-478B-8CA9-4AC41B04980D}"/>
          </ac:spMkLst>
        </pc:spChg>
        <pc:spChg chg="add del">
          <ac:chgData name="Cristian Chilipirea" userId="34ab170da5908fc4" providerId="LiveId" clId="{51E1D80A-4A29-4E2A-B293-4232621C1517}" dt="2019-10-06T18:03:30.462" v="156"/>
          <ac:spMkLst>
            <pc:docMk/>
            <pc:sldMk cId="2217378888" sldId="503"/>
            <ac:spMk id="90" creationId="{7E8AC842-8B98-4E1E-B601-00B3B1BDC723}"/>
          </ac:spMkLst>
        </pc:spChg>
        <pc:spChg chg="add del">
          <ac:chgData name="Cristian Chilipirea" userId="34ab170da5908fc4" providerId="LiveId" clId="{51E1D80A-4A29-4E2A-B293-4232621C1517}" dt="2019-10-06T18:03:30.462" v="156"/>
          <ac:spMkLst>
            <pc:docMk/>
            <pc:sldMk cId="2217378888" sldId="503"/>
            <ac:spMk id="123" creationId="{E472B4FC-3D13-452C-A2BE-DF4253D5879F}"/>
          </ac:spMkLst>
        </pc:spChg>
        <pc:spChg chg="add del">
          <ac:chgData name="Cristian Chilipirea" userId="34ab170da5908fc4" providerId="LiveId" clId="{51E1D80A-4A29-4E2A-B293-4232621C1517}" dt="2019-10-06T18:03:43.486" v="160"/>
          <ac:spMkLst>
            <pc:docMk/>
            <pc:sldMk cId="2217378888" sldId="503"/>
            <ac:spMk id="128" creationId="{D09E992C-66AD-4642-85FF-D91EC8D42CB3}"/>
          </ac:spMkLst>
        </pc:spChg>
        <pc:spChg chg="add del">
          <ac:chgData name="Cristian Chilipirea" userId="34ab170da5908fc4" providerId="LiveId" clId="{51E1D80A-4A29-4E2A-B293-4232621C1517}" dt="2019-10-06T18:03:43.486" v="160"/>
          <ac:spMkLst>
            <pc:docMk/>
            <pc:sldMk cId="2217378888" sldId="503"/>
            <ac:spMk id="129" creationId="{BDB773B0-3D30-4C7B-BD88-24AB5AA8A8A3}"/>
          </ac:spMkLst>
        </pc:spChg>
        <pc:spChg chg="add del">
          <ac:chgData name="Cristian Chilipirea" userId="34ab170da5908fc4" providerId="LiveId" clId="{51E1D80A-4A29-4E2A-B293-4232621C1517}" dt="2019-10-06T18:03:43.486" v="160"/>
          <ac:spMkLst>
            <pc:docMk/>
            <pc:sldMk cId="2217378888" sldId="503"/>
            <ac:spMk id="130" creationId="{7009B616-AF18-4A34-98B3-4EA5E1F85AD1}"/>
          </ac:spMkLst>
        </pc:spChg>
        <pc:spChg chg="add del">
          <ac:chgData name="Cristian Chilipirea" userId="34ab170da5908fc4" providerId="LiveId" clId="{51E1D80A-4A29-4E2A-B293-4232621C1517}" dt="2019-10-06T18:03:43.486" v="160"/>
          <ac:spMkLst>
            <pc:docMk/>
            <pc:sldMk cId="2217378888" sldId="503"/>
            <ac:spMk id="163" creationId="{686486D6-F019-49F3-8DAF-49EE43B66EC7}"/>
          </ac:spMkLst>
        </pc:spChg>
        <pc:spChg chg="add del">
          <ac:chgData name="Cristian Chilipirea" userId="34ab170da5908fc4" providerId="LiveId" clId="{51E1D80A-4A29-4E2A-B293-4232621C1517}" dt="2019-10-06T18:03:42.919" v="159"/>
          <ac:spMkLst>
            <pc:docMk/>
            <pc:sldMk cId="2217378888" sldId="503"/>
            <ac:spMk id="168" creationId="{8D663150-2809-4B86-A902-585A2AF9FC39}"/>
          </ac:spMkLst>
        </pc:spChg>
        <pc:spChg chg="add del">
          <ac:chgData name="Cristian Chilipirea" userId="34ab170da5908fc4" providerId="LiveId" clId="{51E1D80A-4A29-4E2A-B293-4232621C1517}" dt="2019-10-06T18:03:42.919" v="159"/>
          <ac:spMkLst>
            <pc:docMk/>
            <pc:sldMk cId="2217378888" sldId="503"/>
            <ac:spMk id="169" creationId="{1F4FE9C7-B097-4AE0-A587-BBC26EABE642}"/>
          </ac:spMkLst>
        </pc:spChg>
        <pc:spChg chg="add del">
          <ac:chgData name="Cristian Chilipirea" userId="34ab170da5908fc4" providerId="LiveId" clId="{51E1D80A-4A29-4E2A-B293-4232621C1517}" dt="2019-10-06T18:03:42.919" v="159"/>
          <ac:spMkLst>
            <pc:docMk/>
            <pc:sldMk cId="2217378888" sldId="503"/>
            <ac:spMk id="170" creationId="{1C08E9B6-AAE1-46E5-ACD4-3EF349CD184D}"/>
          </ac:spMkLst>
        </pc:spChg>
        <pc:spChg chg="add del">
          <ac:chgData name="Cristian Chilipirea" userId="34ab170da5908fc4" providerId="LiveId" clId="{51E1D80A-4A29-4E2A-B293-4232621C1517}" dt="2019-10-06T18:03:42.919" v="159"/>
          <ac:spMkLst>
            <pc:docMk/>
            <pc:sldMk cId="2217378888" sldId="503"/>
            <ac:spMk id="203" creationId="{51AA6BEC-987F-47D0-9842-DEC8BBDAE8C3}"/>
          </ac:spMkLst>
        </pc:spChg>
        <pc:spChg chg="add mod">
          <ac:chgData name="Cristian Chilipirea" userId="34ab170da5908fc4" providerId="LiveId" clId="{51E1D80A-4A29-4E2A-B293-4232621C1517}" dt="2019-10-06T18:03:49.853" v="162" actId="1076"/>
          <ac:spMkLst>
            <pc:docMk/>
            <pc:sldMk cId="2217378888" sldId="503"/>
            <ac:spMk id="208" creationId="{98E0FCF5-E924-42F3-A185-8C5D04ECDE9D}"/>
          </ac:spMkLst>
        </pc:spChg>
        <pc:spChg chg="add mod">
          <ac:chgData name="Cristian Chilipirea" userId="34ab170da5908fc4" providerId="LiveId" clId="{51E1D80A-4A29-4E2A-B293-4232621C1517}" dt="2019-10-06T18:03:49.853" v="162" actId="1076"/>
          <ac:spMkLst>
            <pc:docMk/>
            <pc:sldMk cId="2217378888" sldId="503"/>
            <ac:spMk id="209" creationId="{9105335A-1356-4830-A76A-D8D32E974768}"/>
          </ac:spMkLst>
        </pc:spChg>
        <pc:spChg chg="add mod">
          <ac:chgData name="Cristian Chilipirea" userId="34ab170da5908fc4" providerId="LiveId" clId="{51E1D80A-4A29-4E2A-B293-4232621C1517}" dt="2019-10-06T18:03:49.853" v="162" actId="1076"/>
          <ac:spMkLst>
            <pc:docMk/>
            <pc:sldMk cId="2217378888" sldId="503"/>
            <ac:spMk id="210" creationId="{CCD77360-786D-476B-9334-4B45D1ACB7D8}"/>
          </ac:spMkLst>
        </pc:spChg>
        <pc:spChg chg="add mod">
          <ac:chgData name="Cristian Chilipirea" userId="34ab170da5908fc4" providerId="LiveId" clId="{51E1D80A-4A29-4E2A-B293-4232621C1517}" dt="2019-10-06T18:03:49.853" v="162" actId="1076"/>
          <ac:spMkLst>
            <pc:docMk/>
            <pc:sldMk cId="2217378888" sldId="503"/>
            <ac:spMk id="243" creationId="{16793AE4-8A47-4A6A-AF2C-DAC130592842}"/>
          </ac:spMkLst>
        </pc:spChg>
        <pc:grpChg chg="add del">
          <ac:chgData name="Cristian Chilipirea" userId="34ab170da5908fc4" providerId="LiveId" clId="{51E1D80A-4A29-4E2A-B293-4232621C1517}" dt="2019-10-06T18:02:59.894" v="152"/>
          <ac:grpSpMkLst>
            <pc:docMk/>
            <pc:sldMk cId="2217378888" sldId="503"/>
            <ac:grpSpMk id="11" creationId="{F254FB2C-0B3A-4D90-B59A-D58B11E49297}"/>
          </ac:grpSpMkLst>
        </pc:grpChg>
        <pc:grpChg chg="add del">
          <ac:chgData name="Cristian Chilipirea" userId="34ab170da5908fc4" providerId="LiveId" clId="{51E1D80A-4A29-4E2A-B293-4232621C1517}" dt="2019-10-06T18:02:59.894" v="152"/>
          <ac:grpSpMkLst>
            <pc:docMk/>
            <pc:sldMk cId="2217378888" sldId="503"/>
            <ac:grpSpMk id="19" creationId="{160484FE-E920-4E51-84CC-C46D91868E29}"/>
          </ac:grpSpMkLst>
        </pc:grpChg>
        <pc:grpChg chg="add del">
          <ac:chgData name="Cristian Chilipirea" userId="34ab170da5908fc4" providerId="LiveId" clId="{51E1D80A-4A29-4E2A-B293-4232621C1517}" dt="2019-10-06T18:02:59.894" v="152"/>
          <ac:grpSpMkLst>
            <pc:docMk/>
            <pc:sldMk cId="2217378888" sldId="503"/>
            <ac:grpSpMk id="27" creationId="{16476BAE-B42E-4B8E-A955-2FEA6A13335D}"/>
          </ac:grpSpMkLst>
        </pc:grpChg>
        <pc:grpChg chg="add del">
          <ac:chgData name="Cristian Chilipirea" userId="34ab170da5908fc4" providerId="LiveId" clId="{51E1D80A-4A29-4E2A-B293-4232621C1517}" dt="2019-10-06T18:03:08.539" v="154" actId="478"/>
          <ac:grpSpMkLst>
            <pc:docMk/>
            <pc:sldMk cId="2217378888" sldId="503"/>
            <ac:grpSpMk id="51" creationId="{F6C12079-10BD-4E56-8815-B9B453C76799}"/>
          </ac:grpSpMkLst>
        </pc:grpChg>
        <pc:grpChg chg="add del">
          <ac:chgData name="Cristian Chilipirea" userId="34ab170da5908fc4" providerId="LiveId" clId="{51E1D80A-4A29-4E2A-B293-4232621C1517}" dt="2019-10-06T18:03:08.539" v="154" actId="478"/>
          <ac:grpSpMkLst>
            <pc:docMk/>
            <pc:sldMk cId="2217378888" sldId="503"/>
            <ac:grpSpMk id="59" creationId="{E4432CA4-CC63-49DA-B4C6-1E124640015A}"/>
          </ac:grpSpMkLst>
        </pc:grpChg>
        <pc:grpChg chg="add del">
          <ac:chgData name="Cristian Chilipirea" userId="34ab170da5908fc4" providerId="LiveId" clId="{51E1D80A-4A29-4E2A-B293-4232621C1517}" dt="2019-10-06T18:03:08.539" v="154" actId="478"/>
          <ac:grpSpMkLst>
            <pc:docMk/>
            <pc:sldMk cId="2217378888" sldId="503"/>
            <ac:grpSpMk id="67" creationId="{F006C705-0E98-4182-A8B5-D61D8DD9B07D}"/>
          </ac:grpSpMkLst>
        </pc:grpChg>
        <pc:grpChg chg="add del">
          <ac:chgData name="Cristian Chilipirea" userId="34ab170da5908fc4" providerId="LiveId" clId="{51E1D80A-4A29-4E2A-B293-4232621C1517}" dt="2019-10-06T18:03:30.462" v="156"/>
          <ac:grpSpMkLst>
            <pc:docMk/>
            <pc:sldMk cId="2217378888" sldId="503"/>
            <ac:grpSpMk id="91" creationId="{460D50D5-88A9-44D8-9CC1-ACED3AD7275F}"/>
          </ac:grpSpMkLst>
        </pc:grpChg>
        <pc:grpChg chg="add del">
          <ac:chgData name="Cristian Chilipirea" userId="34ab170da5908fc4" providerId="LiveId" clId="{51E1D80A-4A29-4E2A-B293-4232621C1517}" dt="2019-10-06T18:03:30.462" v="156"/>
          <ac:grpSpMkLst>
            <pc:docMk/>
            <pc:sldMk cId="2217378888" sldId="503"/>
            <ac:grpSpMk id="99" creationId="{690731AE-3871-4FE6-BE95-488A9B9525E9}"/>
          </ac:grpSpMkLst>
        </pc:grpChg>
        <pc:grpChg chg="add del">
          <ac:chgData name="Cristian Chilipirea" userId="34ab170da5908fc4" providerId="LiveId" clId="{51E1D80A-4A29-4E2A-B293-4232621C1517}" dt="2019-10-06T18:03:30.462" v="156"/>
          <ac:grpSpMkLst>
            <pc:docMk/>
            <pc:sldMk cId="2217378888" sldId="503"/>
            <ac:grpSpMk id="107" creationId="{121DAAEA-F9A0-47E3-8DF3-46185CEC66BD}"/>
          </ac:grpSpMkLst>
        </pc:grpChg>
        <pc:grpChg chg="add del">
          <ac:chgData name="Cristian Chilipirea" userId="34ab170da5908fc4" providerId="LiveId" clId="{51E1D80A-4A29-4E2A-B293-4232621C1517}" dt="2019-10-06T18:03:43.486" v="160"/>
          <ac:grpSpMkLst>
            <pc:docMk/>
            <pc:sldMk cId="2217378888" sldId="503"/>
            <ac:grpSpMk id="131" creationId="{D19A162F-FB3D-41A0-AE1E-454881E0ACF3}"/>
          </ac:grpSpMkLst>
        </pc:grpChg>
        <pc:grpChg chg="add del">
          <ac:chgData name="Cristian Chilipirea" userId="34ab170da5908fc4" providerId="LiveId" clId="{51E1D80A-4A29-4E2A-B293-4232621C1517}" dt="2019-10-06T18:03:43.486" v="160"/>
          <ac:grpSpMkLst>
            <pc:docMk/>
            <pc:sldMk cId="2217378888" sldId="503"/>
            <ac:grpSpMk id="139" creationId="{2C7BB0B4-F642-492C-A230-D67CEAE63BE1}"/>
          </ac:grpSpMkLst>
        </pc:grpChg>
        <pc:grpChg chg="add del">
          <ac:chgData name="Cristian Chilipirea" userId="34ab170da5908fc4" providerId="LiveId" clId="{51E1D80A-4A29-4E2A-B293-4232621C1517}" dt="2019-10-06T18:03:43.486" v="160"/>
          <ac:grpSpMkLst>
            <pc:docMk/>
            <pc:sldMk cId="2217378888" sldId="503"/>
            <ac:grpSpMk id="147" creationId="{26298A21-1DE5-4116-BC4C-9FE2376F175C}"/>
          </ac:grpSpMkLst>
        </pc:grpChg>
        <pc:grpChg chg="add del mod">
          <ac:chgData name="Cristian Chilipirea" userId="34ab170da5908fc4" providerId="LiveId" clId="{51E1D80A-4A29-4E2A-B293-4232621C1517}" dt="2019-10-06T18:03:42.919" v="159"/>
          <ac:grpSpMkLst>
            <pc:docMk/>
            <pc:sldMk cId="2217378888" sldId="503"/>
            <ac:grpSpMk id="171" creationId="{EEB6C71D-A259-497D-B5DE-D516DF7F95F7}"/>
          </ac:grpSpMkLst>
        </pc:grpChg>
        <pc:grpChg chg="add del mod">
          <ac:chgData name="Cristian Chilipirea" userId="34ab170da5908fc4" providerId="LiveId" clId="{51E1D80A-4A29-4E2A-B293-4232621C1517}" dt="2019-10-06T18:03:42.919" v="159"/>
          <ac:grpSpMkLst>
            <pc:docMk/>
            <pc:sldMk cId="2217378888" sldId="503"/>
            <ac:grpSpMk id="179" creationId="{45DB6D8B-CED9-4A90-9A45-FC22019F6E27}"/>
          </ac:grpSpMkLst>
        </pc:grpChg>
        <pc:grpChg chg="add del mod">
          <ac:chgData name="Cristian Chilipirea" userId="34ab170da5908fc4" providerId="LiveId" clId="{51E1D80A-4A29-4E2A-B293-4232621C1517}" dt="2019-10-06T18:03:42.919" v="159"/>
          <ac:grpSpMkLst>
            <pc:docMk/>
            <pc:sldMk cId="2217378888" sldId="503"/>
            <ac:grpSpMk id="187" creationId="{7AE70C6C-C604-4BAA-BC8D-2C89283EDB59}"/>
          </ac:grpSpMkLst>
        </pc:grpChg>
        <pc:grpChg chg="add mod">
          <ac:chgData name="Cristian Chilipirea" userId="34ab170da5908fc4" providerId="LiveId" clId="{51E1D80A-4A29-4E2A-B293-4232621C1517}" dt="2019-10-06T18:03:49.853" v="162" actId="1076"/>
          <ac:grpSpMkLst>
            <pc:docMk/>
            <pc:sldMk cId="2217378888" sldId="503"/>
            <ac:grpSpMk id="211" creationId="{4AFC6305-3868-4E35-BDB4-4653CCB5D365}"/>
          </ac:grpSpMkLst>
        </pc:grpChg>
        <pc:grpChg chg="add mod">
          <ac:chgData name="Cristian Chilipirea" userId="34ab170da5908fc4" providerId="LiveId" clId="{51E1D80A-4A29-4E2A-B293-4232621C1517}" dt="2019-10-06T18:03:49.853" v="162" actId="1076"/>
          <ac:grpSpMkLst>
            <pc:docMk/>
            <pc:sldMk cId="2217378888" sldId="503"/>
            <ac:grpSpMk id="219" creationId="{B65553EF-09A4-4F76-A6CF-C6C6EE397434}"/>
          </ac:grpSpMkLst>
        </pc:grpChg>
        <pc:grpChg chg="add mod">
          <ac:chgData name="Cristian Chilipirea" userId="34ab170da5908fc4" providerId="LiveId" clId="{51E1D80A-4A29-4E2A-B293-4232621C1517}" dt="2019-10-06T18:03:49.853" v="162" actId="1076"/>
          <ac:grpSpMkLst>
            <pc:docMk/>
            <pc:sldMk cId="2217378888" sldId="503"/>
            <ac:grpSpMk id="227" creationId="{628DE4BE-DB6B-45F6-A4F4-2AEDFE354F44}"/>
          </ac:grpSpMkLst>
        </pc:grpChg>
        <pc:picChg chg="add del">
          <ac:chgData name="Cristian Chilipirea" userId="34ab170da5908fc4" providerId="LiveId" clId="{51E1D80A-4A29-4E2A-B293-4232621C1517}" dt="2019-10-06T18:02:59.894" v="152"/>
          <ac:picMkLst>
            <pc:docMk/>
            <pc:sldMk cId="2217378888" sldId="503"/>
            <ac:picMk id="37" creationId="{1DAE7790-5D02-4FB1-9071-AF1331C5D32D}"/>
          </ac:picMkLst>
        </pc:picChg>
        <pc:picChg chg="add del">
          <ac:chgData name="Cristian Chilipirea" userId="34ab170da5908fc4" providerId="LiveId" clId="{51E1D80A-4A29-4E2A-B293-4232621C1517}" dt="2019-10-06T18:02:59.894" v="152"/>
          <ac:picMkLst>
            <pc:docMk/>
            <pc:sldMk cId="2217378888" sldId="503"/>
            <ac:picMk id="38" creationId="{1F19E40D-A1AB-4BC5-A005-8908411FC3E9}"/>
          </ac:picMkLst>
        </pc:picChg>
        <pc:picChg chg="add del">
          <ac:chgData name="Cristian Chilipirea" userId="34ab170da5908fc4" providerId="LiveId" clId="{51E1D80A-4A29-4E2A-B293-4232621C1517}" dt="2019-10-06T18:02:59.894" v="152"/>
          <ac:picMkLst>
            <pc:docMk/>
            <pc:sldMk cId="2217378888" sldId="503"/>
            <ac:picMk id="39" creationId="{25A6C2F8-0C68-435F-91B2-4DF8C931BE3A}"/>
          </ac:picMkLst>
        </pc:picChg>
        <pc:picChg chg="add del">
          <ac:chgData name="Cristian Chilipirea" userId="34ab170da5908fc4" providerId="LiveId" clId="{51E1D80A-4A29-4E2A-B293-4232621C1517}" dt="2019-10-06T18:02:59.894" v="152"/>
          <ac:picMkLst>
            <pc:docMk/>
            <pc:sldMk cId="2217378888" sldId="503"/>
            <ac:picMk id="40" creationId="{D68CA2DE-E3A4-435F-9A03-4C874ECD9ED0}"/>
          </ac:picMkLst>
        </pc:picChg>
        <pc:picChg chg="add del">
          <ac:chgData name="Cristian Chilipirea" userId="34ab170da5908fc4" providerId="LiveId" clId="{51E1D80A-4A29-4E2A-B293-4232621C1517}" dt="2019-10-06T18:02:59.894" v="152"/>
          <ac:picMkLst>
            <pc:docMk/>
            <pc:sldMk cId="2217378888" sldId="503"/>
            <ac:picMk id="41" creationId="{F875E265-7B3E-4C93-B532-A0E12A9D9F73}"/>
          </ac:picMkLst>
        </pc:picChg>
        <pc:picChg chg="add del">
          <ac:chgData name="Cristian Chilipirea" userId="34ab170da5908fc4" providerId="LiveId" clId="{51E1D80A-4A29-4E2A-B293-4232621C1517}" dt="2019-10-06T18:02:59.894" v="152"/>
          <ac:picMkLst>
            <pc:docMk/>
            <pc:sldMk cId="2217378888" sldId="503"/>
            <ac:picMk id="42" creationId="{D3279570-CE1F-4A42-A62F-47966FF021F6}"/>
          </ac:picMkLst>
        </pc:picChg>
        <pc:picChg chg="add del">
          <ac:chgData name="Cristian Chilipirea" userId="34ab170da5908fc4" providerId="LiveId" clId="{51E1D80A-4A29-4E2A-B293-4232621C1517}" dt="2019-10-06T18:03:08.539" v="154" actId="478"/>
          <ac:picMkLst>
            <pc:docMk/>
            <pc:sldMk cId="2217378888" sldId="503"/>
            <ac:picMk id="77" creationId="{4E9721B0-0BD9-466F-AB23-2B7383691692}"/>
          </ac:picMkLst>
        </pc:picChg>
        <pc:picChg chg="add del">
          <ac:chgData name="Cristian Chilipirea" userId="34ab170da5908fc4" providerId="LiveId" clId="{51E1D80A-4A29-4E2A-B293-4232621C1517}" dt="2019-10-06T18:03:08.539" v="154" actId="478"/>
          <ac:picMkLst>
            <pc:docMk/>
            <pc:sldMk cId="2217378888" sldId="503"/>
            <ac:picMk id="78" creationId="{21AA6DD9-F063-47CE-B4B5-99EDEAA61486}"/>
          </ac:picMkLst>
        </pc:picChg>
        <pc:picChg chg="add del">
          <ac:chgData name="Cristian Chilipirea" userId="34ab170da5908fc4" providerId="LiveId" clId="{51E1D80A-4A29-4E2A-B293-4232621C1517}" dt="2019-10-06T18:03:08.539" v="154" actId="478"/>
          <ac:picMkLst>
            <pc:docMk/>
            <pc:sldMk cId="2217378888" sldId="503"/>
            <ac:picMk id="79" creationId="{DC688DBA-EC1A-4736-B734-65313E710680}"/>
          </ac:picMkLst>
        </pc:picChg>
        <pc:picChg chg="add del">
          <ac:chgData name="Cristian Chilipirea" userId="34ab170da5908fc4" providerId="LiveId" clId="{51E1D80A-4A29-4E2A-B293-4232621C1517}" dt="2019-10-06T18:03:08.539" v="154" actId="478"/>
          <ac:picMkLst>
            <pc:docMk/>
            <pc:sldMk cId="2217378888" sldId="503"/>
            <ac:picMk id="80" creationId="{5F4AC015-E4C8-4F50-9C03-85C5E19D4596}"/>
          </ac:picMkLst>
        </pc:picChg>
        <pc:picChg chg="add del">
          <ac:chgData name="Cristian Chilipirea" userId="34ab170da5908fc4" providerId="LiveId" clId="{51E1D80A-4A29-4E2A-B293-4232621C1517}" dt="2019-10-06T18:03:08.539" v="154" actId="478"/>
          <ac:picMkLst>
            <pc:docMk/>
            <pc:sldMk cId="2217378888" sldId="503"/>
            <ac:picMk id="81" creationId="{739BB3D8-048D-494D-9A7E-DAE064742EDB}"/>
          </ac:picMkLst>
        </pc:picChg>
        <pc:picChg chg="add del">
          <ac:chgData name="Cristian Chilipirea" userId="34ab170da5908fc4" providerId="LiveId" clId="{51E1D80A-4A29-4E2A-B293-4232621C1517}" dt="2019-10-06T18:03:08.539" v="154" actId="478"/>
          <ac:picMkLst>
            <pc:docMk/>
            <pc:sldMk cId="2217378888" sldId="503"/>
            <ac:picMk id="82" creationId="{0B2393BD-F51A-4F99-9F08-3327706F19A7}"/>
          </ac:picMkLst>
        </pc:picChg>
        <pc:picChg chg="add del">
          <ac:chgData name="Cristian Chilipirea" userId="34ab170da5908fc4" providerId="LiveId" clId="{51E1D80A-4A29-4E2A-B293-4232621C1517}" dt="2019-10-06T18:03:30.462" v="156"/>
          <ac:picMkLst>
            <pc:docMk/>
            <pc:sldMk cId="2217378888" sldId="503"/>
            <ac:picMk id="117" creationId="{146818AB-7F5A-4C1B-A1D6-6DA6911C4D72}"/>
          </ac:picMkLst>
        </pc:picChg>
        <pc:picChg chg="add del">
          <ac:chgData name="Cristian Chilipirea" userId="34ab170da5908fc4" providerId="LiveId" clId="{51E1D80A-4A29-4E2A-B293-4232621C1517}" dt="2019-10-06T18:03:30.462" v="156"/>
          <ac:picMkLst>
            <pc:docMk/>
            <pc:sldMk cId="2217378888" sldId="503"/>
            <ac:picMk id="118" creationId="{D071CDB1-7B07-4F65-8B36-2DF458E4637C}"/>
          </ac:picMkLst>
        </pc:picChg>
        <pc:picChg chg="add del">
          <ac:chgData name="Cristian Chilipirea" userId="34ab170da5908fc4" providerId="LiveId" clId="{51E1D80A-4A29-4E2A-B293-4232621C1517}" dt="2019-10-06T18:03:30.462" v="156"/>
          <ac:picMkLst>
            <pc:docMk/>
            <pc:sldMk cId="2217378888" sldId="503"/>
            <ac:picMk id="119" creationId="{EB34F951-78C1-454B-96BD-ED4300CA0AEA}"/>
          </ac:picMkLst>
        </pc:picChg>
        <pc:picChg chg="add del">
          <ac:chgData name="Cristian Chilipirea" userId="34ab170da5908fc4" providerId="LiveId" clId="{51E1D80A-4A29-4E2A-B293-4232621C1517}" dt="2019-10-06T18:03:30.462" v="156"/>
          <ac:picMkLst>
            <pc:docMk/>
            <pc:sldMk cId="2217378888" sldId="503"/>
            <ac:picMk id="120" creationId="{9A917ED3-7578-4DDA-9E39-D9B8C62F146C}"/>
          </ac:picMkLst>
        </pc:picChg>
        <pc:picChg chg="add del">
          <ac:chgData name="Cristian Chilipirea" userId="34ab170da5908fc4" providerId="LiveId" clId="{51E1D80A-4A29-4E2A-B293-4232621C1517}" dt="2019-10-06T18:03:30.462" v="156"/>
          <ac:picMkLst>
            <pc:docMk/>
            <pc:sldMk cId="2217378888" sldId="503"/>
            <ac:picMk id="121" creationId="{563CB33B-DC8B-4FA9-87A1-81AEBCA7253A}"/>
          </ac:picMkLst>
        </pc:picChg>
        <pc:picChg chg="add del">
          <ac:chgData name="Cristian Chilipirea" userId="34ab170da5908fc4" providerId="LiveId" clId="{51E1D80A-4A29-4E2A-B293-4232621C1517}" dt="2019-10-06T18:03:30.462" v="156"/>
          <ac:picMkLst>
            <pc:docMk/>
            <pc:sldMk cId="2217378888" sldId="503"/>
            <ac:picMk id="122" creationId="{7A76D542-1322-404F-AE65-4F447E717700}"/>
          </ac:picMkLst>
        </pc:picChg>
        <pc:picChg chg="add del">
          <ac:chgData name="Cristian Chilipirea" userId="34ab170da5908fc4" providerId="LiveId" clId="{51E1D80A-4A29-4E2A-B293-4232621C1517}" dt="2019-10-06T18:03:43.486" v="160"/>
          <ac:picMkLst>
            <pc:docMk/>
            <pc:sldMk cId="2217378888" sldId="503"/>
            <ac:picMk id="157" creationId="{2DD7384F-E19B-42A9-BB25-0DF521EF33CC}"/>
          </ac:picMkLst>
        </pc:picChg>
        <pc:picChg chg="add del">
          <ac:chgData name="Cristian Chilipirea" userId="34ab170da5908fc4" providerId="LiveId" clId="{51E1D80A-4A29-4E2A-B293-4232621C1517}" dt="2019-10-06T18:03:43.486" v="160"/>
          <ac:picMkLst>
            <pc:docMk/>
            <pc:sldMk cId="2217378888" sldId="503"/>
            <ac:picMk id="158" creationId="{B2ED9921-80F5-4300-8B3A-937C47D5859C}"/>
          </ac:picMkLst>
        </pc:picChg>
        <pc:picChg chg="add del">
          <ac:chgData name="Cristian Chilipirea" userId="34ab170da5908fc4" providerId="LiveId" clId="{51E1D80A-4A29-4E2A-B293-4232621C1517}" dt="2019-10-06T18:03:43.486" v="160"/>
          <ac:picMkLst>
            <pc:docMk/>
            <pc:sldMk cId="2217378888" sldId="503"/>
            <ac:picMk id="159" creationId="{0EB7B4E6-FAA7-4A23-B516-E41745365A78}"/>
          </ac:picMkLst>
        </pc:picChg>
        <pc:picChg chg="add del">
          <ac:chgData name="Cristian Chilipirea" userId="34ab170da5908fc4" providerId="LiveId" clId="{51E1D80A-4A29-4E2A-B293-4232621C1517}" dt="2019-10-06T18:03:43.486" v="160"/>
          <ac:picMkLst>
            <pc:docMk/>
            <pc:sldMk cId="2217378888" sldId="503"/>
            <ac:picMk id="160" creationId="{A97890CB-5630-4E6A-9A1E-FBE075A95D67}"/>
          </ac:picMkLst>
        </pc:picChg>
        <pc:picChg chg="add del">
          <ac:chgData name="Cristian Chilipirea" userId="34ab170da5908fc4" providerId="LiveId" clId="{51E1D80A-4A29-4E2A-B293-4232621C1517}" dt="2019-10-06T18:03:43.486" v="160"/>
          <ac:picMkLst>
            <pc:docMk/>
            <pc:sldMk cId="2217378888" sldId="503"/>
            <ac:picMk id="161" creationId="{9847CE03-6514-49AC-B7E2-76C5A4F467C6}"/>
          </ac:picMkLst>
        </pc:picChg>
        <pc:picChg chg="add del">
          <ac:chgData name="Cristian Chilipirea" userId="34ab170da5908fc4" providerId="LiveId" clId="{51E1D80A-4A29-4E2A-B293-4232621C1517}" dt="2019-10-06T18:03:43.486" v="160"/>
          <ac:picMkLst>
            <pc:docMk/>
            <pc:sldMk cId="2217378888" sldId="503"/>
            <ac:picMk id="162" creationId="{FC5B814E-5527-4D32-8148-50E6EA3AF81E}"/>
          </ac:picMkLst>
        </pc:picChg>
        <pc:picChg chg="add del">
          <ac:chgData name="Cristian Chilipirea" userId="34ab170da5908fc4" providerId="LiveId" clId="{51E1D80A-4A29-4E2A-B293-4232621C1517}" dt="2019-10-06T18:03:42.919" v="159"/>
          <ac:picMkLst>
            <pc:docMk/>
            <pc:sldMk cId="2217378888" sldId="503"/>
            <ac:picMk id="197" creationId="{59D8B96A-8562-4612-8887-1EB209E71FF4}"/>
          </ac:picMkLst>
        </pc:picChg>
        <pc:picChg chg="add del">
          <ac:chgData name="Cristian Chilipirea" userId="34ab170da5908fc4" providerId="LiveId" clId="{51E1D80A-4A29-4E2A-B293-4232621C1517}" dt="2019-10-06T18:03:42.919" v="159"/>
          <ac:picMkLst>
            <pc:docMk/>
            <pc:sldMk cId="2217378888" sldId="503"/>
            <ac:picMk id="198" creationId="{7A91D37A-9A18-4B92-9728-3763C326C1A0}"/>
          </ac:picMkLst>
        </pc:picChg>
        <pc:picChg chg="add del">
          <ac:chgData name="Cristian Chilipirea" userId="34ab170da5908fc4" providerId="LiveId" clId="{51E1D80A-4A29-4E2A-B293-4232621C1517}" dt="2019-10-06T18:03:42.919" v="159"/>
          <ac:picMkLst>
            <pc:docMk/>
            <pc:sldMk cId="2217378888" sldId="503"/>
            <ac:picMk id="199" creationId="{01BA2E52-AA27-4A5F-9001-C6085D6910A5}"/>
          </ac:picMkLst>
        </pc:picChg>
        <pc:picChg chg="add del">
          <ac:chgData name="Cristian Chilipirea" userId="34ab170da5908fc4" providerId="LiveId" clId="{51E1D80A-4A29-4E2A-B293-4232621C1517}" dt="2019-10-06T18:03:42.919" v="159"/>
          <ac:picMkLst>
            <pc:docMk/>
            <pc:sldMk cId="2217378888" sldId="503"/>
            <ac:picMk id="200" creationId="{FD43BFB6-F785-46F8-B677-AC4A197F4F27}"/>
          </ac:picMkLst>
        </pc:picChg>
        <pc:picChg chg="add del">
          <ac:chgData name="Cristian Chilipirea" userId="34ab170da5908fc4" providerId="LiveId" clId="{51E1D80A-4A29-4E2A-B293-4232621C1517}" dt="2019-10-06T18:03:42.919" v="159"/>
          <ac:picMkLst>
            <pc:docMk/>
            <pc:sldMk cId="2217378888" sldId="503"/>
            <ac:picMk id="201" creationId="{99D987CD-DEA5-4346-837A-00D34062818A}"/>
          </ac:picMkLst>
        </pc:picChg>
        <pc:picChg chg="add del">
          <ac:chgData name="Cristian Chilipirea" userId="34ab170da5908fc4" providerId="LiveId" clId="{51E1D80A-4A29-4E2A-B293-4232621C1517}" dt="2019-10-06T18:03:42.919" v="159"/>
          <ac:picMkLst>
            <pc:docMk/>
            <pc:sldMk cId="2217378888" sldId="503"/>
            <ac:picMk id="202" creationId="{FCD56FEA-2BF6-4D87-B996-683F674C915B}"/>
          </ac:picMkLst>
        </pc:picChg>
        <pc:picChg chg="add mod">
          <ac:chgData name="Cristian Chilipirea" userId="34ab170da5908fc4" providerId="LiveId" clId="{51E1D80A-4A29-4E2A-B293-4232621C1517}" dt="2019-10-06T18:03:49.853" v="162" actId="1076"/>
          <ac:picMkLst>
            <pc:docMk/>
            <pc:sldMk cId="2217378888" sldId="503"/>
            <ac:picMk id="237" creationId="{97818D7A-D93D-4CD6-9292-00050C7A31D3}"/>
          </ac:picMkLst>
        </pc:picChg>
        <pc:picChg chg="add mod">
          <ac:chgData name="Cristian Chilipirea" userId="34ab170da5908fc4" providerId="LiveId" clId="{51E1D80A-4A29-4E2A-B293-4232621C1517}" dt="2019-10-06T18:03:49.853" v="162" actId="1076"/>
          <ac:picMkLst>
            <pc:docMk/>
            <pc:sldMk cId="2217378888" sldId="503"/>
            <ac:picMk id="238" creationId="{D10628C1-F4B3-4B15-8852-48C6A452BA34}"/>
          </ac:picMkLst>
        </pc:picChg>
        <pc:picChg chg="add mod">
          <ac:chgData name="Cristian Chilipirea" userId="34ab170da5908fc4" providerId="LiveId" clId="{51E1D80A-4A29-4E2A-B293-4232621C1517}" dt="2019-10-06T18:03:49.853" v="162" actId="1076"/>
          <ac:picMkLst>
            <pc:docMk/>
            <pc:sldMk cId="2217378888" sldId="503"/>
            <ac:picMk id="239" creationId="{CE4DB7EE-097C-4647-ABF2-85D6BCB189AF}"/>
          </ac:picMkLst>
        </pc:picChg>
        <pc:picChg chg="add mod">
          <ac:chgData name="Cristian Chilipirea" userId="34ab170da5908fc4" providerId="LiveId" clId="{51E1D80A-4A29-4E2A-B293-4232621C1517}" dt="2019-10-06T18:03:49.853" v="162" actId="1076"/>
          <ac:picMkLst>
            <pc:docMk/>
            <pc:sldMk cId="2217378888" sldId="503"/>
            <ac:picMk id="240" creationId="{40F27BEB-D969-47EB-93D4-B52956FD8A70}"/>
          </ac:picMkLst>
        </pc:picChg>
        <pc:picChg chg="add mod">
          <ac:chgData name="Cristian Chilipirea" userId="34ab170da5908fc4" providerId="LiveId" clId="{51E1D80A-4A29-4E2A-B293-4232621C1517}" dt="2019-10-06T18:03:49.853" v="162" actId="1076"/>
          <ac:picMkLst>
            <pc:docMk/>
            <pc:sldMk cId="2217378888" sldId="503"/>
            <ac:picMk id="241" creationId="{88C2E8DA-1F56-49CB-9B31-879B10C964A6}"/>
          </ac:picMkLst>
        </pc:picChg>
        <pc:picChg chg="add mod">
          <ac:chgData name="Cristian Chilipirea" userId="34ab170da5908fc4" providerId="LiveId" clId="{51E1D80A-4A29-4E2A-B293-4232621C1517}" dt="2019-10-06T18:03:49.853" v="162" actId="1076"/>
          <ac:picMkLst>
            <pc:docMk/>
            <pc:sldMk cId="2217378888" sldId="503"/>
            <ac:picMk id="242" creationId="{846A52A5-C9F6-4809-93A4-270D3B140F90}"/>
          </ac:picMkLst>
        </pc:picChg>
        <pc:cxnChg chg="add del">
          <ac:chgData name="Cristian Chilipirea" userId="34ab170da5908fc4" providerId="LiveId" clId="{51E1D80A-4A29-4E2A-B293-4232621C1517}" dt="2019-10-06T18:02:59.894" v="152"/>
          <ac:cxnSpMkLst>
            <pc:docMk/>
            <pc:sldMk cId="2217378888" sldId="503"/>
            <ac:cxnSpMk id="4" creationId="{7A3AAF52-8CC5-43A7-A362-BB76C70951B2}"/>
          </ac:cxnSpMkLst>
        </pc:cxnChg>
        <pc:cxnChg chg="add del">
          <ac:chgData name="Cristian Chilipirea" userId="34ab170da5908fc4" providerId="LiveId" clId="{51E1D80A-4A29-4E2A-B293-4232621C1517}" dt="2019-10-06T18:02:59.894" v="152"/>
          <ac:cxnSpMkLst>
            <pc:docMk/>
            <pc:sldMk cId="2217378888" sldId="503"/>
            <ac:cxnSpMk id="5" creationId="{85193A96-00AD-4600-A79E-06D9E01047CB}"/>
          </ac:cxnSpMkLst>
        </pc:cxnChg>
        <pc:cxnChg chg="add del">
          <ac:chgData name="Cristian Chilipirea" userId="34ab170da5908fc4" providerId="LiveId" clId="{51E1D80A-4A29-4E2A-B293-4232621C1517}" dt="2019-10-06T18:02:59.894" v="152"/>
          <ac:cxnSpMkLst>
            <pc:docMk/>
            <pc:sldMk cId="2217378888" sldId="503"/>
            <ac:cxnSpMk id="6" creationId="{58DAA6C7-61A1-4A07-96B1-75D5C38DA77F}"/>
          </ac:cxnSpMkLst>
        </pc:cxnChg>
        <pc:cxnChg chg="add del">
          <ac:chgData name="Cristian Chilipirea" userId="34ab170da5908fc4" providerId="LiveId" clId="{51E1D80A-4A29-4E2A-B293-4232621C1517}" dt="2019-10-06T18:02:59.894" v="152"/>
          <ac:cxnSpMkLst>
            <pc:docMk/>
            <pc:sldMk cId="2217378888" sldId="503"/>
            <ac:cxnSpMk id="7" creationId="{98C6289B-5320-46E3-8001-2EB2DB44B7EC}"/>
          </ac:cxnSpMkLst>
        </pc:cxnChg>
        <pc:cxnChg chg="add del">
          <ac:chgData name="Cristian Chilipirea" userId="34ab170da5908fc4" providerId="LiveId" clId="{51E1D80A-4A29-4E2A-B293-4232621C1517}" dt="2019-10-06T18:02:59.894" v="152"/>
          <ac:cxnSpMkLst>
            <pc:docMk/>
            <pc:sldMk cId="2217378888" sldId="503"/>
            <ac:cxnSpMk id="35" creationId="{65C92C47-EC56-4FCC-9970-C2916301C7E2}"/>
          </ac:cxnSpMkLst>
        </pc:cxnChg>
        <pc:cxnChg chg="add del">
          <ac:chgData name="Cristian Chilipirea" userId="34ab170da5908fc4" providerId="LiveId" clId="{51E1D80A-4A29-4E2A-B293-4232621C1517}" dt="2019-10-06T18:02:59.894" v="152"/>
          <ac:cxnSpMkLst>
            <pc:docMk/>
            <pc:sldMk cId="2217378888" sldId="503"/>
            <ac:cxnSpMk id="36" creationId="{4C03B21B-106D-4325-B6DE-3BE9B7113B59}"/>
          </ac:cxnSpMkLst>
        </pc:cxnChg>
        <pc:cxnChg chg="add del">
          <ac:chgData name="Cristian Chilipirea" userId="34ab170da5908fc4" providerId="LiveId" clId="{51E1D80A-4A29-4E2A-B293-4232621C1517}" dt="2019-10-06T18:03:08.539" v="154" actId="478"/>
          <ac:cxnSpMkLst>
            <pc:docMk/>
            <pc:sldMk cId="2217378888" sldId="503"/>
            <ac:cxnSpMk id="44" creationId="{B2C2DD13-9823-47FD-B7D7-E94B3C7601D1}"/>
          </ac:cxnSpMkLst>
        </pc:cxnChg>
        <pc:cxnChg chg="add del">
          <ac:chgData name="Cristian Chilipirea" userId="34ab170da5908fc4" providerId="LiveId" clId="{51E1D80A-4A29-4E2A-B293-4232621C1517}" dt="2019-10-06T18:03:08.539" v="154" actId="478"/>
          <ac:cxnSpMkLst>
            <pc:docMk/>
            <pc:sldMk cId="2217378888" sldId="503"/>
            <ac:cxnSpMk id="45" creationId="{4FA9B5B2-86F6-4322-8FB9-51B100C72F69}"/>
          </ac:cxnSpMkLst>
        </pc:cxnChg>
        <pc:cxnChg chg="add del">
          <ac:chgData name="Cristian Chilipirea" userId="34ab170da5908fc4" providerId="LiveId" clId="{51E1D80A-4A29-4E2A-B293-4232621C1517}" dt="2019-10-06T18:03:08.539" v="154" actId="478"/>
          <ac:cxnSpMkLst>
            <pc:docMk/>
            <pc:sldMk cId="2217378888" sldId="503"/>
            <ac:cxnSpMk id="46" creationId="{1C937C18-9276-4F17-B09E-A1D3055BB8B9}"/>
          </ac:cxnSpMkLst>
        </pc:cxnChg>
        <pc:cxnChg chg="add del">
          <ac:chgData name="Cristian Chilipirea" userId="34ab170da5908fc4" providerId="LiveId" clId="{51E1D80A-4A29-4E2A-B293-4232621C1517}" dt="2019-10-06T18:03:08.539" v="154" actId="478"/>
          <ac:cxnSpMkLst>
            <pc:docMk/>
            <pc:sldMk cId="2217378888" sldId="503"/>
            <ac:cxnSpMk id="47" creationId="{AED40983-53D9-4F66-9884-EB3691D462C5}"/>
          </ac:cxnSpMkLst>
        </pc:cxnChg>
        <pc:cxnChg chg="add del">
          <ac:chgData name="Cristian Chilipirea" userId="34ab170da5908fc4" providerId="LiveId" clId="{51E1D80A-4A29-4E2A-B293-4232621C1517}" dt="2019-10-06T18:03:08.539" v="154" actId="478"/>
          <ac:cxnSpMkLst>
            <pc:docMk/>
            <pc:sldMk cId="2217378888" sldId="503"/>
            <ac:cxnSpMk id="75" creationId="{A4B81B0F-EA09-4993-95AE-DF604C6EAF98}"/>
          </ac:cxnSpMkLst>
        </pc:cxnChg>
        <pc:cxnChg chg="add del">
          <ac:chgData name="Cristian Chilipirea" userId="34ab170da5908fc4" providerId="LiveId" clId="{51E1D80A-4A29-4E2A-B293-4232621C1517}" dt="2019-10-06T18:03:08.539" v="154" actId="478"/>
          <ac:cxnSpMkLst>
            <pc:docMk/>
            <pc:sldMk cId="2217378888" sldId="503"/>
            <ac:cxnSpMk id="76" creationId="{7889EBCE-14A6-434F-BE22-5FB6760A4361}"/>
          </ac:cxnSpMkLst>
        </pc:cxnChg>
        <pc:cxnChg chg="add del">
          <ac:chgData name="Cristian Chilipirea" userId="34ab170da5908fc4" providerId="LiveId" clId="{51E1D80A-4A29-4E2A-B293-4232621C1517}" dt="2019-10-06T18:03:30.462" v="156"/>
          <ac:cxnSpMkLst>
            <pc:docMk/>
            <pc:sldMk cId="2217378888" sldId="503"/>
            <ac:cxnSpMk id="84" creationId="{5C558CF1-8FFA-4DD8-A115-C017C95E4C3A}"/>
          </ac:cxnSpMkLst>
        </pc:cxnChg>
        <pc:cxnChg chg="add del">
          <ac:chgData name="Cristian Chilipirea" userId="34ab170da5908fc4" providerId="LiveId" clId="{51E1D80A-4A29-4E2A-B293-4232621C1517}" dt="2019-10-06T18:03:30.462" v="156"/>
          <ac:cxnSpMkLst>
            <pc:docMk/>
            <pc:sldMk cId="2217378888" sldId="503"/>
            <ac:cxnSpMk id="85" creationId="{4821BBFF-D4C4-45C0-9B07-6660050EADAA}"/>
          </ac:cxnSpMkLst>
        </pc:cxnChg>
        <pc:cxnChg chg="add del">
          <ac:chgData name="Cristian Chilipirea" userId="34ab170da5908fc4" providerId="LiveId" clId="{51E1D80A-4A29-4E2A-B293-4232621C1517}" dt="2019-10-06T18:03:30.462" v="156"/>
          <ac:cxnSpMkLst>
            <pc:docMk/>
            <pc:sldMk cId="2217378888" sldId="503"/>
            <ac:cxnSpMk id="86" creationId="{FE86E1C3-6479-4EDE-B3F4-86F6E55FB6A6}"/>
          </ac:cxnSpMkLst>
        </pc:cxnChg>
        <pc:cxnChg chg="add del">
          <ac:chgData name="Cristian Chilipirea" userId="34ab170da5908fc4" providerId="LiveId" clId="{51E1D80A-4A29-4E2A-B293-4232621C1517}" dt="2019-10-06T18:03:30.462" v="156"/>
          <ac:cxnSpMkLst>
            <pc:docMk/>
            <pc:sldMk cId="2217378888" sldId="503"/>
            <ac:cxnSpMk id="87" creationId="{464F83B2-6555-4D49-8FB0-22C75931EE17}"/>
          </ac:cxnSpMkLst>
        </pc:cxnChg>
        <pc:cxnChg chg="add del">
          <ac:chgData name="Cristian Chilipirea" userId="34ab170da5908fc4" providerId="LiveId" clId="{51E1D80A-4A29-4E2A-B293-4232621C1517}" dt="2019-10-06T18:03:30.462" v="156"/>
          <ac:cxnSpMkLst>
            <pc:docMk/>
            <pc:sldMk cId="2217378888" sldId="503"/>
            <ac:cxnSpMk id="115" creationId="{CE135E75-E57C-4B1B-AA34-3B2E8422DF71}"/>
          </ac:cxnSpMkLst>
        </pc:cxnChg>
        <pc:cxnChg chg="add del">
          <ac:chgData name="Cristian Chilipirea" userId="34ab170da5908fc4" providerId="LiveId" clId="{51E1D80A-4A29-4E2A-B293-4232621C1517}" dt="2019-10-06T18:03:30.462" v="156"/>
          <ac:cxnSpMkLst>
            <pc:docMk/>
            <pc:sldMk cId="2217378888" sldId="503"/>
            <ac:cxnSpMk id="116" creationId="{BD961C4E-2CCC-4763-A88B-B0B348A3F785}"/>
          </ac:cxnSpMkLst>
        </pc:cxnChg>
        <pc:cxnChg chg="add del">
          <ac:chgData name="Cristian Chilipirea" userId="34ab170da5908fc4" providerId="LiveId" clId="{51E1D80A-4A29-4E2A-B293-4232621C1517}" dt="2019-10-06T18:03:43.486" v="160"/>
          <ac:cxnSpMkLst>
            <pc:docMk/>
            <pc:sldMk cId="2217378888" sldId="503"/>
            <ac:cxnSpMk id="124" creationId="{651601CA-FE8A-4414-93E6-CA1A3C239A67}"/>
          </ac:cxnSpMkLst>
        </pc:cxnChg>
        <pc:cxnChg chg="add del">
          <ac:chgData name="Cristian Chilipirea" userId="34ab170da5908fc4" providerId="LiveId" clId="{51E1D80A-4A29-4E2A-B293-4232621C1517}" dt="2019-10-06T18:03:43.486" v="160"/>
          <ac:cxnSpMkLst>
            <pc:docMk/>
            <pc:sldMk cId="2217378888" sldId="503"/>
            <ac:cxnSpMk id="125" creationId="{08623BD0-5101-4F1B-87A0-58417DBBFF82}"/>
          </ac:cxnSpMkLst>
        </pc:cxnChg>
        <pc:cxnChg chg="add del">
          <ac:chgData name="Cristian Chilipirea" userId="34ab170da5908fc4" providerId="LiveId" clId="{51E1D80A-4A29-4E2A-B293-4232621C1517}" dt="2019-10-06T18:03:43.486" v="160"/>
          <ac:cxnSpMkLst>
            <pc:docMk/>
            <pc:sldMk cId="2217378888" sldId="503"/>
            <ac:cxnSpMk id="126" creationId="{D92058C4-E26F-48F6-8CE7-F5177E528200}"/>
          </ac:cxnSpMkLst>
        </pc:cxnChg>
        <pc:cxnChg chg="add del">
          <ac:chgData name="Cristian Chilipirea" userId="34ab170da5908fc4" providerId="LiveId" clId="{51E1D80A-4A29-4E2A-B293-4232621C1517}" dt="2019-10-06T18:03:43.486" v="160"/>
          <ac:cxnSpMkLst>
            <pc:docMk/>
            <pc:sldMk cId="2217378888" sldId="503"/>
            <ac:cxnSpMk id="127" creationId="{C246DACF-FAF7-4035-A024-23CE9B6474CE}"/>
          </ac:cxnSpMkLst>
        </pc:cxnChg>
        <pc:cxnChg chg="add del">
          <ac:chgData name="Cristian Chilipirea" userId="34ab170da5908fc4" providerId="LiveId" clId="{51E1D80A-4A29-4E2A-B293-4232621C1517}" dt="2019-10-06T18:03:43.486" v="160"/>
          <ac:cxnSpMkLst>
            <pc:docMk/>
            <pc:sldMk cId="2217378888" sldId="503"/>
            <ac:cxnSpMk id="155" creationId="{FB193494-9A90-4CA4-A923-8F6716799997}"/>
          </ac:cxnSpMkLst>
        </pc:cxnChg>
        <pc:cxnChg chg="add del">
          <ac:chgData name="Cristian Chilipirea" userId="34ab170da5908fc4" providerId="LiveId" clId="{51E1D80A-4A29-4E2A-B293-4232621C1517}" dt="2019-10-06T18:03:43.486" v="160"/>
          <ac:cxnSpMkLst>
            <pc:docMk/>
            <pc:sldMk cId="2217378888" sldId="503"/>
            <ac:cxnSpMk id="156" creationId="{92223D00-4FA9-4BDA-9D55-92E5D7A15A2C}"/>
          </ac:cxnSpMkLst>
        </pc:cxnChg>
        <pc:cxnChg chg="add del">
          <ac:chgData name="Cristian Chilipirea" userId="34ab170da5908fc4" providerId="LiveId" clId="{51E1D80A-4A29-4E2A-B293-4232621C1517}" dt="2019-10-06T18:03:42.919" v="159"/>
          <ac:cxnSpMkLst>
            <pc:docMk/>
            <pc:sldMk cId="2217378888" sldId="503"/>
            <ac:cxnSpMk id="164" creationId="{F2348E28-1C00-479B-844F-4A4469B6CBB3}"/>
          </ac:cxnSpMkLst>
        </pc:cxnChg>
        <pc:cxnChg chg="add del">
          <ac:chgData name="Cristian Chilipirea" userId="34ab170da5908fc4" providerId="LiveId" clId="{51E1D80A-4A29-4E2A-B293-4232621C1517}" dt="2019-10-06T18:03:42.919" v="159"/>
          <ac:cxnSpMkLst>
            <pc:docMk/>
            <pc:sldMk cId="2217378888" sldId="503"/>
            <ac:cxnSpMk id="165" creationId="{72A8DE24-902E-4DB8-A1E5-28726EBEEA15}"/>
          </ac:cxnSpMkLst>
        </pc:cxnChg>
        <pc:cxnChg chg="add del">
          <ac:chgData name="Cristian Chilipirea" userId="34ab170da5908fc4" providerId="LiveId" clId="{51E1D80A-4A29-4E2A-B293-4232621C1517}" dt="2019-10-06T18:03:42.919" v="159"/>
          <ac:cxnSpMkLst>
            <pc:docMk/>
            <pc:sldMk cId="2217378888" sldId="503"/>
            <ac:cxnSpMk id="166" creationId="{3E42DC21-72D0-47F7-A37C-281D2916F8DF}"/>
          </ac:cxnSpMkLst>
        </pc:cxnChg>
        <pc:cxnChg chg="add del">
          <ac:chgData name="Cristian Chilipirea" userId="34ab170da5908fc4" providerId="LiveId" clId="{51E1D80A-4A29-4E2A-B293-4232621C1517}" dt="2019-10-06T18:03:42.919" v="159"/>
          <ac:cxnSpMkLst>
            <pc:docMk/>
            <pc:sldMk cId="2217378888" sldId="503"/>
            <ac:cxnSpMk id="167" creationId="{D16740B3-E071-41C7-ACE9-DAC5BD36958C}"/>
          </ac:cxnSpMkLst>
        </pc:cxnChg>
        <pc:cxnChg chg="add del">
          <ac:chgData name="Cristian Chilipirea" userId="34ab170da5908fc4" providerId="LiveId" clId="{51E1D80A-4A29-4E2A-B293-4232621C1517}" dt="2019-10-06T18:03:42.919" v="159"/>
          <ac:cxnSpMkLst>
            <pc:docMk/>
            <pc:sldMk cId="2217378888" sldId="503"/>
            <ac:cxnSpMk id="195" creationId="{E5C02F8E-DA9C-4509-A7D6-6E9842B6CCAD}"/>
          </ac:cxnSpMkLst>
        </pc:cxnChg>
        <pc:cxnChg chg="add del">
          <ac:chgData name="Cristian Chilipirea" userId="34ab170da5908fc4" providerId="LiveId" clId="{51E1D80A-4A29-4E2A-B293-4232621C1517}" dt="2019-10-06T18:03:42.919" v="159"/>
          <ac:cxnSpMkLst>
            <pc:docMk/>
            <pc:sldMk cId="2217378888" sldId="503"/>
            <ac:cxnSpMk id="196" creationId="{DCF8F014-6396-47F6-8119-2D5CC65F831C}"/>
          </ac:cxnSpMkLst>
        </pc:cxnChg>
        <pc:cxnChg chg="add mod">
          <ac:chgData name="Cristian Chilipirea" userId="34ab170da5908fc4" providerId="LiveId" clId="{51E1D80A-4A29-4E2A-B293-4232621C1517}" dt="2019-10-06T18:03:49.853" v="162" actId="1076"/>
          <ac:cxnSpMkLst>
            <pc:docMk/>
            <pc:sldMk cId="2217378888" sldId="503"/>
            <ac:cxnSpMk id="204" creationId="{6A2FDE91-C147-4B7E-8C07-8154AC94E258}"/>
          </ac:cxnSpMkLst>
        </pc:cxnChg>
        <pc:cxnChg chg="add mod">
          <ac:chgData name="Cristian Chilipirea" userId="34ab170da5908fc4" providerId="LiveId" clId="{51E1D80A-4A29-4E2A-B293-4232621C1517}" dt="2019-10-06T18:03:49.853" v="162" actId="1076"/>
          <ac:cxnSpMkLst>
            <pc:docMk/>
            <pc:sldMk cId="2217378888" sldId="503"/>
            <ac:cxnSpMk id="205" creationId="{04516623-A67C-468A-AD2B-1181224F47E9}"/>
          </ac:cxnSpMkLst>
        </pc:cxnChg>
        <pc:cxnChg chg="add mod">
          <ac:chgData name="Cristian Chilipirea" userId="34ab170da5908fc4" providerId="LiveId" clId="{51E1D80A-4A29-4E2A-B293-4232621C1517}" dt="2019-10-06T18:03:49.853" v="162" actId="1076"/>
          <ac:cxnSpMkLst>
            <pc:docMk/>
            <pc:sldMk cId="2217378888" sldId="503"/>
            <ac:cxnSpMk id="206" creationId="{545AEF44-A90A-47D7-B37A-AFB8C816700E}"/>
          </ac:cxnSpMkLst>
        </pc:cxnChg>
        <pc:cxnChg chg="add mod">
          <ac:chgData name="Cristian Chilipirea" userId="34ab170da5908fc4" providerId="LiveId" clId="{51E1D80A-4A29-4E2A-B293-4232621C1517}" dt="2019-10-06T18:03:49.853" v="162" actId="1076"/>
          <ac:cxnSpMkLst>
            <pc:docMk/>
            <pc:sldMk cId="2217378888" sldId="503"/>
            <ac:cxnSpMk id="207" creationId="{FDE16FDF-AA87-42E2-BCF9-68D38B58DF39}"/>
          </ac:cxnSpMkLst>
        </pc:cxnChg>
        <pc:cxnChg chg="add mod">
          <ac:chgData name="Cristian Chilipirea" userId="34ab170da5908fc4" providerId="LiveId" clId="{51E1D80A-4A29-4E2A-B293-4232621C1517}" dt="2019-10-06T18:03:49.853" v="162" actId="1076"/>
          <ac:cxnSpMkLst>
            <pc:docMk/>
            <pc:sldMk cId="2217378888" sldId="503"/>
            <ac:cxnSpMk id="235" creationId="{68EC61B8-CEE4-4CAA-96B0-7977BBC53C66}"/>
          </ac:cxnSpMkLst>
        </pc:cxnChg>
        <pc:cxnChg chg="add mod">
          <ac:chgData name="Cristian Chilipirea" userId="34ab170da5908fc4" providerId="LiveId" clId="{51E1D80A-4A29-4E2A-B293-4232621C1517}" dt="2019-10-06T18:03:49.853" v="162" actId="1076"/>
          <ac:cxnSpMkLst>
            <pc:docMk/>
            <pc:sldMk cId="2217378888" sldId="503"/>
            <ac:cxnSpMk id="236" creationId="{4EF5F95F-7D2A-4D56-990F-748A0EA4DAC2}"/>
          </ac:cxnSpMkLst>
        </pc:cxnChg>
      </pc:sldChg>
      <pc:sldChg chg="del">
        <pc:chgData name="Cristian Chilipirea" userId="34ab170da5908fc4" providerId="LiveId" clId="{51E1D80A-4A29-4E2A-B293-4232621C1517}" dt="2019-10-06T17:51:14.973" v="19" actId="2696"/>
        <pc:sldMkLst>
          <pc:docMk/>
          <pc:sldMk cId="2561944996" sldId="503"/>
        </pc:sldMkLst>
      </pc:sldChg>
      <pc:sldChg chg="del">
        <pc:chgData name="Cristian Chilipirea" userId="34ab170da5908fc4" providerId="LiveId" clId="{51E1D80A-4A29-4E2A-B293-4232621C1517}" dt="2019-10-06T17:51:15.501" v="20" actId="2696"/>
        <pc:sldMkLst>
          <pc:docMk/>
          <pc:sldMk cId="3155671206" sldId="504"/>
        </pc:sldMkLst>
      </pc:sldChg>
      <pc:sldChg chg="addSp delSp modSp add">
        <pc:chgData name="Cristian Chilipirea" userId="34ab170da5908fc4" providerId="LiveId" clId="{51E1D80A-4A29-4E2A-B293-4232621C1517}" dt="2019-10-06T18:04:11.723" v="171" actId="1076"/>
        <pc:sldMkLst>
          <pc:docMk/>
          <pc:sldMk cId="3307072845" sldId="504"/>
        </pc:sldMkLst>
        <pc:spChg chg="mod">
          <ac:chgData name="Cristian Chilipirea" userId="34ab170da5908fc4" providerId="LiveId" clId="{51E1D80A-4A29-4E2A-B293-4232621C1517}" dt="2019-10-06T18:03:57.045" v="164"/>
          <ac:spMkLst>
            <pc:docMk/>
            <pc:sldMk cId="3307072845" sldId="504"/>
            <ac:spMk id="2" creationId="{1685609D-1F9A-46E4-8604-2D5BF565BB5A}"/>
          </ac:spMkLst>
        </pc:spChg>
        <pc:spChg chg="del">
          <ac:chgData name="Cristian Chilipirea" userId="34ab170da5908fc4" providerId="LiveId" clId="{51E1D80A-4A29-4E2A-B293-4232621C1517}" dt="2019-10-06T18:04:02.485" v="165" actId="478"/>
          <ac:spMkLst>
            <pc:docMk/>
            <pc:sldMk cId="3307072845" sldId="504"/>
            <ac:spMk id="3" creationId="{F074870F-1232-462D-905C-E434111934CF}"/>
          </ac:spMkLst>
        </pc:spChg>
        <pc:spChg chg="add del">
          <ac:chgData name="Cristian Chilipirea" userId="34ab170da5908fc4" providerId="LiveId" clId="{51E1D80A-4A29-4E2A-B293-4232621C1517}" dt="2019-10-06T18:04:03.694" v="167"/>
          <ac:spMkLst>
            <pc:docMk/>
            <pc:sldMk cId="3307072845" sldId="504"/>
            <ac:spMk id="4" creationId="{3784FAF5-3F7C-4500-BA5A-7F9D38D0923F}"/>
          </ac:spMkLst>
        </pc:spChg>
        <pc:spChg chg="add del">
          <ac:chgData name="Cristian Chilipirea" userId="34ab170da5908fc4" providerId="LiveId" clId="{51E1D80A-4A29-4E2A-B293-4232621C1517}" dt="2019-10-06T18:04:09.426" v="169"/>
          <ac:spMkLst>
            <pc:docMk/>
            <pc:sldMk cId="3307072845" sldId="504"/>
            <ac:spMk id="5" creationId="{0C619769-660C-4A26-8DE5-D7E36A555D4C}"/>
          </ac:spMkLst>
        </pc:spChg>
        <pc:spChg chg="add del">
          <ac:chgData name="Cristian Chilipirea" userId="34ab170da5908fc4" providerId="LiveId" clId="{51E1D80A-4A29-4E2A-B293-4232621C1517}" dt="2019-10-06T18:04:09.426" v="169"/>
          <ac:spMkLst>
            <pc:docMk/>
            <pc:sldMk cId="3307072845" sldId="504"/>
            <ac:spMk id="6" creationId="{9B4145FC-7452-48A7-9C0A-1DB60E60606E}"/>
          </ac:spMkLst>
        </pc:spChg>
        <pc:spChg chg="add del">
          <ac:chgData name="Cristian Chilipirea" userId="34ab170da5908fc4" providerId="LiveId" clId="{51E1D80A-4A29-4E2A-B293-4232621C1517}" dt="2019-10-06T18:04:09.426" v="169"/>
          <ac:spMkLst>
            <pc:docMk/>
            <pc:sldMk cId="3307072845" sldId="504"/>
            <ac:spMk id="7" creationId="{E0DE6183-9C90-4387-9400-1717A833713B}"/>
          </ac:spMkLst>
        </pc:spChg>
        <pc:spChg chg="add del">
          <ac:chgData name="Cristian Chilipirea" userId="34ab170da5908fc4" providerId="LiveId" clId="{51E1D80A-4A29-4E2A-B293-4232621C1517}" dt="2019-10-06T18:04:09.426" v="169"/>
          <ac:spMkLst>
            <pc:docMk/>
            <pc:sldMk cId="3307072845" sldId="504"/>
            <ac:spMk id="8" creationId="{ACC7A137-43F1-477E-921D-2E14704898F9}"/>
          </ac:spMkLst>
        </pc:spChg>
        <pc:spChg chg="add mod">
          <ac:chgData name="Cristian Chilipirea" userId="34ab170da5908fc4" providerId="LiveId" clId="{51E1D80A-4A29-4E2A-B293-4232621C1517}" dt="2019-10-06T18:04:11.723" v="171" actId="1076"/>
          <ac:spMkLst>
            <pc:docMk/>
            <pc:sldMk cId="3307072845" sldId="504"/>
            <ac:spMk id="9" creationId="{22732378-2673-4A77-946F-29F4E230878C}"/>
          </ac:spMkLst>
        </pc:spChg>
        <pc:spChg chg="add mod">
          <ac:chgData name="Cristian Chilipirea" userId="34ab170da5908fc4" providerId="LiveId" clId="{51E1D80A-4A29-4E2A-B293-4232621C1517}" dt="2019-10-06T18:04:11.723" v="171" actId="1076"/>
          <ac:spMkLst>
            <pc:docMk/>
            <pc:sldMk cId="3307072845" sldId="504"/>
            <ac:spMk id="10" creationId="{93CB0C61-E2B3-4426-A420-E232D0B2CCB2}"/>
          </ac:spMkLst>
        </pc:spChg>
        <pc:spChg chg="add mod">
          <ac:chgData name="Cristian Chilipirea" userId="34ab170da5908fc4" providerId="LiveId" clId="{51E1D80A-4A29-4E2A-B293-4232621C1517}" dt="2019-10-06T18:04:11.723" v="171" actId="1076"/>
          <ac:spMkLst>
            <pc:docMk/>
            <pc:sldMk cId="3307072845" sldId="504"/>
            <ac:spMk id="11" creationId="{300F8344-7D48-479F-8FAA-9DC4B1115892}"/>
          </ac:spMkLst>
        </pc:spChg>
        <pc:spChg chg="add mod">
          <ac:chgData name="Cristian Chilipirea" userId="34ab170da5908fc4" providerId="LiveId" clId="{51E1D80A-4A29-4E2A-B293-4232621C1517}" dt="2019-10-06T18:04:11.723" v="171" actId="1076"/>
          <ac:spMkLst>
            <pc:docMk/>
            <pc:sldMk cId="3307072845" sldId="504"/>
            <ac:spMk id="12" creationId="{A5ACEF14-82E9-41A9-AF0D-5BEDCAF5BF41}"/>
          </ac:spMkLst>
        </pc:spChg>
      </pc:sldChg>
      <pc:sldChg chg="del">
        <pc:chgData name="Cristian Chilipirea" userId="34ab170da5908fc4" providerId="LiveId" clId="{51E1D80A-4A29-4E2A-B293-4232621C1517}" dt="2019-10-06T17:51:16.749" v="21" actId="2696"/>
        <pc:sldMkLst>
          <pc:docMk/>
          <pc:sldMk cId="2699375114" sldId="505"/>
        </pc:sldMkLst>
      </pc:sldChg>
      <pc:sldChg chg="addSp delSp modSp add modAnim">
        <pc:chgData name="Cristian Chilipirea" userId="34ab170da5908fc4" providerId="LiveId" clId="{51E1D80A-4A29-4E2A-B293-4232621C1517}" dt="2019-10-06T18:04:30.448" v="178" actId="1076"/>
        <pc:sldMkLst>
          <pc:docMk/>
          <pc:sldMk cId="3110428701" sldId="505"/>
        </pc:sldMkLst>
        <pc:spChg chg="mod">
          <ac:chgData name="Cristian Chilipirea" userId="34ab170da5908fc4" providerId="LiveId" clId="{51E1D80A-4A29-4E2A-B293-4232621C1517}" dt="2019-10-06T18:04:20.280" v="173"/>
          <ac:spMkLst>
            <pc:docMk/>
            <pc:sldMk cId="3110428701" sldId="505"/>
            <ac:spMk id="2" creationId="{C0A795EB-3460-45AA-9D1D-2EC6CC9B203F}"/>
          </ac:spMkLst>
        </pc:spChg>
        <pc:spChg chg="del">
          <ac:chgData name="Cristian Chilipirea" userId="34ab170da5908fc4" providerId="LiveId" clId="{51E1D80A-4A29-4E2A-B293-4232621C1517}" dt="2019-10-06T18:04:25.984" v="174" actId="478"/>
          <ac:spMkLst>
            <pc:docMk/>
            <pc:sldMk cId="3110428701" sldId="505"/>
            <ac:spMk id="3" creationId="{32247455-2FBE-4250-9C36-FC1EBAB9A665}"/>
          </ac:spMkLst>
        </pc:spChg>
        <pc:spChg chg="add del">
          <ac:chgData name="Cristian Chilipirea" userId="34ab170da5908fc4" providerId="LiveId" clId="{51E1D80A-4A29-4E2A-B293-4232621C1517}" dt="2019-10-06T18:04:28.454" v="176"/>
          <ac:spMkLst>
            <pc:docMk/>
            <pc:sldMk cId="3110428701" sldId="505"/>
            <ac:spMk id="4" creationId="{703E616B-CFBF-470B-BD28-84BEC10017C9}"/>
          </ac:spMkLst>
        </pc:spChg>
        <pc:spChg chg="add del">
          <ac:chgData name="Cristian Chilipirea" userId="34ab170da5908fc4" providerId="LiveId" clId="{51E1D80A-4A29-4E2A-B293-4232621C1517}" dt="2019-10-06T18:04:28.454" v="176"/>
          <ac:spMkLst>
            <pc:docMk/>
            <pc:sldMk cId="3110428701" sldId="505"/>
            <ac:spMk id="5" creationId="{6C93E854-89D5-47D8-8619-EBEA6718EA51}"/>
          </ac:spMkLst>
        </pc:spChg>
        <pc:spChg chg="add del">
          <ac:chgData name="Cristian Chilipirea" userId="34ab170da5908fc4" providerId="LiveId" clId="{51E1D80A-4A29-4E2A-B293-4232621C1517}" dt="2019-10-06T18:04:28.454" v="176"/>
          <ac:spMkLst>
            <pc:docMk/>
            <pc:sldMk cId="3110428701" sldId="505"/>
            <ac:spMk id="6" creationId="{60227F41-52BC-4E6B-BB91-87F2DB39EE57}"/>
          </ac:spMkLst>
        </pc:spChg>
        <pc:spChg chg="add del">
          <ac:chgData name="Cristian Chilipirea" userId="34ab170da5908fc4" providerId="LiveId" clId="{51E1D80A-4A29-4E2A-B293-4232621C1517}" dt="2019-10-06T18:04:28.454" v="176"/>
          <ac:spMkLst>
            <pc:docMk/>
            <pc:sldMk cId="3110428701" sldId="505"/>
            <ac:spMk id="7" creationId="{38D9332D-9215-4FEA-8D1F-E6530E704D5F}"/>
          </ac:spMkLst>
        </pc:spChg>
        <pc:spChg chg="add del">
          <ac:chgData name="Cristian Chilipirea" userId="34ab170da5908fc4" providerId="LiveId" clId="{51E1D80A-4A29-4E2A-B293-4232621C1517}" dt="2019-10-06T18:04:28.454" v="176"/>
          <ac:spMkLst>
            <pc:docMk/>
            <pc:sldMk cId="3110428701" sldId="505"/>
            <ac:spMk id="8" creationId="{D1CB7AC1-6C1F-48C4-A753-00C2DC5AB9B9}"/>
          </ac:spMkLst>
        </pc:spChg>
        <pc:spChg chg="add del">
          <ac:chgData name="Cristian Chilipirea" userId="34ab170da5908fc4" providerId="LiveId" clId="{51E1D80A-4A29-4E2A-B293-4232621C1517}" dt="2019-10-06T18:04:28.454" v="176"/>
          <ac:spMkLst>
            <pc:docMk/>
            <pc:sldMk cId="3110428701" sldId="505"/>
            <ac:spMk id="9" creationId="{AE0EF1E1-7A9A-49C4-9291-AF773C53A32F}"/>
          </ac:spMkLst>
        </pc:spChg>
        <pc:spChg chg="add mod">
          <ac:chgData name="Cristian Chilipirea" userId="34ab170da5908fc4" providerId="LiveId" clId="{51E1D80A-4A29-4E2A-B293-4232621C1517}" dt="2019-10-06T18:04:30.448" v="178" actId="1076"/>
          <ac:spMkLst>
            <pc:docMk/>
            <pc:sldMk cId="3110428701" sldId="505"/>
            <ac:spMk id="11" creationId="{646D0E9D-A13A-4B04-A546-1CB5139807B9}"/>
          </ac:spMkLst>
        </pc:spChg>
        <pc:spChg chg="add mod">
          <ac:chgData name="Cristian Chilipirea" userId="34ab170da5908fc4" providerId="LiveId" clId="{51E1D80A-4A29-4E2A-B293-4232621C1517}" dt="2019-10-06T18:04:30.448" v="178" actId="1076"/>
          <ac:spMkLst>
            <pc:docMk/>
            <pc:sldMk cId="3110428701" sldId="505"/>
            <ac:spMk id="12" creationId="{F6DD9C0E-8080-4E23-8013-E6A734242E3F}"/>
          </ac:spMkLst>
        </pc:spChg>
        <pc:spChg chg="add mod">
          <ac:chgData name="Cristian Chilipirea" userId="34ab170da5908fc4" providerId="LiveId" clId="{51E1D80A-4A29-4E2A-B293-4232621C1517}" dt="2019-10-06T18:04:30.448" v="178" actId="1076"/>
          <ac:spMkLst>
            <pc:docMk/>
            <pc:sldMk cId="3110428701" sldId="505"/>
            <ac:spMk id="13" creationId="{21B4BC77-E1D8-442F-BF35-48170F497404}"/>
          </ac:spMkLst>
        </pc:spChg>
        <pc:spChg chg="add mod">
          <ac:chgData name="Cristian Chilipirea" userId="34ab170da5908fc4" providerId="LiveId" clId="{51E1D80A-4A29-4E2A-B293-4232621C1517}" dt="2019-10-06T18:04:30.448" v="178" actId="1076"/>
          <ac:spMkLst>
            <pc:docMk/>
            <pc:sldMk cId="3110428701" sldId="505"/>
            <ac:spMk id="14" creationId="{C294F259-E73F-4656-87A4-0E03CBFE2AB4}"/>
          </ac:spMkLst>
        </pc:spChg>
        <pc:spChg chg="add mod">
          <ac:chgData name="Cristian Chilipirea" userId="34ab170da5908fc4" providerId="LiveId" clId="{51E1D80A-4A29-4E2A-B293-4232621C1517}" dt="2019-10-06T18:04:30.448" v="178" actId="1076"/>
          <ac:spMkLst>
            <pc:docMk/>
            <pc:sldMk cId="3110428701" sldId="505"/>
            <ac:spMk id="15" creationId="{945BD313-BA0E-44F4-86FC-93B28F94599A}"/>
          </ac:spMkLst>
        </pc:spChg>
        <pc:spChg chg="add mod">
          <ac:chgData name="Cristian Chilipirea" userId="34ab170da5908fc4" providerId="LiveId" clId="{51E1D80A-4A29-4E2A-B293-4232621C1517}" dt="2019-10-06T18:04:30.448" v="178" actId="1076"/>
          <ac:spMkLst>
            <pc:docMk/>
            <pc:sldMk cId="3110428701" sldId="505"/>
            <ac:spMk id="16" creationId="{7A8A7A34-78CF-4EEC-94EB-07AA98F364C9}"/>
          </ac:spMkLst>
        </pc:spChg>
        <pc:picChg chg="add del">
          <ac:chgData name="Cristian Chilipirea" userId="34ab170da5908fc4" providerId="LiveId" clId="{51E1D80A-4A29-4E2A-B293-4232621C1517}" dt="2019-10-06T18:04:28.454" v="176"/>
          <ac:picMkLst>
            <pc:docMk/>
            <pc:sldMk cId="3110428701" sldId="505"/>
            <ac:picMk id="10" creationId="{686429FC-41C8-480A-A6BB-BA842BCF7AA2}"/>
          </ac:picMkLst>
        </pc:picChg>
        <pc:picChg chg="add mod">
          <ac:chgData name="Cristian Chilipirea" userId="34ab170da5908fc4" providerId="LiveId" clId="{51E1D80A-4A29-4E2A-B293-4232621C1517}" dt="2019-10-06T18:04:30.448" v="178" actId="1076"/>
          <ac:picMkLst>
            <pc:docMk/>
            <pc:sldMk cId="3110428701" sldId="505"/>
            <ac:picMk id="17" creationId="{37A2C15A-647D-4ABD-9602-D6A927C60C8E}"/>
          </ac:picMkLst>
        </pc:picChg>
      </pc:sldChg>
      <pc:sldChg chg="addSp delSp modSp add">
        <pc:chgData name="Cristian Chilipirea" userId="34ab170da5908fc4" providerId="LiveId" clId="{51E1D80A-4A29-4E2A-B293-4232621C1517}" dt="2019-10-06T18:04:51.464" v="185" actId="1076"/>
        <pc:sldMkLst>
          <pc:docMk/>
          <pc:sldMk cId="877778477" sldId="506"/>
        </pc:sldMkLst>
        <pc:spChg chg="mod">
          <ac:chgData name="Cristian Chilipirea" userId="34ab170da5908fc4" providerId="LiveId" clId="{51E1D80A-4A29-4E2A-B293-4232621C1517}" dt="2019-10-06T18:04:37.457" v="180"/>
          <ac:spMkLst>
            <pc:docMk/>
            <pc:sldMk cId="877778477" sldId="506"/>
            <ac:spMk id="2" creationId="{59538123-E1BA-4095-B683-FC2DA67E8779}"/>
          </ac:spMkLst>
        </pc:spChg>
        <pc:spChg chg="del">
          <ac:chgData name="Cristian Chilipirea" userId="34ab170da5908fc4" providerId="LiveId" clId="{51E1D80A-4A29-4E2A-B293-4232621C1517}" dt="2019-10-06T18:04:45.805" v="181" actId="478"/>
          <ac:spMkLst>
            <pc:docMk/>
            <pc:sldMk cId="877778477" sldId="506"/>
            <ac:spMk id="3" creationId="{3C1240A8-1F05-412C-BE84-93D824A91B4B}"/>
          </ac:spMkLst>
        </pc:spChg>
        <pc:spChg chg="add del">
          <ac:chgData name="Cristian Chilipirea" userId="34ab170da5908fc4" providerId="LiveId" clId="{51E1D80A-4A29-4E2A-B293-4232621C1517}" dt="2019-10-06T18:04:47.973" v="183"/>
          <ac:spMkLst>
            <pc:docMk/>
            <pc:sldMk cId="877778477" sldId="506"/>
            <ac:spMk id="4" creationId="{A7587888-4293-46E9-ADB8-46D306AC1980}"/>
          </ac:spMkLst>
        </pc:spChg>
        <pc:spChg chg="add del">
          <ac:chgData name="Cristian Chilipirea" userId="34ab170da5908fc4" providerId="LiveId" clId="{51E1D80A-4A29-4E2A-B293-4232621C1517}" dt="2019-10-06T18:04:47.973" v="183"/>
          <ac:spMkLst>
            <pc:docMk/>
            <pc:sldMk cId="877778477" sldId="506"/>
            <ac:spMk id="14" creationId="{65A45CC5-FB35-41C2-ABD8-5EA5A199C835}"/>
          </ac:spMkLst>
        </pc:spChg>
        <pc:spChg chg="add del">
          <ac:chgData name="Cristian Chilipirea" userId="34ab170da5908fc4" providerId="LiveId" clId="{51E1D80A-4A29-4E2A-B293-4232621C1517}" dt="2019-10-06T18:04:47.973" v="183"/>
          <ac:spMkLst>
            <pc:docMk/>
            <pc:sldMk cId="877778477" sldId="506"/>
            <ac:spMk id="15" creationId="{8BDDDECD-2CFB-4CD5-A73C-53D78769FCDF}"/>
          </ac:spMkLst>
        </pc:spChg>
        <pc:spChg chg="add del">
          <ac:chgData name="Cristian Chilipirea" userId="34ab170da5908fc4" providerId="LiveId" clId="{51E1D80A-4A29-4E2A-B293-4232621C1517}" dt="2019-10-06T18:04:47.973" v="183"/>
          <ac:spMkLst>
            <pc:docMk/>
            <pc:sldMk cId="877778477" sldId="506"/>
            <ac:spMk id="16" creationId="{F5275633-96E2-47DA-BFD2-1C075634BC8A}"/>
          </ac:spMkLst>
        </pc:spChg>
        <pc:spChg chg="add mod">
          <ac:chgData name="Cristian Chilipirea" userId="34ab170da5908fc4" providerId="LiveId" clId="{51E1D80A-4A29-4E2A-B293-4232621C1517}" dt="2019-10-06T18:04:51.464" v="185" actId="1076"/>
          <ac:spMkLst>
            <pc:docMk/>
            <pc:sldMk cId="877778477" sldId="506"/>
            <ac:spMk id="17" creationId="{0F8BAF01-A82B-4168-B07C-2C191CA837DD}"/>
          </ac:spMkLst>
        </pc:spChg>
        <pc:spChg chg="add mod">
          <ac:chgData name="Cristian Chilipirea" userId="34ab170da5908fc4" providerId="LiveId" clId="{51E1D80A-4A29-4E2A-B293-4232621C1517}" dt="2019-10-06T18:04:51.464" v="185" actId="1076"/>
          <ac:spMkLst>
            <pc:docMk/>
            <pc:sldMk cId="877778477" sldId="506"/>
            <ac:spMk id="27" creationId="{2ABC3859-644C-4FC5-AF89-DEB85DD1FF80}"/>
          </ac:spMkLst>
        </pc:spChg>
        <pc:spChg chg="add mod">
          <ac:chgData name="Cristian Chilipirea" userId="34ab170da5908fc4" providerId="LiveId" clId="{51E1D80A-4A29-4E2A-B293-4232621C1517}" dt="2019-10-06T18:04:51.464" v="185" actId="1076"/>
          <ac:spMkLst>
            <pc:docMk/>
            <pc:sldMk cId="877778477" sldId="506"/>
            <ac:spMk id="28" creationId="{B1B67014-FA73-472E-981B-F07F974086E9}"/>
          </ac:spMkLst>
        </pc:spChg>
        <pc:spChg chg="add mod">
          <ac:chgData name="Cristian Chilipirea" userId="34ab170da5908fc4" providerId="LiveId" clId="{51E1D80A-4A29-4E2A-B293-4232621C1517}" dt="2019-10-06T18:04:51.464" v="185" actId="1076"/>
          <ac:spMkLst>
            <pc:docMk/>
            <pc:sldMk cId="877778477" sldId="506"/>
            <ac:spMk id="29" creationId="{0D3753EF-D0E0-4C4D-8ADE-F24CFD2F729E}"/>
          </ac:spMkLst>
        </pc:spChg>
        <pc:grpChg chg="add del">
          <ac:chgData name="Cristian Chilipirea" userId="34ab170da5908fc4" providerId="LiveId" clId="{51E1D80A-4A29-4E2A-B293-4232621C1517}" dt="2019-10-06T18:04:47.973" v="183"/>
          <ac:grpSpMkLst>
            <pc:docMk/>
            <pc:sldMk cId="877778477" sldId="506"/>
            <ac:grpSpMk id="5" creationId="{B8610F89-1587-456A-8D7E-17AE1931A7F9}"/>
          </ac:grpSpMkLst>
        </pc:grpChg>
        <pc:grpChg chg="add del">
          <ac:chgData name="Cristian Chilipirea" userId="34ab170da5908fc4" providerId="LiveId" clId="{51E1D80A-4A29-4E2A-B293-4232621C1517}" dt="2019-10-06T18:04:47.973" v="183"/>
          <ac:grpSpMkLst>
            <pc:docMk/>
            <pc:sldMk cId="877778477" sldId="506"/>
            <ac:grpSpMk id="9" creationId="{2CE9C39D-E457-437B-A02A-50D6E609EA48}"/>
          </ac:grpSpMkLst>
        </pc:grpChg>
        <pc:grpChg chg="add mod">
          <ac:chgData name="Cristian Chilipirea" userId="34ab170da5908fc4" providerId="LiveId" clId="{51E1D80A-4A29-4E2A-B293-4232621C1517}" dt="2019-10-06T18:04:51.464" v="185" actId="1076"/>
          <ac:grpSpMkLst>
            <pc:docMk/>
            <pc:sldMk cId="877778477" sldId="506"/>
            <ac:grpSpMk id="18" creationId="{ED908454-1594-404D-95EE-CB79B2150824}"/>
          </ac:grpSpMkLst>
        </pc:grpChg>
        <pc:grpChg chg="add mod">
          <ac:chgData name="Cristian Chilipirea" userId="34ab170da5908fc4" providerId="LiveId" clId="{51E1D80A-4A29-4E2A-B293-4232621C1517}" dt="2019-10-06T18:04:51.464" v="185" actId="1076"/>
          <ac:grpSpMkLst>
            <pc:docMk/>
            <pc:sldMk cId="877778477" sldId="506"/>
            <ac:grpSpMk id="22" creationId="{F940DF6F-24B5-447D-9FF2-9AC85A380625}"/>
          </ac:grpSpMkLst>
        </pc:grpChg>
      </pc:sldChg>
      <pc:sldChg chg="addSp delSp modSp add">
        <pc:chgData name="Cristian Chilipirea" userId="34ab170da5908fc4" providerId="LiveId" clId="{51E1D80A-4A29-4E2A-B293-4232621C1517}" dt="2019-10-06T18:05:17.807" v="193"/>
        <pc:sldMkLst>
          <pc:docMk/>
          <pc:sldMk cId="3007868837" sldId="507"/>
        </pc:sldMkLst>
        <pc:spChg chg="mod">
          <ac:chgData name="Cristian Chilipirea" userId="34ab170da5908fc4" providerId="LiveId" clId="{51E1D80A-4A29-4E2A-B293-4232621C1517}" dt="2019-10-06T18:04:58.884" v="187"/>
          <ac:spMkLst>
            <pc:docMk/>
            <pc:sldMk cId="3007868837" sldId="507"/>
            <ac:spMk id="2" creationId="{1A71AC15-32FB-4883-989D-82D3F18738BE}"/>
          </ac:spMkLst>
        </pc:spChg>
        <pc:spChg chg="del">
          <ac:chgData name="Cristian Chilipirea" userId="34ab170da5908fc4" providerId="LiveId" clId="{51E1D80A-4A29-4E2A-B293-4232621C1517}" dt="2019-10-06T18:05:11.425" v="190" actId="478"/>
          <ac:spMkLst>
            <pc:docMk/>
            <pc:sldMk cId="3007868837" sldId="507"/>
            <ac:spMk id="3" creationId="{C8995EEC-6F50-4CEE-A420-634C4053B27C}"/>
          </ac:spMkLst>
        </pc:spChg>
        <pc:spChg chg="add del">
          <ac:chgData name="Cristian Chilipirea" userId="34ab170da5908fc4" providerId="LiveId" clId="{51E1D80A-4A29-4E2A-B293-4232621C1517}" dt="2019-10-06T18:05:17.795" v="192"/>
          <ac:spMkLst>
            <pc:docMk/>
            <pc:sldMk cId="3007868837" sldId="507"/>
            <ac:spMk id="5" creationId="{0D15DEA5-4A6D-4AE2-BB97-2366CD69A093}"/>
          </ac:spMkLst>
        </pc:spChg>
        <pc:spChg chg="add del">
          <ac:chgData name="Cristian Chilipirea" userId="34ab170da5908fc4" providerId="LiveId" clId="{51E1D80A-4A29-4E2A-B293-4232621C1517}" dt="2019-10-06T18:05:17.795" v="192"/>
          <ac:spMkLst>
            <pc:docMk/>
            <pc:sldMk cId="3007868837" sldId="507"/>
            <ac:spMk id="6" creationId="{06DDF20D-20DF-4807-855C-01DD47CDA796}"/>
          </ac:spMkLst>
        </pc:spChg>
        <pc:spChg chg="add del">
          <ac:chgData name="Cristian Chilipirea" userId="34ab170da5908fc4" providerId="LiveId" clId="{51E1D80A-4A29-4E2A-B293-4232621C1517}" dt="2019-10-06T18:05:17.795" v="192"/>
          <ac:spMkLst>
            <pc:docMk/>
            <pc:sldMk cId="3007868837" sldId="507"/>
            <ac:spMk id="7" creationId="{1F3A1B19-1A55-4044-8ACC-8182FC03B670}"/>
          </ac:spMkLst>
        </pc:spChg>
        <pc:spChg chg="add del">
          <ac:chgData name="Cristian Chilipirea" userId="34ab170da5908fc4" providerId="LiveId" clId="{51E1D80A-4A29-4E2A-B293-4232621C1517}" dt="2019-10-06T18:05:17.795" v="192"/>
          <ac:spMkLst>
            <pc:docMk/>
            <pc:sldMk cId="3007868837" sldId="507"/>
            <ac:spMk id="8" creationId="{24032FD8-4652-41A5-BABF-C9394F9818F0}"/>
          </ac:spMkLst>
        </pc:spChg>
        <pc:spChg chg="add del">
          <ac:chgData name="Cristian Chilipirea" userId="34ab170da5908fc4" providerId="LiveId" clId="{51E1D80A-4A29-4E2A-B293-4232621C1517}" dt="2019-10-06T18:05:17.795" v="192"/>
          <ac:spMkLst>
            <pc:docMk/>
            <pc:sldMk cId="3007868837" sldId="507"/>
            <ac:spMk id="9" creationId="{006873A5-51DE-48B0-AC62-161C6789E4E4}"/>
          </ac:spMkLst>
        </pc:spChg>
        <pc:spChg chg="add del">
          <ac:chgData name="Cristian Chilipirea" userId="34ab170da5908fc4" providerId="LiveId" clId="{51E1D80A-4A29-4E2A-B293-4232621C1517}" dt="2019-10-06T18:05:17.795" v="192"/>
          <ac:spMkLst>
            <pc:docMk/>
            <pc:sldMk cId="3007868837" sldId="507"/>
            <ac:spMk id="10" creationId="{6227DEC9-C4A6-4156-B89B-49C772AEBB8F}"/>
          </ac:spMkLst>
        </pc:spChg>
        <pc:spChg chg="add del">
          <ac:chgData name="Cristian Chilipirea" userId="34ab170da5908fc4" providerId="LiveId" clId="{51E1D80A-4A29-4E2A-B293-4232621C1517}" dt="2019-10-06T18:05:17.795" v="192"/>
          <ac:spMkLst>
            <pc:docMk/>
            <pc:sldMk cId="3007868837" sldId="507"/>
            <ac:spMk id="11" creationId="{E7427AAA-F0C0-495E-92BF-8FA607C7B6B7}"/>
          </ac:spMkLst>
        </pc:spChg>
        <pc:spChg chg="add">
          <ac:chgData name="Cristian Chilipirea" userId="34ab170da5908fc4" providerId="LiveId" clId="{51E1D80A-4A29-4E2A-B293-4232621C1517}" dt="2019-10-06T18:05:17.807" v="193"/>
          <ac:spMkLst>
            <pc:docMk/>
            <pc:sldMk cId="3007868837" sldId="507"/>
            <ac:spMk id="12" creationId="{6A9AAEE6-066E-4CD3-B7FF-171D278767A1}"/>
          </ac:spMkLst>
        </pc:spChg>
        <pc:spChg chg="add">
          <ac:chgData name="Cristian Chilipirea" userId="34ab170da5908fc4" providerId="LiveId" clId="{51E1D80A-4A29-4E2A-B293-4232621C1517}" dt="2019-10-06T18:05:17.807" v="193"/>
          <ac:spMkLst>
            <pc:docMk/>
            <pc:sldMk cId="3007868837" sldId="507"/>
            <ac:spMk id="13" creationId="{4442ED64-72FE-4A1D-873B-FE419038F5AE}"/>
          </ac:spMkLst>
        </pc:spChg>
        <pc:spChg chg="add">
          <ac:chgData name="Cristian Chilipirea" userId="34ab170da5908fc4" providerId="LiveId" clId="{51E1D80A-4A29-4E2A-B293-4232621C1517}" dt="2019-10-06T18:05:17.807" v="193"/>
          <ac:spMkLst>
            <pc:docMk/>
            <pc:sldMk cId="3007868837" sldId="507"/>
            <ac:spMk id="14" creationId="{2B5066BB-71E2-4129-AC9C-B9174609BA06}"/>
          </ac:spMkLst>
        </pc:spChg>
        <pc:spChg chg="add">
          <ac:chgData name="Cristian Chilipirea" userId="34ab170da5908fc4" providerId="LiveId" clId="{51E1D80A-4A29-4E2A-B293-4232621C1517}" dt="2019-10-06T18:05:17.807" v="193"/>
          <ac:spMkLst>
            <pc:docMk/>
            <pc:sldMk cId="3007868837" sldId="507"/>
            <ac:spMk id="15" creationId="{7FB796F5-AF06-4D6A-941F-3AEF4A10C8D4}"/>
          </ac:spMkLst>
        </pc:spChg>
        <pc:spChg chg="add">
          <ac:chgData name="Cristian Chilipirea" userId="34ab170da5908fc4" providerId="LiveId" clId="{51E1D80A-4A29-4E2A-B293-4232621C1517}" dt="2019-10-06T18:05:17.807" v="193"/>
          <ac:spMkLst>
            <pc:docMk/>
            <pc:sldMk cId="3007868837" sldId="507"/>
            <ac:spMk id="16" creationId="{3CAB46FF-4AE2-4A1E-BD6F-FAC929599742}"/>
          </ac:spMkLst>
        </pc:spChg>
        <pc:spChg chg="add">
          <ac:chgData name="Cristian Chilipirea" userId="34ab170da5908fc4" providerId="LiveId" clId="{51E1D80A-4A29-4E2A-B293-4232621C1517}" dt="2019-10-06T18:05:17.807" v="193"/>
          <ac:spMkLst>
            <pc:docMk/>
            <pc:sldMk cId="3007868837" sldId="507"/>
            <ac:spMk id="17" creationId="{76C4F07F-B0D1-4E9A-A8D6-8700AB136AF9}"/>
          </ac:spMkLst>
        </pc:spChg>
        <pc:spChg chg="add">
          <ac:chgData name="Cristian Chilipirea" userId="34ab170da5908fc4" providerId="LiveId" clId="{51E1D80A-4A29-4E2A-B293-4232621C1517}" dt="2019-10-06T18:05:17.807" v="193"/>
          <ac:spMkLst>
            <pc:docMk/>
            <pc:sldMk cId="3007868837" sldId="507"/>
            <ac:spMk id="18" creationId="{6BD28BDE-62F9-4615-BE14-5B63346F282D}"/>
          </ac:spMkLst>
        </pc:spChg>
        <pc:picChg chg="add mod">
          <ac:chgData name="Cristian Chilipirea" userId="34ab170da5908fc4" providerId="LiveId" clId="{51E1D80A-4A29-4E2A-B293-4232621C1517}" dt="2019-10-06T18:05:08.603" v="189" actId="1076"/>
          <ac:picMkLst>
            <pc:docMk/>
            <pc:sldMk cId="3007868837" sldId="507"/>
            <ac:picMk id="4" creationId="{B1A1B0E3-C580-48EF-A034-2779C50A772F}"/>
          </ac:picMkLst>
        </pc:picChg>
      </pc:sldChg>
      <pc:sldChg chg="addSp delSp modSp add">
        <pc:chgData name="Cristian Chilipirea" userId="34ab170da5908fc4" providerId="LiveId" clId="{51E1D80A-4A29-4E2A-B293-4232621C1517}" dt="2019-10-06T18:05:58.656" v="210" actId="1076"/>
        <pc:sldMkLst>
          <pc:docMk/>
          <pc:sldMk cId="974009073" sldId="508"/>
        </pc:sldMkLst>
        <pc:spChg chg="mod">
          <ac:chgData name="Cristian Chilipirea" userId="34ab170da5908fc4" providerId="LiveId" clId="{51E1D80A-4A29-4E2A-B293-4232621C1517}" dt="2019-10-06T18:05:26.145" v="195"/>
          <ac:spMkLst>
            <pc:docMk/>
            <pc:sldMk cId="974009073" sldId="508"/>
            <ac:spMk id="2" creationId="{6A3EC8ED-69AE-4259-AB8C-87DAB1939928}"/>
          </ac:spMkLst>
        </pc:spChg>
        <pc:spChg chg="del">
          <ac:chgData name="Cristian Chilipirea" userId="34ab170da5908fc4" providerId="LiveId" clId="{51E1D80A-4A29-4E2A-B293-4232621C1517}" dt="2019-10-06T18:05:28.825" v="196" actId="478"/>
          <ac:spMkLst>
            <pc:docMk/>
            <pc:sldMk cId="974009073" sldId="508"/>
            <ac:spMk id="3" creationId="{014C54A7-6137-4457-83D5-8F1119F39CD9}"/>
          </ac:spMkLst>
        </pc:spChg>
        <pc:spChg chg="add del mod">
          <ac:chgData name="Cristian Chilipirea" userId="34ab170da5908fc4" providerId="LiveId" clId="{51E1D80A-4A29-4E2A-B293-4232621C1517}" dt="2019-10-06T18:05:52.185" v="206"/>
          <ac:spMkLst>
            <pc:docMk/>
            <pc:sldMk cId="974009073" sldId="508"/>
            <ac:spMk id="4" creationId="{B7067E27-70F9-42F7-98B4-E3DC36A1874A}"/>
          </ac:spMkLst>
        </pc:spChg>
        <pc:spChg chg="add del mod">
          <ac:chgData name="Cristian Chilipirea" userId="34ab170da5908fc4" providerId="LiveId" clId="{51E1D80A-4A29-4E2A-B293-4232621C1517}" dt="2019-10-06T18:05:52.185" v="206"/>
          <ac:spMkLst>
            <pc:docMk/>
            <pc:sldMk cId="974009073" sldId="508"/>
            <ac:spMk id="6" creationId="{86338CC3-2D06-4BF7-BFB4-8AB49CBE2771}"/>
          </ac:spMkLst>
        </pc:spChg>
        <pc:spChg chg="add del">
          <ac:chgData name="Cristian Chilipirea" userId="34ab170da5908fc4" providerId="LiveId" clId="{51E1D80A-4A29-4E2A-B293-4232621C1517}" dt="2019-10-06T18:05:54.400" v="208"/>
          <ac:spMkLst>
            <pc:docMk/>
            <pc:sldMk cId="974009073" sldId="508"/>
            <ac:spMk id="7" creationId="{A54D0586-A6EF-49AC-A81D-08D0944CD826}"/>
          </ac:spMkLst>
        </pc:spChg>
        <pc:spChg chg="add del">
          <ac:chgData name="Cristian Chilipirea" userId="34ab170da5908fc4" providerId="LiveId" clId="{51E1D80A-4A29-4E2A-B293-4232621C1517}" dt="2019-10-06T18:05:54.400" v="208"/>
          <ac:spMkLst>
            <pc:docMk/>
            <pc:sldMk cId="974009073" sldId="508"/>
            <ac:spMk id="9" creationId="{1D6C2BA2-14B0-4DB5-A15C-C8A2C371F407}"/>
          </ac:spMkLst>
        </pc:spChg>
        <pc:spChg chg="add mod">
          <ac:chgData name="Cristian Chilipirea" userId="34ab170da5908fc4" providerId="LiveId" clId="{51E1D80A-4A29-4E2A-B293-4232621C1517}" dt="2019-10-06T18:05:58.656" v="210" actId="1076"/>
          <ac:spMkLst>
            <pc:docMk/>
            <pc:sldMk cId="974009073" sldId="508"/>
            <ac:spMk id="10" creationId="{C93FE59E-96ED-461E-BCE9-33C38187E1B8}"/>
          </ac:spMkLst>
        </pc:spChg>
        <pc:spChg chg="add mod">
          <ac:chgData name="Cristian Chilipirea" userId="34ab170da5908fc4" providerId="LiveId" clId="{51E1D80A-4A29-4E2A-B293-4232621C1517}" dt="2019-10-06T18:05:58.656" v="210" actId="1076"/>
          <ac:spMkLst>
            <pc:docMk/>
            <pc:sldMk cId="974009073" sldId="508"/>
            <ac:spMk id="12" creationId="{3747DA78-6DD9-4C5F-A3E5-71D52E6805F8}"/>
          </ac:spMkLst>
        </pc:spChg>
        <pc:picChg chg="add del mod">
          <ac:chgData name="Cristian Chilipirea" userId="34ab170da5908fc4" providerId="LiveId" clId="{51E1D80A-4A29-4E2A-B293-4232621C1517}" dt="2019-10-06T18:05:52.185" v="206"/>
          <ac:picMkLst>
            <pc:docMk/>
            <pc:sldMk cId="974009073" sldId="508"/>
            <ac:picMk id="5" creationId="{E935F399-E19D-4D40-844A-43B9F1B938FA}"/>
          </ac:picMkLst>
        </pc:picChg>
        <pc:picChg chg="add del">
          <ac:chgData name="Cristian Chilipirea" userId="34ab170da5908fc4" providerId="LiveId" clId="{51E1D80A-4A29-4E2A-B293-4232621C1517}" dt="2019-10-06T18:05:54.400" v="208"/>
          <ac:picMkLst>
            <pc:docMk/>
            <pc:sldMk cId="974009073" sldId="508"/>
            <ac:picMk id="8" creationId="{30871E29-4C33-4578-872D-C2F50ACE8AEB}"/>
          </ac:picMkLst>
        </pc:picChg>
        <pc:picChg chg="add mod">
          <ac:chgData name="Cristian Chilipirea" userId="34ab170da5908fc4" providerId="LiveId" clId="{51E1D80A-4A29-4E2A-B293-4232621C1517}" dt="2019-10-06T18:05:58.656" v="210" actId="1076"/>
          <ac:picMkLst>
            <pc:docMk/>
            <pc:sldMk cId="974009073" sldId="508"/>
            <ac:picMk id="11" creationId="{F6ACB447-98B2-4CFA-9315-400C26BE288B}"/>
          </ac:picMkLst>
        </pc:picChg>
      </pc:sldChg>
      <pc:sldChg chg="addSp delSp modSp add">
        <pc:chgData name="Cristian Chilipirea" userId="34ab170da5908fc4" providerId="LiveId" clId="{51E1D80A-4A29-4E2A-B293-4232621C1517}" dt="2019-10-06T18:06:33.381" v="219" actId="1076"/>
        <pc:sldMkLst>
          <pc:docMk/>
          <pc:sldMk cId="3472430641" sldId="509"/>
        </pc:sldMkLst>
        <pc:spChg chg="mod">
          <ac:chgData name="Cristian Chilipirea" userId="34ab170da5908fc4" providerId="LiveId" clId="{51E1D80A-4A29-4E2A-B293-4232621C1517}" dt="2019-10-06T18:06:24.939" v="218" actId="1076"/>
          <ac:spMkLst>
            <pc:docMk/>
            <pc:sldMk cId="3472430641" sldId="509"/>
            <ac:spMk id="2" creationId="{9191400A-86C0-4E30-86F1-69336B1A7285}"/>
          </ac:spMkLst>
        </pc:spChg>
        <pc:spChg chg="del">
          <ac:chgData name="Cristian Chilipirea" userId="34ab170da5908fc4" providerId="LiveId" clId="{51E1D80A-4A29-4E2A-B293-4232621C1517}" dt="2019-10-06T18:06:07.121" v="213" actId="478"/>
          <ac:spMkLst>
            <pc:docMk/>
            <pc:sldMk cId="3472430641" sldId="509"/>
            <ac:spMk id="3" creationId="{5116AA25-F504-4316-83C0-637064941A64}"/>
          </ac:spMkLst>
        </pc:spChg>
        <pc:spChg chg="add del">
          <ac:chgData name="Cristian Chilipirea" userId="34ab170da5908fc4" providerId="LiveId" clId="{51E1D80A-4A29-4E2A-B293-4232621C1517}" dt="2019-10-06T18:06:14.476" v="215"/>
          <ac:spMkLst>
            <pc:docMk/>
            <pc:sldMk cId="3472430641" sldId="509"/>
            <ac:spMk id="4" creationId="{1FADA52C-CC22-46E0-964C-1A91AD25DCE8}"/>
          </ac:spMkLst>
        </pc:spChg>
        <pc:spChg chg="add del">
          <ac:chgData name="Cristian Chilipirea" userId="34ab170da5908fc4" providerId="LiveId" clId="{51E1D80A-4A29-4E2A-B293-4232621C1517}" dt="2019-10-06T18:06:14.476" v="215"/>
          <ac:spMkLst>
            <pc:docMk/>
            <pc:sldMk cId="3472430641" sldId="509"/>
            <ac:spMk id="5" creationId="{BCF571EE-1C16-415C-813B-AA89A5E4D19C}"/>
          </ac:spMkLst>
        </pc:spChg>
        <pc:spChg chg="add del">
          <ac:chgData name="Cristian Chilipirea" userId="34ab170da5908fc4" providerId="LiveId" clId="{51E1D80A-4A29-4E2A-B293-4232621C1517}" dt="2019-10-06T18:06:14.476" v="215"/>
          <ac:spMkLst>
            <pc:docMk/>
            <pc:sldMk cId="3472430641" sldId="509"/>
            <ac:spMk id="6" creationId="{86C01BFF-C40C-4EC8-A8BB-1048824209A2}"/>
          </ac:spMkLst>
        </pc:spChg>
        <pc:spChg chg="add del">
          <ac:chgData name="Cristian Chilipirea" userId="34ab170da5908fc4" providerId="LiveId" clId="{51E1D80A-4A29-4E2A-B293-4232621C1517}" dt="2019-10-06T18:06:14.476" v="215"/>
          <ac:spMkLst>
            <pc:docMk/>
            <pc:sldMk cId="3472430641" sldId="509"/>
            <ac:spMk id="7" creationId="{EB5FC57D-ABE4-4584-92CC-C2E5F9B77EEB}"/>
          </ac:spMkLst>
        </pc:spChg>
        <pc:spChg chg="add del">
          <ac:chgData name="Cristian Chilipirea" userId="34ab170da5908fc4" providerId="LiveId" clId="{51E1D80A-4A29-4E2A-B293-4232621C1517}" dt="2019-10-06T18:06:14.476" v="215"/>
          <ac:spMkLst>
            <pc:docMk/>
            <pc:sldMk cId="3472430641" sldId="509"/>
            <ac:spMk id="8" creationId="{D91732B6-196B-4AED-9270-3A4C3DED4880}"/>
          </ac:spMkLst>
        </pc:spChg>
        <pc:spChg chg="add del">
          <ac:chgData name="Cristian Chilipirea" userId="34ab170da5908fc4" providerId="LiveId" clId="{51E1D80A-4A29-4E2A-B293-4232621C1517}" dt="2019-10-06T18:06:14.476" v="215"/>
          <ac:spMkLst>
            <pc:docMk/>
            <pc:sldMk cId="3472430641" sldId="509"/>
            <ac:spMk id="9" creationId="{9363174A-B5A7-4C11-85C0-91990E86E17D}"/>
          </ac:spMkLst>
        </pc:spChg>
        <pc:spChg chg="add del">
          <ac:chgData name="Cristian Chilipirea" userId="34ab170da5908fc4" providerId="LiveId" clId="{51E1D80A-4A29-4E2A-B293-4232621C1517}" dt="2019-10-06T18:06:14.476" v="215"/>
          <ac:spMkLst>
            <pc:docMk/>
            <pc:sldMk cId="3472430641" sldId="509"/>
            <ac:spMk id="10" creationId="{AE4C7B73-9334-4C32-A08F-C82F3C06D328}"/>
          </ac:spMkLst>
        </pc:spChg>
        <pc:spChg chg="add del">
          <ac:chgData name="Cristian Chilipirea" userId="34ab170da5908fc4" providerId="LiveId" clId="{51E1D80A-4A29-4E2A-B293-4232621C1517}" dt="2019-10-06T18:06:14.476" v="215"/>
          <ac:spMkLst>
            <pc:docMk/>
            <pc:sldMk cId="3472430641" sldId="509"/>
            <ac:spMk id="11" creationId="{9DA4B199-1E50-491D-855B-E0B6197734C6}"/>
          </ac:spMkLst>
        </pc:spChg>
        <pc:spChg chg="add del">
          <ac:chgData name="Cristian Chilipirea" userId="34ab170da5908fc4" providerId="LiveId" clId="{51E1D80A-4A29-4E2A-B293-4232621C1517}" dt="2019-10-06T18:06:14.476" v="215"/>
          <ac:spMkLst>
            <pc:docMk/>
            <pc:sldMk cId="3472430641" sldId="509"/>
            <ac:spMk id="12" creationId="{37C68D8D-269B-4A88-AA4B-73DECC222711}"/>
          </ac:spMkLst>
        </pc:spChg>
        <pc:spChg chg="add del">
          <ac:chgData name="Cristian Chilipirea" userId="34ab170da5908fc4" providerId="LiveId" clId="{51E1D80A-4A29-4E2A-B293-4232621C1517}" dt="2019-10-06T18:06:14.476" v="215"/>
          <ac:spMkLst>
            <pc:docMk/>
            <pc:sldMk cId="3472430641" sldId="509"/>
            <ac:spMk id="55" creationId="{F22D5686-B118-4B96-94A3-9F2DD88E7167}"/>
          </ac:spMkLst>
        </pc:spChg>
        <pc:spChg chg="add del">
          <ac:chgData name="Cristian Chilipirea" userId="34ab170da5908fc4" providerId="LiveId" clId="{51E1D80A-4A29-4E2A-B293-4232621C1517}" dt="2019-10-06T18:06:14.476" v="215"/>
          <ac:spMkLst>
            <pc:docMk/>
            <pc:sldMk cId="3472430641" sldId="509"/>
            <ac:spMk id="56" creationId="{C26F5BA9-C65B-4460-AF8E-A4C6CF41EB32}"/>
          </ac:spMkLst>
        </pc:spChg>
        <pc:spChg chg="add del">
          <ac:chgData name="Cristian Chilipirea" userId="34ab170da5908fc4" providerId="LiveId" clId="{51E1D80A-4A29-4E2A-B293-4232621C1517}" dt="2019-10-06T18:06:14.476" v="215"/>
          <ac:spMkLst>
            <pc:docMk/>
            <pc:sldMk cId="3472430641" sldId="509"/>
            <ac:spMk id="57" creationId="{EAF6E8E2-8E61-4B61-B274-ECDBACFD77A5}"/>
          </ac:spMkLst>
        </pc:spChg>
        <pc:spChg chg="add mod">
          <ac:chgData name="Cristian Chilipirea" userId="34ab170da5908fc4" providerId="LiveId" clId="{51E1D80A-4A29-4E2A-B293-4232621C1517}" dt="2019-10-06T18:06:33.381" v="219" actId="1076"/>
          <ac:spMkLst>
            <pc:docMk/>
            <pc:sldMk cId="3472430641" sldId="509"/>
            <ac:spMk id="58" creationId="{3CAE5A5C-1943-4EB7-8365-8F4BD514FAA0}"/>
          </ac:spMkLst>
        </pc:spChg>
        <pc:spChg chg="add mod">
          <ac:chgData name="Cristian Chilipirea" userId="34ab170da5908fc4" providerId="LiveId" clId="{51E1D80A-4A29-4E2A-B293-4232621C1517}" dt="2019-10-06T18:06:33.381" v="219" actId="1076"/>
          <ac:spMkLst>
            <pc:docMk/>
            <pc:sldMk cId="3472430641" sldId="509"/>
            <ac:spMk id="59" creationId="{9E7E26EB-3981-4654-8D63-48065B081332}"/>
          </ac:spMkLst>
        </pc:spChg>
        <pc:spChg chg="add mod">
          <ac:chgData name="Cristian Chilipirea" userId="34ab170da5908fc4" providerId="LiveId" clId="{51E1D80A-4A29-4E2A-B293-4232621C1517}" dt="2019-10-06T18:06:33.381" v="219" actId="1076"/>
          <ac:spMkLst>
            <pc:docMk/>
            <pc:sldMk cId="3472430641" sldId="509"/>
            <ac:spMk id="60" creationId="{53C4075A-2E02-4EBB-9F35-D57EB5B1EFA4}"/>
          </ac:spMkLst>
        </pc:spChg>
        <pc:spChg chg="add mod">
          <ac:chgData name="Cristian Chilipirea" userId="34ab170da5908fc4" providerId="LiveId" clId="{51E1D80A-4A29-4E2A-B293-4232621C1517}" dt="2019-10-06T18:06:33.381" v="219" actId="1076"/>
          <ac:spMkLst>
            <pc:docMk/>
            <pc:sldMk cId="3472430641" sldId="509"/>
            <ac:spMk id="61" creationId="{4FE4F692-AAD9-48A9-BA26-326385F067F7}"/>
          </ac:spMkLst>
        </pc:spChg>
        <pc:spChg chg="add mod">
          <ac:chgData name="Cristian Chilipirea" userId="34ab170da5908fc4" providerId="LiveId" clId="{51E1D80A-4A29-4E2A-B293-4232621C1517}" dt="2019-10-06T18:06:33.381" v="219" actId="1076"/>
          <ac:spMkLst>
            <pc:docMk/>
            <pc:sldMk cId="3472430641" sldId="509"/>
            <ac:spMk id="62" creationId="{F85B246F-4CCC-4C4F-8B99-D5FBD067C19B}"/>
          </ac:spMkLst>
        </pc:spChg>
        <pc:spChg chg="add mod">
          <ac:chgData name="Cristian Chilipirea" userId="34ab170da5908fc4" providerId="LiveId" clId="{51E1D80A-4A29-4E2A-B293-4232621C1517}" dt="2019-10-06T18:06:33.381" v="219" actId="1076"/>
          <ac:spMkLst>
            <pc:docMk/>
            <pc:sldMk cId="3472430641" sldId="509"/>
            <ac:spMk id="63" creationId="{59AC6A3E-DB15-4CF7-BBAD-938DE7CE7DCE}"/>
          </ac:spMkLst>
        </pc:spChg>
        <pc:spChg chg="add mod">
          <ac:chgData name="Cristian Chilipirea" userId="34ab170da5908fc4" providerId="LiveId" clId="{51E1D80A-4A29-4E2A-B293-4232621C1517}" dt="2019-10-06T18:06:33.381" v="219" actId="1076"/>
          <ac:spMkLst>
            <pc:docMk/>
            <pc:sldMk cId="3472430641" sldId="509"/>
            <ac:spMk id="64" creationId="{ED387E6D-BCDD-41C1-A0C7-4D13416E7816}"/>
          </ac:spMkLst>
        </pc:spChg>
        <pc:spChg chg="add mod">
          <ac:chgData name="Cristian Chilipirea" userId="34ab170da5908fc4" providerId="LiveId" clId="{51E1D80A-4A29-4E2A-B293-4232621C1517}" dt="2019-10-06T18:06:33.381" v="219" actId="1076"/>
          <ac:spMkLst>
            <pc:docMk/>
            <pc:sldMk cId="3472430641" sldId="509"/>
            <ac:spMk id="65" creationId="{1E95474F-895F-4502-B1EC-41C49ABB1FAF}"/>
          </ac:spMkLst>
        </pc:spChg>
        <pc:spChg chg="add mod">
          <ac:chgData name="Cristian Chilipirea" userId="34ab170da5908fc4" providerId="LiveId" clId="{51E1D80A-4A29-4E2A-B293-4232621C1517}" dt="2019-10-06T18:06:33.381" v="219" actId="1076"/>
          <ac:spMkLst>
            <pc:docMk/>
            <pc:sldMk cId="3472430641" sldId="509"/>
            <ac:spMk id="66" creationId="{94010584-37EB-4661-8349-9CE7464FCAAA}"/>
          </ac:spMkLst>
        </pc:spChg>
        <pc:spChg chg="add mod">
          <ac:chgData name="Cristian Chilipirea" userId="34ab170da5908fc4" providerId="LiveId" clId="{51E1D80A-4A29-4E2A-B293-4232621C1517}" dt="2019-10-06T18:06:33.381" v="219" actId="1076"/>
          <ac:spMkLst>
            <pc:docMk/>
            <pc:sldMk cId="3472430641" sldId="509"/>
            <ac:spMk id="109" creationId="{F3B39687-25C8-47F7-8DFD-BC5A33FBCF8A}"/>
          </ac:spMkLst>
        </pc:spChg>
        <pc:spChg chg="add mod">
          <ac:chgData name="Cristian Chilipirea" userId="34ab170da5908fc4" providerId="LiveId" clId="{51E1D80A-4A29-4E2A-B293-4232621C1517}" dt="2019-10-06T18:06:33.381" v="219" actId="1076"/>
          <ac:spMkLst>
            <pc:docMk/>
            <pc:sldMk cId="3472430641" sldId="509"/>
            <ac:spMk id="110" creationId="{5669C123-D6FB-4960-8748-25DEBA1FE6B1}"/>
          </ac:spMkLst>
        </pc:spChg>
        <pc:spChg chg="add mod">
          <ac:chgData name="Cristian Chilipirea" userId="34ab170da5908fc4" providerId="LiveId" clId="{51E1D80A-4A29-4E2A-B293-4232621C1517}" dt="2019-10-06T18:06:33.381" v="219" actId="1076"/>
          <ac:spMkLst>
            <pc:docMk/>
            <pc:sldMk cId="3472430641" sldId="509"/>
            <ac:spMk id="111" creationId="{22163853-F751-440F-9D96-095B2F75A096}"/>
          </ac:spMkLst>
        </pc:spChg>
        <pc:grpChg chg="add del">
          <ac:chgData name="Cristian Chilipirea" userId="34ab170da5908fc4" providerId="LiveId" clId="{51E1D80A-4A29-4E2A-B293-4232621C1517}" dt="2019-10-06T18:06:14.476" v="215"/>
          <ac:grpSpMkLst>
            <pc:docMk/>
            <pc:sldMk cId="3472430641" sldId="509"/>
            <ac:grpSpMk id="13" creationId="{6F058D37-C9EB-405F-8E3F-6636083A6524}"/>
          </ac:grpSpMkLst>
        </pc:grpChg>
        <pc:grpChg chg="add del">
          <ac:chgData name="Cristian Chilipirea" userId="34ab170da5908fc4" providerId="LiveId" clId="{51E1D80A-4A29-4E2A-B293-4232621C1517}" dt="2019-10-06T18:06:14.476" v="215"/>
          <ac:grpSpMkLst>
            <pc:docMk/>
            <pc:sldMk cId="3472430641" sldId="509"/>
            <ac:grpSpMk id="34" creationId="{EEE66921-1F55-41E8-9555-6E8FFEEA9DA2}"/>
          </ac:grpSpMkLst>
        </pc:grpChg>
        <pc:grpChg chg="add mod">
          <ac:chgData name="Cristian Chilipirea" userId="34ab170da5908fc4" providerId="LiveId" clId="{51E1D80A-4A29-4E2A-B293-4232621C1517}" dt="2019-10-06T18:06:33.381" v="219" actId="1076"/>
          <ac:grpSpMkLst>
            <pc:docMk/>
            <pc:sldMk cId="3472430641" sldId="509"/>
            <ac:grpSpMk id="67" creationId="{321C567F-49E8-44E6-8200-EB8BE1319E75}"/>
          </ac:grpSpMkLst>
        </pc:grpChg>
        <pc:grpChg chg="mod">
          <ac:chgData name="Cristian Chilipirea" userId="34ab170da5908fc4" providerId="LiveId" clId="{51E1D80A-4A29-4E2A-B293-4232621C1517}" dt="2019-10-06T18:06:33.381" v="219" actId="1076"/>
          <ac:grpSpMkLst>
            <pc:docMk/>
            <pc:sldMk cId="3472430641" sldId="509"/>
            <ac:grpSpMk id="68" creationId="{4B861DBB-5818-4BB2-9B83-9737F09C0E6B}"/>
          </ac:grpSpMkLst>
        </pc:grpChg>
        <pc:grpChg chg="mod">
          <ac:chgData name="Cristian Chilipirea" userId="34ab170da5908fc4" providerId="LiveId" clId="{51E1D80A-4A29-4E2A-B293-4232621C1517}" dt="2019-10-06T18:06:33.381" v="219" actId="1076"/>
          <ac:grpSpMkLst>
            <pc:docMk/>
            <pc:sldMk cId="3472430641" sldId="509"/>
            <ac:grpSpMk id="69" creationId="{4F6FC41B-E607-417C-8E2E-E47FC5857172}"/>
          </ac:grpSpMkLst>
        </pc:grpChg>
        <pc:grpChg chg="mod">
          <ac:chgData name="Cristian Chilipirea" userId="34ab170da5908fc4" providerId="LiveId" clId="{51E1D80A-4A29-4E2A-B293-4232621C1517}" dt="2019-10-06T18:06:33.381" v="219" actId="1076"/>
          <ac:grpSpMkLst>
            <pc:docMk/>
            <pc:sldMk cId="3472430641" sldId="509"/>
            <ac:grpSpMk id="70" creationId="{C53A97AA-8DFF-47B2-8FE6-1124DB7F6856}"/>
          </ac:grpSpMkLst>
        </pc:grpChg>
        <pc:grpChg chg="mod">
          <ac:chgData name="Cristian Chilipirea" userId="34ab170da5908fc4" providerId="LiveId" clId="{51E1D80A-4A29-4E2A-B293-4232621C1517}" dt="2019-10-06T18:06:33.381" v="219" actId="1076"/>
          <ac:grpSpMkLst>
            <pc:docMk/>
            <pc:sldMk cId="3472430641" sldId="509"/>
            <ac:grpSpMk id="71" creationId="{9E0B91C4-BCE8-40E4-8234-BAFF6CCBBD94}"/>
          </ac:grpSpMkLst>
        </pc:grpChg>
        <pc:grpChg chg="add mod">
          <ac:chgData name="Cristian Chilipirea" userId="34ab170da5908fc4" providerId="LiveId" clId="{51E1D80A-4A29-4E2A-B293-4232621C1517}" dt="2019-10-06T18:06:33.381" v="219" actId="1076"/>
          <ac:grpSpMkLst>
            <pc:docMk/>
            <pc:sldMk cId="3472430641" sldId="509"/>
            <ac:grpSpMk id="88" creationId="{A7F84794-8D5D-488F-A9F2-72C0C7D73A93}"/>
          </ac:grpSpMkLst>
        </pc:grpChg>
        <pc:grpChg chg="mod">
          <ac:chgData name="Cristian Chilipirea" userId="34ab170da5908fc4" providerId="LiveId" clId="{51E1D80A-4A29-4E2A-B293-4232621C1517}" dt="2019-10-06T18:06:33.381" v="219" actId="1076"/>
          <ac:grpSpMkLst>
            <pc:docMk/>
            <pc:sldMk cId="3472430641" sldId="509"/>
            <ac:grpSpMk id="89" creationId="{78197F9B-58AE-4351-B3D8-74CDA422559A}"/>
          </ac:grpSpMkLst>
        </pc:grpChg>
        <pc:grpChg chg="mod">
          <ac:chgData name="Cristian Chilipirea" userId="34ab170da5908fc4" providerId="LiveId" clId="{51E1D80A-4A29-4E2A-B293-4232621C1517}" dt="2019-10-06T18:06:33.381" v="219" actId="1076"/>
          <ac:grpSpMkLst>
            <pc:docMk/>
            <pc:sldMk cId="3472430641" sldId="509"/>
            <ac:grpSpMk id="90" creationId="{6B0C1674-06DF-4BA1-A75A-675277BD578B}"/>
          </ac:grpSpMkLst>
        </pc:grpChg>
        <pc:grpChg chg="mod">
          <ac:chgData name="Cristian Chilipirea" userId="34ab170da5908fc4" providerId="LiveId" clId="{51E1D80A-4A29-4E2A-B293-4232621C1517}" dt="2019-10-06T18:06:33.381" v="219" actId="1076"/>
          <ac:grpSpMkLst>
            <pc:docMk/>
            <pc:sldMk cId="3472430641" sldId="509"/>
            <ac:grpSpMk id="91" creationId="{CE928D10-6184-4AB3-B8D7-6AF192AD2521}"/>
          </ac:grpSpMkLst>
        </pc:grpChg>
        <pc:grpChg chg="mod">
          <ac:chgData name="Cristian Chilipirea" userId="34ab170da5908fc4" providerId="LiveId" clId="{51E1D80A-4A29-4E2A-B293-4232621C1517}" dt="2019-10-06T18:06:33.381" v="219" actId="1076"/>
          <ac:grpSpMkLst>
            <pc:docMk/>
            <pc:sldMk cId="3472430641" sldId="509"/>
            <ac:grpSpMk id="92" creationId="{7EA0FF43-79F6-4E9D-88BD-61788D3D34C7}"/>
          </ac:grpSpMkLst>
        </pc:grpChg>
      </pc:sldChg>
      <pc:sldChg chg="addSp delSp modSp add">
        <pc:chgData name="Cristian Chilipirea" userId="34ab170da5908fc4" providerId="LiveId" clId="{51E1D80A-4A29-4E2A-B293-4232621C1517}" dt="2019-10-06T18:06:59.375" v="226" actId="1076"/>
        <pc:sldMkLst>
          <pc:docMk/>
          <pc:sldMk cId="3879735215" sldId="510"/>
        </pc:sldMkLst>
        <pc:spChg chg="mod">
          <ac:chgData name="Cristian Chilipirea" userId="34ab170da5908fc4" providerId="LiveId" clId="{51E1D80A-4A29-4E2A-B293-4232621C1517}" dt="2019-10-06T18:06:42.422" v="221"/>
          <ac:spMkLst>
            <pc:docMk/>
            <pc:sldMk cId="3879735215" sldId="510"/>
            <ac:spMk id="2" creationId="{3FF6A1CC-98C2-4151-BE35-EEA25611C7A9}"/>
          </ac:spMkLst>
        </pc:spChg>
        <pc:spChg chg="del">
          <ac:chgData name="Cristian Chilipirea" userId="34ab170da5908fc4" providerId="LiveId" clId="{51E1D80A-4A29-4E2A-B293-4232621C1517}" dt="2019-10-06T18:06:50.589" v="222" actId="478"/>
          <ac:spMkLst>
            <pc:docMk/>
            <pc:sldMk cId="3879735215" sldId="510"/>
            <ac:spMk id="3" creationId="{3F5C6C54-B273-4AE5-8512-6649CEC2C27D}"/>
          </ac:spMkLst>
        </pc:spChg>
        <pc:spChg chg="add mod">
          <ac:chgData name="Cristian Chilipirea" userId="34ab170da5908fc4" providerId="LiveId" clId="{51E1D80A-4A29-4E2A-B293-4232621C1517}" dt="2019-10-06T18:06:52.847" v="224" actId="1076"/>
          <ac:spMkLst>
            <pc:docMk/>
            <pc:sldMk cId="3879735215" sldId="510"/>
            <ac:spMk id="4" creationId="{9EE44B47-BAEE-471E-837D-F93A039DA88A}"/>
          </ac:spMkLst>
        </pc:spChg>
        <pc:picChg chg="add mod">
          <ac:chgData name="Cristian Chilipirea" userId="34ab170da5908fc4" providerId="LiveId" clId="{51E1D80A-4A29-4E2A-B293-4232621C1517}" dt="2019-10-06T18:06:59.375" v="226" actId="1076"/>
          <ac:picMkLst>
            <pc:docMk/>
            <pc:sldMk cId="3879735215" sldId="510"/>
            <ac:picMk id="5" creationId="{A47E0258-B1A3-4968-873D-DE214117F572}"/>
          </ac:picMkLst>
        </pc:picChg>
      </pc:sldChg>
      <pc:sldChg chg="addSp delSp modSp add modAnim">
        <pc:chgData name="Cristian Chilipirea" userId="34ab170da5908fc4" providerId="LiveId" clId="{51E1D80A-4A29-4E2A-B293-4232621C1517}" dt="2019-10-06T18:07:20.731" v="233" actId="1076"/>
        <pc:sldMkLst>
          <pc:docMk/>
          <pc:sldMk cId="1746393774" sldId="511"/>
        </pc:sldMkLst>
        <pc:spChg chg="mod">
          <ac:chgData name="Cristian Chilipirea" userId="34ab170da5908fc4" providerId="LiveId" clId="{51E1D80A-4A29-4E2A-B293-4232621C1517}" dt="2019-10-06T18:07:07.425" v="228"/>
          <ac:spMkLst>
            <pc:docMk/>
            <pc:sldMk cId="1746393774" sldId="511"/>
            <ac:spMk id="2" creationId="{71FAC8B9-76E2-437B-93C2-987A0A254E95}"/>
          </ac:spMkLst>
        </pc:spChg>
        <pc:spChg chg="del">
          <ac:chgData name="Cristian Chilipirea" userId="34ab170da5908fc4" providerId="LiveId" clId="{51E1D80A-4A29-4E2A-B293-4232621C1517}" dt="2019-10-06T18:07:09.521" v="229" actId="478"/>
          <ac:spMkLst>
            <pc:docMk/>
            <pc:sldMk cId="1746393774" sldId="511"/>
            <ac:spMk id="3" creationId="{850C03C8-62F1-4555-A665-BCD8D939765B}"/>
          </ac:spMkLst>
        </pc:spChg>
        <pc:spChg chg="add del">
          <ac:chgData name="Cristian Chilipirea" userId="34ab170da5908fc4" providerId="LiveId" clId="{51E1D80A-4A29-4E2A-B293-4232621C1517}" dt="2019-10-06T18:07:16.071" v="231"/>
          <ac:spMkLst>
            <pc:docMk/>
            <pc:sldMk cId="1746393774" sldId="511"/>
            <ac:spMk id="4" creationId="{2F844793-31A6-485F-BECB-EAA05F2173B7}"/>
          </ac:spMkLst>
        </pc:spChg>
        <pc:spChg chg="add del">
          <ac:chgData name="Cristian Chilipirea" userId="34ab170da5908fc4" providerId="LiveId" clId="{51E1D80A-4A29-4E2A-B293-4232621C1517}" dt="2019-10-06T18:07:16.071" v="231"/>
          <ac:spMkLst>
            <pc:docMk/>
            <pc:sldMk cId="1746393774" sldId="511"/>
            <ac:spMk id="5" creationId="{924378DF-1BFC-41EF-9375-4DA947A70AAD}"/>
          </ac:spMkLst>
        </pc:spChg>
        <pc:spChg chg="add del">
          <ac:chgData name="Cristian Chilipirea" userId="34ab170da5908fc4" providerId="LiveId" clId="{51E1D80A-4A29-4E2A-B293-4232621C1517}" dt="2019-10-06T18:07:16.071" v="231"/>
          <ac:spMkLst>
            <pc:docMk/>
            <pc:sldMk cId="1746393774" sldId="511"/>
            <ac:spMk id="6" creationId="{6D870BC6-8D59-4D8E-83D5-3FA5FBCB9B76}"/>
          </ac:spMkLst>
        </pc:spChg>
        <pc:spChg chg="add del">
          <ac:chgData name="Cristian Chilipirea" userId="34ab170da5908fc4" providerId="LiveId" clId="{51E1D80A-4A29-4E2A-B293-4232621C1517}" dt="2019-10-06T18:07:16.071" v="231"/>
          <ac:spMkLst>
            <pc:docMk/>
            <pc:sldMk cId="1746393774" sldId="511"/>
            <ac:spMk id="7" creationId="{6D0FA720-8AB1-458D-A7BC-19F7B5BB18BC}"/>
          </ac:spMkLst>
        </pc:spChg>
        <pc:spChg chg="add del">
          <ac:chgData name="Cristian Chilipirea" userId="34ab170da5908fc4" providerId="LiveId" clId="{51E1D80A-4A29-4E2A-B293-4232621C1517}" dt="2019-10-06T18:07:16.071" v="231"/>
          <ac:spMkLst>
            <pc:docMk/>
            <pc:sldMk cId="1746393774" sldId="511"/>
            <ac:spMk id="12" creationId="{E46C49F8-7FC4-4F2E-9E44-C754A20739D0}"/>
          </ac:spMkLst>
        </pc:spChg>
        <pc:spChg chg="add del">
          <ac:chgData name="Cristian Chilipirea" userId="34ab170da5908fc4" providerId="LiveId" clId="{51E1D80A-4A29-4E2A-B293-4232621C1517}" dt="2019-10-06T18:07:16.071" v="231"/>
          <ac:spMkLst>
            <pc:docMk/>
            <pc:sldMk cId="1746393774" sldId="511"/>
            <ac:spMk id="18" creationId="{73D4E764-B52B-4B18-BA84-CAEE063C0F54}"/>
          </ac:spMkLst>
        </pc:spChg>
        <pc:spChg chg="add mod">
          <ac:chgData name="Cristian Chilipirea" userId="34ab170da5908fc4" providerId="LiveId" clId="{51E1D80A-4A29-4E2A-B293-4232621C1517}" dt="2019-10-06T18:07:20.731" v="233" actId="1076"/>
          <ac:spMkLst>
            <pc:docMk/>
            <pc:sldMk cId="1746393774" sldId="511"/>
            <ac:spMk id="20" creationId="{7DC85EA8-5A71-4151-9AC5-36EA477E9A64}"/>
          </ac:spMkLst>
        </pc:spChg>
        <pc:spChg chg="add mod">
          <ac:chgData name="Cristian Chilipirea" userId="34ab170da5908fc4" providerId="LiveId" clId="{51E1D80A-4A29-4E2A-B293-4232621C1517}" dt="2019-10-06T18:07:20.731" v="233" actId="1076"/>
          <ac:spMkLst>
            <pc:docMk/>
            <pc:sldMk cId="1746393774" sldId="511"/>
            <ac:spMk id="21" creationId="{6C64A6F9-1853-430E-8298-A40623786ADF}"/>
          </ac:spMkLst>
        </pc:spChg>
        <pc:spChg chg="add mod">
          <ac:chgData name="Cristian Chilipirea" userId="34ab170da5908fc4" providerId="LiveId" clId="{51E1D80A-4A29-4E2A-B293-4232621C1517}" dt="2019-10-06T18:07:20.731" v="233" actId="1076"/>
          <ac:spMkLst>
            <pc:docMk/>
            <pc:sldMk cId="1746393774" sldId="511"/>
            <ac:spMk id="22" creationId="{94CE4478-4EF6-4E98-9B38-B7DBFAAAB141}"/>
          </ac:spMkLst>
        </pc:spChg>
        <pc:spChg chg="add mod">
          <ac:chgData name="Cristian Chilipirea" userId="34ab170da5908fc4" providerId="LiveId" clId="{51E1D80A-4A29-4E2A-B293-4232621C1517}" dt="2019-10-06T18:07:20.731" v="233" actId="1076"/>
          <ac:spMkLst>
            <pc:docMk/>
            <pc:sldMk cId="1746393774" sldId="511"/>
            <ac:spMk id="23" creationId="{A718326F-27B6-4661-AAFA-B53DE7D8C64F}"/>
          </ac:spMkLst>
        </pc:spChg>
        <pc:spChg chg="add mod">
          <ac:chgData name="Cristian Chilipirea" userId="34ab170da5908fc4" providerId="LiveId" clId="{51E1D80A-4A29-4E2A-B293-4232621C1517}" dt="2019-10-06T18:07:20.731" v="233" actId="1076"/>
          <ac:spMkLst>
            <pc:docMk/>
            <pc:sldMk cId="1746393774" sldId="511"/>
            <ac:spMk id="28" creationId="{0C98AB21-374A-480C-BC0A-CF925F3D4789}"/>
          </ac:spMkLst>
        </pc:spChg>
        <pc:spChg chg="add mod">
          <ac:chgData name="Cristian Chilipirea" userId="34ab170da5908fc4" providerId="LiveId" clId="{51E1D80A-4A29-4E2A-B293-4232621C1517}" dt="2019-10-06T18:07:20.731" v="233" actId="1076"/>
          <ac:spMkLst>
            <pc:docMk/>
            <pc:sldMk cId="1746393774" sldId="511"/>
            <ac:spMk id="34" creationId="{0B660D83-EFEE-49B6-8073-5EA43673E0D4}"/>
          </ac:spMkLst>
        </pc:spChg>
        <pc:grpChg chg="add del">
          <ac:chgData name="Cristian Chilipirea" userId="34ab170da5908fc4" providerId="LiveId" clId="{51E1D80A-4A29-4E2A-B293-4232621C1517}" dt="2019-10-06T18:07:16.071" v="231"/>
          <ac:grpSpMkLst>
            <pc:docMk/>
            <pc:sldMk cId="1746393774" sldId="511"/>
            <ac:grpSpMk id="8" creationId="{BA99BE0F-014E-40ED-AC46-1D726E8B5579}"/>
          </ac:grpSpMkLst>
        </pc:grpChg>
        <pc:grpChg chg="add mod">
          <ac:chgData name="Cristian Chilipirea" userId="34ab170da5908fc4" providerId="LiveId" clId="{51E1D80A-4A29-4E2A-B293-4232621C1517}" dt="2019-10-06T18:07:20.731" v="233" actId="1076"/>
          <ac:grpSpMkLst>
            <pc:docMk/>
            <pc:sldMk cId="1746393774" sldId="511"/>
            <ac:grpSpMk id="24" creationId="{133657B5-5E5F-436B-923C-7F4609A82A28}"/>
          </ac:grpSpMkLst>
        </pc:grpChg>
        <pc:picChg chg="add del">
          <ac:chgData name="Cristian Chilipirea" userId="34ab170da5908fc4" providerId="LiveId" clId="{51E1D80A-4A29-4E2A-B293-4232621C1517}" dt="2019-10-06T18:07:16.071" v="231"/>
          <ac:picMkLst>
            <pc:docMk/>
            <pc:sldMk cId="1746393774" sldId="511"/>
            <ac:picMk id="13" creationId="{13E9D594-BB64-449E-B1CB-29C1E4A9D9AB}"/>
          </ac:picMkLst>
        </pc:picChg>
        <pc:picChg chg="add del">
          <ac:chgData name="Cristian Chilipirea" userId="34ab170da5908fc4" providerId="LiveId" clId="{51E1D80A-4A29-4E2A-B293-4232621C1517}" dt="2019-10-06T18:07:16.071" v="231"/>
          <ac:picMkLst>
            <pc:docMk/>
            <pc:sldMk cId="1746393774" sldId="511"/>
            <ac:picMk id="14" creationId="{876688D9-0036-4A11-82E9-01DD232A8B90}"/>
          </ac:picMkLst>
        </pc:picChg>
        <pc:picChg chg="add del">
          <ac:chgData name="Cristian Chilipirea" userId="34ab170da5908fc4" providerId="LiveId" clId="{51E1D80A-4A29-4E2A-B293-4232621C1517}" dt="2019-10-06T18:07:16.071" v="231"/>
          <ac:picMkLst>
            <pc:docMk/>
            <pc:sldMk cId="1746393774" sldId="511"/>
            <ac:picMk id="15" creationId="{5C4F9918-6643-4B4C-B16E-917A38ED3C60}"/>
          </ac:picMkLst>
        </pc:picChg>
        <pc:picChg chg="add del">
          <ac:chgData name="Cristian Chilipirea" userId="34ab170da5908fc4" providerId="LiveId" clId="{51E1D80A-4A29-4E2A-B293-4232621C1517}" dt="2019-10-06T18:07:16.071" v="231"/>
          <ac:picMkLst>
            <pc:docMk/>
            <pc:sldMk cId="1746393774" sldId="511"/>
            <ac:picMk id="16" creationId="{2491BE76-CD55-4F99-BCC5-4BED45EF42B3}"/>
          </ac:picMkLst>
        </pc:picChg>
        <pc:picChg chg="add del">
          <ac:chgData name="Cristian Chilipirea" userId="34ab170da5908fc4" providerId="LiveId" clId="{51E1D80A-4A29-4E2A-B293-4232621C1517}" dt="2019-10-06T18:07:16.071" v="231"/>
          <ac:picMkLst>
            <pc:docMk/>
            <pc:sldMk cId="1746393774" sldId="511"/>
            <ac:picMk id="17" creationId="{1203F71C-76A3-4EE8-8852-B059BC162351}"/>
          </ac:picMkLst>
        </pc:picChg>
        <pc:picChg chg="add del">
          <ac:chgData name="Cristian Chilipirea" userId="34ab170da5908fc4" providerId="LiveId" clId="{51E1D80A-4A29-4E2A-B293-4232621C1517}" dt="2019-10-06T18:07:16.071" v="231"/>
          <ac:picMkLst>
            <pc:docMk/>
            <pc:sldMk cId="1746393774" sldId="511"/>
            <ac:picMk id="19" creationId="{94D3625A-EEB4-4203-AFCA-0BFA7E286759}"/>
          </ac:picMkLst>
        </pc:picChg>
        <pc:picChg chg="add mod">
          <ac:chgData name="Cristian Chilipirea" userId="34ab170da5908fc4" providerId="LiveId" clId="{51E1D80A-4A29-4E2A-B293-4232621C1517}" dt="2019-10-06T18:07:20.731" v="233" actId="1076"/>
          <ac:picMkLst>
            <pc:docMk/>
            <pc:sldMk cId="1746393774" sldId="511"/>
            <ac:picMk id="29" creationId="{511A6D6F-1E99-411A-8127-D6E0CA64B58D}"/>
          </ac:picMkLst>
        </pc:picChg>
        <pc:picChg chg="add mod">
          <ac:chgData name="Cristian Chilipirea" userId="34ab170da5908fc4" providerId="LiveId" clId="{51E1D80A-4A29-4E2A-B293-4232621C1517}" dt="2019-10-06T18:07:20.731" v="233" actId="1076"/>
          <ac:picMkLst>
            <pc:docMk/>
            <pc:sldMk cId="1746393774" sldId="511"/>
            <ac:picMk id="30" creationId="{51B37CED-FF33-43BB-910E-7D08CA4119DD}"/>
          </ac:picMkLst>
        </pc:picChg>
        <pc:picChg chg="add mod">
          <ac:chgData name="Cristian Chilipirea" userId="34ab170da5908fc4" providerId="LiveId" clId="{51E1D80A-4A29-4E2A-B293-4232621C1517}" dt="2019-10-06T18:07:20.731" v="233" actId="1076"/>
          <ac:picMkLst>
            <pc:docMk/>
            <pc:sldMk cId="1746393774" sldId="511"/>
            <ac:picMk id="31" creationId="{043CB4E2-6325-49C0-98DA-A589347C2019}"/>
          </ac:picMkLst>
        </pc:picChg>
        <pc:picChg chg="add mod">
          <ac:chgData name="Cristian Chilipirea" userId="34ab170da5908fc4" providerId="LiveId" clId="{51E1D80A-4A29-4E2A-B293-4232621C1517}" dt="2019-10-06T18:07:20.731" v="233" actId="1076"/>
          <ac:picMkLst>
            <pc:docMk/>
            <pc:sldMk cId="1746393774" sldId="511"/>
            <ac:picMk id="32" creationId="{69D7A293-9CF0-41F7-8BB9-AF65859834B6}"/>
          </ac:picMkLst>
        </pc:picChg>
        <pc:picChg chg="add mod">
          <ac:chgData name="Cristian Chilipirea" userId="34ab170da5908fc4" providerId="LiveId" clId="{51E1D80A-4A29-4E2A-B293-4232621C1517}" dt="2019-10-06T18:07:20.731" v="233" actId="1076"/>
          <ac:picMkLst>
            <pc:docMk/>
            <pc:sldMk cId="1746393774" sldId="511"/>
            <ac:picMk id="33" creationId="{22657970-C2A5-401B-AB47-26832D380C05}"/>
          </ac:picMkLst>
        </pc:picChg>
        <pc:picChg chg="add mod">
          <ac:chgData name="Cristian Chilipirea" userId="34ab170da5908fc4" providerId="LiveId" clId="{51E1D80A-4A29-4E2A-B293-4232621C1517}" dt="2019-10-06T18:07:20.731" v="233" actId="1076"/>
          <ac:picMkLst>
            <pc:docMk/>
            <pc:sldMk cId="1746393774" sldId="511"/>
            <ac:picMk id="35" creationId="{A79C34FA-B21A-441C-B348-E2868C8AC98B}"/>
          </ac:picMkLst>
        </pc:picChg>
      </pc:sldChg>
      <pc:sldChg chg="addSp delSp modSp add">
        <pc:chgData name="Cristian Chilipirea" userId="34ab170da5908fc4" providerId="LiveId" clId="{51E1D80A-4A29-4E2A-B293-4232621C1517}" dt="2019-10-06T18:07:40.533" v="240" actId="1076"/>
        <pc:sldMkLst>
          <pc:docMk/>
          <pc:sldMk cId="618357871" sldId="512"/>
        </pc:sldMkLst>
        <pc:spChg chg="mod">
          <ac:chgData name="Cristian Chilipirea" userId="34ab170da5908fc4" providerId="LiveId" clId="{51E1D80A-4A29-4E2A-B293-4232621C1517}" dt="2019-10-06T18:07:27.169" v="235"/>
          <ac:spMkLst>
            <pc:docMk/>
            <pc:sldMk cId="618357871" sldId="512"/>
            <ac:spMk id="2" creationId="{31076D31-2F41-4EC6-B97C-1FDD4382BDC9}"/>
          </ac:spMkLst>
        </pc:spChg>
        <pc:spChg chg="del">
          <ac:chgData name="Cristian Chilipirea" userId="34ab170da5908fc4" providerId="LiveId" clId="{51E1D80A-4A29-4E2A-B293-4232621C1517}" dt="2019-10-06T18:07:31.564" v="236" actId="478"/>
          <ac:spMkLst>
            <pc:docMk/>
            <pc:sldMk cId="618357871" sldId="512"/>
            <ac:spMk id="3" creationId="{A5163A1C-992E-4B42-B552-71FDA4ABC9D8}"/>
          </ac:spMkLst>
        </pc:spChg>
        <pc:spChg chg="add del">
          <ac:chgData name="Cristian Chilipirea" userId="34ab170da5908fc4" providerId="LiveId" clId="{51E1D80A-4A29-4E2A-B293-4232621C1517}" dt="2019-10-06T18:07:37.828" v="238"/>
          <ac:spMkLst>
            <pc:docMk/>
            <pc:sldMk cId="618357871" sldId="512"/>
            <ac:spMk id="27" creationId="{3048CD23-A411-4A61-80C4-C42C34D23B91}"/>
          </ac:spMkLst>
        </pc:spChg>
        <pc:spChg chg="add mod">
          <ac:chgData name="Cristian Chilipirea" userId="34ab170da5908fc4" providerId="LiveId" clId="{51E1D80A-4A29-4E2A-B293-4232621C1517}" dt="2019-10-06T18:07:40.533" v="240" actId="1076"/>
          <ac:spMkLst>
            <pc:docMk/>
            <pc:sldMk cId="618357871" sldId="512"/>
            <ac:spMk id="51" creationId="{A3890947-2776-40B0-96B0-A6A42FAC8936}"/>
          </ac:spMkLst>
        </pc:spChg>
        <pc:grpChg chg="add del">
          <ac:chgData name="Cristian Chilipirea" userId="34ab170da5908fc4" providerId="LiveId" clId="{51E1D80A-4A29-4E2A-B293-4232621C1517}" dt="2019-10-06T18:07:37.828" v="238"/>
          <ac:grpSpMkLst>
            <pc:docMk/>
            <pc:sldMk cId="618357871" sldId="512"/>
            <ac:grpSpMk id="4" creationId="{83FD4BD6-ABC3-4FCF-99D2-F217FB40976A}"/>
          </ac:grpSpMkLst>
        </pc:grpChg>
        <pc:grpChg chg="add mod">
          <ac:chgData name="Cristian Chilipirea" userId="34ab170da5908fc4" providerId="LiveId" clId="{51E1D80A-4A29-4E2A-B293-4232621C1517}" dt="2019-10-06T18:07:40.533" v="240" actId="1076"/>
          <ac:grpSpMkLst>
            <pc:docMk/>
            <pc:sldMk cId="618357871" sldId="512"/>
            <ac:grpSpMk id="28" creationId="{E17A3589-3506-4D28-B25C-ACC9836FEB1F}"/>
          </ac:grpSpMkLst>
        </pc:grpChg>
        <pc:grpChg chg="mod">
          <ac:chgData name="Cristian Chilipirea" userId="34ab170da5908fc4" providerId="LiveId" clId="{51E1D80A-4A29-4E2A-B293-4232621C1517}" dt="2019-10-06T18:07:40.533" v="240" actId="1076"/>
          <ac:grpSpMkLst>
            <pc:docMk/>
            <pc:sldMk cId="618357871" sldId="512"/>
            <ac:grpSpMk id="29" creationId="{3CADB62B-40D9-4012-AA2E-F068011D0204}"/>
          </ac:grpSpMkLst>
        </pc:grpChg>
        <pc:grpChg chg="mod">
          <ac:chgData name="Cristian Chilipirea" userId="34ab170da5908fc4" providerId="LiveId" clId="{51E1D80A-4A29-4E2A-B293-4232621C1517}" dt="2019-10-06T18:07:40.533" v="240" actId="1076"/>
          <ac:grpSpMkLst>
            <pc:docMk/>
            <pc:sldMk cId="618357871" sldId="512"/>
            <ac:grpSpMk id="31" creationId="{4BA37AC2-3785-4944-9B2C-D21FFE0E44A5}"/>
          </ac:grpSpMkLst>
        </pc:grpChg>
        <pc:grpChg chg="mod">
          <ac:chgData name="Cristian Chilipirea" userId="34ab170da5908fc4" providerId="LiveId" clId="{51E1D80A-4A29-4E2A-B293-4232621C1517}" dt="2019-10-06T18:07:40.533" v="240" actId="1076"/>
          <ac:grpSpMkLst>
            <pc:docMk/>
            <pc:sldMk cId="618357871" sldId="512"/>
            <ac:grpSpMk id="32" creationId="{C08EF33E-99ED-426B-8EF0-58B61927867E}"/>
          </ac:grpSpMkLst>
        </pc:grpChg>
        <pc:grpChg chg="mod">
          <ac:chgData name="Cristian Chilipirea" userId="34ab170da5908fc4" providerId="LiveId" clId="{51E1D80A-4A29-4E2A-B293-4232621C1517}" dt="2019-10-06T18:07:40.533" v="240" actId="1076"/>
          <ac:grpSpMkLst>
            <pc:docMk/>
            <pc:sldMk cId="618357871" sldId="512"/>
            <ac:grpSpMk id="33" creationId="{795D7784-7BC7-4032-8796-407D409131D7}"/>
          </ac:grpSpMkLst>
        </pc:grpChg>
      </pc:sldChg>
      <pc:sldChg chg="addSp delSp modSp add">
        <pc:chgData name="Cristian Chilipirea" userId="34ab170da5908fc4" providerId="LiveId" clId="{51E1D80A-4A29-4E2A-B293-4232621C1517}" dt="2019-10-06T18:07:59.424" v="247" actId="1076"/>
        <pc:sldMkLst>
          <pc:docMk/>
          <pc:sldMk cId="1643747738" sldId="513"/>
        </pc:sldMkLst>
        <pc:spChg chg="mod">
          <ac:chgData name="Cristian Chilipirea" userId="34ab170da5908fc4" providerId="LiveId" clId="{51E1D80A-4A29-4E2A-B293-4232621C1517}" dt="2019-10-06T18:07:48.540" v="242"/>
          <ac:spMkLst>
            <pc:docMk/>
            <pc:sldMk cId="1643747738" sldId="513"/>
            <ac:spMk id="2" creationId="{C67CBF01-A559-4FAA-AFF8-41DB40B8F4A1}"/>
          </ac:spMkLst>
        </pc:spChg>
        <pc:spChg chg="del">
          <ac:chgData name="Cristian Chilipirea" userId="34ab170da5908fc4" providerId="LiveId" clId="{51E1D80A-4A29-4E2A-B293-4232621C1517}" dt="2019-10-06T18:07:50.486" v="243" actId="478"/>
          <ac:spMkLst>
            <pc:docMk/>
            <pc:sldMk cId="1643747738" sldId="513"/>
            <ac:spMk id="3" creationId="{1045F463-35A1-4A3E-BC92-770B697ED3FD}"/>
          </ac:spMkLst>
        </pc:spChg>
        <pc:spChg chg="add del">
          <ac:chgData name="Cristian Chilipirea" userId="34ab170da5908fc4" providerId="LiveId" clId="{51E1D80A-4A29-4E2A-B293-4232621C1517}" dt="2019-10-06T18:07:57.788" v="245"/>
          <ac:spMkLst>
            <pc:docMk/>
            <pc:sldMk cId="1643747738" sldId="513"/>
            <ac:spMk id="4" creationId="{527FE592-D8F8-4450-B1DA-10B322177DF6}"/>
          </ac:spMkLst>
        </pc:spChg>
        <pc:spChg chg="add mod">
          <ac:chgData name="Cristian Chilipirea" userId="34ab170da5908fc4" providerId="LiveId" clId="{51E1D80A-4A29-4E2A-B293-4232621C1517}" dt="2019-10-06T18:07:59.424" v="247" actId="1076"/>
          <ac:spMkLst>
            <pc:docMk/>
            <pc:sldMk cId="1643747738" sldId="513"/>
            <ac:spMk id="5" creationId="{36D9A0F9-E0D6-44B2-965F-41A8834B8EC8}"/>
          </ac:spMkLst>
        </pc:spChg>
      </pc:sldChg>
      <pc:sldChg chg="addSp delSp modSp add modAnim">
        <pc:chgData name="Cristian Chilipirea" userId="34ab170da5908fc4" providerId="LiveId" clId="{51E1D80A-4A29-4E2A-B293-4232621C1517}" dt="2019-10-06T18:08:25.883" v="254" actId="1076"/>
        <pc:sldMkLst>
          <pc:docMk/>
          <pc:sldMk cId="3181653658" sldId="514"/>
        </pc:sldMkLst>
        <pc:spChg chg="del">
          <ac:chgData name="Cristian Chilipirea" userId="34ab170da5908fc4" providerId="LiveId" clId="{51E1D80A-4A29-4E2A-B293-4232621C1517}" dt="2019-10-06T18:08:12.280" v="250" actId="478"/>
          <ac:spMkLst>
            <pc:docMk/>
            <pc:sldMk cId="3181653658" sldId="514"/>
            <ac:spMk id="2" creationId="{8E7757CC-E7B0-45B8-A463-A6C27EBDF74C}"/>
          </ac:spMkLst>
        </pc:spChg>
        <pc:spChg chg="del">
          <ac:chgData name="Cristian Chilipirea" userId="34ab170da5908fc4" providerId="LiveId" clId="{51E1D80A-4A29-4E2A-B293-4232621C1517}" dt="2019-10-06T18:08:11.072" v="249" actId="478"/>
          <ac:spMkLst>
            <pc:docMk/>
            <pc:sldMk cId="3181653658" sldId="514"/>
            <ac:spMk id="3" creationId="{F437BDD8-2D74-49A3-BE65-5C0F3654C364}"/>
          </ac:spMkLst>
        </pc:spChg>
        <pc:spChg chg="add del">
          <ac:chgData name="Cristian Chilipirea" userId="34ab170da5908fc4" providerId="LiveId" clId="{51E1D80A-4A29-4E2A-B293-4232621C1517}" dt="2019-10-06T18:08:16.734" v="252"/>
          <ac:spMkLst>
            <pc:docMk/>
            <pc:sldMk cId="3181653658" sldId="514"/>
            <ac:spMk id="4" creationId="{2F629111-E7A4-4003-B0F4-FCAF2274F5F4}"/>
          </ac:spMkLst>
        </pc:spChg>
        <pc:spChg chg="add del">
          <ac:chgData name="Cristian Chilipirea" userId="34ab170da5908fc4" providerId="LiveId" clId="{51E1D80A-4A29-4E2A-B293-4232621C1517}" dt="2019-10-06T18:08:16.734" v="252"/>
          <ac:spMkLst>
            <pc:docMk/>
            <pc:sldMk cId="3181653658" sldId="514"/>
            <ac:spMk id="5" creationId="{E09CE1D2-1888-4CA9-BF8F-6A7B46B983F0}"/>
          </ac:spMkLst>
        </pc:spChg>
        <pc:spChg chg="add del">
          <ac:chgData name="Cristian Chilipirea" userId="34ab170da5908fc4" providerId="LiveId" clId="{51E1D80A-4A29-4E2A-B293-4232621C1517}" dt="2019-10-06T18:08:16.734" v="252"/>
          <ac:spMkLst>
            <pc:docMk/>
            <pc:sldMk cId="3181653658" sldId="514"/>
            <ac:spMk id="6" creationId="{FA41EDCA-E881-407C-BFD4-650BD0D1F2B0}"/>
          </ac:spMkLst>
        </pc:spChg>
        <pc:spChg chg="add del">
          <ac:chgData name="Cristian Chilipirea" userId="34ab170da5908fc4" providerId="LiveId" clId="{51E1D80A-4A29-4E2A-B293-4232621C1517}" dt="2019-10-06T18:08:16.734" v="252"/>
          <ac:spMkLst>
            <pc:docMk/>
            <pc:sldMk cId="3181653658" sldId="514"/>
            <ac:spMk id="7" creationId="{7EFD2A05-F7CD-42AB-A20B-37386A2A27D2}"/>
          </ac:spMkLst>
        </pc:spChg>
        <pc:spChg chg="add del">
          <ac:chgData name="Cristian Chilipirea" userId="34ab170da5908fc4" providerId="LiveId" clId="{51E1D80A-4A29-4E2A-B293-4232621C1517}" dt="2019-10-06T18:08:16.734" v="252"/>
          <ac:spMkLst>
            <pc:docMk/>
            <pc:sldMk cId="3181653658" sldId="514"/>
            <ac:spMk id="8" creationId="{E15CB4E4-2988-4FF8-9030-09DA88D8B13F}"/>
          </ac:spMkLst>
        </pc:spChg>
        <pc:spChg chg="add del">
          <ac:chgData name="Cristian Chilipirea" userId="34ab170da5908fc4" providerId="LiveId" clId="{51E1D80A-4A29-4E2A-B293-4232621C1517}" dt="2019-10-06T18:08:16.734" v="252"/>
          <ac:spMkLst>
            <pc:docMk/>
            <pc:sldMk cId="3181653658" sldId="514"/>
            <ac:spMk id="9" creationId="{41184F57-75A7-41D8-B397-8C4E6FA40313}"/>
          </ac:spMkLst>
        </pc:spChg>
        <pc:spChg chg="add del">
          <ac:chgData name="Cristian Chilipirea" userId="34ab170da5908fc4" providerId="LiveId" clId="{51E1D80A-4A29-4E2A-B293-4232621C1517}" dt="2019-10-06T18:08:16.734" v="252"/>
          <ac:spMkLst>
            <pc:docMk/>
            <pc:sldMk cId="3181653658" sldId="514"/>
            <ac:spMk id="10" creationId="{AED60E46-DC5F-40C1-B3C9-A00A45046E57}"/>
          </ac:spMkLst>
        </pc:spChg>
        <pc:spChg chg="add del">
          <ac:chgData name="Cristian Chilipirea" userId="34ab170da5908fc4" providerId="LiveId" clId="{51E1D80A-4A29-4E2A-B293-4232621C1517}" dt="2019-10-06T18:08:16.734" v="252"/>
          <ac:spMkLst>
            <pc:docMk/>
            <pc:sldMk cId="3181653658" sldId="514"/>
            <ac:spMk id="11" creationId="{4A0AF57C-1528-4903-A20B-BEF50EBE125B}"/>
          </ac:spMkLst>
        </pc:spChg>
        <pc:spChg chg="add del">
          <ac:chgData name="Cristian Chilipirea" userId="34ab170da5908fc4" providerId="LiveId" clId="{51E1D80A-4A29-4E2A-B293-4232621C1517}" dt="2019-10-06T18:08:16.734" v="252"/>
          <ac:spMkLst>
            <pc:docMk/>
            <pc:sldMk cId="3181653658" sldId="514"/>
            <ac:spMk id="12" creationId="{E2661160-3709-4E71-A59E-A58379C5ABAD}"/>
          </ac:spMkLst>
        </pc:spChg>
        <pc:spChg chg="add del">
          <ac:chgData name="Cristian Chilipirea" userId="34ab170da5908fc4" providerId="LiveId" clId="{51E1D80A-4A29-4E2A-B293-4232621C1517}" dt="2019-10-06T18:08:16.734" v="252"/>
          <ac:spMkLst>
            <pc:docMk/>
            <pc:sldMk cId="3181653658" sldId="514"/>
            <ac:spMk id="13" creationId="{04A5EEA0-633C-4BF1-A642-B4AFA440249E}"/>
          </ac:spMkLst>
        </pc:spChg>
        <pc:spChg chg="add del">
          <ac:chgData name="Cristian Chilipirea" userId="34ab170da5908fc4" providerId="LiveId" clId="{51E1D80A-4A29-4E2A-B293-4232621C1517}" dt="2019-10-06T18:08:16.734" v="252"/>
          <ac:spMkLst>
            <pc:docMk/>
            <pc:sldMk cId="3181653658" sldId="514"/>
            <ac:spMk id="14" creationId="{1825BA8D-E304-45F6-96B4-59C55529184E}"/>
          </ac:spMkLst>
        </pc:spChg>
        <pc:spChg chg="add del">
          <ac:chgData name="Cristian Chilipirea" userId="34ab170da5908fc4" providerId="LiveId" clId="{51E1D80A-4A29-4E2A-B293-4232621C1517}" dt="2019-10-06T18:08:16.734" v="252"/>
          <ac:spMkLst>
            <pc:docMk/>
            <pc:sldMk cId="3181653658" sldId="514"/>
            <ac:spMk id="15" creationId="{CE300EEE-7AD0-4D2D-A7A6-18429BBE59DD}"/>
          </ac:spMkLst>
        </pc:spChg>
        <pc:spChg chg="add del">
          <ac:chgData name="Cristian Chilipirea" userId="34ab170da5908fc4" providerId="LiveId" clId="{51E1D80A-4A29-4E2A-B293-4232621C1517}" dt="2019-10-06T18:08:16.734" v="252"/>
          <ac:spMkLst>
            <pc:docMk/>
            <pc:sldMk cId="3181653658" sldId="514"/>
            <ac:spMk id="16" creationId="{0F2CB0BA-22B0-479F-9A8F-BBE0DCDBA5FC}"/>
          </ac:spMkLst>
        </pc:spChg>
        <pc:spChg chg="add del">
          <ac:chgData name="Cristian Chilipirea" userId="34ab170da5908fc4" providerId="LiveId" clId="{51E1D80A-4A29-4E2A-B293-4232621C1517}" dt="2019-10-06T18:08:16.734" v="252"/>
          <ac:spMkLst>
            <pc:docMk/>
            <pc:sldMk cId="3181653658" sldId="514"/>
            <ac:spMk id="17" creationId="{92F7EB1C-6417-4DF4-8D29-E66FA4EFFD44}"/>
          </ac:spMkLst>
        </pc:spChg>
        <pc:spChg chg="add del">
          <ac:chgData name="Cristian Chilipirea" userId="34ab170da5908fc4" providerId="LiveId" clId="{51E1D80A-4A29-4E2A-B293-4232621C1517}" dt="2019-10-06T18:08:16.734" v="252"/>
          <ac:spMkLst>
            <pc:docMk/>
            <pc:sldMk cId="3181653658" sldId="514"/>
            <ac:spMk id="18" creationId="{72F10931-7433-4FA5-8EC9-6AB14CB09266}"/>
          </ac:spMkLst>
        </pc:spChg>
        <pc:spChg chg="add del">
          <ac:chgData name="Cristian Chilipirea" userId="34ab170da5908fc4" providerId="LiveId" clId="{51E1D80A-4A29-4E2A-B293-4232621C1517}" dt="2019-10-06T18:08:16.734" v="252"/>
          <ac:spMkLst>
            <pc:docMk/>
            <pc:sldMk cId="3181653658" sldId="514"/>
            <ac:spMk id="19" creationId="{15860DFF-8F43-49F4-9706-A7C0782C5071}"/>
          </ac:spMkLst>
        </pc:spChg>
        <pc:spChg chg="add del">
          <ac:chgData name="Cristian Chilipirea" userId="34ab170da5908fc4" providerId="LiveId" clId="{51E1D80A-4A29-4E2A-B293-4232621C1517}" dt="2019-10-06T18:08:16.734" v="252"/>
          <ac:spMkLst>
            <pc:docMk/>
            <pc:sldMk cId="3181653658" sldId="514"/>
            <ac:spMk id="20" creationId="{011EE6DF-932B-4E23-B780-3BCF082F3B03}"/>
          </ac:spMkLst>
        </pc:spChg>
        <pc:spChg chg="add del">
          <ac:chgData name="Cristian Chilipirea" userId="34ab170da5908fc4" providerId="LiveId" clId="{51E1D80A-4A29-4E2A-B293-4232621C1517}" dt="2019-10-06T18:08:16.734" v="252"/>
          <ac:spMkLst>
            <pc:docMk/>
            <pc:sldMk cId="3181653658" sldId="514"/>
            <ac:spMk id="21" creationId="{B5772446-6E33-4AA4-A456-5001115C803D}"/>
          </ac:spMkLst>
        </pc:spChg>
        <pc:spChg chg="add del">
          <ac:chgData name="Cristian Chilipirea" userId="34ab170da5908fc4" providerId="LiveId" clId="{51E1D80A-4A29-4E2A-B293-4232621C1517}" dt="2019-10-06T18:08:16.734" v="252"/>
          <ac:spMkLst>
            <pc:docMk/>
            <pc:sldMk cId="3181653658" sldId="514"/>
            <ac:spMk id="22" creationId="{68D0C2AB-3567-422C-B5C7-ED7E950B1F6C}"/>
          </ac:spMkLst>
        </pc:spChg>
        <pc:spChg chg="add del">
          <ac:chgData name="Cristian Chilipirea" userId="34ab170da5908fc4" providerId="LiveId" clId="{51E1D80A-4A29-4E2A-B293-4232621C1517}" dt="2019-10-06T18:08:16.734" v="252"/>
          <ac:spMkLst>
            <pc:docMk/>
            <pc:sldMk cId="3181653658" sldId="514"/>
            <ac:spMk id="23" creationId="{0D41D99E-65EB-4251-999C-A34C522E26B5}"/>
          </ac:spMkLst>
        </pc:spChg>
        <pc:spChg chg="add del">
          <ac:chgData name="Cristian Chilipirea" userId="34ab170da5908fc4" providerId="LiveId" clId="{51E1D80A-4A29-4E2A-B293-4232621C1517}" dt="2019-10-06T18:08:16.734" v="252"/>
          <ac:spMkLst>
            <pc:docMk/>
            <pc:sldMk cId="3181653658" sldId="514"/>
            <ac:spMk id="24" creationId="{9DA959E0-40A0-454A-B4AF-8B1F6B969F09}"/>
          </ac:spMkLst>
        </pc:spChg>
        <pc:spChg chg="add del">
          <ac:chgData name="Cristian Chilipirea" userId="34ab170da5908fc4" providerId="LiveId" clId="{51E1D80A-4A29-4E2A-B293-4232621C1517}" dt="2019-10-06T18:08:16.734" v="252"/>
          <ac:spMkLst>
            <pc:docMk/>
            <pc:sldMk cId="3181653658" sldId="514"/>
            <ac:spMk id="25" creationId="{674EF183-B205-4402-88D1-FA3D4CB080DD}"/>
          </ac:spMkLst>
        </pc:spChg>
        <pc:spChg chg="add del">
          <ac:chgData name="Cristian Chilipirea" userId="34ab170da5908fc4" providerId="LiveId" clId="{51E1D80A-4A29-4E2A-B293-4232621C1517}" dt="2019-10-06T18:08:16.734" v="252"/>
          <ac:spMkLst>
            <pc:docMk/>
            <pc:sldMk cId="3181653658" sldId="514"/>
            <ac:spMk id="26" creationId="{B3C394C7-AF95-4B6F-8B83-B18DC13C1F37}"/>
          </ac:spMkLst>
        </pc:spChg>
        <pc:spChg chg="add del">
          <ac:chgData name="Cristian Chilipirea" userId="34ab170da5908fc4" providerId="LiveId" clId="{51E1D80A-4A29-4E2A-B293-4232621C1517}" dt="2019-10-06T18:08:16.734" v="252"/>
          <ac:spMkLst>
            <pc:docMk/>
            <pc:sldMk cId="3181653658" sldId="514"/>
            <ac:spMk id="27" creationId="{24B328FE-DAA1-4F63-9091-81C56D8A952B}"/>
          </ac:spMkLst>
        </pc:spChg>
        <pc:spChg chg="add del">
          <ac:chgData name="Cristian Chilipirea" userId="34ab170da5908fc4" providerId="LiveId" clId="{51E1D80A-4A29-4E2A-B293-4232621C1517}" dt="2019-10-06T18:08:16.734" v="252"/>
          <ac:spMkLst>
            <pc:docMk/>
            <pc:sldMk cId="3181653658" sldId="514"/>
            <ac:spMk id="28" creationId="{5B32886D-1EA3-4B9C-B3A0-674A308D895A}"/>
          </ac:spMkLst>
        </pc:spChg>
        <pc:spChg chg="add del">
          <ac:chgData name="Cristian Chilipirea" userId="34ab170da5908fc4" providerId="LiveId" clId="{51E1D80A-4A29-4E2A-B293-4232621C1517}" dt="2019-10-06T18:08:16.734" v="252"/>
          <ac:spMkLst>
            <pc:docMk/>
            <pc:sldMk cId="3181653658" sldId="514"/>
            <ac:spMk id="29" creationId="{18C00A18-A641-4D92-8695-55161D0A179A}"/>
          </ac:spMkLst>
        </pc:spChg>
        <pc:spChg chg="add del">
          <ac:chgData name="Cristian Chilipirea" userId="34ab170da5908fc4" providerId="LiveId" clId="{51E1D80A-4A29-4E2A-B293-4232621C1517}" dt="2019-10-06T18:08:16.734" v="252"/>
          <ac:spMkLst>
            <pc:docMk/>
            <pc:sldMk cId="3181653658" sldId="514"/>
            <ac:spMk id="30" creationId="{FEAA0A65-83FA-40A4-947F-03621069A2E2}"/>
          </ac:spMkLst>
        </pc:spChg>
        <pc:spChg chg="add del">
          <ac:chgData name="Cristian Chilipirea" userId="34ab170da5908fc4" providerId="LiveId" clId="{51E1D80A-4A29-4E2A-B293-4232621C1517}" dt="2019-10-06T18:08:16.734" v="252"/>
          <ac:spMkLst>
            <pc:docMk/>
            <pc:sldMk cId="3181653658" sldId="514"/>
            <ac:spMk id="31" creationId="{D7E4D054-A4B4-4E14-8417-6C073E5B5755}"/>
          </ac:spMkLst>
        </pc:spChg>
        <pc:spChg chg="add del">
          <ac:chgData name="Cristian Chilipirea" userId="34ab170da5908fc4" providerId="LiveId" clId="{51E1D80A-4A29-4E2A-B293-4232621C1517}" dt="2019-10-06T18:08:16.734" v="252"/>
          <ac:spMkLst>
            <pc:docMk/>
            <pc:sldMk cId="3181653658" sldId="514"/>
            <ac:spMk id="32" creationId="{8B6C027A-FB6B-4E4D-A10C-2BE5D9647094}"/>
          </ac:spMkLst>
        </pc:spChg>
        <pc:spChg chg="add del">
          <ac:chgData name="Cristian Chilipirea" userId="34ab170da5908fc4" providerId="LiveId" clId="{51E1D80A-4A29-4E2A-B293-4232621C1517}" dt="2019-10-06T18:08:16.734" v="252"/>
          <ac:spMkLst>
            <pc:docMk/>
            <pc:sldMk cId="3181653658" sldId="514"/>
            <ac:spMk id="33" creationId="{8DD175EF-19BF-456C-95C9-79BE00A01D06}"/>
          </ac:spMkLst>
        </pc:spChg>
        <pc:spChg chg="add del">
          <ac:chgData name="Cristian Chilipirea" userId="34ab170da5908fc4" providerId="LiveId" clId="{51E1D80A-4A29-4E2A-B293-4232621C1517}" dt="2019-10-06T18:08:16.734" v="252"/>
          <ac:spMkLst>
            <pc:docMk/>
            <pc:sldMk cId="3181653658" sldId="514"/>
            <ac:spMk id="34" creationId="{7C05D0FC-2817-4160-93C3-7164275729B5}"/>
          </ac:spMkLst>
        </pc:spChg>
        <pc:spChg chg="add del">
          <ac:chgData name="Cristian Chilipirea" userId="34ab170da5908fc4" providerId="LiveId" clId="{51E1D80A-4A29-4E2A-B293-4232621C1517}" dt="2019-10-06T18:08:16.734" v="252"/>
          <ac:spMkLst>
            <pc:docMk/>
            <pc:sldMk cId="3181653658" sldId="514"/>
            <ac:spMk id="35" creationId="{64FEFE1F-6580-4931-B212-6F7270E05D20}"/>
          </ac:spMkLst>
        </pc:spChg>
        <pc:spChg chg="add del">
          <ac:chgData name="Cristian Chilipirea" userId="34ab170da5908fc4" providerId="LiveId" clId="{51E1D80A-4A29-4E2A-B293-4232621C1517}" dt="2019-10-06T18:08:16.734" v="252"/>
          <ac:spMkLst>
            <pc:docMk/>
            <pc:sldMk cId="3181653658" sldId="514"/>
            <ac:spMk id="36" creationId="{47C5467B-5D2D-4EA6-B672-B57DDD49D33E}"/>
          </ac:spMkLst>
        </pc:spChg>
        <pc:spChg chg="add del">
          <ac:chgData name="Cristian Chilipirea" userId="34ab170da5908fc4" providerId="LiveId" clId="{51E1D80A-4A29-4E2A-B293-4232621C1517}" dt="2019-10-06T18:08:16.734" v="252"/>
          <ac:spMkLst>
            <pc:docMk/>
            <pc:sldMk cId="3181653658" sldId="514"/>
            <ac:spMk id="37" creationId="{A916CA76-5FA1-423E-A799-384B6DBAECBA}"/>
          </ac:spMkLst>
        </pc:spChg>
        <pc:spChg chg="add del">
          <ac:chgData name="Cristian Chilipirea" userId="34ab170da5908fc4" providerId="LiveId" clId="{51E1D80A-4A29-4E2A-B293-4232621C1517}" dt="2019-10-06T18:08:16.734" v="252"/>
          <ac:spMkLst>
            <pc:docMk/>
            <pc:sldMk cId="3181653658" sldId="514"/>
            <ac:spMk id="38" creationId="{ACB573DB-0663-48EC-B90D-8964C5292321}"/>
          </ac:spMkLst>
        </pc:spChg>
        <pc:spChg chg="add del">
          <ac:chgData name="Cristian Chilipirea" userId="34ab170da5908fc4" providerId="LiveId" clId="{51E1D80A-4A29-4E2A-B293-4232621C1517}" dt="2019-10-06T18:08:16.734" v="252"/>
          <ac:spMkLst>
            <pc:docMk/>
            <pc:sldMk cId="3181653658" sldId="514"/>
            <ac:spMk id="39" creationId="{FA6F1868-D647-4477-A6A9-10128DD29B28}"/>
          </ac:spMkLst>
        </pc:spChg>
        <pc:spChg chg="add del">
          <ac:chgData name="Cristian Chilipirea" userId="34ab170da5908fc4" providerId="LiveId" clId="{51E1D80A-4A29-4E2A-B293-4232621C1517}" dt="2019-10-06T18:08:16.734" v="252"/>
          <ac:spMkLst>
            <pc:docMk/>
            <pc:sldMk cId="3181653658" sldId="514"/>
            <ac:spMk id="40" creationId="{F874B612-F9E4-4A06-8590-4B9F519D6A23}"/>
          </ac:spMkLst>
        </pc:spChg>
        <pc:spChg chg="add del">
          <ac:chgData name="Cristian Chilipirea" userId="34ab170da5908fc4" providerId="LiveId" clId="{51E1D80A-4A29-4E2A-B293-4232621C1517}" dt="2019-10-06T18:08:16.734" v="252"/>
          <ac:spMkLst>
            <pc:docMk/>
            <pc:sldMk cId="3181653658" sldId="514"/>
            <ac:spMk id="41" creationId="{4AAC1CFB-7497-433F-9915-DD69B2F7484A}"/>
          </ac:spMkLst>
        </pc:spChg>
        <pc:spChg chg="add del">
          <ac:chgData name="Cristian Chilipirea" userId="34ab170da5908fc4" providerId="LiveId" clId="{51E1D80A-4A29-4E2A-B293-4232621C1517}" dt="2019-10-06T18:08:16.734" v="252"/>
          <ac:spMkLst>
            <pc:docMk/>
            <pc:sldMk cId="3181653658" sldId="514"/>
            <ac:spMk id="42" creationId="{2C6616A6-B89B-40A9-BC37-32DFAB6693B2}"/>
          </ac:spMkLst>
        </pc:spChg>
        <pc:spChg chg="add del">
          <ac:chgData name="Cristian Chilipirea" userId="34ab170da5908fc4" providerId="LiveId" clId="{51E1D80A-4A29-4E2A-B293-4232621C1517}" dt="2019-10-06T18:08:16.734" v="252"/>
          <ac:spMkLst>
            <pc:docMk/>
            <pc:sldMk cId="3181653658" sldId="514"/>
            <ac:spMk id="43" creationId="{714F1283-C07F-4E74-B72D-C142FA9659BF}"/>
          </ac:spMkLst>
        </pc:spChg>
        <pc:spChg chg="add del">
          <ac:chgData name="Cristian Chilipirea" userId="34ab170da5908fc4" providerId="LiveId" clId="{51E1D80A-4A29-4E2A-B293-4232621C1517}" dt="2019-10-06T18:08:16.734" v="252"/>
          <ac:spMkLst>
            <pc:docMk/>
            <pc:sldMk cId="3181653658" sldId="514"/>
            <ac:spMk id="44" creationId="{8A5F50A7-4FE1-4E33-8990-149D50375B01}"/>
          </ac:spMkLst>
        </pc:spChg>
        <pc:spChg chg="add del">
          <ac:chgData name="Cristian Chilipirea" userId="34ab170da5908fc4" providerId="LiveId" clId="{51E1D80A-4A29-4E2A-B293-4232621C1517}" dt="2019-10-06T18:08:16.734" v="252"/>
          <ac:spMkLst>
            <pc:docMk/>
            <pc:sldMk cId="3181653658" sldId="514"/>
            <ac:spMk id="45" creationId="{77794AC2-0899-4CB0-9E97-90CB7A6E5A4F}"/>
          </ac:spMkLst>
        </pc:spChg>
        <pc:spChg chg="add del">
          <ac:chgData name="Cristian Chilipirea" userId="34ab170da5908fc4" providerId="LiveId" clId="{51E1D80A-4A29-4E2A-B293-4232621C1517}" dt="2019-10-06T18:08:16.734" v="252"/>
          <ac:spMkLst>
            <pc:docMk/>
            <pc:sldMk cId="3181653658" sldId="514"/>
            <ac:spMk id="46" creationId="{20904303-BBD6-499C-86FC-145235E49964}"/>
          </ac:spMkLst>
        </pc:spChg>
        <pc:spChg chg="add del">
          <ac:chgData name="Cristian Chilipirea" userId="34ab170da5908fc4" providerId="LiveId" clId="{51E1D80A-4A29-4E2A-B293-4232621C1517}" dt="2019-10-06T18:08:16.734" v="252"/>
          <ac:spMkLst>
            <pc:docMk/>
            <pc:sldMk cId="3181653658" sldId="514"/>
            <ac:spMk id="47" creationId="{C2E7F05C-1D0C-47F6-BD3E-F494D453F165}"/>
          </ac:spMkLst>
        </pc:spChg>
        <pc:spChg chg="add del">
          <ac:chgData name="Cristian Chilipirea" userId="34ab170da5908fc4" providerId="LiveId" clId="{51E1D80A-4A29-4E2A-B293-4232621C1517}" dt="2019-10-06T18:08:16.734" v="252"/>
          <ac:spMkLst>
            <pc:docMk/>
            <pc:sldMk cId="3181653658" sldId="514"/>
            <ac:spMk id="48" creationId="{8D97C980-AB7E-4A4D-A3C3-944F12101B42}"/>
          </ac:spMkLst>
        </pc:spChg>
        <pc:spChg chg="add del">
          <ac:chgData name="Cristian Chilipirea" userId="34ab170da5908fc4" providerId="LiveId" clId="{51E1D80A-4A29-4E2A-B293-4232621C1517}" dt="2019-10-06T18:08:16.734" v="252"/>
          <ac:spMkLst>
            <pc:docMk/>
            <pc:sldMk cId="3181653658" sldId="514"/>
            <ac:spMk id="49" creationId="{3AE35944-C4A3-49F5-9F46-035B9DE0CFFB}"/>
          </ac:spMkLst>
        </pc:spChg>
        <pc:spChg chg="add del">
          <ac:chgData name="Cristian Chilipirea" userId="34ab170da5908fc4" providerId="LiveId" clId="{51E1D80A-4A29-4E2A-B293-4232621C1517}" dt="2019-10-06T18:08:16.734" v="252"/>
          <ac:spMkLst>
            <pc:docMk/>
            <pc:sldMk cId="3181653658" sldId="514"/>
            <ac:spMk id="50" creationId="{D8F412EF-3FB2-4D0B-9485-57952C560C38}"/>
          </ac:spMkLst>
        </pc:spChg>
        <pc:spChg chg="add del">
          <ac:chgData name="Cristian Chilipirea" userId="34ab170da5908fc4" providerId="LiveId" clId="{51E1D80A-4A29-4E2A-B293-4232621C1517}" dt="2019-10-06T18:08:16.734" v="252"/>
          <ac:spMkLst>
            <pc:docMk/>
            <pc:sldMk cId="3181653658" sldId="514"/>
            <ac:spMk id="51" creationId="{EC382042-4EF6-4344-8882-73C5ED7EA9E4}"/>
          </ac:spMkLst>
        </pc:spChg>
        <pc:spChg chg="add del">
          <ac:chgData name="Cristian Chilipirea" userId="34ab170da5908fc4" providerId="LiveId" clId="{51E1D80A-4A29-4E2A-B293-4232621C1517}" dt="2019-10-06T18:08:16.734" v="252"/>
          <ac:spMkLst>
            <pc:docMk/>
            <pc:sldMk cId="3181653658" sldId="514"/>
            <ac:spMk id="52" creationId="{BF0EE371-CDE7-441B-8BD5-A984C6EDE89C}"/>
          </ac:spMkLst>
        </pc:spChg>
        <pc:spChg chg="add del">
          <ac:chgData name="Cristian Chilipirea" userId="34ab170da5908fc4" providerId="LiveId" clId="{51E1D80A-4A29-4E2A-B293-4232621C1517}" dt="2019-10-06T18:08:16.734" v="252"/>
          <ac:spMkLst>
            <pc:docMk/>
            <pc:sldMk cId="3181653658" sldId="514"/>
            <ac:spMk id="53" creationId="{D8992905-7290-4202-8532-C8D1D50BD4C7}"/>
          </ac:spMkLst>
        </pc:spChg>
        <pc:spChg chg="add del">
          <ac:chgData name="Cristian Chilipirea" userId="34ab170da5908fc4" providerId="LiveId" clId="{51E1D80A-4A29-4E2A-B293-4232621C1517}" dt="2019-10-06T18:08:16.734" v="252"/>
          <ac:spMkLst>
            <pc:docMk/>
            <pc:sldMk cId="3181653658" sldId="514"/>
            <ac:spMk id="54" creationId="{FDDCCD51-6858-4D3A-BAB5-1D99529D0F9F}"/>
          </ac:spMkLst>
        </pc:spChg>
        <pc:spChg chg="add del">
          <ac:chgData name="Cristian Chilipirea" userId="34ab170da5908fc4" providerId="LiveId" clId="{51E1D80A-4A29-4E2A-B293-4232621C1517}" dt="2019-10-06T18:08:16.734" v="252"/>
          <ac:spMkLst>
            <pc:docMk/>
            <pc:sldMk cId="3181653658" sldId="514"/>
            <ac:spMk id="55" creationId="{74CFB4D5-FB44-4F77-973E-7E13A486C98E}"/>
          </ac:spMkLst>
        </pc:spChg>
        <pc:spChg chg="add del">
          <ac:chgData name="Cristian Chilipirea" userId="34ab170da5908fc4" providerId="LiveId" clId="{51E1D80A-4A29-4E2A-B293-4232621C1517}" dt="2019-10-06T18:08:16.734" v="252"/>
          <ac:spMkLst>
            <pc:docMk/>
            <pc:sldMk cId="3181653658" sldId="514"/>
            <ac:spMk id="56" creationId="{29920ACF-22C2-4750-BF12-CE42530B0A62}"/>
          </ac:spMkLst>
        </pc:spChg>
        <pc:spChg chg="add del">
          <ac:chgData name="Cristian Chilipirea" userId="34ab170da5908fc4" providerId="LiveId" clId="{51E1D80A-4A29-4E2A-B293-4232621C1517}" dt="2019-10-06T18:08:16.734" v="252"/>
          <ac:spMkLst>
            <pc:docMk/>
            <pc:sldMk cId="3181653658" sldId="514"/>
            <ac:spMk id="57" creationId="{985B4A17-8CC4-422B-831A-05BED1B194FB}"/>
          </ac:spMkLst>
        </pc:spChg>
        <pc:spChg chg="add del">
          <ac:chgData name="Cristian Chilipirea" userId="34ab170da5908fc4" providerId="LiveId" clId="{51E1D80A-4A29-4E2A-B293-4232621C1517}" dt="2019-10-06T18:08:16.734" v="252"/>
          <ac:spMkLst>
            <pc:docMk/>
            <pc:sldMk cId="3181653658" sldId="514"/>
            <ac:spMk id="58" creationId="{0AF42141-4CD9-4FA7-9183-E94E3A477D56}"/>
          </ac:spMkLst>
        </pc:spChg>
        <pc:spChg chg="add del">
          <ac:chgData name="Cristian Chilipirea" userId="34ab170da5908fc4" providerId="LiveId" clId="{51E1D80A-4A29-4E2A-B293-4232621C1517}" dt="2019-10-06T18:08:16.734" v="252"/>
          <ac:spMkLst>
            <pc:docMk/>
            <pc:sldMk cId="3181653658" sldId="514"/>
            <ac:spMk id="59" creationId="{C52534BF-2EF1-435E-BF2B-083BF4948BC9}"/>
          </ac:spMkLst>
        </pc:spChg>
        <pc:spChg chg="add del">
          <ac:chgData name="Cristian Chilipirea" userId="34ab170da5908fc4" providerId="LiveId" clId="{51E1D80A-4A29-4E2A-B293-4232621C1517}" dt="2019-10-06T18:08:16.734" v="252"/>
          <ac:spMkLst>
            <pc:docMk/>
            <pc:sldMk cId="3181653658" sldId="514"/>
            <ac:spMk id="60" creationId="{B51BD7C1-9C59-4EE4-97BD-A8F89F57FB63}"/>
          </ac:spMkLst>
        </pc:spChg>
        <pc:spChg chg="add del">
          <ac:chgData name="Cristian Chilipirea" userId="34ab170da5908fc4" providerId="LiveId" clId="{51E1D80A-4A29-4E2A-B293-4232621C1517}" dt="2019-10-06T18:08:16.734" v="252"/>
          <ac:spMkLst>
            <pc:docMk/>
            <pc:sldMk cId="3181653658" sldId="514"/>
            <ac:spMk id="61" creationId="{1919AF5D-38B4-495D-A013-1B0D17D29228}"/>
          </ac:spMkLst>
        </pc:spChg>
        <pc:spChg chg="add del">
          <ac:chgData name="Cristian Chilipirea" userId="34ab170da5908fc4" providerId="LiveId" clId="{51E1D80A-4A29-4E2A-B293-4232621C1517}" dt="2019-10-06T18:08:16.734" v="252"/>
          <ac:spMkLst>
            <pc:docMk/>
            <pc:sldMk cId="3181653658" sldId="514"/>
            <ac:spMk id="62" creationId="{345903A2-21C8-43A5-843B-8B97583CE698}"/>
          </ac:spMkLst>
        </pc:spChg>
        <pc:spChg chg="add del">
          <ac:chgData name="Cristian Chilipirea" userId="34ab170da5908fc4" providerId="LiveId" clId="{51E1D80A-4A29-4E2A-B293-4232621C1517}" dt="2019-10-06T18:08:16.734" v="252"/>
          <ac:spMkLst>
            <pc:docMk/>
            <pc:sldMk cId="3181653658" sldId="514"/>
            <ac:spMk id="63" creationId="{00686B20-6F3B-468A-BA4A-DFDA754CBDFE}"/>
          </ac:spMkLst>
        </pc:spChg>
        <pc:spChg chg="add del">
          <ac:chgData name="Cristian Chilipirea" userId="34ab170da5908fc4" providerId="LiveId" clId="{51E1D80A-4A29-4E2A-B293-4232621C1517}" dt="2019-10-06T18:08:16.734" v="252"/>
          <ac:spMkLst>
            <pc:docMk/>
            <pc:sldMk cId="3181653658" sldId="514"/>
            <ac:spMk id="64" creationId="{9F08BBD2-CAEF-4CC4-B99A-6AAA850A86B4}"/>
          </ac:spMkLst>
        </pc:spChg>
        <pc:spChg chg="add del">
          <ac:chgData name="Cristian Chilipirea" userId="34ab170da5908fc4" providerId="LiveId" clId="{51E1D80A-4A29-4E2A-B293-4232621C1517}" dt="2019-10-06T18:08:16.734" v="252"/>
          <ac:spMkLst>
            <pc:docMk/>
            <pc:sldMk cId="3181653658" sldId="514"/>
            <ac:spMk id="65" creationId="{278C8EC1-CE24-4501-9BD9-26A70B470720}"/>
          </ac:spMkLst>
        </pc:spChg>
        <pc:spChg chg="add del">
          <ac:chgData name="Cristian Chilipirea" userId="34ab170da5908fc4" providerId="LiveId" clId="{51E1D80A-4A29-4E2A-B293-4232621C1517}" dt="2019-10-06T18:08:16.734" v="252"/>
          <ac:spMkLst>
            <pc:docMk/>
            <pc:sldMk cId="3181653658" sldId="514"/>
            <ac:spMk id="66" creationId="{39DEAC31-FBEE-41DF-9256-3FC820290B29}"/>
          </ac:spMkLst>
        </pc:spChg>
        <pc:spChg chg="add del">
          <ac:chgData name="Cristian Chilipirea" userId="34ab170da5908fc4" providerId="LiveId" clId="{51E1D80A-4A29-4E2A-B293-4232621C1517}" dt="2019-10-06T18:08:16.734" v="252"/>
          <ac:spMkLst>
            <pc:docMk/>
            <pc:sldMk cId="3181653658" sldId="514"/>
            <ac:spMk id="67" creationId="{B3D91899-2E46-403F-964D-6FAD67DA9AF2}"/>
          </ac:spMkLst>
        </pc:spChg>
        <pc:spChg chg="add del">
          <ac:chgData name="Cristian Chilipirea" userId="34ab170da5908fc4" providerId="LiveId" clId="{51E1D80A-4A29-4E2A-B293-4232621C1517}" dt="2019-10-06T18:08:16.734" v="252"/>
          <ac:spMkLst>
            <pc:docMk/>
            <pc:sldMk cId="3181653658" sldId="514"/>
            <ac:spMk id="68" creationId="{83181B4A-5AC4-4486-A212-FC7947C82ECA}"/>
          </ac:spMkLst>
        </pc:spChg>
        <pc:spChg chg="add del">
          <ac:chgData name="Cristian Chilipirea" userId="34ab170da5908fc4" providerId="LiveId" clId="{51E1D80A-4A29-4E2A-B293-4232621C1517}" dt="2019-10-06T18:08:16.734" v="252"/>
          <ac:spMkLst>
            <pc:docMk/>
            <pc:sldMk cId="3181653658" sldId="514"/>
            <ac:spMk id="69" creationId="{4210A389-6C58-4A81-B609-58E73A96DE9E}"/>
          </ac:spMkLst>
        </pc:spChg>
        <pc:spChg chg="add del">
          <ac:chgData name="Cristian Chilipirea" userId="34ab170da5908fc4" providerId="LiveId" clId="{51E1D80A-4A29-4E2A-B293-4232621C1517}" dt="2019-10-06T18:08:16.734" v="252"/>
          <ac:spMkLst>
            <pc:docMk/>
            <pc:sldMk cId="3181653658" sldId="514"/>
            <ac:spMk id="70" creationId="{EF6625DE-8CF1-4152-AB97-56EF6BECAEE0}"/>
          </ac:spMkLst>
        </pc:spChg>
        <pc:spChg chg="add del">
          <ac:chgData name="Cristian Chilipirea" userId="34ab170da5908fc4" providerId="LiveId" clId="{51E1D80A-4A29-4E2A-B293-4232621C1517}" dt="2019-10-06T18:08:16.734" v="252"/>
          <ac:spMkLst>
            <pc:docMk/>
            <pc:sldMk cId="3181653658" sldId="514"/>
            <ac:spMk id="71" creationId="{69234508-2B50-461A-9996-C40BE9E72CC9}"/>
          </ac:spMkLst>
        </pc:spChg>
        <pc:spChg chg="add del">
          <ac:chgData name="Cristian Chilipirea" userId="34ab170da5908fc4" providerId="LiveId" clId="{51E1D80A-4A29-4E2A-B293-4232621C1517}" dt="2019-10-06T18:08:16.734" v="252"/>
          <ac:spMkLst>
            <pc:docMk/>
            <pc:sldMk cId="3181653658" sldId="514"/>
            <ac:spMk id="72" creationId="{3D6F024E-98BD-4F52-AFDE-51D4472A1B25}"/>
          </ac:spMkLst>
        </pc:spChg>
        <pc:spChg chg="add del">
          <ac:chgData name="Cristian Chilipirea" userId="34ab170da5908fc4" providerId="LiveId" clId="{51E1D80A-4A29-4E2A-B293-4232621C1517}" dt="2019-10-06T18:08:16.734" v="252"/>
          <ac:spMkLst>
            <pc:docMk/>
            <pc:sldMk cId="3181653658" sldId="514"/>
            <ac:spMk id="73" creationId="{91DFD773-742D-4364-96EC-7F5E0592C2E9}"/>
          </ac:spMkLst>
        </pc:spChg>
        <pc:spChg chg="add del">
          <ac:chgData name="Cristian Chilipirea" userId="34ab170da5908fc4" providerId="LiveId" clId="{51E1D80A-4A29-4E2A-B293-4232621C1517}" dt="2019-10-06T18:08:16.734" v="252"/>
          <ac:spMkLst>
            <pc:docMk/>
            <pc:sldMk cId="3181653658" sldId="514"/>
            <ac:spMk id="74" creationId="{B180C7EF-3C9A-4B7F-927B-986E1BD83D44}"/>
          </ac:spMkLst>
        </pc:spChg>
        <pc:spChg chg="add del">
          <ac:chgData name="Cristian Chilipirea" userId="34ab170da5908fc4" providerId="LiveId" clId="{51E1D80A-4A29-4E2A-B293-4232621C1517}" dt="2019-10-06T18:08:16.734" v="252"/>
          <ac:spMkLst>
            <pc:docMk/>
            <pc:sldMk cId="3181653658" sldId="514"/>
            <ac:spMk id="75" creationId="{09058D5B-815A-4B18-8D58-66343BD0C46B}"/>
          </ac:spMkLst>
        </pc:spChg>
        <pc:spChg chg="add del">
          <ac:chgData name="Cristian Chilipirea" userId="34ab170da5908fc4" providerId="LiveId" clId="{51E1D80A-4A29-4E2A-B293-4232621C1517}" dt="2019-10-06T18:08:16.734" v="252"/>
          <ac:spMkLst>
            <pc:docMk/>
            <pc:sldMk cId="3181653658" sldId="514"/>
            <ac:spMk id="76" creationId="{8E11452E-97A3-435B-8AD4-4E4C9A4E944B}"/>
          </ac:spMkLst>
        </pc:spChg>
        <pc:spChg chg="add del">
          <ac:chgData name="Cristian Chilipirea" userId="34ab170da5908fc4" providerId="LiveId" clId="{51E1D80A-4A29-4E2A-B293-4232621C1517}" dt="2019-10-06T18:08:16.734" v="252"/>
          <ac:spMkLst>
            <pc:docMk/>
            <pc:sldMk cId="3181653658" sldId="514"/>
            <ac:spMk id="77" creationId="{3C459FB5-1E16-4025-83FF-A8BFE8731002}"/>
          </ac:spMkLst>
        </pc:spChg>
        <pc:spChg chg="add del">
          <ac:chgData name="Cristian Chilipirea" userId="34ab170da5908fc4" providerId="LiveId" clId="{51E1D80A-4A29-4E2A-B293-4232621C1517}" dt="2019-10-06T18:08:16.734" v="252"/>
          <ac:spMkLst>
            <pc:docMk/>
            <pc:sldMk cId="3181653658" sldId="514"/>
            <ac:spMk id="78" creationId="{079F7F95-F74A-4083-8B0E-2DB5B34B0BAF}"/>
          </ac:spMkLst>
        </pc:spChg>
        <pc:spChg chg="add del">
          <ac:chgData name="Cristian Chilipirea" userId="34ab170da5908fc4" providerId="LiveId" clId="{51E1D80A-4A29-4E2A-B293-4232621C1517}" dt="2019-10-06T18:08:16.734" v="252"/>
          <ac:spMkLst>
            <pc:docMk/>
            <pc:sldMk cId="3181653658" sldId="514"/>
            <ac:spMk id="79" creationId="{CD056DBE-2E2F-4207-B9BE-ED8197AE7048}"/>
          </ac:spMkLst>
        </pc:spChg>
        <pc:spChg chg="add del">
          <ac:chgData name="Cristian Chilipirea" userId="34ab170da5908fc4" providerId="LiveId" clId="{51E1D80A-4A29-4E2A-B293-4232621C1517}" dt="2019-10-06T18:08:16.734" v="252"/>
          <ac:spMkLst>
            <pc:docMk/>
            <pc:sldMk cId="3181653658" sldId="514"/>
            <ac:spMk id="80" creationId="{5D57DBB3-E0E9-4323-82A3-22CE8E180DB6}"/>
          </ac:spMkLst>
        </pc:spChg>
        <pc:spChg chg="add del">
          <ac:chgData name="Cristian Chilipirea" userId="34ab170da5908fc4" providerId="LiveId" clId="{51E1D80A-4A29-4E2A-B293-4232621C1517}" dt="2019-10-06T18:08:16.734" v="252"/>
          <ac:spMkLst>
            <pc:docMk/>
            <pc:sldMk cId="3181653658" sldId="514"/>
            <ac:spMk id="81" creationId="{6D24A40F-D182-458E-A4D1-3C6C28D3D507}"/>
          </ac:spMkLst>
        </pc:spChg>
        <pc:spChg chg="add del">
          <ac:chgData name="Cristian Chilipirea" userId="34ab170da5908fc4" providerId="LiveId" clId="{51E1D80A-4A29-4E2A-B293-4232621C1517}" dt="2019-10-06T18:08:16.734" v="252"/>
          <ac:spMkLst>
            <pc:docMk/>
            <pc:sldMk cId="3181653658" sldId="514"/>
            <ac:spMk id="82" creationId="{25875BC8-6BD9-48DF-9DE2-278CE886647D}"/>
          </ac:spMkLst>
        </pc:spChg>
        <pc:spChg chg="add del">
          <ac:chgData name="Cristian Chilipirea" userId="34ab170da5908fc4" providerId="LiveId" clId="{51E1D80A-4A29-4E2A-B293-4232621C1517}" dt="2019-10-06T18:08:16.734" v="252"/>
          <ac:spMkLst>
            <pc:docMk/>
            <pc:sldMk cId="3181653658" sldId="514"/>
            <ac:spMk id="83" creationId="{0711013D-8D80-48FA-A5D7-3D518A19BE76}"/>
          </ac:spMkLst>
        </pc:spChg>
        <pc:spChg chg="add del">
          <ac:chgData name="Cristian Chilipirea" userId="34ab170da5908fc4" providerId="LiveId" clId="{51E1D80A-4A29-4E2A-B293-4232621C1517}" dt="2019-10-06T18:08:16.734" v="252"/>
          <ac:spMkLst>
            <pc:docMk/>
            <pc:sldMk cId="3181653658" sldId="514"/>
            <ac:spMk id="84" creationId="{4769C411-C9B6-4B1E-A1CC-D6944EAF424D}"/>
          </ac:spMkLst>
        </pc:spChg>
        <pc:spChg chg="add del">
          <ac:chgData name="Cristian Chilipirea" userId="34ab170da5908fc4" providerId="LiveId" clId="{51E1D80A-4A29-4E2A-B293-4232621C1517}" dt="2019-10-06T18:08:16.734" v="252"/>
          <ac:spMkLst>
            <pc:docMk/>
            <pc:sldMk cId="3181653658" sldId="514"/>
            <ac:spMk id="85" creationId="{6E9BA056-459D-409B-998B-D5C6BA47D5EF}"/>
          </ac:spMkLst>
        </pc:spChg>
        <pc:spChg chg="add del">
          <ac:chgData name="Cristian Chilipirea" userId="34ab170da5908fc4" providerId="LiveId" clId="{51E1D80A-4A29-4E2A-B293-4232621C1517}" dt="2019-10-06T18:08:16.734" v="252"/>
          <ac:spMkLst>
            <pc:docMk/>
            <pc:sldMk cId="3181653658" sldId="514"/>
            <ac:spMk id="86" creationId="{6CB03F39-FC5B-4BAB-92C9-CAD0BC9D1CC7}"/>
          </ac:spMkLst>
        </pc:spChg>
        <pc:spChg chg="add del">
          <ac:chgData name="Cristian Chilipirea" userId="34ab170da5908fc4" providerId="LiveId" clId="{51E1D80A-4A29-4E2A-B293-4232621C1517}" dt="2019-10-06T18:08:16.734" v="252"/>
          <ac:spMkLst>
            <pc:docMk/>
            <pc:sldMk cId="3181653658" sldId="514"/>
            <ac:spMk id="87" creationId="{29D1DDE7-FC93-4B9A-9FCE-63BF8BA478CA}"/>
          </ac:spMkLst>
        </pc:spChg>
        <pc:spChg chg="add del">
          <ac:chgData name="Cristian Chilipirea" userId="34ab170da5908fc4" providerId="LiveId" clId="{51E1D80A-4A29-4E2A-B293-4232621C1517}" dt="2019-10-06T18:08:16.734" v="252"/>
          <ac:spMkLst>
            <pc:docMk/>
            <pc:sldMk cId="3181653658" sldId="514"/>
            <ac:spMk id="88" creationId="{FF06086A-8D70-4CF9-A360-3557E6F1FEA4}"/>
          </ac:spMkLst>
        </pc:spChg>
        <pc:spChg chg="add del">
          <ac:chgData name="Cristian Chilipirea" userId="34ab170da5908fc4" providerId="LiveId" clId="{51E1D80A-4A29-4E2A-B293-4232621C1517}" dt="2019-10-06T18:08:16.734" v="252"/>
          <ac:spMkLst>
            <pc:docMk/>
            <pc:sldMk cId="3181653658" sldId="514"/>
            <ac:spMk id="89" creationId="{DA4CB97A-3E75-48AF-B246-702B01C6BBBF}"/>
          </ac:spMkLst>
        </pc:spChg>
        <pc:spChg chg="add del">
          <ac:chgData name="Cristian Chilipirea" userId="34ab170da5908fc4" providerId="LiveId" clId="{51E1D80A-4A29-4E2A-B293-4232621C1517}" dt="2019-10-06T18:08:16.734" v="252"/>
          <ac:spMkLst>
            <pc:docMk/>
            <pc:sldMk cId="3181653658" sldId="514"/>
            <ac:spMk id="90" creationId="{9B228C85-31DF-4D78-97CA-1C9D0914F3C9}"/>
          </ac:spMkLst>
        </pc:spChg>
        <pc:spChg chg="add del">
          <ac:chgData name="Cristian Chilipirea" userId="34ab170da5908fc4" providerId="LiveId" clId="{51E1D80A-4A29-4E2A-B293-4232621C1517}" dt="2019-10-06T18:08:16.734" v="252"/>
          <ac:spMkLst>
            <pc:docMk/>
            <pc:sldMk cId="3181653658" sldId="514"/>
            <ac:spMk id="91" creationId="{413E9D48-7998-49D0-8C2E-71FFDE9BC85D}"/>
          </ac:spMkLst>
        </pc:spChg>
        <pc:spChg chg="add del">
          <ac:chgData name="Cristian Chilipirea" userId="34ab170da5908fc4" providerId="LiveId" clId="{51E1D80A-4A29-4E2A-B293-4232621C1517}" dt="2019-10-06T18:08:16.734" v="252"/>
          <ac:spMkLst>
            <pc:docMk/>
            <pc:sldMk cId="3181653658" sldId="514"/>
            <ac:spMk id="92" creationId="{282E3ADF-DF0B-4AE3-B934-4BF0B15F3B72}"/>
          </ac:spMkLst>
        </pc:spChg>
        <pc:spChg chg="add del">
          <ac:chgData name="Cristian Chilipirea" userId="34ab170da5908fc4" providerId="LiveId" clId="{51E1D80A-4A29-4E2A-B293-4232621C1517}" dt="2019-10-06T18:08:16.734" v="252"/>
          <ac:spMkLst>
            <pc:docMk/>
            <pc:sldMk cId="3181653658" sldId="514"/>
            <ac:spMk id="93" creationId="{B39F0DD6-A8D8-4807-A516-AC825ACFB689}"/>
          </ac:spMkLst>
        </pc:spChg>
        <pc:spChg chg="add del">
          <ac:chgData name="Cristian Chilipirea" userId="34ab170da5908fc4" providerId="LiveId" clId="{51E1D80A-4A29-4E2A-B293-4232621C1517}" dt="2019-10-06T18:08:16.734" v="252"/>
          <ac:spMkLst>
            <pc:docMk/>
            <pc:sldMk cId="3181653658" sldId="514"/>
            <ac:spMk id="94" creationId="{95954D33-DD23-4F36-8A01-2EB9688C5339}"/>
          </ac:spMkLst>
        </pc:spChg>
        <pc:spChg chg="add del">
          <ac:chgData name="Cristian Chilipirea" userId="34ab170da5908fc4" providerId="LiveId" clId="{51E1D80A-4A29-4E2A-B293-4232621C1517}" dt="2019-10-06T18:08:16.734" v="252"/>
          <ac:spMkLst>
            <pc:docMk/>
            <pc:sldMk cId="3181653658" sldId="514"/>
            <ac:spMk id="95" creationId="{520AED1D-B188-44A7-9528-DE15FFDAE66C}"/>
          </ac:spMkLst>
        </pc:spChg>
        <pc:spChg chg="add del">
          <ac:chgData name="Cristian Chilipirea" userId="34ab170da5908fc4" providerId="LiveId" clId="{51E1D80A-4A29-4E2A-B293-4232621C1517}" dt="2019-10-06T18:08:16.734" v="252"/>
          <ac:spMkLst>
            <pc:docMk/>
            <pc:sldMk cId="3181653658" sldId="514"/>
            <ac:spMk id="96" creationId="{DF088397-88CB-4529-9ADD-3A95B7CD9FAD}"/>
          </ac:spMkLst>
        </pc:spChg>
        <pc:spChg chg="add del">
          <ac:chgData name="Cristian Chilipirea" userId="34ab170da5908fc4" providerId="LiveId" clId="{51E1D80A-4A29-4E2A-B293-4232621C1517}" dt="2019-10-06T18:08:16.734" v="252"/>
          <ac:spMkLst>
            <pc:docMk/>
            <pc:sldMk cId="3181653658" sldId="514"/>
            <ac:spMk id="97" creationId="{11D6E9CD-C6E7-456F-9C4B-1D94D6FDF3F6}"/>
          </ac:spMkLst>
        </pc:spChg>
        <pc:spChg chg="add del">
          <ac:chgData name="Cristian Chilipirea" userId="34ab170da5908fc4" providerId="LiveId" clId="{51E1D80A-4A29-4E2A-B293-4232621C1517}" dt="2019-10-06T18:08:16.734" v="252"/>
          <ac:spMkLst>
            <pc:docMk/>
            <pc:sldMk cId="3181653658" sldId="514"/>
            <ac:spMk id="98" creationId="{1BD12AE1-4B2E-439B-86AD-A4C322BFB720}"/>
          </ac:spMkLst>
        </pc:spChg>
        <pc:spChg chg="add del">
          <ac:chgData name="Cristian Chilipirea" userId="34ab170da5908fc4" providerId="LiveId" clId="{51E1D80A-4A29-4E2A-B293-4232621C1517}" dt="2019-10-06T18:08:16.734" v="252"/>
          <ac:spMkLst>
            <pc:docMk/>
            <pc:sldMk cId="3181653658" sldId="514"/>
            <ac:spMk id="99" creationId="{769C5D93-E26E-4F74-944F-E9CEDFF92EAD}"/>
          </ac:spMkLst>
        </pc:spChg>
        <pc:spChg chg="add del">
          <ac:chgData name="Cristian Chilipirea" userId="34ab170da5908fc4" providerId="LiveId" clId="{51E1D80A-4A29-4E2A-B293-4232621C1517}" dt="2019-10-06T18:08:16.734" v="252"/>
          <ac:spMkLst>
            <pc:docMk/>
            <pc:sldMk cId="3181653658" sldId="514"/>
            <ac:spMk id="100" creationId="{4EA3536C-2510-4C60-8530-90B23A083C78}"/>
          </ac:spMkLst>
        </pc:spChg>
        <pc:spChg chg="add del">
          <ac:chgData name="Cristian Chilipirea" userId="34ab170da5908fc4" providerId="LiveId" clId="{51E1D80A-4A29-4E2A-B293-4232621C1517}" dt="2019-10-06T18:08:16.734" v="252"/>
          <ac:spMkLst>
            <pc:docMk/>
            <pc:sldMk cId="3181653658" sldId="514"/>
            <ac:spMk id="101" creationId="{B4D91410-2464-4716-B433-DFCC045DBA29}"/>
          </ac:spMkLst>
        </pc:spChg>
        <pc:spChg chg="add del">
          <ac:chgData name="Cristian Chilipirea" userId="34ab170da5908fc4" providerId="LiveId" clId="{51E1D80A-4A29-4E2A-B293-4232621C1517}" dt="2019-10-06T18:08:16.734" v="252"/>
          <ac:spMkLst>
            <pc:docMk/>
            <pc:sldMk cId="3181653658" sldId="514"/>
            <ac:spMk id="102" creationId="{D50063CF-FFF9-4E19-8BD8-CC08150483E0}"/>
          </ac:spMkLst>
        </pc:spChg>
        <pc:spChg chg="add del">
          <ac:chgData name="Cristian Chilipirea" userId="34ab170da5908fc4" providerId="LiveId" clId="{51E1D80A-4A29-4E2A-B293-4232621C1517}" dt="2019-10-06T18:08:16.734" v="252"/>
          <ac:spMkLst>
            <pc:docMk/>
            <pc:sldMk cId="3181653658" sldId="514"/>
            <ac:spMk id="103" creationId="{632239F4-E197-45E8-A82C-318AC1AC9965}"/>
          </ac:spMkLst>
        </pc:spChg>
        <pc:spChg chg="add del">
          <ac:chgData name="Cristian Chilipirea" userId="34ab170da5908fc4" providerId="LiveId" clId="{51E1D80A-4A29-4E2A-B293-4232621C1517}" dt="2019-10-06T18:08:16.734" v="252"/>
          <ac:spMkLst>
            <pc:docMk/>
            <pc:sldMk cId="3181653658" sldId="514"/>
            <ac:spMk id="104" creationId="{B01A500E-391B-4D42-996A-0EFE2458266C}"/>
          </ac:spMkLst>
        </pc:spChg>
        <pc:spChg chg="add del">
          <ac:chgData name="Cristian Chilipirea" userId="34ab170da5908fc4" providerId="LiveId" clId="{51E1D80A-4A29-4E2A-B293-4232621C1517}" dt="2019-10-06T18:08:16.734" v="252"/>
          <ac:spMkLst>
            <pc:docMk/>
            <pc:sldMk cId="3181653658" sldId="514"/>
            <ac:spMk id="105" creationId="{CF82A52A-1911-418D-9C53-9117FC6E6C80}"/>
          </ac:spMkLst>
        </pc:spChg>
        <pc:spChg chg="add del">
          <ac:chgData name="Cristian Chilipirea" userId="34ab170da5908fc4" providerId="LiveId" clId="{51E1D80A-4A29-4E2A-B293-4232621C1517}" dt="2019-10-06T18:08:16.734" v="252"/>
          <ac:spMkLst>
            <pc:docMk/>
            <pc:sldMk cId="3181653658" sldId="514"/>
            <ac:spMk id="106" creationId="{129DDC50-E59F-489D-A03F-EA1FC7164A48}"/>
          </ac:spMkLst>
        </pc:spChg>
        <pc:spChg chg="add del">
          <ac:chgData name="Cristian Chilipirea" userId="34ab170da5908fc4" providerId="LiveId" clId="{51E1D80A-4A29-4E2A-B293-4232621C1517}" dt="2019-10-06T18:08:16.734" v="252"/>
          <ac:spMkLst>
            <pc:docMk/>
            <pc:sldMk cId="3181653658" sldId="514"/>
            <ac:spMk id="107" creationId="{171FF709-034E-4F61-90B5-6C272F66E513}"/>
          </ac:spMkLst>
        </pc:spChg>
        <pc:spChg chg="add del">
          <ac:chgData name="Cristian Chilipirea" userId="34ab170da5908fc4" providerId="LiveId" clId="{51E1D80A-4A29-4E2A-B293-4232621C1517}" dt="2019-10-06T18:08:16.734" v="252"/>
          <ac:spMkLst>
            <pc:docMk/>
            <pc:sldMk cId="3181653658" sldId="514"/>
            <ac:spMk id="108" creationId="{A6CEB9E3-3406-48EB-B8DC-74910DAC0806}"/>
          </ac:spMkLst>
        </pc:spChg>
        <pc:spChg chg="add del">
          <ac:chgData name="Cristian Chilipirea" userId="34ab170da5908fc4" providerId="LiveId" clId="{51E1D80A-4A29-4E2A-B293-4232621C1517}" dt="2019-10-06T18:08:16.734" v="252"/>
          <ac:spMkLst>
            <pc:docMk/>
            <pc:sldMk cId="3181653658" sldId="514"/>
            <ac:spMk id="109" creationId="{1EF423A9-6F4F-49BE-9537-459E23FF8675}"/>
          </ac:spMkLst>
        </pc:spChg>
        <pc:spChg chg="add del">
          <ac:chgData name="Cristian Chilipirea" userId="34ab170da5908fc4" providerId="LiveId" clId="{51E1D80A-4A29-4E2A-B293-4232621C1517}" dt="2019-10-06T18:08:16.734" v="252"/>
          <ac:spMkLst>
            <pc:docMk/>
            <pc:sldMk cId="3181653658" sldId="514"/>
            <ac:spMk id="110" creationId="{555876DD-183E-4144-A696-AEC938EF4C31}"/>
          </ac:spMkLst>
        </pc:spChg>
        <pc:spChg chg="add del">
          <ac:chgData name="Cristian Chilipirea" userId="34ab170da5908fc4" providerId="LiveId" clId="{51E1D80A-4A29-4E2A-B293-4232621C1517}" dt="2019-10-06T18:08:16.734" v="252"/>
          <ac:spMkLst>
            <pc:docMk/>
            <pc:sldMk cId="3181653658" sldId="514"/>
            <ac:spMk id="111" creationId="{47ABACF6-3CBF-471A-B698-E4CEB9426889}"/>
          </ac:spMkLst>
        </pc:spChg>
        <pc:spChg chg="add del">
          <ac:chgData name="Cristian Chilipirea" userId="34ab170da5908fc4" providerId="LiveId" clId="{51E1D80A-4A29-4E2A-B293-4232621C1517}" dt="2019-10-06T18:08:16.734" v="252"/>
          <ac:spMkLst>
            <pc:docMk/>
            <pc:sldMk cId="3181653658" sldId="514"/>
            <ac:spMk id="112" creationId="{22A03704-97D4-436B-8BE5-EEF4916F9394}"/>
          </ac:spMkLst>
        </pc:spChg>
        <pc:spChg chg="add del">
          <ac:chgData name="Cristian Chilipirea" userId="34ab170da5908fc4" providerId="LiveId" clId="{51E1D80A-4A29-4E2A-B293-4232621C1517}" dt="2019-10-06T18:08:16.734" v="252"/>
          <ac:spMkLst>
            <pc:docMk/>
            <pc:sldMk cId="3181653658" sldId="514"/>
            <ac:spMk id="113" creationId="{1D0A6E16-882F-4A0D-BB9D-72C1FFCD43CB}"/>
          </ac:spMkLst>
        </pc:spChg>
        <pc:spChg chg="add del">
          <ac:chgData name="Cristian Chilipirea" userId="34ab170da5908fc4" providerId="LiveId" clId="{51E1D80A-4A29-4E2A-B293-4232621C1517}" dt="2019-10-06T18:08:16.734" v="252"/>
          <ac:spMkLst>
            <pc:docMk/>
            <pc:sldMk cId="3181653658" sldId="514"/>
            <ac:spMk id="114" creationId="{C8C822D5-9A21-4093-B140-9D553C1BE12F}"/>
          </ac:spMkLst>
        </pc:spChg>
        <pc:spChg chg="add del">
          <ac:chgData name="Cristian Chilipirea" userId="34ab170da5908fc4" providerId="LiveId" clId="{51E1D80A-4A29-4E2A-B293-4232621C1517}" dt="2019-10-06T18:08:16.734" v="252"/>
          <ac:spMkLst>
            <pc:docMk/>
            <pc:sldMk cId="3181653658" sldId="514"/>
            <ac:spMk id="115" creationId="{AB8AB1E5-15A2-4F3F-851B-E270F84C4CBF}"/>
          </ac:spMkLst>
        </pc:spChg>
        <pc:spChg chg="add del">
          <ac:chgData name="Cristian Chilipirea" userId="34ab170da5908fc4" providerId="LiveId" clId="{51E1D80A-4A29-4E2A-B293-4232621C1517}" dt="2019-10-06T18:08:16.734" v="252"/>
          <ac:spMkLst>
            <pc:docMk/>
            <pc:sldMk cId="3181653658" sldId="514"/>
            <ac:spMk id="116" creationId="{8183132B-98A7-422D-B9B8-67D1C3642512}"/>
          </ac:spMkLst>
        </pc:spChg>
        <pc:spChg chg="add del">
          <ac:chgData name="Cristian Chilipirea" userId="34ab170da5908fc4" providerId="LiveId" clId="{51E1D80A-4A29-4E2A-B293-4232621C1517}" dt="2019-10-06T18:08:16.734" v="252"/>
          <ac:spMkLst>
            <pc:docMk/>
            <pc:sldMk cId="3181653658" sldId="514"/>
            <ac:spMk id="117" creationId="{9A638644-5C0B-43D9-8C6C-D8415E4C958C}"/>
          </ac:spMkLst>
        </pc:spChg>
        <pc:spChg chg="add del">
          <ac:chgData name="Cristian Chilipirea" userId="34ab170da5908fc4" providerId="LiveId" clId="{51E1D80A-4A29-4E2A-B293-4232621C1517}" dt="2019-10-06T18:08:16.734" v="252"/>
          <ac:spMkLst>
            <pc:docMk/>
            <pc:sldMk cId="3181653658" sldId="514"/>
            <ac:spMk id="118" creationId="{5DD3C310-A539-4761-BD9F-70ED0593FBF2}"/>
          </ac:spMkLst>
        </pc:spChg>
        <pc:spChg chg="add del">
          <ac:chgData name="Cristian Chilipirea" userId="34ab170da5908fc4" providerId="LiveId" clId="{51E1D80A-4A29-4E2A-B293-4232621C1517}" dt="2019-10-06T18:08:16.734" v="252"/>
          <ac:spMkLst>
            <pc:docMk/>
            <pc:sldMk cId="3181653658" sldId="514"/>
            <ac:spMk id="119" creationId="{2CC0066C-E3DD-4D20-8C88-8C19305530F4}"/>
          </ac:spMkLst>
        </pc:spChg>
        <pc:spChg chg="add del">
          <ac:chgData name="Cristian Chilipirea" userId="34ab170da5908fc4" providerId="LiveId" clId="{51E1D80A-4A29-4E2A-B293-4232621C1517}" dt="2019-10-06T18:08:16.734" v="252"/>
          <ac:spMkLst>
            <pc:docMk/>
            <pc:sldMk cId="3181653658" sldId="514"/>
            <ac:spMk id="120" creationId="{5B15D184-3F70-4C35-B8E6-C8209B8C8641}"/>
          </ac:spMkLst>
        </pc:spChg>
        <pc:spChg chg="add del">
          <ac:chgData name="Cristian Chilipirea" userId="34ab170da5908fc4" providerId="LiveId" clId="{51E1D80A-4A29-4E2A-B293-4232621C1517}" dt="2019-10-06T18:08:16.734" v="252"/>
          <ac:spMkLst>
            <pc:docMk/>
            <pc:sldMk cId="3181653658" sldId="514"/>
            <ac:spMk id="121" creationId="{29438F05-F92C-4CD2-AB29-4FB40D08B5FD}"/>
          </ac:spMkLst>
        </pc:spChg>
        <pc:spChg chg="add del">
          <ac:chgData name="Cristian Chilipirea" userId="34ab170da5908fc4" providerId="LiveId" clId="{51E1D80A-4A29-4E2A-B293-4232621C1517}" dt="2019-10-06T18:08:16.734" v="252"/>
          <ac:spMkLst>
            <pc:docMk/>
            <pc:sldMk cId="3181653658" sldId="514"/>
            <ac:spMk id="122" creationId="{6BA98ED0-CA3A-47ED-A742-6A27F97DBD44}"/>
          </ac:spMkLst>
        </pc:spChg>
        <pc:spChg chg="add del">
          <ac:chgData name="Cristian Chilipirea" userId="34ab170da5908fc4" providerId="LiveId" clId="{51E1D80A-4A29-4E2A-B293-4232621C1517}" dt="2019-10-06T18:08:16.734" v="252"/>
          <ac:spMkLst>
            <pc:docMk/>
            <pc:sldMk cId="3181653658" sldId="514"/>
            <ac:spMk id="123" creationId="{DA7DAD1E-667A-48A4-8C4B-B004F0F3F71D}"/>
          </ac:spMkLst>
        </pc:spChg>
        <pc:spChg chg="add del">
          <ac:chgData name="Cristian Chilipirea" userId="34ab170da5908fc4" providerId="LiveId" clId="{51E1D80A-4A29-4E2A-B293-4232621C1517}" dt="2019-10-06T18:08:16.734" v="252"/>
          <ac:spMkLst>
            <pc:docMk/>
            <pc:sldMk cId="3181653658" sldId="514"/>
            <ac:spMk id="124" creationId="{04D1C18A-9DE6-4521-9106-D32B9C365F1C}"/>
          </ac:spMkLst>
        </pc:spChg>
        <pc:spChg chg="add del">
          <ac:chgData name="Cristian Chilipirea" userId="34ab170da5908fc4" providerId="LiveId" clId="{51E1D80A-4A29-4E2A-B293-4232621C1517}" dt="2019-10-06T18:08:16.734" v="252"/>
          <ac:spMkLst>
            <pc:docMk/>
            <pc:sldMk cId="3181653658" sldId="514"/>
            <ac:spMk id="125" creationId="{5DB9057E-FBBF-4890-99D6-15B3CFB8075C}"/>
          </ac:spMkLst>
        </pc:spChg>
        <pc:spChg chg="add del">
          <ac:chgData name="Cristian Chilipirea" userId="34ab170da5908fc4" providerId="LiveId" clId="{51E1D80A-4A29-4E2A-B293-4232621C1517}" dt="2019-10-06T18:08:16.734" v="252"/>
          <ac:spMkLst>
            <pc:docMk/>
            <pc:sldMk cId="3181653658" sldId="514"/>
            <ac:spMk id="126" creationId="{5294435A-9810-4E3D-AEA5-21DE069D10D6}"/>
          </ac:spMkLst>
        </pc:spChg>
        <pc:spChg chg="add del">
          <ac:chgData name="Cristian Chilipirea" userId="34ab170da5908fc4" providerId="LiveId" clId="{51E1D80A-4A29-4E2A-B293-4232621C1517}" dt="2019-10-06T18:08:16.734" v="252"/>
          <ac:spMkLst>
            <pc:docMk/>
            <pc:sldMk cId="3181653658" sldId="514"/>
            <ac:spMk id="127" creationId="{10B9EA51-6B28-4876-8A99-681C0EC3C2EF}"/>
          </ac:spMkLst>
        </pc:spChg>
        <pc:spChg chg="add del">
          <ac:chgData name="Cristian Chilipirea" userId="34ab170da5908fc4" providerId="LiveId" clId="{51E1D80A-4A29-4E2A-B293-4232621C1517}" dt="2019-10-06T18:08:16.734" v="252"/>
          <ac:spMkLst>
            <pc:docMk/>
            <pc:sldMk cId="3181653658" sldId="514"/>
            <ac:spMk id="128" creationId="{1628C893-0DC8-46ED-9FC5-F134BDC616DA}"/>
          </ac:spMkLst>
        </pc:spChg>
        <pc:spChg chg="add del">
          <ac:chgData name="Cristian Chilipirea" userId="34ab170da5908fc4" providerId="LiveId" clId="{51E1D80A-4A29-4E2A-B293-4232621C1517}" dt="2019-10-06T18:08:16.734" v="252"/>
          <ac:spMkLst>
            <pc:docMk/>
            <pc:sldMk cId="3181653658" sldId="514"/>
            <ac:spMk id="129" creationId="{7455B2F1-F9D0-4B37-A6F1-242BDFA63537}"/>
          </ac:spMkLst>
        </pc:spChg>
        <pc:spChg chg="add del">
          <ac:chgData name="Cristian Chilipirea" userId="34ab170da5908fc4" providerId="LiveId" clId="{51E1D80A-4A29-4E2A-B293-4232621C1517}" dt="2019-10-06T18:08:16.734" v="252"/>
          <ac:spMkLst>
            <pc:docMk/>
            <pc:sldMk cId="3181653658" sldId="514"/>
            <ac:spMk id="130" creationId="{4C240C2F-F5CD-4A81-AB58-0CD9A0CA7CC3}"/>
          </ac:spMkLst>
        </pc:spChg>
        <pc:spChg chg="add del">
          <ac:chgData name="Cristian Chilipirea" userId="34ab170da5908fc4" providerId="LiveId" clId="{51E1D80A-4A29-4E2A-B293-4232621C1517}" dt="2019-10-06T18:08:16.734" v="252"/>
          <ac:spMkLst>
            <pc:docMk/>
            <pc:sldMk cId="3181653658" sldId="514"/>
            <ac:spMk id="131" creationId="{A5655036-CFA5-4437-A8B4-D1CB1359D221}"/>
          </ac:spMkLst>
        </pc:spChg>
        <pc:spChg chg="add del">
          <ac:chgData name="Cristian Chilipirea" userId="34ab170da5908fc4" providerId="LiveId" clId="{51E1D80A-4A29-4E2A-B293-4232621C1517}" dt="2019-10-06T18:08:16.734" v="252"/>
          <ac:spMkLst>
            <pc:docMk/>
            <pc:sldMk cId="3181653658" sldId="514"/>
            <ac:spMk id="132" creationId="{813545DE-CEB6-4B4D-BC0F-B155A69C8CC5}"/>
          </ac:spMkLst>
        </pc:spChg>
        <pc:spChg chg="add del">
          <ac:chgData name="Cristian Chilipirea" userId="34ab170da5908fc4" providerId="LiveId" clId="{51E1D80A-4A29-4E2A-B293-4232621C1517}" dt="2019-10-06T18:08:16.734" v="252"/>
          <ac:spMkLst>
            <pc:docMk/>
            <pc:sldMk cId="3181653658" sldId="514"/>
            <ac:spMk id="133" creationId="{D0FFECC7-8BD8-4C22-9393-E713C4BC310E}"/>
          </ac:spMkLst>
        </pc:spChg>
        <pc:spChg chg="add del">
          <ac:chgData name="Cristian Chilipirea" userId="34ab170da5908fc4" providerId="LiveId" clId="{51E1D80A-4A29-4E2A-B293-4232621C1517}" dt="2019-10-06T18:08:16.734" v="252"/>
          <ac:spMkLst>
            <pc:docMk/>
            <pc:sldMk cId="3181653658" sldId="514"/>
            <ac:spMk id="134" creationId="{3E113F90-8A0F-4123-BBDF-9A1C0AA28D41}"/>
          </ac:spMkLst>
        </pc:spChg>
        <pc:spChg chg="add del">
          <ac:chgData name="Cristian Chilipirea" userId="34ab170da5908fc4" providerId="LiveId" clId="{51E1D80A-4A29-4E2A-B293-4232621C1517}" dt="2019-10-06T18:08:16.734" v="252"/>
          <ac:spMkLst>
            <pc:docMk/>
            <pc:sldMk cId="3181653658" sldId="514"/>
            <ac:spMk id="135" creationId="{927FAD3D-FA88-4270-A534-2D6D8575DEE7}"/>
          </ac:spMkLst>
        </pc:spChg>
        <pc:spChg chg="add del">
          <ac:chgData name="Cristian Chilipirea" userId="34ab170da5908fc4" providerId="LiveId" clId="{51E1D80A-4A29-4E2A-B293-4232621C1517}" dt="2019-10-06T18:08:16.734" v="252"/>
          <ac:spMkLst>
            <pc:docMk/>
            <pc:sldMk cId="3181653658" sldId="514"/>
            <ac:spMk id="136" creationId="{B9673BC7-B503-4682-A8A1-186131F95CF6}"/>
          </ac:spMkLst>
        </pc:spChg>
        <pc:spChg chg="add del">
          <ac:chgData name="Cristian Chilipirea" userId="34ab170da5908fc4" providerId="LiveId" clId="{51E1D80A-4A29-4E2A-B293-4232621C1517}" dt="2019-10-06T18:08:16.734" v="252"/>
          <ac:spMkLst>
            <pc:docMk/>
            <pc:sldMk cId="3181653658" sldId="514"/>
            <ac:spMk id="137" creationId="{ACE36550-4345-49D1-B800-22DBB3418819}"/>
          </ac:spMkLst>
        </pc:spChg>
        <pc:spChg chg="add del">
          <ac:chgData name="Cristian Chilipirea" userId="34ab170da5908fc4" providerId="LiveId" clId="{51E1D80A-4A29-4E2A-B293-4232621C1517}" dt="2019-10-06T18:08:16.734" v="252"/>
          <ac:spMkLst>
            <pc:docMk/>
            <pc:sldMk cId="3181653658" sldId="514"/>
            <ac:spMk id="138" creationId="{8EF5150E-B769-4F54-9068-295961422A22}"/>
          </ac:spMkLst>
        </pc:spChg>
        <pc:spChg chg="add del">
          <ac:chgData name="Cristian Chilipirea" userId="34ab170da5908fc4" providerId="LiveId" clId="{51E1D80A-4A29-4E2A-B293-4232621C1517}" dt="2019-10-06T18:08:16.734" v="252"/>
          <ac:spMkLst>
            <pc:docMk/>
            <pc:sldMk cId="3181653658" sldId="514"/>
            <ac:spMk id="139" creationId="{39EBB8C8-5B25-4050-AE81-C1ED9134F16B}"/>
          </ac:spMkLst>
        </pc:spChg>
        <pc:spChg chg="add del">
          <ac:chgData name="Cristian Chilipirea" userId="34ab170da5908fc4" providerId="LiveId" clId="{51E1D80A-4A29-4E2A-B293-4232621C1517}" dt="2019-10-06T18:08:16.734" v="252"/>
          <ac:spMkLst>
            <pc:docMk/>
            <pc:sldMk cId="3181653658" sldId="514"/>
            <ac:spMk id="140" creationId="{068B3D8C-FB54-4FE4-A918-3A74434EB05A}"/>
          </ac:spMkLst>
        </pc:spChg>
        <pc:spChg chg="add del">
          <ac:chgData name="Cristian Chilipirea" userId="34ab170da5908fc4" providerId="LiveId" clId="{51E1D80A-4A29-4E2A-B293-4232621C1517}" dt="2019-10-06T18:08:16.734" v="252"/>
          <ac:spMkLst>
            <pc:docMk/>
            <pc:sldMk cId="3181653658" sldId="514"/>
            <ac:spMk id="141" creationId="{3655A546-920A-46F0-8B15-48380C1838F9}"/>
          </ac:spMkLst>
        </pc:spChg>
        <pc:spChg chg="add del">
          <ac:chgData name="Cristian Chilipirea" userId="34ab170da5908fc4" providerId="LiveId" clId="{51E1D80A-4A29-4E2A-B293-4232621C1517}" dt="2019-10-06T18:08:16.734" v="252"/>
          <ac:spMkLst>
            <pc:docMk/>
            <pc:sldMk cId="3181653658" sldId="514"/>
            <ac:spMk id="142" creationId="{1A9460B1-B28B-4DAA-9535-F13630CAA621}"/>
          </ac:spMkLst>
        </pc:spChg>
        <pc:spChg chg="add del">
          <ac:chgData name="Cristian Chilipirea" userId="34ab170da5908fc4" providerId="LiveId" clId="{51E1D80A-4A29-4E2A-B293-4232621C1517}" dt="2019-10-06T18:08:16.734" v="252"/>
          <ac:spMkLst>
            <pc:docMk/>
            <pc:sldMk cId="3181653658" sldId="514"/>
            <ac:spMk id="143" creationId="{A903A97A-FDB8-4E89-8577-D39BB012493A}"/>
          </ac:spMkLst>
        </pc:spChg>
        <pc:spChg chg="add del">
          <ac:chgData name="Cristian Chilipirea" userId="34ab170da5908fc4" providerId="LiveId" clId="{51E1D80A-4A29-4E2A-B293-4232621C1517}" dt="2019-10-06T18:08:16.734" v="252"/>
          <ac:spMkLst>
            <pc:docMk/>
            <pc:sldMk cId="3181653658" sldId="514"/>
            <ac:spMk id="144" creationId="{688E683C-B545-445D-BA51-08BFCCD95E01}"/>
          </ac:spMkLst>
        </pc:spChg>
        <pc:spChg chg="add del">
          <ac:chgData name="Cristian Chilipirea" userId="34ab170da5908fc4" providerId="LiveId" clId="{51E1D80A-4A29-4E2A-B293-4232621C1517}" dt="2019-10-06T18:08:16.734" v="252"/>
          <ac:spMkLst>
            <pc:docMk/>
            <pc:sldMk cId="3181653658" sldId="514"/>
            <ac:spMk id="145" creationId="{B705AEC2-0BB2-412B-A070-FAEDF7756773}"/>
          </ac:spMkLst>
        </pc:spChg>
        <pc:spChg chg="add del">
          <ac:chgData name="Cristian Chilipirea" userId="34ab170da5908fc4" providerId="LiveId" clId="{51E1D80A-4A29-4E2A-B293-4232621C1517}" dt="2019-10-06T18:08:16.734" v="252"/>
          <ac:spMkLst>
            <pc:docMk/>
            <pc:sldMk cId="3181653658" sldId="514"/>
            <ac:spMk id="146" creationId="{59DCFAA9-EB87-46AD-9A03-6D077979DC65}"/>
          </ac:spMkLst>
        </pc:spChg>
        <pc:spChg chg="add del">
          <ac:chgData name="Cristian Chilipirea" userId="34ab170da5908fc4" providerId="LiveId" clId="{51E1D80A-4A29-4E2A-B293-4232621C1517}" dt="2019-10-06T18:08:16.734" v="252"/>
          <ac:spMkLst>
            <pc:docMk/>
            <pc:sldMk cId="3181653658" sldId="514"/>
            <ac:spMk id="147" creationId="{831F84E3-E988-4AFB-AAAF-EE304738264B}"/>
          </ac:spMkLst>
        </pc:spChg>
        <pc:spChg chg="add del">
          <ac:chgData name="Cristian Chilipirea" userId="34ab170da5908fc4" providerId="LiveId" clId="{51E1D80A-4A29-4E2A-B293-4232621C1517}" dt="2019-10-06T18:08:16.734" v="252"/>
          <ac:spMkLst>
            <pc:docMk/>
            <pc:sldMk cId="3181653658" sldId="514"/>
            <ac:spMk id="148" creationId="{C8834918-5FCC-4000-8E23-2164BC885418}"/>
          </ac:spMkLst>
        </pc:spChg>
        <pc:spChg chg="add del">
          <ac:chgData name="Cristian Chilipirea" userId="34ab170da5908fc4" providerId="LiveId" clId="{51E1D80A-4A29-4E2A-B293-4232621C1517}" dt="2019-10-06T18:08:16.734" v="252"/>
          <ac:spMkLst>
            <pc:docMk/>
            <pc:sldMk cId="3181653658" sldId="514"/>
            <ac:spMk id="149" creationId="{BD96DAC2-F1DF-49FB-807A-6D474FAA06E2}"/>
          </ac:spMkLst>
        </pc:spChg>
        <pc:spChg chg="add del">
          <ac:chgData name="Cristian Chilipirea" userId="34ab170da5908fc4" providerId="LiveId" clId="{51E1D80A-4A29-4E2A-B293-4232621C1517}" dt="2019-10-06T18:08:16.734" v="252"/>
          <ac:spMkLst>
            <pc:docMk/>
            <pc:sldMk cId="3181653658" sldId="514"/>
            <ac:spMk id="150" creationId="{A3A32A77-171A-4793-AD2A-A55958DE3538}"/>
          </ac:spMkLst>
        </pc:spChg>
        <pc:spChg chg="add del">
          <ac:chgData name="Cristian Chilipirea" userId="34ab170da5908fc4" providerId="LiveId" clId="{51E1D80A-4A29-4E2A-B293-4232621C1517}" dt="2019-10-06T18:08:16.734" v="252"/>
          <ac:spMkLst>
            <pc:docMk/>
            <pc:sldMk cId="3181653658" sldId="514"/>
            <ac:spMk id="151" creationId="{6AF1F809-30C4-44E6-9DCD-5E171D652E11}"/>
          </ac:spMkLst>
        </pc:spChg>
        <pc:spChg chg="add del">
          <ac:chgData name="Cristian Chilipirea" userId="34ab170da5908fc4" providerId="LiveId" clId="{51E1D80A-4A29-4E2A-B293-4232621C1517}" dt="2019-10-06T18:08:16.734" v="252"/>
          <ac:spMkLst>
            <pc:docMk/>
            <pc:sldMk cId="3181653658" sldId="514"/>
            <ac:spMk id="152" creationId="{651451DD-8237-41CE-AB76-15ACDF9A67A8}"/>
          </ac:spMkLst>
        </pc:spChg>
        <pc:spChg chg="add del">
          <ac:chgData name="Cristian Chilipirea" userId="34ab170da5908fc4" providerId="LiveId" clId="{51E1D80A-4A29-4E2A-B293-4232621C1517}" dt="2019-10-06T18:08:16.734" v="252"/>
          <ac:spMkLst>
            <pc:docMk/>
            <pc:sldMk cId="3181653658" sldId="514"/>
            <ac:spMk id="153" creationId="{9B8731FF-A645-439A-A612-0B24FA4C8CE5}"/>
          </ac:spMkLst>
        </pc:spChg>
        <pc:spChg chg="add del">
          <ac:chgData name="Cristian Chilipirea" userId="34ab170da5908fc4" providerId="LiveId" clId="{51E1D80A-4A29-4E2A-B293-4232621C1517}" dt="2019-10-06T18:08:16.734" v="252"/>
          <ac:spMkLst>
            <pc:docMk/>
            <pc:sldMk cId="3181653658" sldId="514"/>
            <ac:spMk id="154" creationId="{0A53F422-8E1E-4B47-8E73-F622082A5B78}"/>
          </ac:spMkLst>
        </pc:spChg>
        <pc:spChg chg="add del">
          <ac:chgData name="Cristian Chilipirea" userId="34ab170da5908fc4" providerId="LiveId" clId="{51E1D80A-4A29-4E2A-B293-4232621C1517}" dt="2019-10-06T18:08:16.734" v="252"/>
          <ac:spMkLst>
            <pc:docMk/>
            <pc:sldMk cId="3181653658" sldId="514"/>
            <ac:spMk id="155" creationId="{7131D8CD-1A06-4DA4-91A5-229E85F3D6C2}"/>
          </ac:spMkLst>
        </pc:spChg>
        <pc:spChg chg="add del">
          <ac:chgData name="Cristian Chilipirea" userId="34ab170da5908fc4" providerId="LiveId" clId="{51E1D80A-4A29-4E2A-B293-4232621C1517}" dt="2019-10-06T18:08:16.734" v="252"/>
          <ac:spMkLst>
            <pc:docMk/>
            <pc:sldMk cId="3181653658" sldId="514"/>
            <ac:spMk id="156" creationId="{A289D8B8-1E05-4091-AC4D-85F042B2C502}"/>
          </ac:spMkLst>
        </pc:spChg>
        <pc:spChg chg="add del">
          <ac:chgData name="Cristian Chilipirea" userId="34ab170da5908fc4" providerId="LiveId" clId="{51E1D80A-4A29-4E2A-B293-4232621C1517}" dt="2019-10-06T18:08:16.734" v="252"/>
          <ac:spMkLst>
            <pc:docMk/>
            <pc:sldMk cId="3181653658" sldId="514"/>
            <ac:spMk id="157" creationId="{6BA14F2A-D7A5-46B2-A34D-E0D275370108}"/>
          </ac:spMkLst>
        </pc:spChg>
        <pc:spChg chg="add del">
          <ac:chgData name="Cristian Chilipirea" userId="34ab170da5908fc4" providerId="LiveId" clId="{51E1D80A-4A29-4E2A-B293-4232621C1517}" dt="2019-10-06T18:08:16.734" v="252"/>
          <ac:spMkLst>
            <pc:docMk/>
            <pc:sldMk cId="3181653658" sldId="514"/>
            <ac:spMk id="158" creationId="{EA114A35-DF9A-4C36-9198-0B4CCA626116}"/>
          </ac:spMkLst>
        </pc:spChg>
        <pc:spChg chg="add del">
          <ac:chgData name="Cristian Chilipirea" userId="34ab170da5908fc4" providerId="LiveId" clId="{51E1D80A-4A29-4E2A-B293-4232621C1517}" dt="2019-10-06T18:08:16.734" v="252"/>
          <ac:spMkLst>
            <pc:docMk/>
            <pc:sldMk cId="3181653658" sldId="514"/>
            <ac:spMk id="159" creationId="{0F538830-5F96-48F2-B504-95343D9B0124}"/>
          </ac:spMkLst>
        </pc:spChg>
        <pc:spChg chg="add del">
          <ac:chgData name="Cristian Chilipirea" userId="34ab170da5908fc4" providerId="LiveId" clId="{51E1D80A-4A29-4E2A-B293-4232621C1517}" dt="2019-10-06T18:08:16.734" v="252"/>
          <ac:spMkLst>
            <pc:docMk/>
            <pc:sldMk cId="3181653658" sldId="514"/>
            <ac:spMk id="160" creationId="{236A60F7-6309-4A81-AE1F-D5254CC3B53F}"/>
          </ac:spMkLst>
        </pc:spChg>
        <pc:spChg chg="add del">
          <ac:chgData name="Cristian Chilipirea" userId="34ab170da5908fc4" providerId="LiveId" clId="{51E1D80A-4A29-4E2A-B293-4232621C1517}" dt="2019-10-06T18:08:16.734" v="252"/>
          <ac:spMkLst>
            <pc:docMk/>
            <pc:sldMk cId="3181653658" sldId="514"/>
            <ac:spMk id="161" creationId="{A99CB1E4-9206-465F-8702-F886048B23A7}"/>
          </ac:spMkLst>
        </pc:spChg>
        <pc:spChg chg="add del">
          <ac:chgData name="Cristian Chilipirea" userId="34ab170da5908fc4" providerId="LiveId" clId="{51E1D80A-4A29-4E2A-B293-4232621C1517}" dt="2019-10-06T18:08:16.734" v="252"/>
          <ac:spMkLst>
            <pc:docMk/>
            <pc:sldMk cId="3181653658" sldId="514"/>
            <ac:spMk id="162" creationId="{2577B298-9B5C-4110-A68D-5832E86F5F30}"/>
          </ac:spMkLst>
        </pc:spChg>
        <pc:spChg chg="add del">
          <ac:chgData name="Cristian Chilipirea" userId="34ab170da5908fc4" providerId="LiveId" clId="{51E1D80A-4A29-4E2A-B293-4232621C1517}" dt="2019-10-06T18:08:16.734" v="252"/>
          <ac:spMkLst>
            <pc:docMk/>
            <pc:sldMk cId="3181653658" sldId="514"/>
            <ac:spMk id="163" creationId="{9ED65B47-F724-41E5-8BA7-D2275A8FB2AD}"/>
          </ac:spMkLst>
        </pc:spChg>
        <pc:spChg chg="add del">
          <ac:chgData name="Cristian Chilipirea" userId="34ab170da5908fc4" providerId="LiveId" clId="{51E1D80A-4A29-4E2A-B293-4232621C1517}" dt="2019-10-06T18:08:16.734" v="252"/>
          <ac:spMkLst>
            <pc:docMk/>
            <pc:sldMk cId="3181653658" sldId="514"/>
            <ac:spMk id="164" creationId="{CDD3E39E-7390-44C7-A049-444A113841EE}"/>
          </ac:spMkLst>
        </pc:spChg>
        <pc:spChg chg="add del">
          <ac:chgData name="Cristian Chilipirea" userId="34ab170da5908fc4" providerId="LiveId" clId="{51E1D80A-4A29-4E2A-B293-4232621C1517}" dt="2019-10-06T18:08:16.734" v="252"/>
          <ac:spMkLst>
            <pc:docMk/>
            <pc:sldMk cId="3181653658" sldId="514"/>
            <ac:spMk id="165" creationId="{98A190B3-209B-4238-9921-1797CF68E70A}"/>
          </ac:spMkLst>
        </pc:spChg>
        <pc:spChg chg="add del">
          <ac:chgData name="Cristian Chilipirea" userId="34ab170da5908fc4" providerId="LiveId" clId="{51E1D80A-4A29-4E2A-B293-4232621C1517}" dt="2019-10-06T18:08:16.734" v="252"/>
          <ac:spMkLst>
            <pc:docMk/>
            <pc:sldMk cId="3181653658" sldId="514"/>
            <ac:spMk id="166" creationId="{8A80DCF8-2E98-4D54-BE74-F403429A817E}"/>
          </ac:spMkLst>
        </pc:spChg>
        <pc:spChg chg="add del">
          <ac:chgData name="Cristian Chilipirea" userId="34ab170da5908fc4" providerId="LiveId" clId="{51E1D80A-4A29-4E2A-B293-4232621C1517}" dt="2019-10-06T18:08:16.734" v="252"/>
          <ac:spMkLst>
            <pc:docMk/>
            <pc:sldMk cId="3181653658" sldId="514"/>
            <ac:spMk id="167" creationId="{B14F330B-4A11-4C49-8A6B-79895A734777}"/>
          </ac:spMkLst>
        </pc:spChg>
        <pc:spChg chg="add del">
          <ac:chgData name="Cristian Chilipirea" userId="34ab170da5908fc4" providerId="LiveId" clId="{51E1D80A-4A29-4E2A-B293-4232621C1517}" dt="2019-10-06T18:08:16.734" v="252"/>
          <ac:spMkLst>
            <pc:docMk/>
            <pc:sldMk cId="3181653658" sldId="514"/>
            <ac:spMk id="168" creationId="{28B5F02B-9C44-4460-AAD6-0D18DA7B41DD}"/>
          </ac:spMkLst>
        </pc:spChg>
        <pc:spChg chg="add del">
          <ac:chgData name="Cristian Chilipirea" userId="34ab170da5908fc4" providerId="LiveId" clId="{51E1D80A-4A29-4E2A-B293-4232621C1517}" dt="2019-10-06T18:08:16.734" v="252"/>
          <ac:spMkLst>
            <pc:docMk/>
            <pc:sldMk cId="3181653658" sldId="514"/>
            <ac:spMk id="169" creationId="{784327E4-EED4-4EF1-AFA1-C2D9BCE39FEB}"/>
          </ac:spMkLst>
        </pc:spChg>
        <pc:spChg chg="add del">
          <ac:chgData name="Cristian Chilipirea" userId="34ab170da5908fc4" providerId="LiveId" clId="{51E1D80A-4A29-4E2A-B293-4232621C1517}" dt="2019-10-06T18:08:16.734" v="252"/>
          <ac:spMkLst>
            <pc:docMk/>
            <pc:sldMk cId="3181653658" sldId="514"/>
            <ac:spMk id="170" creationId="{72C74B44-437C-43B0-8954-23B2200A34F1}"/>
          </ac:spMkLst>
        </pc:spChg>
        <pc:spChg chg="add del">
          <ac:chgData name="Cristian Chilipirea" userId="34ab170da5908fc4" providerId="LiveId" clId="{51E1D80A-4A29-4E2A-B293-4232621C1517}" dt="2019-10-06T18:08:16.734" v="252"/>
          <ac:spMkLst>
            <pc:docMk/>
            <pc:sldMk cId="3181653658" sldId="514"/>
            <ac:spMk id="171" creationId="{D0F9DBC4-E2B4-4D17-A997-81D29E2752C4}"/>
          </ac:spMkLst>
        </pc:spChg>
        <pc:spChg chg="add del">
          <ac:chgData name="Cristian Chilipirea" userId="34ab170da5908fc4" providerId="LiveId" clId="{51E1D80A-4A29-4E2A-B293-4232621C1517}" dt="2019-10-06T18:08:16.734" v="252"/>
          <ac:spMkLst>
            <pc:docMk/>
            <pc:sldMk cId="3181653658" sldId="514"/>
            <ac:spMk id="172" creationId="{D3040E78-CFC0-4B42-B71E-18A9D2BBCE8B}"/>
          </ac:spMkLst>
        </pc:spChg>
        <pc:spChg chg="add del">
          <ac:chgData name="Cristian Chilipirea" userId="34ab170da5908fc4" providerId="LiveId" clId="{51E1D80A-4A29-4E2A-B293-4232621C1517}" dt="2019-10-06T18:08:16.734" v="252"/>
          <ac:spMkLst>
            <pc:docMk/>
            <pc:sldMk cId="3181653658" sldId="514"/>
            <ac:spMk id="173" creationId="{EDFA158A-4995-40AC-8DB5-34E0E1095E0D}"/>
          </ac:spMkLst>
        </pc:spChg>
        <pc:spChg chg="add del">
          <ac:chgData name="Cristian Chilipirea" userId="34ab170da5908fc4" providerId="LiveId" clId="{51E1D80A-4A29-4E2A-B293-4232621C1517}" dt="2019-10-06T18:08:16.734" v="252"/>
          <ac:spMkLst>
            <pc:docMk/>
            <pc:sldMk cId="3181653658" sldId="514"/>
            <ac:spMk id="174" creationId="{EB8BB3F8-2CE2-4A80-9FC3-A2BEFD090ED2}"/>
          </ac:spMkLst>
        </pc:spChg>
        <pc:spChg chg="add del">
          <ac:chgData name="Cristian Chilipirea" userId="34ab170da5908fc4" providerId="LiveId" clId="{51E1D80A-4A29-4E2A-B293-4232621C1517}" dt="2019-10-06T18:08:16.734" v="252"/>
          <ac:spMkLst>
            <pc:docMk/>
            <pc:sldMk cId="3181653658" sldId="514"/>
            <ac:spMk id="175" creationId="{C3F90E1A-4C83-472B-BBC1-64D144D32580}"/>
          </ac:spMkLst>
        </pc:spChg>
        <pc:spChg chg="add del">
          <ac:chgData name="Cristian Chilipirea" userId="34ab170da5908fc4" providerId="LiveId" clId="{51E1D80A-4A29-4E2A-B293-4232621C1517}" dt="2019-10-06T18:08:16.734" v="252"/>
          <ac:spMkLst>
            <pc:docMk/>
            <pc:sldMk cId="3181653658" sldId="514"/>
            <ac:spMk id="176" creationId="{2639A8FA-BA3F-44B0-9793-B50B297C11B5}"/>
          </ac:spMkLst>
        </pc:spChg>
        <pc:spChg chg="add del">
          <ac:chgData name="Cristian Chilipirea" userId="34ab170da5908fc4" providerId="LiveId" clId="{51E1D80A-4A29-4E2A-B293-4232621C1517}" dt="2019-10-06T18:08:16.734" v="252"/>
          <ac:spMkLst>
            <pc:docMk/>
            <pc:sldMk cId="3181653658" sldId="514"/>
            <ac:spMk id="177" creationId="{EE90743C-2C3D-4843-9612-0610A36F869B}"/>
          </ac:spMkLst>
        </pc:spChg>
        <pc:spChg chg="add del">
          <ac:chgData name="Cristian Chilipirea" userId="34ab170da5908fc4" providerId="LiveId" clId="{51E1D80A-4A29-4E2A-B293-4232621C1517}" dt="2019-10-06T18:08:16.734" v="252"/>
          <ac:spMkLst>
            <pc:docMk/>
            <pc:sldMk cId="3181653658" sldId="514"/>
            <ac:spMk id="178" creationId="{9655E35D-7277-4188-A97F-8884ADAA529B}"/>
          </ac:spMkLst>
        </pc:spChg>
        <pc:spChg chg="add del">
          <ac:chgData name="Cristian Chilipirea" userId="34ab170da5908fc4" providerId="LiveId" clId="{51E1D80A-4A29-4E2A-B293-4232621C1517}" dt="2019-10-06T18:08:16.734" v="252"/>
          <ac:spMkLst>
            <pc:docMk/>
            <pc:sldMk cId="3181653658" sldId="514"/>
            <ac:spMk id="179" creationId="{FBF5C5CF-C348-4892-A344-DEF32B175581}"/>
          </ac:spMkLst>
        </pc:spChg>
        <pc:spChg chg="add del">
          <ac:chgData name="Cristian Chilipirea" userId="34ab170da5908fc4" providerId="LiveId" clId="{51E1D80A-4A29-4E2A-B293-4232621C1517}" dt="2019-10-06T18:08:16.734" v="252"/>
          <ac:spMkLst>
            <pc:docMk/>
            <pc:sldMk cId="3181653658" sldId="514"/>
            <ac:spMk id="180" creationId="{092A3CA4-7498-4622-A8AD-552FDDEC5DB9}"/>
          </ac:spMkLst>
        </pc:spChg>
        <pc:spChg chg="add del">
          <ac:chgData name="Cristian Chilipirea" userId="34ab170da5908fc4" providerId="LiveId" clId="{51E1D80A-4A29-4E2A-B293-4232621C1517}" dt="2019-10-06T18:08:16.734" v="252"/>
          <ac:spMkLst>
            <pc:docMk/>
            <pc:sldMk cId="3181653658" sldId="514"/>
            <ac:spMk id="181" creationId="{8330FD34-D38D-441E-8CCF-4E461C7E74FC}"/>
          </ac:spMkLst>
        </pc:spChg>
        <pc:spChg chg="add del">
          <ac:chgData name="Cristian Chilipirea" userId="34ab170da5908fc4" providerId="LiveId" clId="{51E1D80A-4A29-4E2A-B293-4232621C1517}" dt="2019-10-06T18:08:16.734" v="252"/>
          <ac:spMkLst>
            <pc:docMk/>
            <pc:sldMk cId="3181653658" sldId="514"/>
            <ac:spMk id="182" creationId="{5A400097-3848-4B75-80EB-5439C56013C7}"/>
          </ac:spMkLst>
        </pc:spChg>
        <pc:spChg chg="add del">
          <ac:chgData name="Cristian Chilipirea" userId="34ab170da5908fc4" providerId="LiveId" clId="{51E1D80A-4A29-4E2A-B293-4232621C1517}" dt="2019-10-06T18:08:16.734" v="252"/>
          <ac:spMkLst>
            <pc:docMk/>
            <pc:sldMk cId="3181653658" sldId="514"/>
            <ac:spMk id="183" creationId="{A0C0BB96-CE0D-4450-935A-6C8566C5D239}"/>
          </ac:spMkLst>
        </pc:spChg>
        <pc:spChg chg="add del">
          <ac:chgData name="Cristian Chilipirea" userId="34ab170da5908fc4" providerId="LiveId" clId="{51E1D80A-4A29-4E2A-B293-4232621C1517}" dt="2019-10-06T18:08:16.734" v="252"/>
          <ac:spMkLst>
            <pc:docMk/>
            <pc:sldMk cId="3181653658" sldId="514"/>
            <ac:spMk id="184" creationId="{58EAA937-BEB0-4D16-9E23-EE4BA280E402}"/>
          </ac:spMkLst>
        </pc:spChg>
        <pc:spChg chg="add del">
          <ac:chgData name="Cristian Chilipirea" userId="34ab170da5908fc4" providerId="LiveId" clId="{51E1D80A-4A29-4E2A-B293-4232621C1517}" dt="2019-10-06T18:08:16.734" v="252"/>
          <ac:spMkLst>
            <pc:docMk/>
            <pc:sldMk cId="3181653658" sldId="514"/>
            <ac:spMk id="185" creationId="{14E21523-98AB-4FCD-8449-F866FB23AF85}"/>
          </ac:spMkLst>
        </pc:spChg>
        <pc:spChg chg="add del">
          <ac:chgData name="Cristian Chilipirea" userId="34ab170da5908fc4" providerId="LiveId" clId="{51E1D80A-4A29-4E2A-B293-4232621C1517}" dt="2019-10-06T18:08:16.734" v="252"/>
          <ac:spMkLst>
            <pc:docMk/>
            <pc:sldMk cId="3181653658" sldId="514"/>
            <ac:spMk id="186" creationId="{DCFE2AC1-50ED-4221-96CB-26C8020EA19E}"/>
          </ac:spMkLst>
        </pc:spChg>
        <pc:spChg chg="add del">
          <ac:chgData name="Cristian Chilipirea" userId="34ab170da5908fc4" providerId="LiveId" clId="{51E1D80A-4A29-4E2A-B293-4232621C1517}" dt="2019-10-06T18:08:16.734" v="252"/>
          <ac:spMkLst>
            <pc:docMk/>
            <pc:sldMk cId="3181653658" sldId="514"/>
            <ac:spMk id="187" creationId="{4AF4D547-CBF1-4F0B-A423-6F99C2E3FC61}"/>
          </ac:spMkLst>
        </pc:spChg>
        <pc:spChg chg="add del">
          <ac:chgData name="Cristian Chilipirea" userId="34ab170da5908fc4" providerId="LiveId" clId="{51E1D80A-4A29-4E2A-B293-4232621C1517}" dt="2019-10-06T18:08:16.734" v="252"/>
          <ac:spMkLst>
            <pc:docMk/>
            <pc:sldMk cId="3181653658" sldId="514"/>
            <ac:spMk id="188" creationId="{F35BE470-3F65-4327-A011-6F5157B45F6B}"/>
          </ac:spMkLst>
        </pc:spChg>
        <pc:spChg chg="add del">
          <ac:chgData name="Cristian Chilipirea" userId="34ab170da5908fc4" providerId="LiveId" clId="{51E1D80A-4A29-4E2A-B293-4232621C1517}" dt="2019-10-06T18:08:16.734" v="252"/>
          <ac:spMkLst>
            <pc:docMk/>
            <pc:sldMk cId="3181653658" sldId="514"/>
            <ac:spMk id="189" creationId="{2F2CA41D-5E4A-4820-8E65-19F703133B86}"/>
          </ac:spMkLst>
        </pc:spChg>
        <pc:spChg chg="add del">
          <ac:chgData name="Cristian Chilipirea" userId="34ab170da5908fc4" providerId="LiveId" clId="{51E1D80A-4A29-4E2A-B293-4232621C1517}" dt="2019-10-06T18:08:16.734" v="252"/>
          <ac:spMkLst>
            <pc:docMk/>
            <pc:sldMk cId="3181653658" sldId="514"/>
            <ac:spMk id="190" creationId="{6C1B0A45-30D6-4454-97E3-AF26D3C5B01C}"/>
          </ac:spMkLst>
        </pc:spChg>
        <pc:spChg chg="add del">
          <ac:chgData name="Cristian Chilipirea" userId="34ab170da5908fc4" providerId="LiveId" clId="{51E1D80A-4A29-4E2A-B293-4232621C1517}" dt="2019-10-06T18:08:16.734" v="252"/>
          <ac:spMkLst>
            <pc:docMk/>
            <pc:sldMk cId="3181653658" sldId="514"/>
            <ac:spMk id="191" creationId="{37E8732F-7756-4985-8018-FF7B7FEC286F}"/>
          </ac:spMkLst>
        </pc:spChg>
        <pc:spChg chg="add del">
          <ac:chgData name="Cristian Chilipirea" userId="34ab170da5908fc4" providerId="LiveId" clId="{51E1D80A-4A29-4E2A-B293-4232621C1517}" dt="2019-10-06T18:08:16.734" v="252"/>
          <ac:spMkLst>
            <pc:docMk/>
            <pc:sldMk cId="3181653658" sldId="514"/>
            <ac:spMk id="192" creationId="{F44BE1FF-AAC0-4DD5-A5C7-232C05FD5AD6}"/>
          </ac:spMkLst>
        </pc:spChg>
        <pc:spChg chg="add del">
          <ac:chgData name="Cristian Chilipirea" userId="34ab170da5908fc4" providerId="LiveId" clId="{51E1D80A-4A29-4E2A-B293-4232621C1517}" dt="2019-10-06T18:08:16.734" v="252"/>
          <ac:spMkLst>
            <pc:docMk/>
            <pc:sldMk cId="3181653658" sldId="514"/>
            <ac:spMk id="193" creationId="{813F4F2B-9ACC-4FF9-9D6F-88366673B48A}"/>
          </ac:spMkLst>
        </pc:spChg>
        <pc:spChg chg="add del">
          <ac:chgData name="Cristian Chilipirea" userId="34ab170da5908fc4" providerId="LiveId" clId="{51E1D80A-4A29-4E2A-B293-4232621C1517}" dt="2019-10-06T18:08:16.734" v="252"/>
          <ac:spMkLst>
            <pc:docMk/>
            <pc:sldMk cId="3181653658" sldId="514"/>
            <ac:spMk id="194" creationId="{433BBD13-5949-4D79-9338-588666861CF2}"/>
          </ac:spMkLst>
        </pc:spChg>
        <pc:spChg chg="add del">
          <ac:chgData name="Cristian Chilipirea" userId="34ab170da5908fc4" providerId="LiveId" clId="{51E1D80A-4A29-4E2A-B293-4232621C1517}" dt="2019-10-06T18:08:16.734" v="252"/>
          <ac:spMkLst>
            <pc:docMk/>
            <pc:sldMk cId="3181653658" sldId="514"/>
            <ac:spMk id="195" creationId="{6A69A43E-B4FF-4476-A5AE-8ECC0955B135}"/>
          </ac:spMkLst>
        </pc:spChg>
        <pc:spChg chg="add del">
          <ac:chgData name="Cristian Chilipirea" userId="34ab170da5908fc4" providerId="LiveId" clId="{51E1D80A-4A29-4E2A-B293-4232621C1517}" dt="2019-10-06T18:08:16.734" v="252"/>
          <ac:spMkLst>
            <pc:docMk/>
            <pc:sldMk cId="3181653658" sldId="514"/>
            <ac:spMk id="196" creationId="{79B0538A-DC78-47C0-8E2F-082161B6DB55}"/>
          </ac:spMkLst>
        </pc:spChg>
        <pc:spChg chg="add del">
          <ac:chgData name="Cristian Chilipirea" userId="34ab170da5908fc4" providerId="LiveId" clId="{51E1D80A-4A29-4E2A-B293-4232621C1517}" dt="2019-10-06T18:08:16.734" v="252"/>
          <ac:spMkLst>
            <pc:docMk/>
            <pc:sldMk cId="3181653658" sldId="514"/>
            <ac:spMk id="197" creationId="{002A5FAB-2671-4AF3-B4E2-DBC4CA918971}"/>
          </ac:spMkLst>
        </pc:spChg>
        <pc:spChg chg="add del">
          <ac:chgData name="Cristian Chilipirea" userId="34ab170da5908fc4" providerId="LiveId" clId="{51E1D80A-4A29-4E2A-B293-4232621C1517}" dt="2019-10-06T18:08:16.734" v="252"/>
          <ac:spMkLst>
            <pc:docMk/>
            <pc:sldMk cId="3181653658" sldId="514"/>
            <ac:spMk id="198" creationId="{1D812A4D-CF2A-4017-B9CA-9C666EF5A3CE}"/>
          </ac:spMkLst>
        </pc:spChg>
        <pc:spChg chg="add del">
          <ac:chgData name="Cristian Chilipirea" userId="34ab170da5908fc4" providerId="LiveId" clId="{51E1D80A-4A29-4E2A-B293-4232621C1517}" dt="2019-10-06T18:08:16.734" v="252"/>
          <ac:spMkLst>
            <pc:docMk/>
            <pc:sldMk cId="3181653658" sldId="514"/>
            <ac:spMk id="199" creationId="{99FA606F-3B1D-4836-9B3D-BE061E5E2450}"/>
          </ac:spMkLst>
        </pc:spChg>
        <pc:spChg chg="add del">
          <ac:chgData name="Cristian Chilipirea" userId="34ab170da5908fc4" providerId="LiveId" clId="{51E1D80A-4A29-4E2A-B293-4232621C1517}" dt="2019-10-06T18:08:16.734" v="252"/>
          <ac:spMkLst>
            <pc:docMk/>
            <pc:sldMk cId="3181653658" sldId="514"/>
            <ac:spMk id="200" creationId="{F59A56AB-9A6E-4B69-9CE1-4ABBF3402FE7}"/>
          </ac:spMkLst>
        </pc:spChg>
        <pc:spChg chg="add del">
          <ac:chgData name="Cristian Chilipirea" userId="34ab170da5908fc4" providerId="LiveId" clId="{51E1D80A-4A29-4E2A-B293-4232621C1517}" dt="2019-10-06T18:08:16.734" v="252"/>
          <ac:spMkLst>
            <pc:docMk/>
            <pc:sldMk cId="3181653658" sldId="514"/>
            <ac:spMk id="201" creationId="{B1F8BA34-E902-4312-B895-D7D3DCA25F83}"/>
          </ac:spMkLst>
        </pc:spChg>
        <pc:spChg chg="add del">
          <ac:chgData name="Cristian Chilipirea" userId="34ab170da5908fc4" providerId="LiveId" clId="{51E1D80A-4A29-4E2A-B293-4232621C1517}" dt="2019-10-06T18:08:16.734" v="252"/>
          <ac:spMkLst>
            <pc:docMk/>
            <pc:sldMk cId="3181653658" sldId="514"/>
            <ac:spMk id="202" creationId="{55578C3E-CC1E-49E9-BEF4-4956FF176CA1}"/>
          </ac:spMkLst>
        </pc:spChg>
        <pc:spChg chg="add del">
          <ac:chgData name="Cristian Chilipirea" userId="34ab170da5908fc4" providerId="LiveId" clId="{51E1D80A-4A29-4E2A-B293-4232621C1517}" dt="2019-10-06T18:08:16.734" v="252"/>
          <ac:spMkLst>
            <pc:docMk/>
            <pc:sldMk cId="3181653658" sldId="514"/>
            <ac:spMk id="203" creationId="{EFE8E1D2-E898-463C-AF7E-0FBA64B42D85}"/>
          </ac:spMkLst>
        </pc:spChg>
        <pc:spChg chg="add del">
          <ac:chgData name="Cristian Chilipirea" userId="34ab170da5908fc4" providerId="LiveId" clId="{51E1D80A-4A29-4E2A-B293-4232621C1517}" dt="2019-10-06T18:08:16.734" v="252"/>
          <ac:spMkLst>
            <pc:docMk/>
            <pc:sldMk cId="3181653658" sldId="514"/>
            <ac:spMk id="204" creationId="{B53111C5-752C-4EF1-8EBF-10288BF8C916}"/>
          </ac:spMkLst>
        </pc:spChg>
        <pc:spChg chg="add del">
          <ac:chgData name="Cristian Chilipirea" userId="34ab170da5908fc4" providerId="LiveId" clId="{51E1D80A-4A29-4E2A-B293-4232621C1517}" dt="2019-10-06T18:08:16.734" v="252"/>
          <ac:spMkLst>
            <pc:docMk/>
            <pc:sldMk cId="3181653658" sldId="514"/>
            <ac:spMk id="205" creationId="{39B03DF2-E6BC-44DE-A198-7934ABF352E0}"/>
          </ac:spMkLst>
        </pc:spChg>
        <pc:spChg chg="add del">
          <ac:chgData name="Cristian Chilipirea" userId="34ab170da5908fc4" providerId="LiveId" clId="{51E1D80A-4A29-4E2A-B293-4232621C1517}" dt="2019-10-06T18:08:16.734" v="252"/>
          <ac:spMkLst>
            <pc:docMk/>
            <pc:sldMk cId="3181653658" sldId="514"/>
            <ac:spMk id="206" creationId="{97A3748A-C9BE-4876-BF28-835F41EF2B29}"/>
          </ac:spMkLst>
        </pc:spChg>
        <pc:spChg chg="add del">
          <ac:chgData name="Cristian Chilipirea" userId="34ab170da5908fc4" providerId="LiveId" clId="{51E1D80A-4A29-4E2A-B293-4232621C1517}" dt="2019-10-06T18:08:16.734" v="252"/>
          <ac:spMkLst>
            <pc:docMk/>
            <pc:sldMk cId="3181653658" sldId="514"/>
            <ac:spMk id="207" creationId="{6D7D9424-A6DA-46C0-B4E6-60E9FD1AF07A}"/>
          </ac:spMkLst>
        </pc:spChg>
        <pc:spChg chg="add del">
          <ac:chgData name="Cristian Chilipirea" userId="34ab170da5908fc4" providerId="LiveId" clId="{51E1D80A-4A29-4E2A-B293-4232621C1517}" dt="2019-10-06T18:08:16.734" v="252"/>
          <ac:spMkLst>
            <pc:docMk/>
            <pc:sldMk cId="3181653658" sldId="514"/>
            <ac:spMk id="208" creationId="{FCF455ED-BB86-47C8-A1EC-E83E4461DA1C}"/>
          </ac:spMkLst>
        </pc:spChg>
        <pc:spChg chg="add del">
          <ac:chgData name="Cristian Chilipirea" userId="34ab170da5908fc4" providerId="LiveId" clId="{51E1D80A-4A29-4E2A-B293-4232621C1517}" dt="2019-10-06T18:08:16.734" v="252"/>
          <ac:spMkLst>
            <pc:docMk/>
            <pc:sldMk cId="3181653658" sldId="514"/>
            <ac:spMk id="209" creationId="{6F384165-A6CC-45BB-BB46-F6BC53D2FAA7}"/>
          </ac:spMkLst>
        </pc:spChg>
        <pc:spChg chg="add del">
          <ac:chgData name="Cristian Chilipirea" userId="34ab170da5908fc4" providerId="LiveId" clId="{51E1D80A-4A29-4E2A-B293-4232621C1517}" dt="2019-10-06T18:08:16.734" v="252"/>
          <ac:spMkLst>
            <pc:docMk/>
            <pc:sldMk cId="3181653658" sldId="514"/>
            <ac:spMk id="210" creationId="{DAAE7D29-973C-4DF6-8E6C-342F14BF587A}"/>
          </ac:spMkLst>
        </pc:spChg>
        <pc:spChg chg="add del">
          <ac:chgData name="Cristian Chilipirea" userId="34ab170da5908fc4" providerId="LiveId" clId="{51E1D80A-4A29-4E2A-B293-4232621C1517}" dt="2019-10-06T18:08:16.734" v="252"/>
          <ac:spMkLst>
            <pc:docMk/>
            <pc:sldMk cId="3181653658" sldId="514"/>
            <ac:spMk id="211" creationId="{72ED41E0-E3BB-4E71-9AC3-024BACF8E11C}"/>
          </ac:spMkLst>
        </pc:spChg>
        <pc:spChg chg="add del">
          <ac:chgData name="Cristian Chilipirea" userId="34ab170da5908fc4" providerId="LiveId" clId="{51E1D80A-4A29-4E2A-B293-4232621C1517}" dt="2019-10-06T18:08:16.734" v="252"/>
          <ac:spMkLst>
            <pc:docMk/>
            <pc:sldMk cId="3181653658" sldId="514"/>
            <ac:spMk id="212" creationId="{966447EB-1A32-455D-B710-A12C9E467F0D}"/>
          </ac:spMkLst>
        </pc:spChg>
        <pc:spChg chg="add del">
          <ac:chgData name="Cristian Chilipirea" userId="34ab170da5908fc4" providerId="LiveId" clId="{51E1D80A-4A29-4E2A-B293-4232621C1517}" dt="2019-10-06T18:08:16.734" v="252"/>
          <ac:spMkLst>
            <pc:docMk/>
            <pc:sldMk cId="3181653658" sldId="514"/>
            <ac:spMk id="213" creationId="{88B13C3C-985B-417D-B4B5-94CC3AD35D89}"/>
          </ac:spMkLst>
        </pc:spChg>
        <pc:spChg chg="add del">
          <ac:chgData name="Cristian Chilipirea" userId="34ab170da5908fc4" providerId="LiveId" clId="{51E1D80A-4A29-4E2A-B293-4232621C1517}" dt="2019-10-06T18:08:16.734" v="252"/>
          <ac:spMkLst>
            <pc:docMk/>
            <pc:sldMk cId="3181653658" sldId="514"/>
            <ac:spMk id="214" creationId="{00720DB0-449D-4BF6-9B34-769E8E1ADBE2}"/>
          </ac:spMkLst>
        </pc:spChg>
        <pc:spChg chg="add del">
          <ac:chgData name="Cristian Chilipirea" userId="34ab170da5908fc4" providerId="LiveId" clId="{51E1D80A-4A29-4E2A-B293-4232621C1517}" dt="2019-10-06T18:08:16.734" v="252"/>
          <ac:spMkLst>
            <pc:docMk/>
            <pc:sldMk cId="3181653658" sldId="514"/>
            <ac:spMk id="215" creationId="{A9DBB7C5-ECB8-43A4-A328-D66FE0B45DFD}"/>
          </ac:spMkLst>
        </pc:spChg>
        <pc:spChg chg="add del">
          <ac:chgData name="Cristian Chilipirea" userId="34ab170da5908fc4" providerId="LiveId" clId="{51E1D80A-4A29-4E2A-B293-4232621C1517}" dt="2019-10-06T18:08:16.734" v="252"/>
          <ac:spMkLst>
            <pc:docMk/>
            <pc:sldMk cId="3181653658" sldId="514"/>
            <ac:spMk id="216" creationId="{C57B27C0-262C-4BB0-A2F3-7481ADC76310}"/>
          </ac:spMkLst>
        </pc:spChg>
        <pc:spChg chg="add del">
          <ac:chgData name="Cristian Chilipirea" userId="34ab170da5908fc4" providerId="LiveId" clId="{51E1D80A-4A29-4E2A-B293-4232621C1517}" dt="2019-10-06T18:08:16.734" v="252"/>
          <ac:spMkLst>
            <pc:docMk/>
            <pc:sldMk cId="3181653658" sldId="514"/>
            <ac:spMk id="217" creationId="{5F1CECD0-791E-44CD-A214-160AB8949347}"/>
          </ac:spMkLst>
        </pc:spChg>
        <pc:spChg chg="add del">
          <ac:chgData name="Cristian Chilipirea" userId="34ab170da5908fc4" providerId="LiveId" clId="{51E1D80A-4A29-4E2A-B293-4232621C1517}" dt="2019-10-06T18:08:16.734" v="252"/>
          <ac:spMkLst>
            <pc:docMk/>
            <pc:sldMk cId="3181653658" sldId="514"/>
            <ac:spMk id="218" creationId="{2D7B16AA-28DE-4BAB-8140-DD7DD3D6E245}"/>
          </ac:spMkLst>
        </pc:spChg>
        <pc:spChg chg="add del">
          <ac:chgData name="Cristian Chilipirea" userId="34ab170da5908fc4" providerId="LiveId" clId="{51E1D80A-4A29-4E2A-B293-4232621C1517}" dt="2019-10-06T18:08:16.734" v="252"/>
          <ac:spMkLst>
            <pc:docMk/>
            <pc:sldMk cId="3181653658" sldId="514"/>
            <ac:spMk id="219" creationId="{8C18D19A-0C54-456A-9B59-28EA2616B0CA}"/>
          </ac:spMkLst>
        </pc:spChg>
        <pc:spChg chg="add del">
          <ac:chgData name="Cristian Chilipirea" userId="34ab170da5908fc4" providerId="LiveId" clId="{51E1D80A-4A29-4E2A-B293-4232621C1517}" dt="2019-10-06T18:08:16.734" v="252"/>
          <ac:spMkLst>
            <pc:docMk/>
            <pc:sldMk cId="3181653658" sldId="514"/>
            <ac:spMk id="220" creationId="{BF8A3BDE-EE02-4FAA-976D-B4D9852437D6}"/>
          </ac:spMkLst>
        </pc:spChg>
        <pc:spChg chg="add del">
          <ac:chgData name="Cristian Chilipirea" userId="34ab170da5908fc4" providerId="LiveId" clId="{51E1D80A-4A29-4E2A-B293-4232621C1517}" dt="2019-10-06T18:08:16.734" v="252"/>
          <ac:spMkLst>
            <pc:docMk/>
            <pc:sldMk cId="3181653658" sldId="514"/>
            <ac:spMk id="221" creationId="{F79DF493-5F7D-408D-972A-B04A2D131732}"/>
          </ac:spMkLst>
        </pc:spChg>
        <pc:spChg chg="add del">
          <ac:chgData name="Cristian Chilipirea" userId="34ab170da5908fc4" providerId="LiveId" clId="{51E1D80A-4A29-4E2A-B293-4232621C1517}" dt="2019-10-06T18:08:16.734" v="252"/>
          <ac:spMkLst>
            <pc:docMk/>
            <pc:sldMk cId="3181653658" sldId="514"/>
            <ac:spMk id="222" creationId="{E2982A97-023B-47F6-9669-D3180239BD61}"/>
          </ac:spMkLst>
        </pc:spChg>
        <pc:spChg chg="add del">
          <ac:chgData name="Cristian Chilipirea" userId="34ab170da5908fc4" providerId="LiveId" clId="{51E1D80A-4A29-4E2A-B293-4232621C1517}" dt="2019-10-06T18:08:16.734" v="252"/>
          <ac:spMkLst>
            <pc:docMk/>
            <pc:sldMk cId="3181653658" sldId="514"/>
            <ac:spMk id="223" creationId="{D5F99C0E-DE28-40FF-B6E2-453924CE3F67}"/>
          </ac:spMkLst>
        </pc:spChg>
        <pc:spChg chg="add del">
          <ac:chgData name="Cristian Chilipirea" userId="34ab170da5908fc4" providerId="LiveId" clId="{51E1D80A-4A29-4E2A-B293-4232621C1517}" dt="2019-10-06T18:08:16.734" v="252"/>
          <ac:spMkLst>
            <pc:docMk/>
            <pc:sldMk cId="3181653658" sldId="514"/>
            <ac:spMk id="224" creationId="{28654B03-9B70-4BCC-B913-FFC6312E8089}"/>
          </ac:spMkLst>
        </pc:spChg>
        <pc:spChg chg="add del">
          <ac:chgData name="Cristian Chilipirea" userId="34ab170da5908fc4" providerId="LiveId" clId="{51E1D80A-4A29-4E2A-B293-4232621C1517}" dt="2019-10-06T18:08:16.734" v="252"/>
          <ac:spMkLst>
            <pc:docMk/>
            <pc:sldMk cId="3181653658" sldId="514"/>
            <ac:spMk id="225" creationId="{0F9D8024-5540-4E5B-A27B-8A4820E6AD33}"/>
          </ac:spMkLst>
        </pc:spChg>
        <pc:spChg chg="add del">
          <ac:chgData name="Cristian Chilipirea" userId="34ab170da5908fc4" providerId="LiveId" clId="{51E1D80A-4A29-4E2A-B293-4232621C1517}" dt="2019-10-06T18:08:16.734" v="252"/>
          <ac:spMkLst>
            <pc:docMk/>
            <pc:sldMk cId="3181653658" sldId="514"/>
            <ac:spMk id="226" creationId="{AC5308A8-7B5F-49D0-B77E-D784D0956F34}"/>
          </ac:spMkLst>
        </pc:spChg>
        <pc:spChg chg="add del">
          <ac:chgData name="Cristian Chilipirea" userId="34ab170da5908fc4" providerId="LiveId" clId="{51E1D80A-4A29-4E2A-B293-4232621C1517}" dt="2019-10-06T18:08:16.734" v="252"/>
          <ac:spMkLst>
            <pc:docMk/>
            <pc:sldMk cId="3181653658" sldId="514"/>
            <ac:spMk id="227" creationId="{9E6DAB81-1680-46E3-849B-1C29D57721B9}"/>
          </ac:spMkLst>
        </pc:spChg>
        <pc:spChg chg="add del">
          <ac:chgData name="Cristian Chilipirea" userId="34ab170da5908fc4" providerId="LiveId" clId="{51E1D80A-4A29-4E2A-B293-4232621C1517}" dt="2019-10-06T18:08:16.734" v="252"/>
          <ac:spMkLst>
            <pc:docMk/>
            <pc:sldMk cId="3181653658" sldId="514"/>
            <ac:spMk id="228" creationId="{2580C516-10FD-4856-A37E-1D67C71B7372}"/>
          </ac:spMkLst>
        </pc:spChg>
        <pc:spChg chg="add del">
          <ac:chgData name="Cristian Chilipirea" userId="34ab170da5908fc4" providerId="LiveId" clId="{51E1D80A-4A29-4E2A-B293-4232621C1517}" dt="2019-10-06T18:08:16.734" v="252"/>
          <ac:spMkLst>
            <pc:docMk/>
            <pc:sldMk cId="3181653658" sldId="514"/>
            <ac:spMk id="229" creationId="{8F421053-AC68-4DEE-870A-909100982C36}"/>
          </ac:spMkLst>
        </pc:spChg>
        <pc:spChg chg="add del">
          <ac:chgData name="Cristian Chilipirea" userId="34ab170da5908fc4" providerId="LiveId" clId="{51E1D80A-4A29-4E2A-B293-4232621C1517}" dt="2019-10-06T18:08:16.734" v="252"/>
          <ac:spMkLst>
            <pc:docMk/>
            <pc:sldMk cId="3181653658" sldId="514"/>
            <ac:spMk id="230" creationId="{C0378BE5-23AE-454F-8C8E-79DA8C718CF4}"/>
          </ac:spMkLst>
        </pc:spChg>
        <pc:spChg chg="add del">
          <ac:chgData name="Cristian Chilipirea" userId="34ab170da5908fc4" providerId="LiveId" clId="{51E1D80A-4A29-4E2A-B293-4232621C1517}" dt="2019-10-06T18:08:16.734" v="252"/>
          <ac:spMkLst>
            <pc:docMk/>
            <pc:sldMk cId="3181653658" sldId="514"/>
            <ac:spMk id="231" creationId="{FF49068F-9A0B-4705-91F5-6825BA44224E}"/>
          </ac:spMkLst>
        </pc:spChg>
        <pc:spChg chg="add del">
          <ac:chgData name="Cristian Chilipirea" userId="34ab170da5908fc4" providerId="LiveId" clId="{51E1D80A-4A29-4E2A-B293-4232621C1517}" dt="2019-10-06T18:08:16.734" v="252"/>
          <ac:spMkLst>
            <pc:docMk/>
            <pc:sldMk cId="3181653658" sldId="514"/>
            <ac:spMk id="232" creationId="{5D62CDA2-9C12-4E13-B6AE-AF3B4BC991FD}"/>
          </ac:spMkLst>
        </pc:spChg>
        <pc:spChg chg="add del">
          <ac:chgData name="Cristian Chilipirea" userId="34ab170da5908fc4" providerId="LiveId" clId="{51E1D80A-4A29-4E2A-B293-4232621C1517}" dt="2019-10-06T18:08:16.734" v="252"/>
          <ac:spMkLst>
            <pc:docMk/>
            <pc:sldMk cId="3181653658" sldId="514"/>
            <ac:spMk id="233" creationId="{6DDF3EEE-567A-4698-BE2D-E2B0FB95A6F2}"/>
          </ac:spMkLst>
        </pc:spChg>
        <pc:spChg chg="add del">
          <ac:chgData name="Cristian Chilipirea" userId="34ab170da5908fc4" providerId="LiveId" clId="{51E1D80A-4A29-4E2A-B293-4232621C1517}" dt="2019-10-06T18:08:16.734" v="252"/>
          <ac:spMkLst>
            <pc:docMk/>
            <pc:sldMk cId="3181653658" sldId="514"/>
            <ac:spMk id="234" creationId="{DBA7F591-E017-40AC-BFF0-79BD4FAAED15}"/>
          </ac:spMkLst>
        </pc:spChg>
        <pc:spChg chg="add del">
          <ac:chgData name="Cristian Chilipirea" userId="34ab170da5908fc4" providerId="LiveId" clId="{51E1D80A-4A29-4E2A-B293-4232621C1517}" dt="2019-10-06T18:08:16.734" v="252"/>
          <ac:spMkLst>
            <pc:docMk/>
            <pc:sldMk cId="3181653658" sldId="514"/>
            <ac:spMk id="235" creationId="{AD3BA435-A115-4E2E-AEDD-98688346F0B4}"/>
          </ac:spMkLst>
        </pc:spChg>
        <pc:spChg chg="add del">
          <ac:chgData name="Cristian Chilipirea" userId="34ab170da5908fc4" providerId="LiveId" clId="{51E1D80A-4A29-4E2A-B293-4232621C1517}" dt="2019-10-06T18:08:16.734" v="252"/>
          <ac:spMkLst>
            <pc:docMk/>
            <pc:sldMk cId="3181653658" sldId="514"/>
            <ac:spMk id="236" creationId="{9056FE9C-93DD-41ED-A5EF-3478803CFB57}"/>
          </ac:spMkLst>
        </pc:spChg>
        <pc:spChg chg="add del">
          <ac:chgData name="Cristian Chilipirea" userId="34ab170da5908fc4" providerId="LiveId" clId="{51E1D80A-4A29-4E2A-B293-4232621C1517}" dt="2019-10-06T18:08:16.734" v="252"/>
          <ac:spMkLst>
            <pc:docMk/>
            <pc:sldMk cId="3181653658" sldId="514"/>
            <ac:spMk id="237" creationId="{1C29B306-8D55-4797-8B6E-59E66076ABC3}"/>
          </ac:spMkLst>
        </pc:spChg>
        <pc:spChg chg="add del">
          <ac:chgData name="Cristian Chilipirea" userId="34ab170da5908fc4" providerId="LiveId" clId="{51E1D80A-4A29-4E2A-B293-4232621C1517}" dt="2019-10-06T18:08:16.734" v="252"/>
          <ac:spMkLst>
            <pc:docMk/>
            <pc:sldMk cId="3181653658" sldId="514"/>
            <ac:spMk id="238" creationId="{9EFBF529-5947-421C-8F2E-54D262D6B862}"/>
          </ac:spMkLst>
        </pc:spChg>
        <pc:spChg chg="add del">
          <ac:chgData name="Cristian Chilipirea" userId="34ab170da5908fc4" providerId="LiveId" clId="{51E1D80A-4A29-4E2A-B293-4232621C1517}" dt="2019-10-06T18:08:16.734" v="252"/>
          <ac:spMkLst>
            <pc:docMk/>
            <pc:sldMk cId="3181653658" sldId="514"/>
            <ac:spMk id="239" creationId="{193050C0-6DA8-4FE1-BC19-16396D6337E1}"/>
          </ac:spMkLst>
        </pc:spChg>
        <pc:spChg chg="add del">
          <ac:chgData name="Cristian Chilipirea" userId="34ab170da5908fc4" providerId="LiveId" clId="{51E1D80A-4A29-4E2A-B293-4232621C1517}" dt="2019-10-06T18:08:16.734" v="252"/>
          <ac:spMkLst>
            <pc:docMk/>
            <pc:sldMk cId="3181653658" sldId="514"/>
            <ac:spMk id="240" creationId="{66696BFA-4D17-42BC-9026-4ACCCF570966}"/>
          </ac:spMkLst>
        </pc:spChg>
        <pc:spChg chg="add del">
          <ac:chgData name="Cristian Chilipirea" userId="34ab170da5908fc4" providerId="LiveId" clId="{51E1D80A-4A29-4E2A-B293-4232621C1517}" dt="2019-10-06T18:08:16.734" v="252"/>
          <ac:spMkLst>
            <pc:docMk/>
            <pc:sldMk cId="3181653658" sldId="514"/>
            <ac:spMk id="241" creationId="{F3A75C27-EAED-45AA-B80E-0187C2CA5ED4}"/>
          </ac:spMkLst>
        </pc:spChg>
        <pc:spChg chg="add del">
          <ac:chgData name="Cristian Chilipirea" userId="34ab170da5908fc4" providerId="LiveId" clId="{51E1D80A-4A29-4E2A-B293-4232621C1517}" dt="2019-10-06T18:08:16.734" v="252"/>
          <ac:spMkLst>
            <pc:docMk/>
            <pc:sldMk cId="3181653658" sldId="514"/>
            <ac:spMk id="242" creationId="{9C3628C9-650E-40C3-B3A4-E6BA0538089C}"/>
          </ac:spMkLst>
        </pc:spChg>
        <pc:spChg chg="add del">
          <ac:chgData name="Cristian Chilipirea" userId="34ab170da5908fc4" providerId="LiveId" clId="{51E1D80A-4A29-4E2A-B293-4232621C1517}" dt="2019-10-06T18:08:16.734" v="252"/>
          <ac:spMkLst>
            <pc:docMk/>
            <pc:sldMk cId="3181653658" sldId="514"/>
            <ac:spMk id="243" creationId="{26ADA60F-E258-4579-839F-1BB133003B93}"/>
          </ac:spMkLst>
        </pc:spChg>
        <pc:spChg chg="add del">
          <ac:chgData name="Cristian Chilipirea" userId="34ab170da5908fc4" providerId="LiveId" clId="{51E1D80A-4A29-4E2A-B293-4232621C1517}" dt="2019-10-06T18:08:16.734" v="252"/>
          <ac:spMkLst>
            <pc:docMk/>
            <pc:sldMk cId="3181653658" sldId="514"/>
            <ac:spMk id="244" creationId="{070054B4-891D-4EB9-A2DD-EA91DBCAC391}"/>
          </ac:spMkLst>
        </pc:spChg>
        <pc:spChg chg="add del">
          <ac:chgData name="Cristian Chilipirea" userId="34ab170da5908fc4" providerId="LiveId" clId="{51E1D80A-4A29-4E2A-B293-4232621C1517}" dt="2019-10-06T18:08:16.734" v="252"/>
          <ac:spMkLst>
            <pc:docMk/>
            <pc:sldMk cId="3181653658" sldId="514"/>
            <ac:spMk id="245" creationId="{2E006A3B-B33F-4A38-9670-EB52EA52C0BF}"/>
          </ac:spMkLst>
        </pc:spChg>
        <pc:spChg chg="add del">
          <ac:chgData name="Cristian Chilipirea" userId="34ab170da5908fc4" providerId="LiveId" clId="{51E1D80A-4A29-4E2A-B293-4232621C1517}" dt="2019-10-06T18:08:16.734" v="252"/>
          <ac:spMkLst>
            <pc:docMk/>
            <pc:sldMk cId="3181653658" sldId="514"/>
            <ac:spMk id="246" creationId="{81A66544-3BEA-4B61-A062-6AEE4B91BB11}"/>
          </ac:spMkLst>
        </pc:spChg>
        <pc:spChg chg="add del">
          <ac:chgData name="Cristian Chilipirea" userId="34ab170da5908fc4" providerId="LiveId" clId="{51E1D80A-4A29-4E2A-B293-4232621C1517}" dt="2019-10-06T18:08:16.734" v="252"/>
          <ac:spMkLst>
            <pc:docMk/>
            <pc:sldMk cId="3181653658" sldId="514"/>
            <ac:spMk id="247" creationId="{21323D0D-2B5C-4717-836A-AE08AEC301AF}"/>
          </ac:spMkLst>
        </pc:spChg>
        <pc:spChg chg="add del">
          <ac:chgData name="Cristian Chilipirea" userId="34ab170da5908fc4" providerId="LiveId" clId="{51E1D80A-4A29-4E2A-B293-4232621C1517}" dt="2019-10-06T18:08:16.734" v="252"/>
          <ac:spMkLst>
            <pc:docMk/>
            <pc:sldMk cId="3181653658" sldId="514"/>
            <ac:spMk id="248" creationId="{1F98F66F-F609-4C6A-885D-DC7D79620B89}"/>
          </ac:spMkLst>
        </pc:spChg>
        <pc:spChg chg="add del">
          <ac:chgData name="Cristian Chilipirea" userId="34ab170da5908fc4" providerId="LiveId" clId="{51E1D80A-4A29-4E2A-B293-4232621C1517}" dt="2019-10-06T18:08:16.734" v="252"/>
          <ac:spMkLst>
            <pc:docMk/>
            <pc:sldMk cId="3181653658" sldId="514"/>
            <ac:spMk id="249" creationId="{E315D3D9-5D5C-4AE1-BC88-202D941CF227}"/>
          </ac:spMkLst>
        </pc:spChg>
        <pc:spChg chg="add del">
          <ac:chgData name="Cristian Chilipirea" userId="34ab170da5908fc4" providerId="LiveId" clId="{51E1D80A-4A29-4E2A-B293-4232621C1517}" dt="2019-10-06T18:08:16.734" v="252"/>
          <ac:spMkLst>
            <pc:docMk/>
            <pc:sldMk cId="3181653658" sldId="514"/>
            <ac:spMk id="250" creationId="{3CB602D6-7BFE-493D-9C3C-3C6BDFF76781}"/>
          </ac:spMkLst>
        </pc:spChg>
        <pc:spChg chg="add del">
          <ac:chgData name="Cristian Chilipirea" userId="34ab170da5908fc4" providerId="LiveId" clId="{51E1D80A-4A29-4E2A-B293-4232621C1517}" dt="2019-10-06T18:08:16.734" v="252"/>
          <ac:spMkLst>
            <pc:docMk/>
            <pc:sldMk cId="3181653658" sldId="514"/>
            <ac:spMk id="251" creationId="{8CD7A0DD-7677-4F8D-BF41-D4D49D4A02EE}"/>
          </ac:spMkLst>
        </pc:spChg>
        <pc:spChg chg="add del">
          <ac:chgData name="Cristian Chilipirea" userId="34ab170da5908fc4" providerId="LiveId" clId="{51E1D80A-4A29-4E2A-B293-4232621C1517}" dt="2019-10-06T18:08:16.734" v="252"/>
          <ac:spMkLst>
            <pc:docMk/>
            <pc:sldMk cId="3181653658" sldId="514"/>
            <ac:spMk id="252" creationId="{A22F2165-6298-4D0A-8BCD-3F7ABB64F014}"/>
          </ac:spMkLst>
        </pc:spChg>
        <pc:spChg chg="add del">
          <ac:chgData name="Cristian Chilipirea" userId="34ab170da5908fc4" providerId="LiveId" clId="{51E1D80A-4A29-4E2A-B293-4232621C1517}" dt="2019-10-06T18:08:16.734" v="252"/>
          <ac:spMkLst>
            <pc:docMk/>
            <pc:sldMk cId="3181653658" sldId="514"/>
            <ac:spMk id="253" creationId="{879AE20F-FA76-4791-87E8-FBF8501D91A3}"/>
          </ac:spMkLst>
        </pc:spChg>
        <pc:spChg chg="add del">
          <ac:chgData name="Cristian Chilipirea" userId="34ab170da5908fc4" providerId="LiveId" clId="{51E1D80A-4A29-4E2A-B293-4232621C1517}" dt="2019-10-06T18:08:16.734" v="252"/>
          <ac:spMkLst>
            <pc:docMk/>
            <pc:sldMk cId="3181653658" sldId="514"/>
            <ac:spMk id="254" creationId="{79109723-B7C5-4B24-833C-B839278D6BD5}"/>
          </ac:spMkLst>
        </pc:spChg>
        <pc:spChg chg="add del">
          <ac:chgData name="Cristian Chilipirea" userId="34ab170da5908fc4" providerId="LiveId" clId="{51E1D80A-4A29-4E2A-B293-4232621C1517}" dt="2019-10-06T18:08:16.734" v="252"/>
          <ac:spMkLst>
            <pc:docMk/>
            <pc:sldMk cId="3181653658" sldId="514"/>
            <ac:spMk id="255" creationId="{952C87D3-BAF8-48CB-8701-D23CC7BB8CD1}"/>
          </ac:spMkLst>
        </pc:spChg>
        <pc:spChg chg="add del">
          <ac:chgData name="Cristian Chilipirea" userId="34ab170da5908fc4" providerId="LiveId" clId="{51E1D80A-4A29-4E2A-B293-4232621C1517}" dt="2019-10-06T18:08:16.734" v="252"/>
          <ac:spMkLst>
            <pc:docMk/>
            <pc:sldMk cId="3181653658" sldId="514"/>
            <ac:spMk id="256" creationId="{CB9C82BF-9E1F-490F-A7B8-FE8FB332E916}"/>
          </ac:spMkLst>
        </pc:spChg>
        <pc:spChg chg="add del">
          <ac:chgData name="Cristian Chilipirea" userId="34ab170da5908fc4" providerId="LiveId" clId="{51E1D80A-4A29-4E2A-B293-4232621C1517}" dt="2019-10-06T18:08:16.734" v="252"/>
          <ac:spMkLst>
            <pc:docMk/>
            <pc:sldMk cId="3181653658" sldId="514"/>
            <ac:spMk id="257" creationId="{7925B2C9-58DB-43B0-8451-AD948F9F7483}"/>
          </ac:spMkLst>
        </pc:spChg>
        <pc:spChg chg="add del">
          <ac:chgData name="Cristian Chilipirea" userId="34ab170da5908fc4" providerId="LiveId" clId="{51E1D80A-4A29-4E2A-B293-4232621C1517}" dt="2019-10-06T18:08:16.734" v="252"/>
          <ac:spMkLst>
            <pc:docMk/>
            <pc:sldMk cId="3181653658" sldId="514"/>
            <ac:spMk id="258" creationId="{48D04FA0-9CF7-400D-A39F-259404CBF850}"/>
          </ac:spMkLst>
        </pc:spChg>
        <pc:spChg chg="add del">
          <ac:chgData name="Cristian Chilipirea" userId="34ab170da5908fc4" providerId="LiveId" clId="{51E1D80A-4A29-4E2A-B293-4232621C1517}" dt="2019-10-06T18:08:16.734" v="252"/>
          <ac:spMkLst>
            <pc:docMk/>
            <pc:sldMk cId="3181653658" sldId="514"/>
            <ac:spMk id="259" creationId="{B342EB97-52FA-48B8-BCBB-968140DE6F0C}"/>
          </ac:spMkLst>
        </pc:spChg>
        <pc:spChg chg="add del">
          <ac:chgData name="Cristian Chilipirea" userId="34ab170da5908fc4" providerId="LiveId" clId="{51E1D80A-4A29-4E2A-B293-4232621C1517}" dt="2019-10-06T18:08:16.734" v="252"/>
          <ac:spMkLst>
            <pc:docMk/>
            <pc:sldMk cId="3181653658" sldId="514"/>
            <ac:spMk id="260" creationId="{48216972-5715-4E1C-B3F5-04491C4AE78B}"/>
          </ac:spMkLst>
        </pc:spChg>
        <pc:spChg chg="add del">
          <ac:chgData name="Cristian Chilipirea" userId="34ab170da5908fc4" providerId="LiveId" clId="{51E1D80A-4A29-4E2A-B293-4232621C1517}" dt="2019-10-06T18:08:16.734" v="252"/>
          <ac:spMkLst>
            <pc:docMk/>
            <pc:sldMk cId="3181653658" sldId="514"/>
            <ac:spMk id="261" creationId="{E322E659-1995-4D51-BF2E-C1FE0815C3E6}"/>
          </ac:spMkLst>
        </pc:spChg>
        <pc:spChg chg="add del">
          <ac:chgData name="Cristian Chilipirea" userId="34ab170da5908fc4" providerId="LiveId" clId="{51E1D80A-4A29-4E2A-B293-4232621C1517}" dt="2019-10-06T18:08:16.734" v="252"/>
          <ac:spMkLst>
            <pc:docMk/>
            <pc:sldMk cId="3181653658" sldId="514"/>
            <ac:spMk id="262" creationId="{6175FA3A-2BD8-4E6C-BBA0-44D96D4E67D1}"/>
          </ac:spMkLst>
        </pc:spChg>
        <pc:spChg chg="add del">
          <ac:chgData name="Cristian Chilipirea" userId="34ab170da5908fc4" providerId="LiveId" clId="{51E1D80A-4A29-4E2A-B293-4232621C1517}" dt="2019-10-06T18:08:16.734" v="252"/>
          <ac:spMkLst>
            <pc:docMk/>
            <pc:sldMk cId="3181653658" sldId="514"/>
            <ac:spMk id="263" creationId="{D62918DE-C692-4F54-AA91-B3A6236B297D}"/>
          </ac:spMkLst>
        </pc:spChg>
        <pc:spChg chg="add del">
          <ac:chgData name="Cristian Chilipirea" userId="34ab170da5908fc4" providerId="LiveId" clId="{51E1D80A-4A29-4E2A-B293-4232621C1517}" dt="2019-10-06T18:08:16.734" v="252"/>
          <ac:spMkLst>
            <pc:docMk/>
            <pc:sldMk cId="3181653658" sldId="514"/>
            <ac:spMk id="264" creationId="{206F0381-7AEC-496E-B916-6B6EDFF75BB9}"/>
          </ac:spMkLst>
        </pc:spChg>
        <pc:spChg chg="add del">
          <ac:chgData name="Cristian Chilipirea" userId="34ab170da5908fc4" providerId="LiveId" clId="{51E1D80A-4A29-4E2A-B293-4232621C1517}" dt="2019-10-06T18:08:16.734" v="252"/>
          <ac:spMkLst>
            <pc:docMk/>
            <pc:sldMk cId="3181653658" sldId="514"/>
            <ac:spMk id="265" creationId="{20A4D87C-D132-4515-82AE-426E2E78BB9E}"/>
          </ac:spMkLst>
        </pc:spChg>
        <pc:spChg chg="add del">
          <ac:chgData name="Cristian Chilipirea" userId="34ab170da5908fc4" providerId="LiveId" clId="{51E1D80A-4A29-4E2A-B293-4232621C1517}" dt="2019-10-06T18:08:16.734" v="252"/>
          <ac:spMkLst>
            <pc:docMk/>
            <pc:sldMk cId="3181653658" sldId="514"/>
            <ac:spMk id="266" creationId="{6A209E7F-0CA5-45D4-B688-5F1E7C2EF2E1}"/>
          </ac:spMkLst>
        </pc:spChg>
        <pc:spChg chg="add del">
          <ac:chgData name="Cristian Chilipirea" userId="34ab170da5908fc4" providerId="LiveId" clId="{51E1D80A-4A29-4E2A-B293-4232621C1517}" dt="2019-10-06T18:08:16.734" v="252"/>
          <ac:spMkLst>
            <pc:docMk/>
            <pc:sldMk cId="3181653658" sldId="514"/>
            <ac:spMk id="267" creationId="{5113CFC3-A5E9-4609-9E5C-200A8C64B073}"/>
          </ac:spMkLst>
        </pc:spChg>
        <pc:spChg chg="add del">
          <ac:chgData name="Cristian Chilipirea" userId="34ab170da5908fc4" providerId="LiveId" clId="{51E1D80A-4A29-4E2A-B293-4232621C1517}" dt="2019-10-06T18:08:16.734" v="252"/>
          <ac:spMkLst>
            <pc:docMk/>
            <pc:sldMk cId="3181653658" sldId="514"/>
            <ac:spMk id="268" creationId="{7428FD5A-6F39-4DBA-830A-9C8E77815EFC}"/>
          </ac:spMkLst>
        </pc:spChg>
        <pc:spChg chg="add del">
          <ac:chgData name="Cristian Chilipirea" userId="34ab170da5908fc4" providerId="LiveId" clId="{51E1D80A-4A29-4E2A-B293-4232621C1517}" dt="2019-10-06T18:08:16.734" v="252"/>
          <ac:spMkLst>
            <pc:docMk/>
            <pc:sldMk cId="3181653658" sldId="514"/>
            <ac:spMk id="269" creationId="{85E66CF9-2475-478C-8109-4CB9A6F27FBC}"/>
          </ac:spMkLst>
        </pc:spChg>
        <pc:spChg chg="add del">
          <ac:chgData name="Cristian Chilipirea" userId="34ab170da5908fc4" providerId="LiveId" clId="{51E1D80A-4A29-4E2A-B293-4232621C1517}" dt="2019-10-06T18:08:16.734" v="252"/>
          <ac:spMkLst>
            <pc:docMk/>
            <pc:sldMk cId="3181653658" sldId="514"/>
            <ac:spMk id="270" creationId="{EE4D8AA2-750C-4961-9BF7-19BC6CB128C4}"/>
          </ac:spMkLst>
        </pc:spChg>
        <pc:spChg chg="add del">
          <ac:chgData name="Cristian Chilipirea" userId="34ab170da5908fc4" providerId="LiveId" clId="{51E1D80A-4A29-4E2A-B293-4232621C1517}" dt="2019-10-06T18:08:16.734" v="252"/>
          <ac:spMkLst>
            <pc:docMk/>
            <pc:sldMk cId="3181653658" sldId="514"/>
            <ac:spMk id="271" creationId="{90FC1810-39E2-4322-B575-CB2CC591C332}"/>
          </ac:spMkLst>
        </pc:spChg>
        <pc:spChg chg="add del">
          <ac:chgData name="Cristian Chilipirea" userId="34ab170da5908fc4" providerId="LiveId" clId="{51E1D80A-4A29-4E2A-B293-4232621C1517}" dt="2019-10-06T18:08:16.734" v="252"/>
          <ac:spMkLst>
            <pc:docMk/>
            <pc:sldMk cId="3181653658" sldId="514"/>
            <ac:spMk id="272" creationId="{37664DAA-8CCE-4B25-A566-A21C1EA68716}"/>
          </ac:spMkLst>
        </pc:spChg>
        <pc:spChg chg="add del">
          <ac:chgData name="Cristian Chilipirea" userId="34ab170da5908fc4" providerId="LiveId" clId="{51E1D80A-4A29-4E2A-B293-4232621C1517}" dt="2019-10-06T18:08:16.734" v="252"/>
          <ac:spMkLst>
            <pc:docMk/>
            <pc:sldMk cId="3181653658" sldId="514"/>
            <ac:spMk id="273" creationId="{3770C8FE-0542-42CF-BA06-6A0DBF2097E7}"/>
          </ac:spMkLst>
        </pc:spChg>
        <pc:spChg chg="add del">
          <ac:chgData name="Cristian Chilipirea" userId="34ab170da5908fc4" providerId="LiveId" clId="{51E1D80A-4A29-4E2A-B293-4232621C1517}" dt="2019-10-06T18:08:16.734" v="252"/>
          <ac:spMkLst>
            <pc:docMk/>
            <pc:sldMk cId="3181653658" sldId="514"/>
            <ac:spMk id="274" creationId="{BCDE12CD-0090-4BD2-B86A-B6A100DB1A6F}"/>
          </ac:spMkLst>
        </pc:spChg>
        <pc:spChg chg="add del">
          <ac:chgData name="Cristian Chilipirea" userId="34ab170da5908fc4" providerId="LiveId" clId="{51E1D80A-4A29-4E2A-B293-4232621C1517}" dt="2019-10-06T18:08:16.734" v="252"/>
          <ac:spMkLst>
            <pc:docMk/>
            <pc:sldMk cId="3181653658" sldId="514"/>
            <ac:spMk id="275" creationId="{CFDFCB99-D6ED-435A-AD77-0DE2E33F4C59}"/>
          </ac:spMkLst>
        </pc:spChg>
        <pc:spChg chg="add del">
          <ac:chgData name="Cristian Chilipirea" userId="34ab170da5908fc4" providerId="LiveId" clId="{51E1D80A-4A29-4E2A-B293-4232621C1517}" dt="2019-10-06T18:08:16.734" v="252"/>
          <ac:spMkLst>
            <pc:docMk/>
            <pc:sldMk cId="3181653658" sldId="514"/>
            <ac:spMk id="276" creationId="{7DAF3E15-BC6B-4E3B-AB49-033DEEA6B03B}"/>
          </ac:spMkLst>
        </pc:spChg>
        <pc:spChg chg="add del">
          <ac:chgData name="Cristian Chilipirea" userId="34ab170da5908fc4" providerId="LiveId" clId="{51E1D80A-4A29-4E2A-B293-4232621C1517}" dt="2019-10-06T18:08:16.734" v="252"/>
          <ac:spMkLst>
            <pc:docMk/>
            <pc:sldMk cId="3181653658" sldId="514"/>
            <ac:spMk id="277" creationId="{45767352-AF08-4033-A06E-26DA494D0E62}"/>
          </ac:spMkLst>
        </pc:spChg>
        <pc:spChg chg="add del">
          <ac:chgData name="Cristian Chilipirea" userId="34ab170da5908fc4" providerId="LiveId" clId="{51E1D80A-4A29-4E2A-B293-4232621C1517}" dt="2019-10-06T18:08:16.734" v="252"/>
          <ac:spMkLst>
            <pc:docMk/>
            <pc:sldMk cId="3181653658" sldId="514"/>
            <ac:spMk id="278" creationId="{66B03E3C-45A7-4EC9-857F-D21E23B26A30}"/>
          </ac:spMkLst>
        </pc:spChg>
        <pc:spChg chg="add del">
          <ac:chgData name="Cristian Chilipirea" userId="34ab170da5908fc4" providerId="LiveId" clId="{51E1D80A-4A29-4E2A-B293-4232621C1517}" dt="2019-10-06T18:08:16.734" v="252"/>
          <ac:spMkLst>
            <pc:docMk/>
            <pc:sldMk cId="3181653658" sldId="514"/>
            <ac:spMk id="279" creationId="{1ACFE49C-D201-431E-AE48-5C3976792E85}"/>
          </ac:spMkLst>
        </pc:spChg>
        <pc:spChg chg="add del">
          <ac:chgData name="Cristian Chilipirea" userId="34ab170da5908fc4" providerId="LiveId" clId="{51E1D80A-4A29-4E2A-B293-4232621C1517}" dt="2019-10-06T18:08:16.734" v="252"/>
          <ac:spMkLst>
            <pc:docMk/>
            <pc:sldMk cId="3181653658" sldId="514"/>
            <ac:spMk id="280" creationId="{8977E187-F097-40AB-8054-0408116A7004}"/>
          </ac:spMkLst>
        </pc:spChg>
        <pc:spChg chg="add del">
          <ac:chgData name="Cristian Chilipirea" userId="34ab170da5908fc4" providerId="LiveId" clId="{51E1D80A-4A29-4E2A-B293-4232621C1517}" dt="2019-10-06T18:08:16.734" v="252"/>
          <ac:spMkLst>
            <pc:docMk/>
            <pc:sldMk cId="3181653658" sldId="514"/>
            <ac:spMk id="281" creationId="{89746A3C-4CAF-439E-92D0-FA722F8B32C2}"/>
          </ac:spMkLst>
        </pc:spChg>
        <pc:spChg chg="add del">
          <ac:chgData name="Cristian Chilipirea" userId="34ab170da5908fc4" providerId="LiveId" clId="{51E1D80A-4A29-4E2A-B293-4232621C1517}" dt="2019-10-06T18:08:16.734" v="252"/>
          <ac:spMkLst>
            <pc:docMk/>
            <pc:sldMk cId="3181653658" sldId="514"/>
            <ac:spMk id="282" creationId="{7BFE9F7E-76A2-4F4B-A623-509E37DF8BDC}"/>
          </ac:spMkLst>
        </pc:spChg>
        <pc:spChg chg="add del">
          <ac:chgData name="Cristian Chilipirea" userId="34ab170da5908fc4" providerId="LiveId" clId="{51E1D80A-4A29-4E2A-B293-4232621C1517}" dt="2019-10-06T18:08:16.734" v="252"/>
          <ac:spMkLst>
            <pc:docMk/>
            <pc:sldMk cId="3181653658" sldId="514"/>
            <ac:spMk id="283" creationId="{2EFBF1F6-8C7B-4604-AA0C-8DD05C5415C1}"/>
          </ac:spMkLst>
        </pc:spChg>
        <pc:spChg chg="add del">
          <ac:chgData name="Cristian Chilipirea" userId="34ab170da5908fc4" providerId="LiveId" clId="{51E1D80A-4A29-4E2A-B293-4232621C1517}" dt="2019-10-06T18:08:16.734" v="252"/>
          <ac:spMkLst>
            <pc:docMk/>
            <pc:sldMk cId="3181653658" sldId="514"/>
            <ac:spMk id="284" creationId="{88CC5ED5-D60F-4C1A-B046-D7D0A844D121}"/>
          </ac:spMkLst>
        </pc:spChg>
        <pc:spChg chg="add del">
          <ac:chgData name="Cristian Chilipirea" userId="34ab170da5908fc4" providerId="LiveId" clId="{51E1D80A-4A29-4E2A-B293-4232621C1517}" dt="2019-10-06T18:08:16.734" v="252"/>
          <ac:spMkLst>
            <pc:docMk/>
            <pc:sldMk cId="3181653658" sldId="514"/>
            <ac:spMk id="289" creationId="{689DFA84-EE8E-45CC-A927-CAA84A4C86AB}"/>
          </ac:spMkLst>
        </pc:spChg>
        <pc:spChg chg="add del">
          <ac:chgData name="Cristian Chilipirea" userId="34ab170da5908fc4" providerId="LiveId" clId="{51E1D80A-4A29-4E2A-B293-4232621C1517}" dt="2019-10-06T18:08:16.734" v="252"/>
          <ac:spMkLst>
            <pc:docMk/>
            <pc:sldMk cId="3181653658" sldId="514"/>
            <ac:spMk id="290" creationId="{D4711CD9-126F-4C30-BBEC-3F93A57182AF}"/>
          </ac:spMkLst>
        </pc:spChg>
        <pc:spChg chg="add del">
          <ac:chgData name="Cristian Chilipirea" userId="34ab170da5908fc4" providerId="LiveId" clId="{51E1D80A-4A29-4E2A-B293-4232621C1517}" dt="2019-10-06T18:08:16.734" v="252"/>
          <ac:spMkLst>
            <pc:docMk/>
            <pc:sldMk cId="3181653658" sldId="514"/>
            <ac:spMk id="291" creationId="{3A50F040-F471-4E94-9850-F5B66C2506BD}"/>
          </ac:spMkLst>
        </pc:spChg>
        <pc:spChg chg="add del">
          <ac:chgData name="Cristian Chilipirea" userId="34ab170da5908fc4" providerId="LiveId" clId="{51E1D80A-4A29-4E2A-B293-4232621C1517}" dt="2019-10-06T18:08:16.734" v="252"/>
          <ac:spMkLst>
            <pc:docMk/>
            <pc:sldMk cId="3181653658" sldId="514"/>
            <ac:spMk id="292" creationId="{4B13305A-BA86-43FC-9ED1-12FD41F4D2E7}"/>
          </ac:spMkLst>
        </pc:spChg>
        <pc:spChg chg="add mod">
          <ac:chgData name="Cristian Chilipirea" userId="34ab170da5908fc4" providerId="LiveId" clId="{51E1D80A-4A29-4E2A-B293-4232621C1517}" dt="2019-10-06T18:08:25.883" v="254" actId="1076"/>
          <ac:spMkLst>
            <pc:docMk/>
            <pc:sldMk cId="3181653658" sldId="514"/>
            <ac:spMk id="301" creationId="{7A4E5C02-6156-4027-888E-DBF47F3B490B}"/>
          </ac:spMkLst>
        </pc:spChg>
        <pc:spChg chg="add mod">
          <ac:chgData name="Cristian Chilipirea" userId="34ab170da5908fc4" providerId="LiveId" clId="{51E1D80A-4A29-4E2A-B293-4232621C1517}" dt="2019-10-06T18:08:25.883" v="254" actId="1076"/>
          <ac:spMkLst>
            <pc:docMk/>
            <pc:sldMk cId="3181653658" sldId="514"/>
            <ac:spMk id="302" creationId="{22FA61D9-64F3-48B5-9262-69A3253A1598}"/>
          </ac:spMkLst>
        </pc:spChg>
        <pc:spChg chg="add mod">
          <ac:chgData name="Cristian Chilipirea" userId="34ab170da5908fc4" providerId="LiveId" clId="{51E1D80A-4A29-4E2A-B293-4232621C1517}" dt="2019-10-06T18:08:25.883" v="254" actId="1076"/>
          <ac:spMkLst>
            <pc:docMk/>
            <pc:sldMk cId="3181653658" sldId="514"/>
            <ac:spMk id="303" creationId="{AA076818-C1DC-444D-9E24-21566A957D81}"/>
          </ac:spMkLst>
        </pc:spChg>
        <pc:spChg chg="add mod">
          <ac:chgData name="Cristian Chilipirea" userId="34ab170da5908fc4" providerId="LiveId" clId="{51E1D80A-4A29-4E2A-B293-4232621C1517}" dt="2019-10-06T18:08:25.883" v="254" actId="1076"/>
          <ac:spMkLst>
            <pc:docMk/>
            <pc:sldMk cId="3181653658" sldId="514"/>
            <ac:spMk id="304" creationId="{B1FCE1A5-166C-4093-A2D6-243FDE2ABE40}"/>
          </ac:spMkLst>
        </pc:spChg>
        <pc:spChg chg="add mod">
          <ac:chgData name="Cristian Chilipirea" userId="34ab170da5908fc4" providerId="LiveId" clId="{51E1D80A-4A29-4E2A-B293-4232621C1517}" dt="2019-10-06T18:08:25.883" v="254" actId="1076"/>
          <ac:spMkLst>
            <pc:docMk/>
            <pc:sldMk cId="3181653658" sldId="514"/>
            <ac:spMk id="305" creationId="{E5D16BE3-0A98-4933-92FA-2DFAE4FB2505}"/>
          </ac:spMkLst>
        </pc:spChg>
        <pc:spChg chg="add mod">
          <ac:chgData name="Cristian Chilipirea" userId="34ab170da5908fc4" providerId="LiveId" clId="{51E1D80A-4A29-4E2A-B293-4232621C1517}" dt="2019-10-06T18:08:25.883" v="254" actId="1076"/>
          <ac:spMkLst>
            <pc:docMk/>
            <pc:sldMk cId="3181653658" sldId="514"/>
            <ac:spMk id="306" creationId="{7D72C9CA-17CA-4B8E-A754-48DA6A63D7CE}"/>
          </ac:spMkLst>
        </pc:spChg>
        <pc:spChg chg="add mod">
          <ac:chgData name="Cristian Chilipirea" userId="34ab170da5908fc4" providerId="LiveId" clId="{51E1D80A-4A29-4E2A-B293-4232621C1517}" dt="2019-10-06T18:08:25.883" v="254" actId="1076"/>
          <ac:spMkLst>
            <pc:docMk/>
            <pc:sldMk cId="3181653658" sldId="514"/>
            <ac:spMk id="307" creationId="{DD710358-B4D9-44A4-8C42-E652EA4F1BFC}"/>
          </ac:spMkLst>
        </pc:spChg>
        <pc:spChg chg="add mod">
          <ac:chgData name="Cristian Chilipirea" userId="34ab170da5908fc4" providerId="LiveId" clId="{51E1D80A-4A29-4E2A-B293-4232621C1517}" dt="2019-10-06T18:08:25.883" v="254" actId="1076"/>
          <ac:spMkLst>
            <pc:docMk/>
            <pc:sldMk cId="3181653658" sldId="514"/>
            <ac:spMk id="308" creationId="{DF7E530D-F83B-4E24-930B-C05248F7C8F9}"/>
          </ac:spMkLst>
        </pc:spChg>
        <pc:spChg chg="add mod">
          <ac:chgData name="Cristian Chilipirea" userId="34ab170da5908fc4" providerId="LiveId" clId="{51E1D80A-4A29-4E2A-B293-4232621C1517}" dt="2019-10-06T18:08:25.883" v="254" actId="1076"/>
          <ac:spMkLst>
            <pc:docMk/>
            <pc:sldMk cId="3181653658" sldId="514"/>
            <ac:spMk id="309" creationId="{A0FADF45-03AE-4061-8B1A-1BB79A7C7112}"/>
          </ac:spMkLst>
        </pc:spChg>
        <pc:spChg chg="add mod">
          <ac:chgData name="Cristian Chilipirea" userId="34ab170da5908fc4" providerId="LiveId" clId="{51E1D80A-4A29-4E2A-B293-4232621C1517}" dt="2019-10-06T18:08:25.883" v="254" actId="1076"/>
          <ac:spMkLst>
            <pc:docMk/>
            <pc:sldMk cId="3181653658" sldId="514"/>
            <ac:spMk id="310" creationId="{C91390D9-71E9-4D40-9CDC-1630160A33E3}"/>
          </ac:spMkLst>
        </pc:spChg>
        <pc:spChg chg="add mod">
          <ac:chgData name="Cristian Chilipirea" userId="34ab170da5908fc4" providerId="LiveId" clId="{51E1D80A-4A29-4E2A-B293-4232621C1517}" dt="2019-10-06T18:08:25.883" v="254" actId="1076"/>
          <ac:spMkLst>
            <pc:docMk/>
            <pc:sldMk cId="3181653658" sldId="514"/>
            <ac:spMk id="311" creationId="{3BC5F6C6-D607-4EEC-ADBF-A2F592039996}"/>
          </ac:spMkLst>
        </pc:spChg>
        <pc:spChg chg="add mod">
          <ac:chgData name="Cristian Chilipirea" userId="34ab170da5908fc4" providerId="LiveId" clId="{51E1D80A-4A29-4E2A-B293-4232621C1517}" dt="2019-10-06T18:08:25.883" v="254" actId="1076"/>
          <ac:spMkLst>
            <pc:docMk/>
            <pc:sldMk cId="3181653658" sldId="514"/>
            <ac:spMk id="312" creationId="{7C40B5DE-C0D5-435B-90EC-3553191E609A}"/>
          </ac:spMkLst>
        </pc:spChg>
        <pc:spChg chg="add mod">
          <ac:chgData name="Cristian Chilipirea" userId="34ab170da5908fc4" providerId="LiveId" clId="{51E1D80A-4A29-4E2A-B293-4232621C1517}" dt="2019-10-06T18:08:25.883" v="254" actId="1076"/>
          <ac:spMkLst>
            <pc:docMk/>
            <pc:sldMk cId="3181653658" sldId="514"/>
            <ac:spMk id="313" creationId="{8135D727-AC40-45BA-8170-335F1C986BB2}"/>
          </ac:spMkLst>
        </pc:spChg>
        <pc:spChg chg="add mod">
          <ac:chgData name="Cristian Chilipirea" userId="34ab170da5908fc4" providerId="LiveId" clId="{51E1D80A-4A29-4E2A-B293-4232621C1517}" dt="2019-10-06T18:08:25.883" v="254" actId="1076"/>
          <ac:spMkLst>
            <pc:docMk/>
            <pc:sldMk cId="3181653658" sldId="514"/>
            <ac:spMk id="314" creationId="{27FE25ED-52FE-44C4-A460-CB86DA8CEABC}"/>
          </ac:spMkLst>
        </pc:spChg>
        <pc:spChg chg="add mod">
          <ac:chgData name="Cristian Chilipirea" userId="34ab170da5908fc4" providerId="LiveId" clId="{51E1D80A-4A29-4E2A-B293-4232621C1517}" dt="2019-10-06T18:08:25.883" v="254" actId="1076"/>
          <ac:spMkLst>
            <pc:docMk/>
            <pc:sldMk cId="3181653658" sldId="514"/>
            <ac:spMk id="315" creationId="{CC698BA2-BFDC-4BA2-B1C7-6257A09F5715}"/>
          </ac:spMkLst>
        </pc:spChg>
        <pc:spChg chg="add mod">
          <ac:chgData name="Cristian Chilipirea" userId="34ab170da5908fc4" providerId="LiveId" clId="{51E1D80A-4A29-4E2A-B293-4232621C1517}" dt="2019-10-06T18:08:25.883" v="254" actId="1076"/>
          <ac:spMkLst>
            <pc:docMk/>
            <pc:sldMk cId="3181653658" sldId="514"/>
            <ac:spMk id="316" creationId="{74907FD1-0E0C-43CF-9B83-A3249849E667}"/>
          </ac:spMkLst>
        </pc:spChg>
        <pc:spChg chg="add mod">
          <ac:chgData name="Cristian Chilipirea" userId="34ab170da5908fc4" providerId="LiveId" clId="{51E1D80A-4A29-4E2A-B293-4232621C1517}" dt="2019-10-06T18:08:25.883" v="254" actId="1076"/>
          <ac:spMkLst>
            <pc:docMk/>
            <pc:sldMk cId="3181653658" sldId="514"/>
            <ac:spMk id="317" creationId="{04B0CBA7-B6E0-4AE5-957B-E16D90A30FD8}"/>
          </ac:spMkLst>
        </pc:spChg>
        <pc:spChg chg="add mod">
          <ac:chgData name="Cristian Chilipirea" userId="34ab170da5908fc4" providerId="LiveId" clId="{51E1D80A-4A29-4E2A-B293-4232621C1517}" dt="2019-10-06T18:08:25.883" v="254" actId="1076"/>
          <ac:spMkLst>
            <pc:docMk/>
            <pc:sldMk cId="3181653658" sldId="514"/>
            <ac:spMk id="318" creationId="{BCEB60EF-38FE-420A-A57E-A4B1E456CEA8}"/>
          </ac:spMkLst>
        </pc:spChg>
        <pc:spChg chg="add mod">
          <ac:chgData name="Cristian Chilipirea" userId="34ab170da5908fc4" providerId="LiveId" clId="{51E1D80A-4A29-4E2A-B293-4232621C1517}" dt="2019-10-06T18:08:25.883" v="254" actId="1076"/>
          <ac:spMkLst>
            <pc:docMk/>
            <pc:sldMk cId="3181653658" sldId="514"/>
            <ac:spMk id="319" creationId="{39FC3412-5CFC-4C96-ADD8-4D52F8E5699E}"/>
          </ac:spMkLst>
        </pc:spChg>
        <pc:spChg chg="add mod">
          <ac:chgData name="Cristian Chilipirea" userId="34ab170da5908fc4" providerId="LiveId" clId="{51E1D80A-4A29-4E2A-B293-4232621C1517}" dt="2019-10-06T18:08:25.883" v="254" actId="1076"/>
          <ac:spMkLst>
            <pc:docMk/>
            <pc:sldMk cId="3181653658" sldId="514"/>
            <ac:spMk id="320" creationId="{D448FE87-9694-4813-9629-0EE12A96F238}"/>
          </ac:spMkLst>
        </pc:spChg>
        <pc:spChg chg="add mod">
          <ac:chgData name="Cristian Chilipirea" userId="34ab170da5908fc4" providerId="LiveId" clId="{51E1D80A-4A29-4E2A-B293-4232621C1517}" dt="2019-10-06T18:08:25.883" v="254" actId="1076"/>
          <ac:spMkLst>
            <pc:docMk/>
            <pc:sldMk cId="3181653658" sldId="514"/>
            <ac:spMk id="321" creationId="{130ECDC6-91CF-40D3-B946-459A4AE24BC6}"/>
          </ac:spMkLst>
        </pc:spChg>
        <pc:spChg chg="add mod">
          <ac:chgData name="Cristian Chilipirea" userId="34ab170da5908fc4" providerId="LiveId" clId="{51E1D80A-4A29-4E2A-B293-4232621C1517}" dt="2019-10-06T18:08:25.883" v="254" actId="1076"/>
          <ac:spMkLst>
            <pc:docMk/>
            <pc:sldMk cId="3181653658" sldId="514"/>
            <ac:spMk id="322" creationId="{33D78813-CD01-4584-BCC8-B94F29CBCED5}"/>
          </ac:spMkLst>
        </pc:spChg>
        <pc:spChg chg="add mod">
          <ac:chgData name="Cristian Chilipirea" userId="34ab170da5908fc4" providerId="LiveId" clId="{51E1D80A-4A29-4E2A-B293-4232621C1517}" dt="2019-10-06T18:08:25.883" v="254" actId="1076"/>
          <ac:spMkLst>
            <pc:docMk/>
            <pc:sldMk cId="3181653658" sldId="514"/>
            <ac:spMk id="323" creationId="{8B88D5FD-223D-4E32-9870-086663BC214A}"/>
          </ac:spMkLst>
        </pc:spChg>
        <pc:spChg chg="add mod">
          <ac:chgData name="Cristian Chilipirea" userId="34ab170da5908fc4" providerId="LiveId" clId="{51E1D80A-4A29-4E2A-B293-4232621C1517}" dt="2019-10-06T18:08:25.883" v="254" actId="1076"/>
          <ac:spMkLst>
            <pc:docMk/>
            <pc:sldMk cId="3181653658" sldId="514"/>
            <ac:spMk id="324" creationId="{3F1E2037-0EDF-4F24-95E2-3CF288A76CBE}"/>
          </ac:spMkLst>
        </pc:spChg>
        <pc:spChg chg="add mod">
          <ac:chgData name="Cristian Chilipirea" userId="34ab170da5908fc4" providerId="LiveId" clId="{51E1D80A-4A29-4E2A-B293-4232621C1517}" dt="2019-10-06T18:08:25.883" v="254" actId="1076"/>
          <ac:spMkLst>
            <pc:docMk/>
            <pc:sldMk cId="3181653658" sldId="514"/>
            <ac:spMk id="325" creationId="{636FE78C-57C6-4E9D-BC82-D9903FA3E3EF}"/>
          </ac:spMkLst>
        </pc:spChg>
        <pc:spChg chg="add mod">
          <ac:chgData name="Cristian Chilipirea" userId="34ab170da5908fc4" providerId="LiveId" clId="{51E1D80A-4A29-4E2A-B293-4232621C1517}" dt="2019-10-06T18:08:25.883" v="254" actId="1076"/>
          <ac:spMkLst>
            <pc:docMk/>
            <pc:sldMk cId="3181653658" sldId="514"/>
            <ac:spMk id="326" creationId="{2E605984-3FF1-4CDC-9515-DF6B3A9D5612}"/>
          </ac:spMkLst>
        </pc:spChg>
        <pc:spChg chg="add mod">
          <ac:chgData name="Cristian Chilipirea" userId="34ab170da5908fc4" providerId="LiveId" clId="{51E1D80A-4A29-4E2A-B293-4232621C1517}" dt="2019-10-06T18:08:25.883" v="254" actId="1076"/>
          <ac:spMkLst>
            <pc:docMk/>
            <pc:sldMk cId="3181653658" sldId="514"/>
            <ac:spMk id="327" creationId="{0A5A674A-3C10-4C91-A9A3-34C9BCE7AD10}"/>
          </ac:spMkLst>
        </pc:spChg>
        <pc:spChg chg="add mod">
          <ac:chgData name="Cristian Chilipirea" userId="34ab170da5908fc4" providerId="LiveId" clId="{51E1D80A-4A29-4E2A-B293-4232621C1517}" dt="2019-10-06T18:08:25.883" v="254" actId="1076"/>
          <ac:spMkLst>
            <pc:docMk/>
            <pc:sldMk cId="3181653658" sldId="514"/>
            <ac:spMk id="328" creationId="{3B2E3582-12E5-4DD4-B000-25F5C502C5C8}"/>
          </ac:spMkLst>
        </pc:spChg>
        <pc:spChg chg="add mod">
          <ac:chgData name="Cristian Chilipirea" userId="34ab170da5908fc4" providerId="LiveId" clId="{51E1D80A-4A29-4E2A-B293-4232621C1517}" dt="2019-10-06T18:08:25.883" v="254" actId="1076"/>
          <ac:spMkLst>
            <pc:docMk/>
            <pc:sldMk cId="3181653658" sldId="514"/>
            <ac:spMk id="329" creationId="{21A05F4F-B692-4A91-AE80-9D4DEDEBBC76}"/>
          </ac:spMkLst>
        </pc:spChg>
        <pc:spChg chg="add mod">
          <ac:chgData name="Cristian Chilipirea" userId="34ab170da5908fc4" providerId="LiveId" clId="{51E1D80A-4A29-4E2A-B293-4232621C1517}" dt="2019-10-06T18:08:25.883" v="254" actId="1076"/>
          <ac:spMkLst>
            <pc:docMk/>
            <pc:sldMk cId="3181653658" sldId="514"/>
            <ac:spMk id="330" creationId="{01351F3E-4DDB-48E3-9A8C-204539192391}"/>
          </ac:spMkLst>
        </pc:spChg>
        <pc:spChg chg="add mod">
          <ac:chgData name="Cristian Chilipirea" userId="34ab170da5908fc4" providerId="LiveId" clId="{51E1D80A-4A29-4E2A-B293-4232621C1517}" dt="2019-10-06T18:08:25.883" v="254" actId="1076"/>
          <ac:spMkLst>
            <pc:docMk/>
            <pc:sldMk cId="3181653658" sldId="514"/>
            <ac:spMk id="331" creationId="{59674229-1EB7-4EDC-BC24-DAA6194CC037}"/>
          </ac:spMkLst>
        </pc:spChg>
        <pc:spChg chg="add mod">
          <ac:chgData name="Cristian Chilipirea" userId="34ab170da5908fc4" providerId="LiveId" clId="{51E1D80A-4A29-4E2A-B293-4232621C1517}" dt="2019-10-06T18:08:25.883" v="254" actId="1076"/>
          <ac:spMkLst>
            <pc:docMk/>
            <pc:sldMk cId="3181653658" sldId="514"/>
            <ac:spMk id="332" creationId="{9942D803-D7D9-482E-A5C8-BBE478D60FB0}"/>
          </ac:spMkLst>
        </pc:spChg>
        <pc:spChg chg="add mod">
          <ac:chgData name="Cristian Chilipirea" userId="34ab170da5908fc4" providerId="LiveId" clId="{51E1D80A-4A29-4E2A-B293-4232621C1517}" dt="2019-10-06T18:08:25.883" v="254" actId="1076"/>
          <ac:spMkLst>
            <pc:docMk/>
            <pc:sldMk cId="3181653658" sldId="514"/>
            <ac:spMk id="333" creationId="{FE09FB33-1893-4E4C-A418-36CB50C6D94D}"/>
          </ac:spMkLst>
        </pc:spChg>
        <pc:spChg chg="add mod">
          <ac:chgData name="Cristian Chilipirea" userId="34ab170da5908fc4" providerId="LiveId" clId="{51E1D80A-4A29-4E2A-B293-4232621C1517}" dt="2019-10-06T18:08:25.883" v="254" actId="1076"/>
          <ac:spMkLst>
            <pc:docMk/>
            <pc:sldMk cId="3181653658" sldId="514"/>
            <ac:spMk id="334" creationId="{E8CD7DE8-00D7-4935-8E65-07B1F04A2888}"/>
          </ac:spMkLst>
        </pc:spChg>
        <pc:spChg chg="add mod">
          <ac:chgData name="Cristian Chilipirea" userId="34ab170da5908fc4" providerId="LiveId" clId="{51E1D80A-4A29-4E2A-B293-4232621C1517}" dt="2019-10-06T18:08:25.883" v="254" actId="1076"/>
          <ac:spMkLst>
            <pc:docMk/>
            <pc:sldMk cId="3181653658" sldId="514"/>
            <ac:spMk id="335" creationId="{4E2A240B-69EE-4E63-BF0C-83741B0B65BE}"/>
          </ac:spMkLst>
        </pc:spChg>
        <pc:spChg chg="add mod">
          <ac:chgData name="Cristian Chilipirea" userId="34ab170da5908fc4" providerId="LiveId" clId="{51E1D80A-4A29-4E2A-B293-4232621C1517}" dt="2019-10-06T18:08:25.883" v="254" actId="1076"/>
          <ac:spMkLst>
            <pc:docMk/>
            <pc:sldMk cId="3181653658" sldId="514"/>
            <ac:spMk id="336" creationId="{63656B8C-C3EA-4E76-980D-4CBF36C2860B}"/>
          </ac:spMkLst>
        </pc:spChg>
        <pc:spChg chg="add mod">
          <ac:chgData name="Cristian Chilipirea" userId="34ab170da5908fc4" providerId="LiveId" clId="{51E1D80A-4A29-4E2A-B293-4232621C1517}" dt="2019-10-06T18:08:25.883" v="254" actId="1076"/>
          <ac:spMkLst>
            <pc:docMk/>
            <pc:sldMk cId="3181653658" sldId="514"/>
            <ac:spMk id="337" creationId="{735370F3-7AC2-436E-8967-EB1795FD3EEC}"/>
          </ac:spMkLst>
        </pc:spChg>
        <pc:spChg chg="add mod">
          <ac:chgData name="Cristian Chilipirea" userId="34ab170da5908fc4" providerId="LiveId" clId="{51E1D80A-4A29-4E2A-B293-4232621C1517}" dt="2019-10-06T18:08:25.883" v="254" actId="1076"/>
          <ac:spMkLst>
            <pc:docMk/>
            <pc:sldMk cId="3181653658" sldId="514"/>
            <ac:spMk id="338" creationId="{2C0D967B-CA46-487E-AEB3-207624326F85}"/>
          </ac:spMkLst>
        </pc:spChg>
        <pc:spChg chg="add mod">
          <ac:chgData name="Cristian Chilipirea" userId="34ab170da5908fc4" providerId="LiveId" clId="{51E1D80A-4A29-4E2A-B293-4232621C1517}" dt="2019-10-06T18:08:25.883" v="254" actId="1076"/>
          <ac:spMkLst>
            <pc:docMk/>
            <pc:sldMk cId="3181653658" sldId="514"/>
            <ac:spMk id="339" creationId="{27E8287E-C43E-48CB-909C-00FD0173452A}"/>
          </ac:spMkLst>
        </pc:spChg>
        <pc:spChg chg="add mod">
          <ac:chgData name="Cristian Chilipirea" userId="34ab170da5908fc4" providerId="LiveId" clId="{51E1D80A-4A29-4E2A-B293-4232621C1517}" dt="2019-10-06T18:08:25.883" v="254" actId="1076"/>
          <ac:spMkLst>
            <pc:docMk/>
            <pc:sldMk cId="3181653658" sldId="514"/>
            <ac:spMk id="340" creationId="{FCD0A996-9E77-4F45-B064-867BA9586806}"/>
          </ac:spMkLst>
        </pc:spChg>
        <pc:spChg chg="add mod">
          <ac:chgData name="Cristian Chilipirea" userId="34ab170da5908fc4" providerId="LiveId" clId="{51E1D80A-4A29-4E2A-B293-4232621C1517}" dt="2019-10-06T18:08:25.883" v="254" actId="1076"/>
          <ac:spMkLst>
            <pc:docMk/>
            <pc:sldMk cId="3181653658" sldId="514"/>
            <ac:spMk id="341" creationId="{6DCEF82D-874A-415C-BFF9-C7BAD299227B}"/>
          </ac:spMkLst>
        </pc:spChg>
        <pc:spChg chg="add mod">
          <ac:chgData name="Cristian Chilipirea" userId="34ab170da5908fc4" providerId="LiveId" clId="{51E1D80A-4A29-4E2A-B293-4232621C1517}" dt="2019-10-06T18:08:25.883" v="254" actId="1076"/>
          <ac:spMkLst>
            <pc:docMk/>
            <pc:sldMk cId="3181653658" sldId="514"/>
            <ac:spMk id="342" creationId="{7CCBDB44-F52B-445F-A948-4107CF404DFB}"/>
          </ac:spMkLst>
        </pc:spChg>
        <pc:spChg chg="add mod">
          <ac:chgData name="Cristian Chilipirea" userId="34ab170da5908fc4" providerId="LiveId" clId="{51E1D80A-4A29-4E2A-B293-4232621C1517}" dt="2019-10-06T18:08:25.883" v="254" actId="1076"/>
          <ac:spMkLst>
            <pc:docMk/>
            <pc:sldMk cId="3181653658" sldId="514"/>
            <ac:spMk id="343" creationId="{9CD71700-9E43-4FB4-800D-18FCE21C6C5D}"/>
          </ac:spMkLst>
        </pc:spChg>
        <pc:spChg chg="add mod">
          <ac:chgData name="Cristian Chilipirea" userId="34ab170da5908fc4" providerId="LiveId" clId="{51E1D80A-4A29-4E2A-B293-4232621C1517}" dt="2019-10-06T18:08:25.883" v="254" actId="1076"/>
          <ac:spMkLst>
            <pc:docMk/>
            <pc:sldMk cId="3181653658" sldId="514"/>
            <ac:spMk id="344" creationId="{DAAEF012-12EC-48A3-9EF1-B28731DF784D}"/>
          </ac:spMkLst>
        </pc:spChg>
        <pc:spChg chg="add mod">
          <ac:chgData name="Cristian Chilipirea" userId="34ab170da5908fc4" providerId="LiveId" clId="{51E1D80A-4A29-4E2A-B293-4232621C1517}" dt="2019-10-06T18:08:25.883" v="254" actId="1076"/>
          <ac:spMkLst>
            <pc:docMk/>
            <pc:sldMk cId="3181653658" sldId="514"/>
            <ac:spMk id="345" creationId="{14FD1AC4-61C4-4ADC-A198-087DF2581033}"/>
          </ac:spMkLst>
        </pc:spChg>
        <pc:spChg chg="add mod">
          <ac:chgData name="Cristian Chilipirea" userId="34ab170da5908fc4" providerId="LiveId" clId="{51E1D80A-4A29-4E2A-B293-4232621C1517}" dt="2019-10-06T18:08:25.883" v="254" actId="1076"/>
          <ac:spMkLst>
            <pc:docMk/>
            <pc:sldMk cId="3181653658" sldId="514"/>
            <ac:spMk id="346" creationId="{8D4DE9B7-CEF1-4FE4-B0D0-3920D08FA1D2}"/>
          </ac:spMkLst>
        </pc:spChg>
        <pc:spChg chg="add mod">
          <ac:chgData name="Cristian Chilipirea" userId="34ab170da5908fc4" providerId="LiveId" clId="{51E1D80A-4A29-4E2A-B293-4232621C1517}" dt="2019-10-06T18:08:25.883" v="254" actId="1076"/>
          <ac:spMkLst>
            <pc:docMk/>
            <pc:sldMk cId="3181653658" sldId="514"/>
            <ac:spMk id="347" creationId="{89B0F2C5-4B49-4C51-B95C-C7FBE487579E}"/>
          </ac:spMkLst>
        </pc:spChg>
        <pc:spChg chg="add mod">
          <ac:chgData name="Cristian Chilipirea" userId="34ab170da5908fc4" providerId="LiveId" clId="{51E1D80A-4A29-4E2A-B293-4232621C1517}" dt="2019-10-06T18:08:25.883" v="254" actId="1076"/>
          <ac:spMkLst>
            <pc:docMk/>
            <pc:sldMk cId="3181653658" sldId="514"/>
            <ac:spMk id="348" creationId="{76E57E73-F5F3-43AC-BEFD-ACD3383C2189}"/>
          </ac:spMkLst>
        </pc:spChg>
        <pc:spChg chg="add mod">
          <ac:chgData name="Cristian Chilipirea" userId="34ab170da5908fc4" providerId="LiveId" clId="{51E1D80A-4A29-4E2A-B293-4232621C1517}" dt="2019-10-06T18:08:25.883" v="254" actId="1076"/>
          <ac:spMkLst>
            <pc:docMk/>
            <pc:sldMk cId="3181653658" sldId="514"/>
            <ac:spMk id="349" creationId="{A1967FAE-4195-4EAD-90A7-7D57D4D7281E}"/>
          </ac:spMkLst>
        </pc:spChg>
        <pc:spChg chg="add mod">
          <ac:chgData name="Cristian Chilipirea" userId="34ab170da5908fc4" providerId="LiveId" clId="{51E1D80A-4A29-4E2A-B293-4232621C1517}" dt="2019-10-06T18:08:25.883" v="254" actId="1076"/>
          <ac:spMkLst>
            <pc:docMk/>
            <pc:sldMk cId="3181653658" sldId="514"/>
            <ac:spMk id="350" creationId="{DAF34DC4-6D01-4C6B-9B56-4DB02C3A0322}"/>
          </ac:spMkLst>
        </pc:spChg>
        <pc:spChg chg="add mod">
          <ac:chgData name="Cristian Chilipirea" userId="34ab170da5908fc4" providerId="LiveId" clId="{51E1D80A-4A29-4E2A-B293-4232621C1517}" dt="2019-10-06T18:08:25.883" v="254" actId="1076"/>
          <ac:spMkLst>
            <pc:docMk/>
            <pc:sldMk cId="3181653658" sldId="514"/>
            <ac:spMk id="351" creationId="{67D2D88D-A336-46DD-B548-36BC58005C16}"/>
          </ac:spMkLst>
        </pc:spChg>
        <pc:spChg chg="add mod">
          <ac:chgData name="Cristian Chilipirea" userId="34ab170da5908fc4" providerId="LiveId" clId="{51E1D80A-4A29-4E2A-B293-4232621C1517}" dt="2019-10-06T18:08:25.883" v="254" actId="1076"/>
          <ac:spMkLst>
            <pc:docMk/>
            <pc:sldMk cId="3181653658" sldId="514"/>
            <ac:spMk id="352" creationId="{B2188A9C-4AF0-4828-BA4F-0021BE068BC1}"/>
          </ac:spMkLst>
        </pc:spChg>
        <pc:spChg chg="add mod">
          <ac:chgData name="Cristian Chilipirea" userId="34ab170da5908fc4" providerId="LiveId" clId="{51E1D80A-4A29-4E2A-B293-4232621C1517}" dt="2019-10-06T18:08:25.883" v="254" actId="1076"/>
          <ac:spMkLst>
            <pc:docMk/>
            <pc:sldMk cId="3181653658" sldId="514"/>
            <ac:spMk id="353" creationId="{B069FDA4-C063-4C56-B0DF-B407E06A3884}"/>
          </ac:spMkLst>
        </pc:spChg>
        <pc:spChg chg="add mod">
          <ac:chgData name="Cristian Chilipirea" userId="34ab170da5908fc4" providerId="LiveId" clId="{51E1D80A-4A29-4E2A-B293-4232621C1517}" dt="2019-10-06T18:08:25.883" v="254" actId="1076"/>
          <ac:spMkLst>
            <pc:docMk/>
            <pc:sldMk cId="3181653658" sldId="514"/>
            <ac:spMk id="354" creationId="{E210E63F-B520-47D5-B041-F1AACAA4E291}"/>
          </ac:spMkLst>
        </pc:spChg>
        <pc:spChg chg="add mod">
          <ac:chgData name="Cristian Chilipirea" userId="34ab170da5908fc4" providerId="LiveId" clId="{51E1D80A-4A29-4E2A-B293-4232621C1517}" dt="2019-10-06T18:08:25.883" v="254" actId="1076"/>
          <ac:spMkLst>
            <pc:docMk/>
            <pc:sldMk cId="3181653658" sldId="514"/>
            <ac:spMk id="355" creationId="{7FB01B8B-6C3D-4FBC-99CE-E4102E604F84}"/>
          </ac:spMkLst>
        </pc:spChg>
        <pc:spChg chg="add mod">
          <ac:chgData name="Cristian Chilipirea" userId="34ab170da5908fc4" providerId="LiveId" clId="{51E1D80A-4A29-4E2A-B293-4232621C1517}" dt="2019-10-06T18:08:25.883" v="254" actId="1076"/>
          <ac:spMkLst>
            <pc:docMk/>
            <pc:sldMk cId="3181653658" sldId="514"/>
            <ac:spMk id="356" creationId="{1B0832DB-D1D0-42E2-B99D-2119657D76B5}"/>
          </ac:spMkLst>
        </pc:spChg>
        <pc:spChg chg="add mod">
          <ac:chgData name="Cristian Chilipirea" userId="34ab170da5908fc4" providerId="LiveId" clId="{51E1D80A-4A29-4E2A-B293-4232621C1517}" dt="2019-10-06T18:08:25.883" v="254" actId="1076"/>
          <ac:spMkLst>
            <pc:docMk/>
            <pc:sldMk cId="3181653658" sldId="514"/>
            <ac:spMk id="357" creationId="{18302126-8A8E-4572-B347-A8E8E3A2BFE8}"/>
          </ac:spMkLst>
        </pc:spChg>
        <pc:spChg chg="add mod">
          <ac:chgData name="Cristian Chilipirea" userId="34ab170da5908fc4" providerId="LiveId" clId="{51E1D80A-4A29-4E2A-B293-4232621C1517}" dt="2019-10-06T18:08:25.883" v="254" actId="1076"/>
          <ac:spMkLst>
            <pc:docMk/>
            <pc:sldMk cId="3181653658" sldId="514"/>
            <ac:spMk id="358" creationId="{E183B44A-DB4B-43FB-A162-D3ED48F77EC1}"/>
          </ac:spMkLst>
        </pc:spChg>
        <pc:spChg chg="add mod">
          <ac:chgData name="Cristian Chilipirea" userId="34ab170da5908fc4" providerId="LiveId" clId="{51E1D80A-4A29-4E2A-B293-4232621C1517}" dt="2019-10-06T18:08:25.883" v="254" actId="1076"/>
          <ac:spMkLst>
            <pc:docMk/>
            <pc:sldMk cId="3181653658" sldId="514"/>
            <ac:spMk id="359" creationId="{A13534FB-87EE-444F-A098-FA4A76440E68}"/>
          </ac:spMkLst>
        </pc:spChg>
        <pc:spChg chg="add mod">
          <ac:chgData name="Cristian Chilipirea" userId="34ab170da5908fc4" providerId="LiveId" clId="{51E1D80A-4A29-4E2A-B293-4232621C1517}" dt="2019-10-06T18:08:25.883" v="254" actId="1076"/>
          <ac:spMkLst>
            <pc:docMk/>
            <pc:sldMk cId="3181653658" sldId="514"/>
            <ac:spMk id="360" creationId="{58510368-4C49-4161-9338-7A541B8ED80A}"/>
          </ac:spMkLst>
        </pc:spChg>
        <pc:spChg chg="add mod">
          <ac:chgData name="Cristian Chilipirea" userId="34ab170da5908fc4" providerId="LiveId" clId="{51E1D80A-4A29-4E2A-B293-4232621C1517}" dt="2019-10-06T18:08:25.883" v="254" actId="1076"/>
          <ac:spMkLst>
            <pc:docMk/>
            <pc:sldMk cId="3181653658" sldId="514"/>
            <ac:spMk id="361" creationId="{F4034F90-6ABD-4ED2-AF44-4F0171BEB874}"/>
          </ac:spMkLst>
        </pc:spChg>
        <pc:spChg chg="add mod">
          <ac:chgData name="Cristian Chilipirea" userId="34ab170da5908fc4" providerId="LiveId" clId="{51E1D80A-4A29-4E2A-B293-4232621C1517}" dt="2019-10-06T18:08:25.883" v="254" actId="1076"/>
          <ac:spMkLst>
            <pc:docMk/>
            <pc:sldMk cId="3181653658" sldId="514"/>
            <ac:spMk id="362" creationId="{36533006-AF13-4037-AA19-0192B9282FC8}"/>
          </ac:spMkLst>
        </pc:spChg>
        <pc:spChg chg="add mod">
          <ac:chgData name="Cristian Chilipirea" userId="34ab170da5908fc4" providerId="LiveId" clId="{51E1D80A-4A29-4E2A-B293-4232621C1517}" dt="2019-10-06T18:08:25.883" v="254" actId="1076"/>
          <ac:spMkLst>
            <pc:docMk/>
            <pc:sldMk cId="3181653658" sldId="514"/>
            <ac:spMk id="363" creationId="{20ECD912-2914-473D-9FE7-7F7B945E2135}"/>
          </ac:spMkLst>
        </pc:spChg>
        <pc:spChg chg="add mod">
          <ac:chgData name="Cristian Chilipirea" userId="34ab170da5908fc4" providerId="LiveId" clId="{51E1D80A-4A29-4E2A-B293-4232621C1517}" dt="2019-10-06T18:08:25.883" v="254" actId="1076"/>
          <ac:spMkLst>
            <pc:docMk/>
            <pc:sldMk cId="3181653658" sldId="514"/>
            <ac:spMk id="364" creationId="{1D12A967-4C9E-4152-B942-FD8D38B672B1}"/>
          </ac:spMkLst>
        </pc:spChg>
        <pc:spChg chg="add mod">
          <ac:chgData name="Cristian Chilipirea" userId="34ab170da5908fc4" providerId="LiveId" clId="{51E1D80A-4A29-4E2A-B293-4232621C1517}" dt="2019-10-06T18:08:25.883" v="254" actId="1076"/>
          <ac:spMkLst>
            <pc:docMk/>
            <pc:sldMk cId="3181653658" sldId="514"/>
            <ac:spMk id="365" creationId="{B8DC2273-C80B-434A-AAFE-265860C4C900}"/>
          </ac:spMkLst>
        </pc:spChg>
        <pc:spChg chg="add mod">
          <ac:chgData name="Cristian Chilipirea" userId="34ab170da5908fc4" providerId="LiveId" clId="{51E1D80A-4A29-4E2A-B293-4232621C1517}" dt="2019-10-06T18:08:25.883" v="254" actId="1076"/>
          <ac:spMkLst>
            <pc:docMk/>
            <pc:sldMk cId="3181653658" sldId="514"/>
            <ac:spMk id="366" creationId="{DF925ACC-5EFB-4F3A-96B9-F02206CC20BB}"/>
          </ac:spMkLst>
        </pc:spChg>
        <pc:spChg chg="add mod">
          <ac:chgData name="Cristian Chilipirea" userId="34ab170da5908fc4" providerId="LiveId" clId="{51E1D80A-4A29-4E2A-B293-4232621C1517}" dt="2019-10-06T18:08:25.883" v="254" actId="1076"/>
          <ac:spMkLst>
            <pc:docMk/>
            <pc:sldMk cId="3181653658" sldId="514"/>
            <ac:spMk id="367" creationId="{FE942D1C-F75B-4B04-BDCC-BF20B1EAA62C}"/>
          </ac:spMkLst>
        </pc:spChg>
        <pc:spChg chg="add mod">
          <ac:chgData name="Cristian Chilipirea" userId="34ab170da5908fc4" providerId="LiveId" clId="{51E1D80A-4A29-4E2A-B293-4232621C1517}" dt="2019-10-06T18:08:25.883" v="254" actId="1076"/>
          <ac:spMkLst>
            <pc:docMk/>
            <pc:sldMk cId="3181653658" sldId="514"/>
            <ac:spMk id="368" creationId="{93A816A6-A59B-46DB-BCDC-6CE8F623C7E0}"/>
          </ac:spMkLst>
        </pc:spChg>
        <pc:spChg chg="add mod">
          <ac:chgData name="Cristian Chilipirea" userId="34ab170da5908fc4" providerId="LiveId" clId="{51E1D80A-4A29-4E2A-B293-4232621C1517}" dt="2019-10-06T18:08:25.883" v="254" actId="1076"/>
          <ac:spMkLst>
            <pc:docMk/>
            <pc:sldMk cId="3181653658" sldId="514"/>
            <ac:spMk id="369" creationId="{8680E931-E31D-4E83-BEBE-9FC2AFED1DDB}"/>
          </ac:spMkLst>
        </pc:spChg>
        <pc:spChg chg="add mod">
          <ac:chgData name="Cristian Chilipirea" userId="34ab170da5908fc4" providerId="LiveId" clId="{51E1D80A-4A29-4E2A-B293-4232621C1517}" dt="2019-10-06T18:08:25.883" v="254" actId="1076"/>
          <ac:spMkLst>
            <pc:docMk/>
            <pc:sldMk cId="3181653658" sldId="514"/>
            <ac:spMk id="370" creationId="{F10F4EBA-22AB-4DAF-A978-D3162FED52B7}"/>
          </ac:spMkLst>
        </pc:spChg>
        <pc:spChg chg="add mod">
          <ac:chgData name="Cristian Chilipirea" userId="34ab170da5908fc4" providerId="LiveId" clId="{51E1D80A-4A29-4E2A-B293-4232621C1517}" dt="2019-10-06T18:08:25.883" v="254" actId="1076"/>
          <ac:spMkLst>
            <pc:docMk/>
            <pc:sldMk cId="3181653658" sldId="514"/>
            <ac:spMk id="371" creationId="{B222DB99-74DB-460D-9C2D-400D1BF3B573}"/>
          </ac:spMkLst>
        </pc:spChg>
        <pc:spChg chg="add mod">
          <ac:chgData name="Cristian Chilipirea" userId="34ab170da5908fc4" providerId="LiveId" clId="{51E1D80A-4A29-4E2A-B293-4232621C1517}" dt="2019-10-06T18:08:25.883" v="254" actId="1076"/>
          <ac:spMkLst>
            <pc:docMk/>
            <pc:sldMk cId="3181653658" sldId="514"/>
            <ac:spMk id="372" creationId="{74EC53DD-302B-4AA2-8BDE-0EC542285635}"/>
          </ac:spMkLst>
        </pc:spChg>
        <pc:spChg chg="add mod">
          <ac:chgData name="Cristian Chilipirea" userId="34ab170da5908fc4" providerId="LiveId" clId="{51E1D80A-4A29-4E2A-B293-4232621C1517}" dt="2019-10-06T18:08:25.883" v="254" actId="1076"/>
          <ac:spMkLst>
            <pc:docMk/>
            <pc:sldMk cId="3181653658" sldId="514"/>
            <ac:spMk id="373" creationId="{DF5CE4FE-95BD-43D5-9764-6B80490D432F}"/>
          </ac:spMkLst>
        </pc:spChg>
        <pc:spChg chg="add mod">
          <ac:chgData name="Cristian Chilipirea" userId="34ab170da5908fc4" providerId="LiveId" clId="{51E1D80A-4A29-4E2A-B293-4232621C1517}" dt="2019-10-06T18:08:25.883" v="254" actId="1076"/>
          <ac:spMkLst>
            <pc:docMk/>
            <pc:sldMk cId="3181653658" sldId="514"/>
            <ac:spMk id="374" creationId="{FEEB58F6-242E-4D4A-9DA6-6662A8096C41}"/>
          </ac:spMkLst>
        </pc:spChg>
        <pc:spChg chg="add mod">
          <ac:chgData name="Cristian Chilipirea" userId="34ab170da5908fc4" providerId="LiveId" clId="{51E1D80A-4A29-4E2A-B293-4232621C1517}" dt="2019-10-06T18:08:25.883" v="254" actId="1076"/>
          <ac:spMkLst>
            <pc:docMk/>
            <pc:sldMk cId="3181653658" sldId="514"/>
            <ac:spMk id="375" creationId="{10D395BE-2CA2-4D64-B93D-904651AA503C}"/>
          </ac:spMkLst>
        </pc:spChg>
        <pc:spChg chg="add mod">
          <ac:chgData name="Cristian Chilipirea" userId="34ab170da5908fc4" providerId="LiveId" clId="{51E1D80A-4A29-4E2A-B293-4232621C1517}" dt="2019-10-06T18:08:25.883" v="254" actId="1076"/>
          <ac:spMkLst>
            <pc:docMk/>
            <pc:sldMk cId="3181653658" sldId="514"/>
            <ac:spMk id="376" creationId="{C22440FE-9E81-4373-A238-86C24B68CBEE}"/>
          </ac:spMkLst>
        </pc:spChg>
        <pc:spChg chg="add mod">
          <ac:chgData name="Cristian Chilipirea" userId="34ab170da5908fc4" providerId="LiveId" clId="{51E1D80A-4A29-4E2A-B293-4232621C1517}" dt="2019-10-06T18:08:25.883" v="254" actId="1076"/>
          <ac:spMkLst>
            <pc:docMk/>
            <pc:sldMk cId="3181653658" sldId="514"/>
            <ac:spMk id="377" creationId="{B3ABE09E-2A83-4A09-9F9B-C02BF35A4DBC}"/>
          </ac:spMkLst>
        </pc:spChg>
        <pc:spChg chg="add mod">
          <ac:chgData name="Cristian Chilipirea" userId="34ab170da5908fc4" providerId="LiveId" clId="{51E1D80A-4A29-4E2A-B293-4232621C1517}" dt="2019-10-06T18:08:25.883" v="254" actId="1076"/>
          <ac:spMkLst>
            <pc:docMk/>
            <pc:sldMk cId="3181653658" sldId="514"/>
            <ac:spMk id="378" creationId="{B6CC6D74-8BBA-464E-AAE6-0BD1081AC71D}"/>
          </ac:spMkLst>
        </pc:spChg>
        <pc:spChg chg="add mod">
          <ac:chgData name="Cristian Chilipirea" userId="34ab170da5908fc4" providerId="LiveId" clId="{51E1D80A-4A29-4E2A-B293-4232621C1517}" dt="2019-10-06T18:08:25.883" v="254" actId="1076"/>
          <ac:spMkLst>
            <pc:docMk/>
            <pc:sldMk cId="3181653658" sldId="514"/>
            <ac:spMk id="379" creationId="{8931EC84-0BCC-46CA-8E4C-9AD89C6D0992}"/>
          </ac:spMkLst>
        </pc:spChg>
        <pc:spChg chg="add mod">
          <ac:chgData name="Cristian Chilipirea" userId="34ab170da5908fc4" providerId="LiveId" clId="{51E1D80A-4A29-4E2A-B293-4232621C1517}" dt="2019-10-06T18:08:25.883" v="254" actId="1076"/>
          <ac:spMkLst>
            <pc:docMk/>
            <pc:sldMk cId="3181653658" sldId="514"/>
            <ac:spMk id="380" creationId="{81FE65A6-AFA2-4A83-B52A-844077C629EB}"/>
          </ac:spMkLst>
        </pc:spChg>
        <pc:spChg chg="add mod">
          <ac:chgData name="Cristian Chilipirea" userId="34ab170da5908fc4" providerId="LiveId" clId="{51E1D80A-4A29-4E2A-B293-4232621C1517}" dt="2019-10-06T18:08:25.883" v="254" actId="1076"/>
          <ac:spMkLst>
            <pc:docMk/>
            <pc:sldMk cId="3181653658" sldId="514"/>
            <ac:spMk id="381" creationId="{3285D8C2-FD6F-48FD-837B-26F817844ABA}"/>
          </ac:spMkLst>
        </pc:spChg>
        <pc:spChg chg="add mod">
          <ac:chgData name="Cristian Chilipirea" userId="34ab170da5908fc4" providerId="LiveId" clId="{51E1D80A-4A29-4E2A-B293-4232621C1517}" dt="2019-10-06T18:08:25.883" v="254" actId="1076"/>
          <ac:spMkLst>
            <pc:docMk/>
            <pc:sldMk cId="3181653658" sldId="514"/>
            <ac:spMk id="382" creationId="{A05E0653-8A92-4709-9DD0-29AD3EC0D098}"/>
          </ac:spMkLst>
        </pc:spChg>
        <pc:spChg chg="add mod">
          <ac:chgData name="Cristian Chilipirea" userId="34ab170da5908fc4" providerId="LiveId" clId="{51E1D80A-4A29-4E2A-B293-4232621C1517}" dt="2019-10-06T18:08:25.883" v="254" actId="1076"/>
          <ac:spMkLst>
            <pc:docMk/>
            <pc:sldMk cId="3181653658" sldId="514"/>
            <ac:spMk id="383" creationId="{B0BFFFDA-9D6D-4374-80DD-8815CF6D7B1F}"/>
          </ac:spMkLst>
        </pc:spChg>
        <pc:spChg chg="add mod">
          <ac:chgData name="Cristian Chilipirea" userId="34ab170da5908fc4" providerId="LiveId" clId="{51E1D80A-4A29-4E2A-B293-4232621C1517}" dt="2019-10-06T18:08:25.883" v="254" actId="1076"/>
          <ac:spMkLst>
            <pc:docMk/>
            <pc:sldMk cId="3181653658" sldId="514"/>
            <ac:spMk id="384" creationId="{692EE5CB-5FB9-42E5-80B5-2A3D11FBCED5}"/>
          </ac:spMkLst>
        </pc:spChg>
        <pc:spChg chg="add mod">
          <ac:chgData name="Cristian Chilipirea" userId="34ab170da5908fc4" providerId="LiveId" clId="{51E1D80A-4A29-4E2A-B293-4232621C1517}" dt="2019-10-06T18:08:25.883" v="254" actId="1076"/>
          <ac:spMkLst>
            <pc:docMk/>
            <pc:sldMk cId="3181653658" sldId="514"/>
            <ac:spMk id="385" creationId="{8FEEF005-8EBA-4EDA-A110-414A0B7D73E5}"/>
          </ac:spMkLst>
        </pc:spChg>
        <pc:spChg chg="add mod">
          <ac:chgData name="Cristian Chilipirea" userId="34ab170da5908fc4" providerId="LiveId" clId="{51E1D80A-4A29-4E2A-B293-4232621C1517}" dt="2019-10-06T18:08:25.883" v="254" actId="1076"/>
          <ac:spMkLst>
            <pc:docMk/>
            <pc:sldMk cId="3181653658" sldId="514"/>
            <ac:spMk id="386" creationId="{07BBA4BB-A2B4-4DF0-9280-498BDF9ACD53}"/>
          </ac:spMkLst>
        </pc:spChg>
        <pc:spChg chg="add mod">
          <ac:chgData name="Cristian Chilipirea" userId="34ab170da5908fc4" providerId="LiveId" clId="{51E1D80A-4A29-4E2A-B293-4232621C1517}" dt="2019-10-06T18:08:25.883" v="254" actId="1076"/>
          <ac:spMkLst>
            <pc:docMk/>
            <pc:sldMk cId="3181653658" sldId="514"/>
            <ac:spMk id="387" creationId="{821C5718-982A-4D48-BF70-04A25AE213B1}"/>
          </ac:spMkLst>
        </pc:spChg>
        <pc:spChg chg="add mod">
          <ac:chgData name="Cristian Chilipirea" userId="34ab170da5908fc4" providerId="LiveId" clId="{51E1D80A-4A29-4E2A-B293-4232621C1517}" dt="2019-10-06T18:08:25.883" v="254" actId="1076"/>
          <ac:spMkLst>
            <pc:docMk/>
            <pc:sldMk cId="3181653658" sldId="514"/>
            <ac:spMk id="388" creationId="{9EC7A53E-EE28-48F2-B874-9C6575EC0D1D}"/>
          </ac:spMkLst>
        </pc:spChg>
        <pc:spChg chg="add mod">
          <ac:chgData name="Cristian Chilipirea" userId="34ab170da5908fc4" providerId="LiveId" clId="{51E1D80A-4A29-4E2A-B293-4232621C1517}" dt="2019-10-06T18:08:25.883" v="254" actId="1076"/>
          <ac:spMkLst>
            <pc:docMk/>
            <pc:sldMk cId="3181653658" sldId="514"/>
            <ac:spMk id="389" creationId="{BBE6937D-9065-4675-8E53-AB97336BDD60}"/>
          </ac:spMkLst>
        </pc:spChg>
        <pc:spChg chg="add mod">
          <ac:chgData name="Cristian Chilipirea" userId="34ab170da5908fc4" providerId="LiveId" clId="{51E1D80A-4A29-4E2A-B293-4232621C1517}" dt="2019-10-06T18:08:25.883" v="254" actId="1076"/>
          <ac:spMkLst>
            <pc:docMk/>
            <pc:sldMk cId="3181653658" sldId="514"/>
            <ac:spMk id="390" creationId="{8E02DE19-AF7F-46FC-ACC8-631257C6156F}"/>
          </ac:spMkLst>
        </pc:spChg>
        <pc:spChg chg="add mod">
          <ac:chgData name="Cristian Chilipirea" userId="34ab170da5908fc4" providerId="LiveId" clId="{51E1D80A-4A29-4E2A-B293-4232621C1517}" dt="2019-10-06T18:08:25.883" v="254" actId="1076"/>
          <ac:spMkLst>
            <pc:docMk/>
            <pc:sldMk cId="3181653658" sldId="514"/>
            <ac:spMk id="391" creationId="{2620A07E-D437-41F9-A605-504D946CED0E}"/>
          </ac:spMkLst>
        </pc:spChg>
        <pc:spChg chg="add mod">
          <ac:chgData name="Cristian Chilipirea" userId="34ab170da5908fc4" providerId="LiveId" clId="{51E1D80A-4A29-4E2A-B293-4232621C1517}" dt="2019-10-06T18:08:25.883" v="254" actId="1076"/>
          <ac:spMkLst>
            <pc:docMk/>
            <pc:sldMk cId="3181653658" sldId="514"/>
            <ac:spMk id="392" creationId="{00744926-7E6B-4257-A015-4761E03C4514}"/>
          </ac:spMkLst>
        </pc:spChg>
        <pc:spChg chg="add mod">
          <ac:chgData name="Cristian Chilipirea" userId="34ab170da5908fc4" providerId="LiveId" clId="{51E1D80A-4A29-4E2A-B293-4232621C1517}" dt="2019-10-06T18:08:25.883" v="254" actId="1076"/>
          <ac:spMkLst>
            <pc:docMk/>
            <pc:sldMk cId="3181653658" sldId="514"/>
            <ac:spMk id="393" creationId="{E45560D4-4997-4315-BE26-3DC17D78FE70}"/>
          </ac:spMkLst>
        </pc:spChg>
        <pc:spChg chg="add mod">
          <ac:chgData name="Cristian Chilipirea" userId="34ab170da5908fc4" providerId="LiveId" clId="{51E1D80A-4A29-4E2A-B293-4232621C1517}" dt="2019-10-06T18:08:25.883" v="254" actId="1076"/>
          <ac:spMkLst>
            <pc:docMk/>
            <pc:sldMk cId="3181653658" sldId="514"/>
            <ac:spMk id="394" creationId="{74861CC1-BF57-4EC3-98E5-550C2CFFE859}"/>
          </ac:spMkLst>
        </pc:spChg>
        <pc:spChg chg="add mod">
          <ac:chgData name="Cristian Chilipirea" userId="34ab170da5908fc4" providerId="LiveId" clId="{51E1D80A-4A29-4E2A-B293-4232621C1517}" dt="2019-10-06T18:08:25.883" v="254" actId="1076"/>
          <ac:spMkLst>
            <pc:docMk/>
            <pc:sldMk cId="3181653658" sldId="514"/>
            <ac:spMk id="395" creationId="{55311127-923E-4449-A98B-F68E76C86FAC}"/>
          </ac:spMkLst>
        </pc:spChg>
        <pc:spChg chg="add mod">
          <ac:chgData name="Cristian Chilipirea" userId="34ab170da5908fc4" providerId="LiveId" clId="{51E1D80A-4A29-4E2A-B293-4232621C1517}" dt="2019-10-06T18:08:25.883" v="254" actId="1076"/>
          <ac:spMkLst>
            <pc:docMk/>
            <pc:sldMk cId="3181653658" sldId="514"/>
            <ac:spMk id="396" creationId="{3B614018-24A4-4252-820B-F6379F921D68}"/>
          </ac:spMkLst>
        </pc:spChg>
        <pc:spChg chg="add mod">
          <ac:chgData name="Cristian Chilipirea" userId="34ab170da5908fc4" providerId="LiveId" clId="{51E1D80A-4A29-4E2A-B293-4232621C1517}" dt="2019-10-06T18:08:25.883" v="254" actId="1076"/>
          <ac:spMkLst>
            <pc:docMk/>
            <pc:sldMk cId="3181653658" sldId="514"/>
            <ac:spMk id="397" creationId="{BC208379-95C2-40C4-8E1B-CAF054687A83}"/>
          </ac:spMkLst>
        </pc:spChg>
        <pc:spChg chg="add mod">
          <ac:chgData name="Cristian Chilipirea" userId="34ab170da5908fc4" providerId="LiveId" clId="{51E1D80A-4A29-4E2A-B293-4232621C1517}" dt="2019-10-06T18:08:25.883" v="254" actId="1076"/>
          <ac:spMkLst>
            <pc:docMk/>
            <pc:sldMk cId="3181653658" sldId="514"/>
            <ac:spMk id="398" creationId="{26AD58FF-D82A-4921-A706-4246FF130C4B}"/>
          </ac:spMkLst>
        </pc:spChg>
        <pc:spChg chg="add mod">
          <ac:chgData name="Cristian Chilipirea" userId="34ab170da5908fc4" providerId="LiveId" clId="{51E1D80A-4A29-4E2A-B293-4232621C1517}" dt="2019-10-06T18:08:25.883" v="254" actId="1076"/>
          <ac:spMkLst>
            <pc:docMk/>
            <pc:sldMk cId="3181653658" sldId="514"/>
            <ac:spMk id="399" creationId="{A1A62ADC-27B2-42CC-AD41-ACD15878494A}"/>
          </ac:spMkLst>
        </pc:spChg>
        <pc:spChg chg="add mod">
          <ac:chgData name="Cristian Chilipirea" userId="34ab170da5908fc4" providerId="LiveId" clId="{51E1D80A-4A29-4E2A-B293-4232621C1517}" dt="2019-10-06T18:08:25.883" v="254" actId="1076"/>
          <ac:spMkLst>
            <pc:docMk/>
            <pc:sldMk cId="3181653658" sldId="514"/>
            <ac:spMk id="400" creationId="{3AF410FE-7644-4F72-8934-0B6C8F2DE427}"/>
          </ac:spMkLst>
        </pc:spChg>
        <pc:spChg chg="add mod">
          <ac:chgData name="Cristian Chilipirea" userId="34ab170da5908fc4" providerId="LiveId" clId="{51E1D80A-4A29-4E2A-B293-4232621C1517}" dt="2019-10-06T18:08:25.883" v="254" actId="1076"/>
          <ac:spMkLst>
            <pc:docMk/>
            <pc:sldMk cId="3181653658" sldId="514"/>
            <ac:spMk id="401" creationId="{4D3F341C-8324-44C5-A687-805FEFE14486}"/>
          </ac:spMkLst>
        </pc:spChg>
        <pc:spChg chg="add mod">
          <ac:chgData name="Cristian Chilipirea" userId="34ab170da5908fc4" providerId="LiveId" clId="{51E1D80A-4A29-4E2A-B293-4232621C1517}" dt="2019-10-06T18:08:25.883" v="254" actId="1076"/>
          <ac:spMkLst>
            <pc:docMk/>
            <pc:sldMk cId="3181653658" sldId="514"/>
            <ac:spMk id="402" creationId="{731AE8C6-F864-4148-B858-783CB4998162}"/>
          </ac:spMkLst>
        </pc:spChg>
        <pc:spChg chg="add mod">
          <ac:chgData name="Cristian Chilipirea" userId="34ab170da5908fc4" providerId="LiveId" clId="{51E1D80A-4A29-4E2A-B293-4232621C1517}" dt="2019-10-06T18:08:25.883" v="254" actId="1076"/>
          <ac:spMkLst>
            <pc:docMk/>
            <pc:sldMk cId="3181653658" sldId="514"/>
            <ac:spMk id="403" creationId="{E27CB52F-B234-4D4D-80CE-A5A3D77D4341}"/>
          </ac:spMkLst>
        </pc:spChg>
        <pc:spChg chg="add mod">
          <ac:chgData name="Cristian Chilipirea" userId="34ab170da5908fc4" providerId="LiveId" clId="{51E1D80A-4A29-4E2A-B293-4232621C1517}" dt="2019-10-06T18:08:25.883" v="254" actId="1076"/>
          <ac:spMkLst>
            <pc:docMk/>
            <pc:sldMk cId="3181653658" sldId="514"/>
            <ac:spMk id="404" creationId="{2E2C63E0-788D-4F4E-BAC5-9D292F2D781A}"/>
          </ac:spMkLst>
        </pc:spChg>
        <pc:spChg chg="add mod">
          <ac:chgData name="Cristian Chilipirea" userId="34ab170da5908fc4" providerId="LiveId" clId="{51E1D80A-4A29-4E2A-B293-4232621C1517}" dt="2019-10-06T18:08:25.883" v="254" actId="1076"/>
          <ac:spMkLst>
            <pc:docMk/>
            <pc:sldMk cId="3181653658" sldId="514"/>
            <ac:spMk id="405" creationId="{F527C628-97A6-4A45-8DC7-A187329E13B2}"/>
          </ac:spMkLst>
        </pc:spChg>
        <pc:spChg chg="add mod">
          <ac:chgData name="Cristian Chilipirea" userId="34ab170da5908fc4" providerId="LiveId" clId="{51E1D80A-4A29-4E2A-B293-4232621C1517}" dt="2019-10-06T18:08:25.883" v="254" actId="1076"/>
          <ac:spMkLst>
            <pc:docMk/>
            <pc:sldMk cId="3181653658" sldId="514"/>
            <ac:spMk id="406" creationId="{D9FEA384-4198-449B-BBE7-5D2D0A9FE033}"/>
          </ac:spMkLst>
        </pc:spChg>
        <pc:spChg chg="add mod">
          <ac:chgData name="Cristian Chilipirea" userId="34ab170da5908fc4" providerId="LiveId" clId="{51E1D80A-4A29-4E2A-B293-4232621C1517}" dt="2019-10-06T18:08:25.883" v="254" actId="1076"/>
          <ac:spMkLst>
            <pc:docMk/>
            <pc:sldMk cId="3181653658" sldId="514"/>
            <ac:spMk id="407" creationId="{35EA70DE-CDB9-439F-8289-8FCC7230BDAB}"/>
          </ac:spMkLst>
        </pc:spChg>
        <pc:spChg chg="add mod">
          <ac:chgData name="Cristian Chilipirea" userId="34ab170da5908fc4" providerId="LiveId" clId="{51E1D80A-4A29-4E2A-B293-4232621C1517}" dt="2019-10-06T18:08:25.883" v="254" actId="1076"/>
          <ac:spMkLst>
            <pc:docMk/>
            <pc:sldMk cId="3181653658" sldId="514"/>
            <ac:spMk id="408" creationId="{B8D5B4FA-BB3B-4DEC-93E9-4481CAA52D63}"/>
          </ac:spMkLst>
        </pc:spChg>
        <pc:spChg chg="add mod">
          <ac:chgData name="Cristian Chilipirea" userId="34ab170da5908fc4" providerId="LiveId" clId="{51E1D80A-4A29-4E2A-B293-4232621C1517}" dt="2019-10-06T18:08:25.883" v="254" actId="1076"/>
          <ac:spMkLst>
            <pc:docMk/>
            <pc:sldMk cId="3181653658" sldId="514"/>
            <ac:spMk id="409" creationId="{C751C3F7-C0E3-4820-BCC6-7B472F32DA43}"/>
          </ac:spMkLst>
        </pc:spChg>
        <pc:spChg chg="add mod">
          <ac:chgData name="Cristian Chilipirea" userId="34ab170da5908fc4" providerId="LiveId" clId="{51E1D80A-4A29-4E2A-B293-4232621C1517}" dt="2019-10-06T18:08:25.883" v="254" actId="1076"/>
          <ac:spMkLst>
            <pc:docMk/>
            <pc:sldMk cId="3181653658" sldId="514"/>
            <ac:spMk id="410" creationId="{B0DB95D2-C78C-411F-A262-C91115839465}"/>
          </ac:spMkLst>
        </pc:spChg>
        <pc:spChg chg="add mod">
          <ac:chgData name="Cristian Chilipirea" userId="34ab170da5908fc4" providerId="LiveId" clId="{51E1D80A-4A29-4E2A-B293-4232621C1517}" dt="2019-10-06T18:08:25.883" v="254" actId="1076"/>
          <ac:spMkLst>
            <pc:docMk/>
            <pc:sldMk cId="3181653658" sldId="514"/>
            <ac:spMk id="411" creationId="{676668D9-5F89-430D-B108-2E28D2E53F37}"/>
          </ac:spMkLst>
        </pc:spChg>
        <pc:spChg chg="add mod">
          <ac:chgData name="Cristian Chilipirea" userId="34ab170da5908fc4" providerId="LiveId" clId="{51E1D80A-4A29-4E2A-B293-4232621C1517}" dt="2019-10-06T18:08:25.883" v="254" actId="1076"/>
          <ac:spMkLst>
            <pc:docMk/>
            <pc:sldMk cId="3181653658" sldId="514"/>
            <ac:spMk id="412" creationId="{D3649476-7F88-4BCD-B2A0-D0AA5F89D74A}"/>
          </ac:spMkLst>
        </pc:spChg>
        <pc:spChg chg="add mod">
          <ac:chgData name="Cristian Chilipirea" userId="34ab170da5908fc4" providerId="LiveId" clId="{51E1D80A-4A29-4E2A-B293-4232621C1517}" dt="2019-10-06T18:08:25.883" v="254" actId="1076"/>
          <ac:spMkLst>
            <pc:docMk/>
            <pc:sldMk cId="3181653658" sldId="514"/>
            <ac:spMk id="413" creationId="{A586029E-596D-4252-9BED-B7E260593C8D}"/>
          </ac:spMkLst>
        </pc:spChg>
        <pc:spChg chg="add mod">
          <ac:chgData name="Cristian Chilipirea" userId="34ab170da5908fc4" providerId="LiveId" clId="{51E1D80A-4A29-4E2A-B293-4232621C1517}" dt="2019-10-06T18:08:25.883" v="254" actId="1076"/>
          <ac:spMkLst>
            <pc:docMk/>
            <pc:sldMk cId="3181653658" sldId="514"/>
            <ac:spMk id="414" creationId="{A18072FE-D677-482C-87A6-29154BE1EDD6}"/>
          </ac:spMkLst>
        </pc:spChg>
        <pc:spChg chg="add mod">
          <ac:chgData name="Cristian Chilipirea" userId="34ab170da5908fc4" providerId="LiveId" clId="{51E1D80A-4A29-4E2A-B293-4232621C1517}" dt="2019-10-06T18:08:25.883" v="254" actId="1076"/>
          <ac:spMkLst>
            <pc:docMk/>
            <pc:sldMk cId="3181653658" sldId="514"/>
            <ac:spMk id="415" creationId="{56B5D6E8-E66F-4C4B-BD6B-EEC0091D78B0}"/>
          </ac:spMkLst>
        </pc:spChg>
        <pc:spChg chg="add mod">
          <ac:chgData name="Cristian Chilipirea" userId="34ab170da5908fc4" providerId="LiveId" clId="{51E1D80A-4A29-4E2A-B293-4232621C1517}" dt="2019-10-06T18:08:25.883" v="254" actId="1076"/>
          <ac:spMkLst>
            <pc:docMk/>
            <pc:sldMk cId="3181653658" sldId="514"/>
            <ac:spMk id="416" creationId="{FBDC4341-DEA4-47AD-961D-C3E8428A1DE5}"/>
          </ac:spMkLst>
        </pc:spChg>
        <pc:spChg chg="add mod">
          <ac:chgData name="Cristian Chilipirea" userId="34ab170da5908fc4" providerId="LiveId" clId="{51E1D80A-4A29-4E2A-B293-4232621C1517}" dt="2019-10-06T18:08:25.883" v="254" actId="1076"/>
          <ac:spMkLst>
            <pc:docMk/>
            <pc:sldMk cId="3181653658" sldId="514"/>
            <ac:spMk id="417" creationId="{EF174D8E-71B7-4EEE-9198-38C0E7A6E6C6}"/>
          </ac:spMkLst>
        </pc:spChg>
        <pc:spChg chg="add mod">
          <ac:chgData name="Cristian Chilipirea" userId="34ab170da5908fc4" providerId="LiveId" clId="{51E1D80A-4A29-4E2A-B293-4232621C1517}" dt="2019-10-06T18:08:25.883" v="254" actId="1076"/>
          <ac:spMkLst>
            <pc:docMk/>
            <pc:sldMk cId="3181653658" sldId="514"/>
            <ac:spMk id="418" creationId="{3F8400CE-3D3E-49A3-A2A3-15E64E31098A}"/>
          </ac:spMkLst>
        </pc:spChg>
        <pc:spChg chg="add mod">
          <ac:chgData name="Cristian Chilipirea" userId="34ab170da5908fc4" providerId="LiveId" clId="{51E1D80A-4A29-4E2A-B293-4232621C1517}" dt="2019-10-06T18:08:25.883" v="254" actId="1076"/>
          <ac:spMkLst>
            <pc:docMk/>
            <pc:sldMk cId="3181653658" sldId="514"/>
            <ac:spMk id="419" creationId="{C84DF80C-EADD-4C19-BB0B-B8C423DF4B84}"/>
          </ac:spMkLst>
        </pc:spChg>
        <pc:spChg chg="add mod">
          <ac:chgData name="Cristian Chilipirea" userId="34ab170da5908fc4" providerId="LiveId" clId="{51E1D80A-4A29-4E2A-B293-4232621C1517}" dt="2019-10-06T18:08:25.883" v="254" actId="1076"/>
          <ac:spMkLst>
            <pc:docMk/>
            <pc:sldMk cId="3181653658" sldId="514"/>
            <ac:spMk id="420" creationId="{A6619732-0575-465E-9CE3-1F29DB232529}"/>
          </ac:spMkLst>
        </pc:spChg>
        <pc:spChg chg="add mod">
          <ac:chgData name="Cristian Chilipirea" userId="34ab170da5908fc4" providerId="LiveId" clId="{51E1D80A-4A29-4E2A-B293-4232621C1517}" dt="2019-10-06T18:08:25.883" v="254" actId="1076"/>
          <ac:spMkLst>
            <pc:docMk/>
            <pc:sldMk cId="3181653658" sldId="514"/>
            <ac:spMk id="421" creationId="{1F3B33F5-EB8E-41F8-A35B-27689DBED68C}"/>
          </ac:spMkLst>
        </pc:spChg>
        <pc:spChg chg="add mod">
          <ac:chgData name="Cristian Chilipirea" userId="34ab170da5908fc4" providerId="LiveId" clId="{51E1D80A-4A29-4E2A-B293-4232621C1517}" dt="2019-10-06T18:08:25.883" v="254" actId="1076"/>
          <ac:spMkLst>
            <pc:docMk/>
            <pc:sldMk cId="3181653658" sldId="514"/>
            <ac:spMk id="422" creationId="{B4E07012-C54F-40BD-BD0D-F3408F0A449F}"/>
          </ac:spMkLst>
        </pc:spChg>
        <pc:spChg chg="add mod">
          <ac:chgData name="Cristian Chilipirea" userId="34ab170da5908fc4" providerId="LiveId" clId="{51E1D80A-4A29-4E2A-B293-4232621C1517}" dt="2019-10-06T18:08:25.883" v="254" actId="1076"/>
          <ac:spMkLst>
            <pc:docMk/>
            <pc:sldMk cId="3181653658" sldId="514"/>
            <ac:spMk id="423" creationId="{BB0719B6-C287-4461-8F9C-68D705F7054B}"/>
          </ac:spMkLst>
        </pc:spChg>
        <pc:spChg chg="add mod">
          <ac:chgData name="Cristian Chilipirea" userId="34ab170da5908fc4" providerId="LiveId" clId="{51E1D80A-4A29-4E2A-B293-4232621C1517}" dt="2019-10-06T18:08:25.883" v="254" actId="1076"/>
          <ac:spMkLst>
            <pc:docMk/>
            <pc:sldMk cId="3181653658" sldId="514"/>
            <ac:spMk id="424" creationId="{626832E2-BC95-47E5-9A0A-68B7AC23073A}"/>
          </ac:spMkLst>
        </pc:spChg>
        <pc:spChg chg="add mod">
          <ac:chgData name="Cristian Chilipirea" userId="34ab170da5908fc4" providerId="LiveId" clId="{51E1D80A-4A29-4E2A-B293-4232621C1517}" dt="2019-10-06T18:08:25.883" v="254" actId="1076"/>
          <ac:spMkLst>
            <pc:docMk/>
            <pc:sldMk cId="3181653658" sldId="514"/>
            <ac:spMk id="425" creationId="{1A5BD796-BBB8-46F2-82DE-9B8B7A20B45F}"/>
          </ac:spMkLst>
        </pc:spChg>
        <pc:spChg chg="add mod">
          <ac:chgData name="Cristian Chilipirea" userId="34ab170da5908fc4" providerId="LiveId" clId="{51E1D80A-4A29-4E2A-B293-4232621C1517}" dt="2019-10-06T18:08:25.883" v="254" actId="1076"/>
          <ac:spMkLst>
            <pc:docMk/>
            <pc:sldMk cId="3181653658" sldId="514"/>
            <ac:spMk id="426" creationId="{1F460BA7-9A4F-427B-BD6A-5EE318A1F0EF}"/>
          </ac:spMkLst>
        </pc:spChg>
        <pc:spChg chg="add mod">
          <ac:chgData name="Cristian Chilipirea" userId="34ab170da5908fc4" providerId="LiveId" clId="{51E1D80A-4A29-4E2A-B293-4232621C1517}" dt="2019-10-06T18:08:25.883" v="254" actId="1076"/>
          <ac:spMkLst>
            <pc:docMk/>
            <pc:sldMk cId="3181653658" sldId="514"/>
            <ac:spMk id="427" creationId="{11F39620-567A-4086-9F9E-12FD3D025DCB}"/>
          </ac:spMkLst>
        </pc:spChg>
        <pc:spChg chg="add mod">
          <ac:chgData name="Cristian Chilipirea" userId="34ab170da5908fc4" providerId="LiveId" clId="{51E1D80A-4A29-4E2A-B293-4232621C1517}" dt="2019-10-06T18:08:25.883" v="254" actId="1076"/>
          <ac:spMkLst>
            <pc:docMk/>
            <pc:sldMk cId="3181653658" sldId="514"/>
            <ac:spMk id="428" creationId="{E2FF2080-B42F-4C87-BA67-0C0ACB1F81DC}"/>
          </ac:spMkLst>
        </pc:spChg>
        <pc:spChg chg="add mod">
          <ac:chgData name="Cristian Chilipirea" userId="34ab170da5908fc4" providerId="LiveId" clId="{51E1D80A-4A29-4E2A-B293-4232621C1517}" dt="2019-10-06T18:08:25.883" v="254" actId="1076"/>
          <ac:spMkLst>
            <pc:docMk/>
            <pc:sldMk cId="3181653658" sldId="514"/>
            <ac:spMk id="429" creationId="{2A5D3748-3A63-4976-954B-E3460F027D5F}"/>
          </ac:spMkLst>
        </pc:spChg>
        <pc:spChg chg="add mod">
          <ac:chgData name="Cristian Chilipirea" userId="34ab170da5908fc4" providerId="LiveId" clId="{51E1D80A-4A29-4E2A-B293-4232621C1517}" dt="2019-10-06T18:08:25.883" v="254" actId="1076"/>
          <ac:spMkLst>
            <pc:docMk/>
            <pc:sldMk cId="3181653658" sldId="514"/>
            <ac:spMk id="430" creationId="{280F6109-DE64-47AF-BF78-B1FA7D7AAA49}"/>
          </ac:spMkLst>
        </pc:spChg>
        <pc:spChg chg="add mod">
          <ac:chgData name="Cristian Chilipirea" userId="34ab170da5908fc4" providerId="LiveId" clId="{51E1D80A-4A29-4E2A-B293-4232621C1517}" dt="2019-10-06T18:08:25.883" v="254" actId="1076"/>
          <ac:spMkLst>
            <pc:docMk/>
            <pc:sldMk cId="3181653658" sldId="514"/>
            <ac:spMk id="431" creationId="{02ABC600-31B0-4002-9B7F-A811701FE151}"/>
          </ac:spMkLst>
        </pc:spChg>
        <pc:spChg chg="add mod">
          <ac:chgData name="Cristian Chilipirea" userId="34ab170da5908fc4" providerId="LiveId" clId="{51E1D80A-4A29-4E2A-B293-4232621C1517}" dt="2019-10-06T18:08:25.883" v="254" actId="1076"/>
          <ac:spMkLst>
            <pc:docMk/>
            <pc:sldMk cId="3181653658" sldId="514"/>
            <ac:spMk id="432" creationId="{A03EEBCF-29AB-496B-82A2-FBD53582AFA2}"/>
          </ac:spMkLst>
        </pc:spChg>
        <pc:spChg chg="add mod">
          <ac:chgData name="Cristian Chilipirea" userId="34ab170da5908fc4" providerId="LiveId" clId="{51E1D80A-4A29-4E2A-B293-4232621C1517}" dt="2019-10-06T18:08:25.883" v="254" actId="1076"/>
          <ac:spMkLst>
            <pc:docMk/>
            <pc:sldMk cId="3181653658" sldId="514"/>
            <ac:spMk id="433" creationId="{88A37782-E6CE-46CA-B11D-333943E4ED8F}"/>
          </ac:spMkLst>
        </pc:spChg>
        <pc:spChg chg="add mod">
          <ac:chgData name="Cristian Chilipirea" userId="34ab170da5908fc4" providerId="LiveId" clId="{51E1D80A-4A29-4E2A-B293-4232621C1517}" dt="2019-10-06T18:08:25.883" v="254" actId="1076"/>
          <ac:spMkLst>
            <pc:docMk/>
            <pc:sldMk cId="3181653658" sldId="514"/>
            <ac:spMk id="434" creationId="{1D76D825-2B33-4432-9FDC-524FB86B4246}"/>
          </ac:spMkLst>
        </pc:spChg>
        <pc:spChg chg="add mod">
          <ac:chgData name="Cristian Chilipirea" userId="34ab170da5908fc4" providerId="LiveId" clId="{51E1D80A-4A29-4E2A-B293-4232621C1517}" dt="2019-10-06T18:08:25.883" v="254" actId="1076"/>
          <ac:spMkLst>
            <pc:docMk/>
            <pc:sldMk cId="3181653658" sldId="514"/>
            <ac:spMk id="435" creationId="{24D1BDFA-1603-42FA-8AF5-AE31ECC04F81}"/>
          </ac:spMkLst>
        </pc:spChg>
        <pc:spChg chg="add mod">
          <ac:chgData name="Cristian Chilipirea" userId="34ab170da5908fc4" providerId="LiveId" clId="{51E1D80A-4A29-4E2A-B293-4232621C1517}" dt="2019-10-06T18:08:25.883" v="254" actId="1076"/>
          <ac:spMkLst>
            <pc:docMk/>
            <pc:sldMk cId="3181653658" sldId="514"/>
            <ac:spMk id="436" creationId="{066881C4-FBDB-411B-9CB6-ECFB6282C983}"/>
          </ac:spMkLst>
        </pc:spChg>
        <pc:spChg chg="add mod">
          <ac:chgData name="Cristian Chilipirea" userId="34ab170da5908fc4" providerId="LiveId" clId="{51E1D80A-4A29-4E2A-B293-4232621C1517}" dt="2019-10-06T18:08:25.883" v="254" actId="1076"/>
          <ac:spMkLst>
            <pc:docMk/>
            <pc:sldMk cId="3181653658" sldId="514"/>
            <ac:spMk id="437" creationId="{241DF173-18FA-4331-B863-3B91F6F79C84}"/>
          </ac:spMkLst>
        </pc:spChg>
        <pc:spChg chg="add mod">
          <ac:chgData name="Cristian Chilipirea" userId="34ab170da5908fc4" providerId="LiveId" clId="{51E1D80A-4A29-4E2A-B293-4232621C1517}" dt="2019-10-06T18:08:25.883" v="254" actId="1076"/>
          <ac:spMkLst>
            <pc:docMk/>
            <pc:sldMk cId="3181653658" sldId="514"/>
            <ac:spMk id="438" creationId="{605CFAC7-426B-474D-9A31-DF355611FAA8}"/>
          </ac:spMkLst>
        </pc:spChg>
        <pc:spChg chg="add mod">
          <ac:chgData name="Cristian Chilipirea" userId="34ab170da5908fc4" providerId="LiveId" clId="{51E1D80A-4A29-4E2A-B293-4232621C1517}" dt="2019-10-06T18:08:25.883" v="254" actId="1076"/>
          <ac:spMkLst>
            <pc:docMk/>
            <pc:sldMk cId="3181653658" sldId="514"/>
            <ac:spMk id="439" creationId="{6C9CEA8C-AD85-40CC-A94E-4F82B3BD652B}"/>
          </ac:spMkLst>
        </pc:spChg>
        <pc:spChg chg="add mod">
          <ac:chgData name="Cristian Chilipirea" userId="34ab170da5908fc4" providerId="LiveId" clId="{51E1D80A-4A29-4E2A-B293-4232621C1517}" dt="2019-10-06T18:08:25.883" v="254" actId="1076"/>
          <ac:spMkLst>
            <pc:docMk/>
            <pc:sldMk cId="3181653658" sldId="514"/>
            <ac:spMk id="440" creationId="{FE7F340D-D895-496E-BD84-DBCD34B0E17F}"/>
          </ac:spMkLst>
        </pc:spChg>
        <pc:spChg chg="add mod">
          <ac:chgData name="Cristian Chilipirea" userId="34ab170da5908fc4" providerId="LiveId" clId="{51E1D80A-4A29-4E2A-B293-4232621C1517}" dt="2019-10-06T18:08:25.883" v="254" actId="1076"/>
          <ac:spMkLst>
            <pc:docMk/>
            <pc:sldMk cId="3181653658" sldId="514"/>
            <ac:spMk id="441" creationId="{221924A5-A4D7-456E-B5F7-3D1640E33828}"/>
          </ac:spMkLst>
        </pc:spChg>
        <pc:spChg chg="add mod">
          <ac:chgData name="Cristian Chilipirea" userId="34ab170da5908fc4" providerId="LiveId" clId="{51E1D80A-4A29-4E2A-B293-4232621C1517}" dt="2019-10-06T18:08:25.883" v="254" actId="1076"/>
          <ac:spMkLst>
            <pc:docMk/>
            <pc:sldMk cId="3181653658" sldId="514"/>
            <ac:spMk id="442" creationId="{080DEBFD-BC43-4B4A-A320-09725F93976B}"/>
          </ac:spMkLst>
        </pc:spChg>
        <pc:spChg chg="add mod">
          <ac:chgData name="Cristian Chilipirea" userId="34ab170da5908fc4" providerId="LiveId" clId="{51E1D80A-4A29-4E2A-B293-4232621C1517}" dt="2019-10-06T18:08:25.883" v="254" actId="1076"/>
          <ac:spMkLst>
            <pc:docMk/>
            <pc:sldMk cId="3181653658" sldId="514"/>
            <ac:spMk id="443" creationId="{7039D7C3-508C-4F2A-9503-B987B1BE3936}"/>
          </ac:spMkLst>
        </pc:spChg>
        <pc:spChg chg="add mod">
          <ac:chgData name="Cristian Chilipirea" userId="34ab170da5908fc4" providerId="LiveId" clId="{51E1D80A-4A29-4E2A-B293-4232621C1517}" dt="2019-10-06T18:08:25.883" v="254" actId="1076"/>
          <ac:spMkLst>
            <pc:docMk/>
            <pc:sldMk cId="3181653658" sldId="514"/>
            <ac:spMk id="444" creationId="{2A16FAF2-E98A-4595-9D84-69517A50D84D}"/>
          </ac:spMkLst>
        </pc:spChg>
        <pc:spChg chg="add mod">
          <ac:chgData name="Cristian Chilipirea" userId="34ab170da5908fc4" providerId="LiveId" clId="{51E1D80A-4A29-4E2A-B293-4232621C1517}" dt="2019-10-06T18:08:25.883" v="254" actId="1076"/>
          <ac:spMkLst>
            <pc:docMk/>
            <pc:sldMk cId="3181653658" sldId="514"/>
            <ac:spMk id="445" creationId="{B24723E2-4AE5-4A25-81C5-E78887DFB572}"/>
          </ac:spMkLst>
        </pc:spChg>
        <pc:spChg chg="add mod">
          <ac:chgData name="Cristian Chilipirea" userId="34ab170da5908fc4" providerId="LiveId" clId="{51E1D80A-4A29-4E2A-B293-4232621C1517}" dt="2019-10-06T18:08:25.883" v="254" actId="1076"/>
          <ac:spMkLst>
            <pc:docMk/>
            <pc:sldMk cId="3181653658" sldId="514"/>
            <ac:spMk id="446" creationId="{A6B16966-AC2C-49AF-A85E-0B8C7AD7CD1F}"/>
          </ac:spMkLst>
        </pc:spChg>
        <pc:spChg chg="add mod">
          <ac:chgData name="Cristian Chilipirea" userId="34ab170da5908fc4" providerId="LiveId" clId="{51E1D80A-4A29-4E2A-B293-4232621C1517}" dt="2019-10-06T18:08:25.883" v="254" actId="1076"/>
          <ac:spMkLst>
            <pc:docMk/>
            <pc:sldMk cId="3181653658" sldId="514"/>
            <ac:spMk id="447" creationId="{BE8A56AE-3114-4F7A-9629-21C70090E683}"/>
          </ac:spMkLst>
        </pc:spChg>
        <pc:spChg chg="add mod">
          <ac:chgData name="Cristian Chilipirea" userId="34ab170da5908fc4" providerId="LiveId" clId="{51E1D80A-4A29-4E2A-B293-4232621C1517}" dt="2019-10-06T18:08:25.883" v="254" actId="1076"/>
          <ac:spMkLst>
            <pc:docMk/>
            <pc:sldMk cId="3181653658" sldId="514"/>
            <ac:spMk id="448" creationId="{8C3AA0C3-A727-4900-A557-A17ED07DC623}"/>
          </ac:spMkLst>
        </pc:spChg>
        <pc:spChg chg="add mod">
          <ac:chgData name="Cristian Chilipirea" userId="34ab170da5908fc4" providerId="LiveId" clId="{51E1D80A-4A29-4E2A-B293-4232621C1517}" dt="2019-10-06T18:08:25.883" v="254" actId="1076"/>
          <ac:spMkLst>
            <pc:docMk/>
            <pc:sldMk cId="3181653658" sldId="514"/>
            <ac:spMk id="449" creationId="{1BEE0C50-3F33-499A-A681-DCFE961FCFC2}"/>
          </ac:spMkLst>
        </pc:spChg>
        <pc:spChg chg="add mod">
          <ac:chgData name="Cristian Chilipirea" userId="34ab170da5908fc4" providerId="LiveId" clId="{51E1D80A-4A29-4E2A-B293-4232621C1517}" dt="2019-10-06T18:08:25.883" v="254" actId="1076"/>
          <ac:spMkLst>
            <pc:docMk/>
            <pc:sldMk cId="3181653658" sldId="514"/>
            <ac:spMk id="450" creationId="{211A1713-6893-46BF-9491-DD9A2AB1995A}"/>
          </ac:spMkLst>
        </pc:spChg>
        <pc:spChg chg="add mod">
          <ac:chgData name="Cristian Chilipirea" userId="34ab170da5908fc4" providerId="LiveId" clId="{51E1D80A-4A29-4E2A-B293-4232621C1517}" dt="2019-10-06T18:08:25.883" v="254" actId="1076"/>
          <ac:spMkLst>
            <pc:docMk/>
            <pc:sldMk cId="3181653658" sldId="514"/>
            <ac:spMk id="451" creationId="{528550DF-DD95-4726-B7E2-497DFA189579}"/>
          </ac:spMkLst>
        </pc:spChg>
        <pc:spChg chg="add mod">
          <ac:chgData name="Cristian Chilipirea" userId="34ab170da5908fc4" providerId="LiveId" clId="{51E1D80A-4A29-4E2A-B293-4232621C1517}" dt="2019-10-06T18:08:25.883" v="254" actId="1076"/>
          <ac:spMkLst>
            <pc:docMk/>
            <pc:sldMk cId="3181653658" sldId="514"/>
            <ac:spMk id="452" creationId="{83348F84-B3F9-42A0-80C2-F2937A25EC56}"/>
          </ac:spMkLst>
        </pc:spChg>
        <pc:spChg chg="add mod">
          <ac:chgData name="Cristian Chilipirea" userId="34ab170da5908fc4" providerId="LiveId" clId="{51E1D80A-4A29-4E2A-B293-4232621C1517}" dt="2019-10-06T18:08:25.883" v="254" actId="1076"/>
          <ac:spMkLst>
            <pc:docMk/>
            <pc:sldMk cId="3181653658" sldId="514"/>
            <ac:spMk id="453" creationId="{B35384A0-FF78-4C90-B5C4-6706F3B354C7}"/>
          </ac:spMkLst>
        </pc:spChg>
        <pc:spChg chg="add mod">
          <ac:chgData name="Cristian Chilipirea" userId="34ab170da5908fc4" providerId="LiveId" clId="{51E1D80A-4A29-4E2A-B293-4232621C1517}" dt="2019-10-06T18:08:25.883" v="254" actId="1076"/>
          <ac:spMkLst>
            <pc:docMk/>
            <pc:sldMk cId="3181653658" sldId="514"/>
            <ac:spMk id="454" creationId="{1BBA757E-B32B-4384-99B6-EF26759BB090}"/>
          </ac:spMkLst>
        </pc:spChg>
        <pc:spChg chg="add mod">
          <ac:chgData name="Cristian Chilipirea" userId="34ab170da5908fc4" providerId="LiveId" clId="{51E1D80A-4A29-4E2A-B293-4232621C1517}" dt="2019-10-06T18:08:25.883" v="254" actId="1076"/>
          <ac:spMkLst>
            <pc:docMk/>
            <pc:sldMk cId="3181653658" sldId="514"/>
            <ac:spMk id="455" creationId="{0A43BAA8-44CE-459F-8774-7D378354CA13}"/>
          </ac:spMkLst>
        </pc:spChg>
        <pc:spChg chg="add mod">
          <ac:chgData name="Cristian Chilipirea" userId="34ab170da5908fc4" providerId="LiveId" clId="{51E1D80A-4A29-4E2A-B293-4232621C1517}" dt="2019-10-06T18:08:25.883" v="254" actId="1076"/>
          <ac:spMkLst>
            <pc:docMk/>
            <pc:sldMk cId="3181653658" sldId="514"/>
            <ac:spMk id="456" creationId="{1E056112-FA10-4EBE-A668-5FCC5C301E8A}"/>
          </ac:spMkLst>
        </pc:spChg>
        <pc:spChg chg="add mod">
          <ac:chgData name="Cristian Chilipirea" userId="34ab170da5908fc4" providerId="LiveId" clId="{51E1D80A-4A29-4E2A-B293-4232621C1517}" dt="2019-10-06T18:08:25.883" v="254" actId="1076"/>
          <ac:spMkLst>
            <pc:docMk/>
            <pc:sldMk cId="3181653658" sldId="514"/>
            <ac:spMk id="457" creationId="{C36148EF-E1FE-4EE5-87F9-128323C4AB0A}"/>
          </ac:spMkLst>
        </pc:spChg>
        <pc:spChg chg="add mod">
          <ac:chgData name="Cristian Chilipirea" userId="34ab170da5908fc4" providerId="LiveId" clId="{51E1D80A-4A29-4E2A-B293-4232621C1517}" dt="2019-10-06T18:08:25.883" v="254" actId="1076"/>
          <ac:spMkLst>
            <pc:docMk/>
            <pc:sldMk cId="3181653658" sldId="514"/>
            <ac:spMk id="458" creationId="{3F0DD73C-A100-43E2-96EA-A200536F597E}"/>
          </ac:spMkLst>
        </pc:spChg>
        <pc:spChg chg="add mod">
          <ac:chgData name="Cristian Chilipirea" userId="34ab170da5908fc4" providerId="LiveId" clId="{51E1D80A-4A29-4E2A-B293-4232621C1517}" dt="2019-10-06T18:08:25.883" v="254" actId="1076"/>
          <ac:spMkLst>
            <pc:docMk/>
            <pc:sldMk cId="3181653658" sldId="514"/>
            <ac:spMk id="459" creationId="{8600F84A-D6A1-465D-83B2-600A54B892C8}"/>
          </ac:spMkLst>
        </pc:spChg>
        <pc:spChg chg="add mod">
          <ac:chgData name="Cristian Chilipirea" userId="34ab170da5908fc4" providerId="LiveId" clId="{51E1D80A-4A29-4E2A-B293-4232621C1517}" dt="2019-10-06T18:08:25.883" v="254" actId="1076"/>
          <ac:spMkLst>
            <pc:docMk/>
            <pc:sldMk cId="3181653658" sldId="514"/>
            <ac:spMk id="460" creationId="{22C69E79-50F1-4E70-9E23-1C3DC2C7EA11}"/>
          </ac:spMkLst>
        </pc:spChg>
        <pc:spChg chg="add mod">
          <ac:chgData name="Cristian Chilipirea" userId="34ab170da5908fc4" providerId="LiveId" clId="{51E1D80A-4A29-4E2A-B293-4232621C1517}" dt="2019-10-06T18:08:25.883" v="254" actId="1076"/>
          <ac:spMkLst>
            <pc:docMk/>
            <pc:sldMk cId="3181653658" sldId="514"/>
            <ac:spMk id="461" creationId="{2D0B0190-0941-4931-999A-4B56EA1C5706}"/>
          </ac:spMkLst>
        </pc:spChg>
        <pc:spChg chg="add mod">
          <ac:chgData name="Cristian Chilipirea" userId="34ab170da5908fc4" providerId="LiveId" clId="{51E1D80A-4A29-4E2A-B293-4232621C1517}" dt="2019-10-06T18:08:25.883" v="254" actId="1076"/>
          <ac:spMkLst>
            <pc:docMk/>
            <pc:sldMk cId="3181653658" sldId="514"/>
            <ac:spMk id="462" creationId="{083E538D-5536-44C0-A4C0-B799F6BD0F8A}"/>
          </ac:spMkLst>
        </pc:spChg>
        <pc:spChg chg="add mod">
          <ac:chgData name="Cristian Chilipirea" userId="34ab170da5908fc4" providerId="LiveId" clId="{51E1D80A-4A29-4E2A-B293-4232621C1517}" dt="2019-10-06T18:08:25.883" v="254" actId="1076"/>
          <ac:spMkLst>
            <pc:docMk/>
            <pc:sldMk cId="3181653658" sldId="514"/>
            <ac:spMk id="463" creationId="{03F73C04-9041-488D-AB1D-8AE999BEE3CB}"/>
          </ac:spMkLst>
        </pc:spChg>
        <pc:spChg chg="add mod">
          <ac:chgData name="Cristian Chilipirea" userId="34ab170da5908fc4" providerId="LiveId" clId="{51E1D80A-4A29-4E2A-B293-4232621C1517}" dt="2019-10-06T18:08:25.883" v="254" actId="1076"/>
          <ac:spMkLst>
            <pc:docMk/>
            <pc:sldMk cId="3181653658" sldId="514"/>
            <ac:spMk id="464" creationId="{38E5CE0E-0D5B-4750-A9D4-12175DEF2597}"/>
          </ac:spMkLst>
        </pc:spChg>
        <pc:spChg chg="add mod">
          <ac:chgData name="Cristian Chilipirea" userId="34ab170da5908fc4" providerId="LiveId" clId="{51E1D80A-4A29-4E2A-B293-4232621C1517}" dt="2019-10-06T18:08:25.883" v="254" actId="1076"/>
          <ac:spMkLst>
            <pc:docMk/>
            <pc:sldMk cId="3181653658" sldId="514"/>
            <ac:spMk id="465" creationId="{F2496754-956C-483B-B78C-3B81B98BA6C1}"/>
          </ac:spMkLst>
        </pc:spChg>
        <pc:spChg chg="add mod">
          <ac:chgData name="Cristian Chilipirea" userId="34ab170da5908fc4" providerId="LiveId" clId="{51E1D80A-4A29-4E2A-B293-4232621C1517}" dt="2019-10-06T18:08:25.883" v="254" actId="1076"/>
          <ac:spMkLst>
            <pc:docMk/>
            <pc:sldMk cId="3181653658" sldId="514"/>
            <ac:spMk id="466" creationId="{A481C66C-195C-4671-8147-BF7C01C3C184}"/>
          </ac:spMkLst>
        </pc:spChg>
        <pc:spChg chg="add mod">
          <ac:chgData name="Cristian Chilipirea" userId="34ab170da5908fc4" providerId="LiveId" clId="{51E1D80A-4A29-4E2A-B293-4232621C1517}" dt="2019-10-06T18:08:25.883" v="254" actId="1076"/>
          <ac:spMkLst>
            <pc:docMk/>
            <pc:sldMk cId="3181653658" sldId="514"/>
            <ac:spMk id="467" creationId="{3051840A-AF31-4713-8B47-00C4209D02EE}"/>
          </ac:spMkLst>
        </pc:spChg>
        <pc:spChg chg="add mod">
          <ac:chgData name="Cristian Chilipirea" userId="34ab170da5908fc4" providerId="LiveId" clId="{51E1D80A-4A29-4E2A-B293-4232621C1517}" dt="2019-10-06T18:08:25.883" v="254" actId="1076"/>
          <ac:spMkLst>
            <pc:docMk/>
            <pc:sldMk cId="3181653658" sldId="514"/>
            <ac:spMk id="468" creationId="{9A5E0D0A-9373-4497-BEF4-E5DD9BAEB42C}"/>
          </ac:spMkLst>
        </pc:spChg>
        <pc:spChg chg="add mod">
          <ac:chgData name="Cristian Chilipirea" userId="34ab170da5908fc4" providerId="LiveId" clId="{51E1D80A-4A29-4E2A-B293-4232621C1517}" dt="2019-10-06T18:08:25.883" v="254" actId="1076"/>
          <ac:spMkLst>
            <pc:docMk/>
            <pc:sldMk cId="3181653658" sldId="514"/>
            <ac:spMk id="469" creationId="{95B3F701-38F7-4CEC-998E-EF57AEA5483D}"/>
          </ac:spMkLst>
        </pc:spChg>
        <pc:spChg chg="add mod">
          <ac:chgData name="Cristian Chilipirea" userId="34ab170da5908fc4" providerId="LiveId" clId="{51E1D80A-4A29-4E2A-B293-4232621C1517}" dt="2019-10-06T18:08:25.883" v="254" actId="1076"/>
          <ac:spMkLst>
            <pc:docMk/>
            <pc:sldMk cId="3181653658" sldId="514"/>
            <ac:spMk id="470" creationId="{4C3D39CC-B7CF-43D5-B533-5D99754DF628}"/>
          </ac:spMkLst>
        </pc:spChg>
        <pc:spChg chg="add mod">
          <ac:chgData name="Cristian Chilipirea" userId="34ab170da5908fc4" providerId="LiveId" clId="{51E1D80A-4A29-4E2A-B293-4232621C1517}" dt="2019-10-06T18:08:25.883" v="254" actId="1076"/>
          <ac:spMkLst>
            <pc:docMk/>
            <pc:sldMk cId="3181653658" sldId="514"/>
            <ac:spMk id="471" creationId="{AC7A694D-19EC-441B-BEC8-2BD3E4401590}"/>
          </ac:spMkLst>
        </pc:spChg>
        <pc:spChg chg="add mod">
          <ac:chgData name="Cristian Chilipirea" userId="34ab170da5908fc4" providerId="LiveId" clId="{51E1D80A-4A29-4E2A-B293-4232621C1517}" dt="2019-10-06T18:08:25.883" v="254" actId="1076"/>
          <ac:spMkLst>
            <pc:docMk/>
            <pc:sldMk cId="3181653658" sldId="514"/>
            <ac:spMk id="472" creationId="{AA9CCF43-AB40-4CC9-BA49-5A4F00F9F3A6}"/>
          </ac:spMkLst>
        </pc:spChg>
        <pc:spChg chg="add mod">
          <ac:chgData name="Cristian Chilipirea" userId="34ab170da5908fc4" providerId="LiveId" clId="{51E1D80A-4A29-4E2A-B293-4232621C1517}" dt="2019-10-06T18:08:25.883" v="254" actId="1076"/>
          <ac:spMkLst>
            <pc:docMk/>
            <pc:sldMk cId="3181653658" sldId="514"/>
            <ac:spMk id="473" creationId="{DD879FCB-1821-44E2-871D-0F4889C019CD}"/>
          </ac:spMkLst>
        </pc:spChg>
        <pc:spChg chg="add mod">
          <ac:chgData name="Cristian Chilipirea" userId="34ab170da5908fc4" providerId="LiveId" clId="{51E1D80A-4A29-4E2A-B293-4232621C1517}" dt="2019-10-06T18:08:25.883" v="254" actId="1076"/>
          <ac:spMkLst>
            <pc:docMk/>
            <pc:sldMk cId="3181653658" sldId="514"/>
            <ac:spMk id="474" creationId="{D0128353-CEE7-4DBE-9622-3514024D9A07}"/>
          </ac:spMkLst>
        </pc:spChg>
        <pc:spChg chg="add mod">
          <ac:chgData name="Cristian Chilipirea" userId="34ab170da5908fc4" providerId="LiveId" clId="{51E1D80A-4A29-4E2A-B293-4232621C1517}" dt="2019-10-06T18:08:25.883" v="254" actId="1076"/>
          <ac:spMkLst>
            <pc:docMk/>
            <pc:sldMk cId="3181653658" sldId="514"/>
            <ac:spMk id="475" creationId="{E83057E4-4C6E-4EC4-AA6E-3A14F89C06CA}"/>
          </ac:spMkLst>
        </pc:spChg>
        <pc:spChg chg="add mod">
          <ac:chgData name="Cristian Chilipirea" userId="34ab170da5908fc4" providerId="LiveId" clId="{51E1D80A-4A29-4E2A-B293-4232621C1517}" dt="2019-10-06T18:08:25.883" v="254" actId="1076"/>
          <ac:spMkLst>
            <pc:docMk/>
            <pc:sldMk cId="3181653658" sldId="514"/>
            <ac:spMk id="476" creationId="{F5DD81E7-6D51-4471-9C8F-52357E18F20D}"/>
          </ac:spMkLst>
        </pc:spChg>
        <pc:spChg chg="add mod">
          <ac:chgData name="Cristian Chilipirea" userId="34ab170da5908fc4" providerId="LiveId" clId="{51E1D80A-4A29-4E2A-B293-4232621C1517}" dt="2019-10-06T18:08:25.883" v="254" actId="1076"/>
          <ac:spMkLst>
            <pc:docMk/>
            <pc:sldMk cId="3181653658" sldId="514"/>
            <ac:spMk id="477" creationId="{E35EEB82-726D-4D6F-AB88-1C5BC27AB8BA}"/>
          </ac:spMkLst>
        </pc:spChg>
        <pc:spChg chg="add mod">
          <ac:chgData name="Cristian Chilipirea" userId="34ab170da5908fc4" providerId="LiveId" clId="{51E1D80A-4A29-4E2A-B293-4232621C1517}" dt="2019-10-06T18:08:25.883" v="254" actId="1076"/>
          <ac:spMkLst>
            <pc:docMk/>
            <pc:sldMk cId="3181653658" sldId="514"/>
            <ac:spMk id="478" creationId="{8D589E75-7A3D-4398-8AE0-3FBF7D335717}"/>
          </ac:spMkLst>
        </pc:spChg>
        <pc:spChg chg="add mod">
          <ac:chgData name="Cristian Chilipirea" userId="34ab170da5908fc4" providerId="LiveId" clId="{51E1D80A-4A29-4E2A-B293-4232621C1517}" dt="2019-10-06T18:08:25.883" v="254" actId="1076"/>
          <ac:spMkLst>
            <pc:docMk/>
            <pc:sldMk cId="3181653658" sldId="514"/>
            <ac:spMk id="479" creationId="{DC7D031D-E83D-4278-BEFC-B18503D8143E}"/>
          </ac:spMkLst>
        </pc:spChg>
        <pc:spChg chg="add mod">
          <ac:chgData name="Cristian Chilipirea" userId="34ab170da5908fc4" providerId="LiveId" clId="{51E1D80A-4A29-4E2A-B293-4232621C1517}" dt="2019-10-06T18:08:25.883" v="254" actId="1076"/>
          <ac:spMkLst>
            <pc:docMk/>
            <pc:sldMk cId="3181653658" sldId="514"/>
            <ac:spMk id="480" creationId="{C8E347FE-B665-4FAA-9CBF-2ED2B2F68864}"/>
          </ac:spMkLst>
        </pc:spChg>
        <pc:spChg chg="add mod">
          <ac:chgData name="Cristian Chilipirea" userId="34ab170da5908fc4" providerId="LiveId" clId="{51E1D80A-4A29-4E2A-B293-4232621C1517}" dt="2019-10-06T18:08:25.883" v="254" actId="1076"/>
          <ac:spMkLst>
            <pc:docMk/>
            <pc:sldMk cId="3181653658" sldId="514"/>
            <ac:spMk id="481" creationId="{FF1FDCC9-BAD6-4603-B68B-1277A0317D78}"/>
          </ac:spMkLst>
        </pc:spChg>
        <pc:spChg chg="add mod">
          <ac:chgData name="Cristian Chilipirea" userId="34ab170da5908fc4" providerId="LiveId" clId="{51E1D80A-4A29-4E2A-B293-4232621C1517}" dt="2019-10-06T18:08:25.883" v="254" actId="1076"/>
          <ac:spMkLst>
            <pc:docMk/>
            <pc:sldMk cId="3181653658" sldId="514"/>
            <ac:spMk id="482" creationId="{FD13A0CC-5DBD-4C01-923D-258285BA779B}"/>
          </ac:spMkLst>
        </pc:spChg>
        <pc:spChg chg="add mod">
          <ac:chgData name="Cristian Chilipirea" userId="34ab170da5908fc4" providerId="LiveId" clId="{51E1D80A-4A29-4E2A-B293-4232621C1517}" dt="2019-10-06T18:08:25.883" v="254" actId="1076"/>
          <ac:spMkLst>
            <pc:docMk/>
            <pc:sldMk cId="3181653658" sldId="514"/>
            <ac:spMk id="483" creationId="{0CA32094-8B01-4917-91C2-6484B5717E88}"/>
          </ac:spMkLst>
        </pc:spChg>
        <pc:spChg chg="add mod">
          <ac:chgData name="Cristian Chilipirea" userId="34ab170da5908fc4" providerId="LiveId" clId="{51E1D80A-4A29-4E2A-B293-4232621C1517}" dt="2019-10-06T18:08:25.883" v="254" actId="1076"/>
          <ac:spMkLst>
            <pc:docMk/>
            <pc:sldMk cId="3181653658" sldId="514"/>
            <ac:spMk id="484" creationId="{B779D4E7-05C9-4486-AFC4-99935F1D05C9}"/>
          </ac:spMkLst>
        </pc:spChg>
        <pc:spChg chg="add mod">
          <ac:chgData name="Cristian Chilipirea" userId="34ab170da5908fc4" providerId="LiveId" clId="{51E1D80A-4A29-4E2A-B293-4232621C1517}" dt="2019-10-06T18:08:25.883" v="254" actId="1076"/>
          <ac:spMkLst>
            <pc:docMk/>
            <pc:sldMk cId="3181653658" sldId="514"/>
            <ac:spMk id="485" creationId="{863A6161-414B-4725-8D38-DB38B05C4A88}"/>
          </ac:spMkLst>
        </pc:spChg>
        <pc:spChg chg="add mod">
          <ac:chgData name="Cristian Chilipirea" userId="34ab170da5908fc4" providerId="LiveId" clId="{51E1D80A-4A29-4E2A-B293-4232621C1517}" dt="2019-10-06T18:08:25.883" v="254" actId="1076"/>
          <ac:spMkLst>
            <pc:docMk/>
            <pc:sldMk cId="3181653658" sldId="514"/>
            <ac:spMk id="486" creationId="{5B47B450-9EB2-4CDE-9CBA-EE69D4B7E539}"/>
          </ac:spMkLst>
        </pc:spChg>
        <pc:spChg chg="add mod">
          <ac:chgData name="Cristian Chilipirea" userId="34ab170da5908fc4" providerId="LiveId" clId="{51E1D80A-4A29-4E2A-B293-4232621C1517}" dt="2019-10-06T18:08:25.883" v="254" actId="1076"/>
          <ac:spMkLst>
            <pc:docMk/>
            <pc:sldMk cId="3181653658" sldId="514"/>
            <ac:spMk id="487" creationId="{CA3ED1B2-8BEA-4404-BBE2-51BCF5C12717}"/>
          </ac:spMkLst>
        </pc:spChg>
        <pc:spChg chg="add mod">
          <ac:chgData name="Cristian Chilipirea" userId="34ab170da5908fc4" providerId="LiveId" clId="{51E1D80A-4A29-4E2A-B293-4232621C1517}" dt="2019-10-06T18:08:25.883" v="254" actId="1076"/>
          <ac:spMkLst>
            <pc:docMk/>
            <pc:sldMk cId="3181653658" sldId="514"/>
            <ac:spMk id="488" creationId="{7EA008E9-5A0E-4207-9FF7-D5512143278A}"/>
          </ac:spMkLst>
        </pc:spChg>
        <pc:spChg chg="add mod">
          <ac:chgData name="Cristian Chilipirea" userId="34ab170da5908fc4" providerId="LiveId" clId="{51E1D80A-4A29-4E2A-B293-4232621C1517}" dt="2019-10-06T18:08:25.883" v="254" actId="1076"/>
          <ac:spMkLst>
            <pc:docMk/>
            <pc:sldMk cId="3181653658" sldId="514"/>
            <ac:spMk id="489" creationId="{B9631E26-EAF7-4DF2-BE41-A25AF2040CDF}"/>
          </ac:spMkLst>
        </pc:spChg>
        <pc:spChg chg="add mod">
          <ac:chgData name="Cristian Chilipirea" userId="34ab170da5908fc4" providerId="LiveId" clId="{51E1D80A-4A29-4E2A-B293-4232621C1517}" dt="2019-10-06T18:08:25.883" v="254" actId="1076"/>
          <ac:spMkLst>
            <pc:docMk/>
            <pc:sldMk cId="3181653658" sldId="514"/>
            <ac:spMk id="490" creationId="{08388760-A1FB-44F2-8489-B9F0F8B11F0D}"/>
          </ac:spMkLst>
        </pc:spChg>
        <pc:spChg chg="add mod">
          <ac:chgData name="Cristian Chilipirea" userId="34ab170da5908fc4" providerId="LiveId" clId="{51E1D80A-4A29-4E2A-B293-4232621C1517}" dt="2019-10-06T18:08:25.883" v="254" actId="1076"/>
          <ac:spMkLst>
            <pc:docMk/>
            <pc:sldMk cId="3181653658" sldId="514"/>
            <ac:spMk id="491" creationId="{DC526EE5-6337-4CB0-B4FA-8563E9808A8D}"/>
          </ac:spMkLst>
        </pc:spChg>
        <pc:spChg chg="add mod">
          <ac:chgData name="Cristian Chilipirea" userId="34ab170da5908fc4" providerId="LiveId" clId="{51E1D80A-4A29-4E2A-B293-4232621C1517}" dt="2019-10-06T18:08:25.883" v="254" actId="1076"/>
          <ac:spMkLst>
            <pc:docMk/>
            <pc:sldMk cId="3181653658" sldId="514"/>
            <ac:spMk id="492" creationId="{2AD3448F-56BF-4261-8E6D-F5AA9BE6789B}"/>
          </ac:spMkLst>
        </pc:spChg>
        <pc:spChg chg="add mod">
          <ac:chgData name="Cristian Chilipirea" userId="34ab170da5908fc4" providerId="LiveId" clId="{51E1D80A-4A29-4E2A-B293-4232621C1517}" dt="2019-10-06T18:08:25.883" v="254" actId="1076"/>
          <ac:spMkLst>
            <pc:docMk/>
            <pc:sldMk cId="3181653658" sldId="514"/>
            <ac:spMk id="493" creationId="{84D41E70-7BA5-4B8D-A33A-A2E9D62C7417}"/>
          </ac:spMkLst>
        </pc:spChg>
        <pc:spChg chg="add mod">
          <ac:chgData name="Cristian Chilipirea" userId="34ab170da5908fc4" providerId="LiveId" clId="{51E1D80A-4A29-4E2A-B293-4232621C1517}" dt="2019-10-06T18:08:25.883" v="254" actId="1076"/>
          <ac:spMkLst>
            <pc:docMk/>
            <pc:sldMk cId="3181653658" sldId="514"/>
            <ac:spMk id="494" creationId="{906DB155-264A-42DE-AE4B-23A78F14AF54}"/>
          </ac:spMkLst>
        </pc:spChg>
        <pc:spChg chg="add mod">
          <ac:chgData name="Cristian Chilipirea" userId="34ab170da5908fc4" providerId="LiveId" clId="{51E1D80A-4A29-4E2A-B293-4232621C1517}" dt="2019-10-06T18:08:25.883" v="254" actId="1076"/>
          <ac:spMkLst>
            <pc:docMk/>
            <pc:sldMk cId="3181653658" sldId="514"/>
            <ac:spMk id="495" creationId="{2D56E250-D5FE-41B2-9CDD-8F2971E2EDEC}"/>
          </ac:spMkLst>
        </pc:spChg>
        <pc:spChg chg="add mod">
          <ac:chgData name="Cristian Chilipirea" userId="34ab170da5908fc4" providerId="LiveId" clId="{51E1D80A-4A29-4E2A-B293-4232621C1517}" dt="2019-10-06T18:08:25.883" v="254" actId="1076"/>
          <ac:spMkLst>
            <pc:docMk/>
            <pc:sldMk cId="3181653658" sldId="514"/>
            <ac:spMk id="496" creationId="{230D6BD2-57CC-491A-95CE-95805C04BC48}"/>
          </ac:spMkLst>
        </pc:spChg>
        <pc:spChg chg="add mod">
          <ac:chgData name="Cristian Chilipirea" userId="34ab170da5908fc4" providerId="LiveId" clId="{51E1D80A-4A29-4E2A-B293-4232621C1517}" dt="2019-10-06T18:08:25.883" v="254" actId="1076"/>
          <ac:spMkLst>
            <pc:docMk/>
            <pc:sldMk cId="3181653658" sldId="514"/>
            <ac:spMk id="497" creationId="{F87C8CDF-A850-4B46-810B-BE543477FD11}"/>
          </ac:spMkLst>
        </pc:spChg>
        <pc:spChg chg="add mod">
          <ac:chgData name="Cristian Chilipirea" userId="34ab170da5908fc4" providerId="LiveId" clId="{51E1D80A-4A29-4E2A-B293-4232621C1517}" dt="2019-10-06T18:08:25.883" v="254" actId="1076"/>
          <ac:spMkLst>
            <pc:docMk/>
            <pc:sldMk cId="3181653658" sldId="514"/>
            <ac:spMk id="498" creationId="{56D1A00F-CA8A-4CAC-AD48-B4D05678F12F}"/>
          </ac:spMkLst>
        </pc:spChg>
        <pc:spChg chg="add mod">
          <ac:chgData name="Cristian Chilipirea" userId="34ab170da5908fc4" providerId="LiveId" clId="{51E1D80A-4A29-4E2A-B293-4232621C1517}" dt="2019-10-06T18:08:25.883" v="254" actId="1076"/>
          <ac:spMkLst>
            <pc:docMk/>
            <pc:sldMk cId="3181653658" sldId="514"/>
            <ac:spMk id="499" creationId="{A92F84DA-6BA7-4E5F-8275-AF063966B6E0}"/>
          </ac:spMkLst>
        </pc:spChg>
        <pc:spChg chg="add mod">
          <ac:chgData name="Cristian Chilipirea" userId="34ab170da5908fc4" providerId="LiveId" clId="{51E1D80A-4A29-4E2A-B293-4232621C1517}" dt="2019-10-06T18:08:25.883" v="254" actId="1076"/>
          <ac:spMkLst>
            <pc:docMk/>
            <pc:sldMk cId="3181653658" sldId="514"/>
            <ac:spMk id="500" creationId="{153BF036-A328-4903-939A-B720D1BE0081}"/>
          </ac:spMkLst>
        </pc:spChg>
        <pc:spChg chg="add mod">
          <ac:chgData name="Cristian Chilipirea" userId="34ab170da5908fc4" providerId="LiveId" clId="{51E1D80A-4A29-4E2A-B293-4232621C1517}" dt="2019-10-06T18:08:25.883" v="254" actId="1076"/>
          <ac:spMkLst>
            <pc:docMk/>
            <pc:sldMk cId="3181653658" sldId="514"/>
            <ac:spMk id="501" creationId="{6F27CB72-EF36-416A-B255-2CB16F51226D}"/>
          </ac:spMkLst>
        </pc:spChg>
        <pc:spChg chg="add mod">
          <ac:chgData name="Cristian Chilipirea" userId="34ab170da5908fc4" providerId="LiveId" clId="{51E1D80A-4A29-4E2A-B293-4232621C1517}" dt="2019-10-06T18:08:25.883" v="254" actId="1076"/>
          <ac:spMkLst>
            <pc:docMk/>
            <pc:sldMk cId="3181653658" sldId="514"/>
            <ac:spMk id="502" creationId="{12C97198-6158-40B9-90F1-0F0F9B5505D8}"/>
          </ac:spMkLst>
        </pc:spChg>
        <pc:spChg chg="add mod">
          <ac:chgData name="Cristian Chilipirea" userId="34ab170da5908fc4" providerId="LiveId" clId="{51E1D80A-4A29-4E2A-B293-4232621C1517}" dt="2019-10-06T18:08:25.883" v="254" actId="1076"/>
          <ac:spMkLst>
            <pc:docMk/>
            <pc:sldMk cId="3181653658" sldId="514"/>
            <ac:spMk id="503" creationId="{5C7BADF9-CCBE-4C1F-AB23-4BCA5155C516}"/>
          </ac:spMkLst>
        </pc:spChg>
        <pc:spChg chg="add mod">
          <ac:chgData name="Cristian Chilipirea" userId="34ab170da5908fc4" providerId="LiveId" clId="{51E1D80A-4A29-4E2A-B293-4232621C1517}" dt="2019-10-06T18:08:25.883" v="254" actId="1076"/>
          <ac:spMkLst>
            <pc:docMk/>
            <pc:sldMk cId="3181653658" sldId="514"/>
            <ac:spMk id="504" creationId="{D49973D8-537B-4C74-B2B1-5405849179D8}"/>
          </ac:spMkLst>
        </pc:spChg>
        <pc:spChg chg="add mod">
          <ac:chgData name="Cristian Chilipirea" userId="34ab170da5908fc4" providerId="LiveId" clId="{51E1D80A-4A29-4E2A-B293-4232621C1517}" dt="2019-10-06T18:08:25.883" v="254" actId="1076"/>
          <ac:spMkLst>
            <pc:docMk/>
            <pc:sldMk cId="3181653658" sldId="514"/>
            <ac:spMk id="505" creationId="{6B74914C-2ACA-47C7-B013-B09F102236CB}"/>
          </ac:spMkLst>
        </pc:spChg>
        <pc:spChg chg="add mod">
          <ac:chgData name="Cristian Chilipirea" userId="34ab170da5908fc4" providerId="LiveId" clId="{51E1D80A-4A29-4E2A-B293-4232621C1517}" dt="2019-10-06T18:08:25.883" v="254" actId="1076"/>
          <ac:spMkLst>
            <pc:docMk/>
            <pc:sldMk cId="3181653658" sldId="514"/>
            <ac:spMk id="506" creationId="{003489D7-5C94-425B-9282-5B09583942B5}"/>
          </ac:spMkLst>
        </pc:spChg>
        <pc:spChg chg="add mod">
          <ac:chgData name="Cristian Chilipirea" userId="34ab170da5908fc4" providerId="LiveId" clId="{51E1D80A-4A29-4E2A-B293-4232621C1517}" dt="2019-10-06T18:08:25.883" v="254" actId="1076"/>
          <ac:spMkLst>
            <pc:docMk/>
            <pc:sldMk cId="3181653658" sldId="514"/>
            <ac:spMk id="507" creationId="{83345C2B-D4CC-42C7-9FA4-27A312C1253D}"/>
          </ac:spMkLst>
        </pc:spChg>
        <pc:spChg chg="add mod">
          <ac:chgData name="Cristian Chilipirea" userId="34ab170da5908fc4" providerId="LiveId" clId="{51E1D80A-4A29-4E2A-B293-4232621C1517}" dt="2019-10-06T18:08:25.883" v="254" actId="1076"/>
          <ac:spMkLst>
            <pc:docMk/>
            <pc:sldMk cId="3181653658" sldId="514"/>
            <ac:spMk id="508" creationId="{AFF7C4AC-D4EC-49DE-8B10-328FE1164863}"/>
          </ac:spMkLst>
        </pc:spChg>
        <pc:spChg chg="add mod">
          <ac:chgData name="Cristian Chilipirea" userId="34ab170da5908fc4" providerId="LiveId" clId="{51E1D80A-4A29-4E2A-B293-4232621C1517}" dt="2019-10-06T18:08:25.883" v="254" actId="1076"/>
          <ac:spMkLst>
            <pc:docMk/>
            <pc:sldMk cId="3181653658" sldId="514"/>
            <ac:spMk id="509" creationId="{7A034FF5-0338-44F7-8199-5E2D13B7173E}"/>
          </ac:spMkLst>
        </pc:spChg>
        <pc:spChg chg="add mod">
          <ac:chgData name="Cristian Chilipirea" userId="34ab170da5908fc4" providerId="LiveId" clId="{51E1D80A-4A29-4E2A-B293-4232621C1517}" dt="2019-10-06T18:08:25.883" v="254" actId="1076"/>
          <ac:spMkLst>
            <pc:docMk/>
            <pc:sldMk cId="3181653658" sldId="514"/>
            <ac:spMk id="510" creationId="{C468B9EB-210C-47CC-B2AE-0B63171B5030}"/>
          </ac:spMkLst>
        </pc:spChg>
        <pc:spChg chg="add mod">
          <ac:chgData name="Cristian Chilipirea" userId="34ab170da5908fc4" providerId="LiveId" clId="{51E1D80A-4A29-4E2A-B293-4232621C1517}" dt="2019-10-06T18:08:25.883" v="254" actId="1076"/>
          <ac:spMkLst>
            <pc:docMk/>
            <pc:sldMk cId="3181653658" sldId="514"/>
            <ac:spMk id="511" creationId="{B8E19A6A-BBD2-473A-9633-ACCA43BC899E}"/>
          </ac:spMkLst>
        </pc:spChg>
        <pc:spChg chg="add mod">
          <ac:chgData name="Cristian Chilipirea" userId="34ab170da5908fc4" providerId="LiveId" clId="{51E1D80A-4A29-4E2A-B293-4232621C1517}" dt="2019-10-06T18:08:25.883" v="254" actId="1076"/>
          <ac:spMkLst>
            <pc:docMk/>
            <pc:sldMk cId="3181653658" sldId="514"/>
            <ac:spMk id="512" creationId="{944F31D6-C953-4BB3-A062-0EFDD4C57C63}"/>
          </ac:spMkLst>
        </pc:spChg>
        <pc:spChg chg="add mod">
          <ac:chgData name="Cristian Chilipirea" userId="34ab170da5908fc4" providerId="LiveId" clId="{51E1D80A-4A29-4E2A-B293-4232621C1517}" dt="2019-10-06T18:08:25.883" v="254" actId="1076"/>
          <ac:spMkLst>
            <pc:docMk/>
            <pc:sldMk cId="3181653658" sldId="514"/>
            <ac:spMk id="513" creationId="{453BF36D-1743-469B-BBAE-19737877BDBA}"/>
          </ac:spMkLst>
        </pc:spChg>
        <pc:spChg chg="add mod">
          <ac:chgData name="Cristian Chilipirea" userId="34ab170da5908fc4" providerId="LiveId" clId="{51E1D80A-4A29-4E2A-B293-4232621C1517}" dt="2019-10-06T18:08:25.883" v="254" actId="1076"/>
          <ac:spMkLst>
            <pc:docMk/>
            <pc:sldMk cId="3181653658" sldId="514"/>
            <ac:spMk id="514" creationId="{7EEE210B-3163-4E92-80B4-7B7294F9162C}"/>
          </ac:spMkLst>
        </pc:spChg>
        <pc:spChg chg="add mod">
          <ac:chgData name="Cristian Chilipirea" userId="34ab170da5908fc4" providerId="LiveId" clId="{51E1D80A-4A29-4E2A-B293-4232621C1517}" dt="2019-10-06T18:08:25.883" v="254" actId="1076"/>
          <ac:spMkLst>
            <pc:docMk/>
            <pc:sldMk cId="3181653658" sldId="514"/>
            <ac:spMk id="515" creationId="{711418C2-CB97-4D4D-9707-CFD86968112A}"/>
          </ac:spMkLst>
        </pc:spChg>
        <pc:spChg chg="add mod">
          <ac:chgData name="Cristian Chilipirea" userId="34ab170da5908fc4" providerId="LiveId" clId="{51E1D80A-4A29-4E2A-B293-4232621C1517}" dt="2019-10-06T18:08:25.883" v="254" actId="1076"/>
          <ac:spMkLst>
            <pc:docMk/>
            <pc:sldMk cId="3181653658" sldId="514"/>
            <ac:spMk id="516" creationId="{DF911D9E-53FB-4EA6-B996-0554591BF0AB}"/>
          </ac:spMkLst>
        </pc:spChg>
        <pc:spChg chg="add mod">
          <ac:chgData name="Cristian Chilipirea" userId="34ab170da5908fc4" providerId="LiveId" clId="{51E1D80A-4A29-4E2A-B293-4232621C1517}" dt="2019-10-06T18:08:25.883" v="254" actId="1076"/>
          <ac:spMkLst>
            <pc:docMk/>
            <pc:sldMk cId="3181653658" sldId="514"/>
            <ac:spMk id="517" creationId="{B865AF6A-2408-43A2-928A-30B7B6F3B2EB}"/>
          </ac:spMkLst>
        </pc:spChg>
        <pc:spChg chg="add mod">
          <ac:chgData name="Cristian Chilipirea" userId="34ab170da5908fc4" providerId="LiveId" clId="{51E1D80A-4A29-4E2A-B293-4232621C1517}" dt="2019-10-06T18:08:25.883" v="254" actId="1076"/>
          <ac:spMkLst>
            <pc:docMk/>
            <pc:sldMk cId="3181653658" sldId="514"/>
            <ac:spMk id="518" creationId="{629F2544-5607-4F3B-9AF1-891EBBAD418C}"/>
          </ac:spMkLst>
        </pc:spChg>
        <pc:spChg chg="add mod">
          <ac:chgData name="Cristian Chilipirea" userId="34ab170da5908fc4" providerId="LiveId" clId="{51E1D80A-4A29-4E2A-B293-4232621C1517}" dt="2019-10-06T18:08:25.883" v="254" actId="1076"/>
          <ac:spMkLst>
            <pc:docMk/>
            <pc:sldMk cId="3181653658" sldId="514"/>
            <ac:spMk id="519" creationId="{C65047F6-AA84-4ECF-937F-CC8E11D8F5FC}"/>
          </ac:spMkLst>
        </pc:spChg>
        <pc:spChg chg="add mod">
          <ac:chgData name="Cristian Chilipirea" userId="34ab170da5908fc4" providerId="LiveId" clId="{51E1D80A-4A29-4E2A-B293-4232621C1517}" dt="2019-10-06T18:08:25.883" v="254" actId="1076"/>
          <ac:spMkLst>
            <pc:docMk/>
            <pc:sldMk cId="3181653658" sldId="514"/>
            <ac:spMk id="520" creationId="{519E99C5-E985-483B-9274-B939C29D3010}"/>
          </ac:spMkLst>
        </pc:spChg>
        <pc:spChg chg="add mod">
          <ac:chgData name="Cristian Chilipirea" userId="34ab170da5908fc4" providerId="LiveId" clId="{51E1D80A-4A29-4E2A-B293-4232621C1517}" dt="2019-10-06T18:08:25.883" v="254" actId="1076"/>
          <ac:spMkLst>
            <pc:docMk/>
            <pc:sldMk cId="3181653658" sldId="514"/>
            <ac:spMk id="521" creationId="{164DCC7E-2128-4869-8358-A98B685FD0F6}"/>
          </ac:spMkLst>
        </pc:spChg>
        <pc:spChg chg="add mod">
          <ac:chgData name="Cristian Chilipirea" userId="34ab170da5908fc4" providerId="LiveId" clId="{51E1D80A-4A29-4E2A-B293-4232621C1517}" dt="2019-10-06T18:08:25.883" v="254" actId="1076"/>
          <ac:spMkLst>
            <pc:docMk/>
            <pc:sldMk cId="3181653658" sldId="514"/>
            <ac:spMk id="522" creationId="{17830576-B4D4-4DB6-9E27-82681ACD1F17}"/>
          </ac:spMkLst>
        </pc:spChg>
        <pc:spChg chg="add mod">
          <ac:chgData name="Cristian Chilipirea" userId="34ab170da5908fc4" providerId="LiveId" clId="{51E1D80A-4A29-4E2A-B293-4232621C1517}" dt="2019-10-06T18:08:25.883" v="254" actId="1076"/>
          <ac:spMkLst>
            <pc:docMk/>
            <pc:sldMk cId="3181653658" sldId="514"/>
            <ac:spMk id="523" creationId="{D4A5BFF5-C2F7-4597-BD20-A74AD9C773BE}"/>
          </ac:spMkLst>
        </pc:spChg>
        <pc:spChg chg="add mod">
          <ac:chgData name="Cristian Chilipirea" userId="34ab170da5908fc4" providerId="LiveId" clId="{51E1D80A-4A29-4E2A-B293-4232621C1517}" dt="2019-10-06T18:08:25.883" v="254" actId="1076"/>
          <ac:spMkLst>
            <pc:docMk/>
            <pc:sldMk cId="3181653658" sldId="514"/>
            <ac:spMk id="524" creationId="{A99AB12D-498C-4577-90DE-9208B314A4FD}"/>
          </ac:spMkLst>
        </pc:spChg>
        <pc:spChg chg="add mod">
          <ac:chgData name="Cristian Chilipirea" userId="34ab170da5908fc4" providerId="LiveId" clId="{51E1D80A-4A29-4E2A-B293-4232621C1517}" dt="2019-10-06T18:08:25.883" v="254" actId="1076"/>
          <ac:spMkLst>
            <pc:docMk/>
            <pc:sldMk cId="3181653658" sldId="514"/>
            <ac:spMk id="525" creationId="{BD6B8221-47F3-4723-87BD-B48822072814}"/>
          </ac:spMkLst>
        </pc:spChg>
        <pc:spChg chg="add mod">
          <ac:chgData name="Cristian Chilipirea" userId="34ab170da5908fc4" providerId="LiveId" clId="{51E1D80A-4A29-4E2A-B293-4232621C1517}" dt="2019-10-06T18:08:25.883" v="254" actId="1076"/>
          <ac:spMkLst>
            <pc:docMk/>
            <pc:sldMk cId="3181653658" sldId="514"/>
            <ac:spMk id="526" creationId="{08A94B96-F85E-454C-A92E-CC0F6F27EEA1}"/>
          </ac:spMkLst>
        </pc:spChg>
        <pc:spChg chg="add mod">
          <ac:chgData name="Cristian Chilipirea" userId="34ab170da5908fc4" providerId="LiveId" clId="{51E1D80A-4A29-4E2A-B293-4232621C1517}" dt="2019-10-06T18:08:25.883" v="254" actId="1076"/>
          <ac:spMkLst>
            <pc:docMk/>
            <pc:sldMk cId="3181653658" sldId="514"/>
            <ac:spMk id="527" creationId="{53696935-C62C-4B3E-AF18-CF34294A26EC}"/>
          </ac:spMkLst>
        </pc:spChg>
        <pc:spChg chg="add mod">
          <ac:chgData name="Cristian Chilipirea" userId="34ab170da5908fc4" providerId="LiveId" clId="{51E1D80A-4A29-4E2A-B293-4232621C1517}" dt="2019-10-06T18:08:25.883" v="254" actId="1076"/>
          <ac:spMkLst>
            <pc:docMk/>
            <pc:sldMk cId="3181653658" sldId="514"/>
            <ac:spMk id="528" creationId="{4FF56CB6-4542-4C27-8A40-0DAE2D977F29}"/>
          </ac:spMkLst>
        </pc:spChg>
        <pc:spChg chg="add mod">
          <ac:chgData name="Cristian Chilipirea" userId="34ab170da5908fc4" providerId="LiveId" clId="{51E1D80A-4A29-4E2A-B293-4232621C1517}" dt="2019-10-06T18:08:25.883" v="254" actId="1076"/>
          <ac:spMkLst>
            <pc:docMk/>
            <pc:sldMk cId="3181653658" sldId="514"/>
            <ac:spMk id="529" creationId="{8664E249-BE3F-4BC6-BB79-11FB1D9EE791}"/>
          </ac:spMkLst>
        </pc:spChg>
        <pc:spChg chg="add mod">
          <ac:chgData name="Cristian Chilipirea" userId="34ab170da5908fc4" providerId="LiveId" clId="{51E1D80A-4A29-4E2A-B293-4232621C1517}" dt="2019-10-06T18:08:25.883" v="254" actId="1076"/>
          <ac:spMkLst>
            <pc:docMk/>
            <pc:sldMk cId="3181653658" sldId="514"/>
            <ac:spMk id="530" creationId="{5C103ECD-B780-4051-8C84-8A26E39BEA62}"/>
          </ac:spMkLst>
        </pc:spChg>
        <pc:spChg chg="add mod">
          <ac:chgData name="Cristian Chilipirea" userId="34ab170da5908fc4" providerId="LiveId" clId="{51E1D80A-4A29-4E2A-B293-4232621C1517}" dt="2019-10-06T18:08:25.883" v="254" actId="1076"/>
          <ac:spMkLst>
            <pc:docMk/>
            <pc:sldMk cId="3181653658" sldId="514"/>
            <ac:spMk id="531" creationId="{D9AA84DF-E271-46AE-B498-AE556A06BEB9}"/>
          </ac:spMkLst>
        </pc:spChg>
        <pc:spChg chg="add mod">
          <ac:chgData name="Cristian Chilipirea" userId="34ab170da5908fc4" providerId="LiveId" clId="{51E1D80A-4A29-4E2A-B293-4232621C1517}" dt="2019-10-06T18:08:25.883" v="254" actId="1076"/>
          <ac:spMkLst>
            <pc:docMk/>
            <pc:sldMk cId="3181653658" sldId="514"/>
            <ac:spMk id="532" creationId="{FB1C73CC-D479-4139-839A-FCD12389C36C}"/>
          </ac:spMkLst>
        </pc:spChg>
        <pc:spChg chg="add mod">
          <ac:chgData name="Cristian Chilipirea" userId="34ab170da5908fc4" providerId="LiveId" clId="{51E1D80A-4A29-4E2A-B293-4232621C1517}" dt="2019-10-06T18:08:25.883" v="254" actId="1076"/>
          <ac:spMkLst>
            <pc:docMk/>
            <pc:sldMk cId="3181653658" sldId="514"/>
            <ac:spMk id="533" creationId="{5E83CC1E-4BE8-47B1-A30C-3DE6010B362A}"/>
          </ac:spMkLst>
        </pc:spChg>
        <pc:spChg chg="add mod">
          <ac:chgData name="Cristian Chilipirea" userId="34ab170da5908fc4" providerId="LiveId" clId="{51E1D80A-4A29-4E2A-B293-4232621C1517}" dt="2019-10-06T18:08:25.883" v="254" actId="1076"/>
          <ac:spMkLst>
            <pc:docMk/>
            <pc:sldMk cId="3181653658" sldId="514"/>
            <ac:spMk id="534" creationId="{EC1FC33C-DCB2-4FDA-93CB-B20F49CCB3B6}"/>
          </ac:spMkLst>
        </pc:spChg>
        <pc:spChg chg="add mod">
          <ac:chgData name="Cristian Chilipirea" userId="34ab170da5908fc4" providerId="LiveId" clId="{51E1D80A-4A29-4E2A-B293-4232621C1517}" dt="2019-10-06T18:08:25.883" v="254" actId="1076"/>
          <ac:spMkLst>
            <pc:docMk/>
            <pc:sldMk cId="3181653658" sldId="514"/>
            <ac:spMk id="535" creationId="{F91AA816-EBEA-4641-AE26-AFD86AA5A735}"/>
          </ac:spMkLst>
        </pc:spChg>
        <pc:spChg chg="add mod">
          <ac:chgData name="Cristian Chilipirea" userId="34ab170da5908fc4" providerId="LiveId" clId="{51E1D80A-4A29-4E2A-B293-4232621C1517}" dt="2019-10-06T18:08:25.883" v="254" actId="1076"/>
          <ac:spMkLst>
            <pc:docMk/>
            <pc:sldMk cId="3181653658" sldId="514"/>
            <ac:spMk id="536" creationId="{496D8848-459D-43F4-A26B-6BB62D67F9BD}"/>
          </ac:spMkLst>
        </pc:spChg>
        <pc:spChg chg="add mod">
          <ac:chgData name="Cristian Chilipirea" userId="34ab170da5908fc4" providerId="LiveId" clId="{51E1D80A-4A29-4E2A-B293-4232621C1517}" dt="2019-10-06T18:08:25.883" v="254" actId="1076"/>
          <ac:spMkLst>
            <pc:docMk/>
            <pc:sldMk cId="3181653658" sldId="514"/>
            <ac:spMk id="537" creationId="{F2F1BC25-24C0-4FEC-AD8D-7645E269D736}"/>
          </ac:spMkLst>
        </pc:spChg>
        <pc:spChg chg="add mod">
          <ac:chgData name="Cristian Chilipirea" userId="34ab170da5908fc4" providerId="LiveId" clId="{51E1D80A-4A29-4E2A-B293-4232621C1517}" dt="2019-10-06T18:08:25.883" v="254" actId="1076"/>
          <ac:spMkLst>
            <pc:docMk/>
            <pc:sldMk cId="3181653658" sldId="514"/>
            <ac:spMk id="538" creationId="{BF11D1E3-E72E-429B-855E-3ADEED454516}"/>
          </ac:spMkLst>
        </pc:spChg>
        <pc:spChg chg="add mod">
          <ac:chgData name="Cristian Chilipirea" userId="34ab170da5908fc4" providerId="LiveId" clId="{51E1D80A-4A29-4E2A-B293-4232621C1517}" dt="2019-10-06T18:08:25.883" v="254" actId="1076"/>
          <ac:spMkLst>
            <pc:docMk/>
            <pc:sldMk cId="3181653658" sldId="514"/>
            <ac:spMk id="539" creationId="{420D9E39-F430-4C36-AB2D-93A529190280}"/>
          </ac:spMkLst>
        </pc:spChg>
        <pc:spChg chg="add mod">
          <ac:chgData name="Cristian Chilipirea" userId="34ab170da5908fc4" providerId="LiveId" clId="{51E1D80A-4A29-4E2A-B293-4232621C1517}" dt="2019-10-06T18:08:25.883" v="254" actId="1076"/>
          <ac:spMkLst>
            <pc:docMk/>
            <pc:sldMk cId="3181653658" sldId="514"/>
            <ac:spMk id="540" creationId="{42F140EE-B6D8-4402-BC54-860413B5B869}"/>
          </ac:spMkLst>
        </pc:spChg>
        <pc:spChg chg="add mod">
          <ac:chgData name="Cristian Chilipirea" userId="34ab170da5908fc4" providerId="LiveId" clId="{51E1D80A-4A29-4E2A-B293-4232621C1517}" dt="2019-10-06T18:08:25.883" v="254" actId="1076"/>
          <ac:spMkLst>
            <pc:docMk/>
            <pc:sldMk cId="3181653658" sldId="514"/>
            <ac:spMk id="541" creationId="{E2FD9EFA-1B18-48CE-A29F-3E151EC2E68D}"/>
          </ac:spMkLst>
        </pc:spChg>
        <pc:spChg chg="add mod">
          <ac:chgData name="Cristian Chilipirea" userId="34ab170da5908fc4" providerId="LiveId" clId="{51E1D80A-4A29-4E2A-B293-4232621C1517}" dt="2019-10-06T18:08:25.883" v="254" actId="1076"/>
          <ac:spMkLst>
            <pc:docMk/>
            <pc:sldMk cId="3181653658" sldId="514"/>
            <ac:spMk id="542" creationId="{49FF6FA8-86A7-4EC5-B69D-40F11DB27A87}"/>
          </ac:spMkLst>
        </pc:spChg>
        <pc:spChg chg="add mod">
          <ac:chgData name="Cristian Chilipirea" userId="34ab170da5908fc4" providerId="LiveId" clId="{51E1D80A-4A29-4E2A-B293-4232621C1517}" dt="2019-10-06T18:08:25.883" v="254" actId="1076"/>
          <ac:spMkLst>
            <pc:docMk/>
            <pc:sldMk cId="3181653658" sldId="514"/>
            <ac:spMk id="543" creationId="{CA6DAD2B-AE06-4CE1-8848-23A8535F6712}"/>
          </ac:spMkLst>
        </pc:spChg>
        <pc:spChg chg="add mod">
          <ac:chgData name="Cristian Chilipirea" userId="34ab170da5908fc4" providerId="LiveId" clId="{51E1D80A-4A29-4E2A-B293-4232621C1517}" dt="2019-10-06T18:08:25.883" v="254" actId="1076"/>
          <ac:spMkLst>
            <pc:docMk/>
            <pc:sldMk cId="3181653658" sldId="514"/>
            <ac:spMk id="544" creationId="{AEEBF3F1-7D22-4E32-B50B-0326295CA579}"/>
          </ac:spMkLst>
        </pc:spChg>
        <pc:spChg chg="add mod">
          <ac:chgData name="Cristian Chilipirea" userId="34ab170da5908fc4" providerId="LiveId" clId="{51E1D80A-4A29-4E2A-B293-4232621C1517}" dt="2019-10-06T18:08:25.883" v="254" actId="1076"/>
          <ac:spMkLst>
            <pc:docMk/>
            <pc:sldMk cId="3181653658" sldId="514"/>
            <ac:spMk id="545" creationId="{F20ACCB2-FD23-434D-ACDE-FE124274B485}"/>
          </ac:spMkLst>
        </pc:spChg>
        <pc:spChg chg="add mod">
          <ac:chgData name="Cristian Chilipirea" userId="34ab170da5908fc4" providerId="LiveId" clId="{51E1D80A-4A29-4E2A-B293-4232621C1517}" dt="2019-10-06T18:08:25.883" v="254" actId="1076"/>
          <ac:spMkLst>
            <pc:docMk/>
            <pc:sldMk cId="3181653658" sldId="514"/>
            <ac:spMk id="546" creationId="{81AAAC26-93A2-405D-BF46-CABF54900EE5}"/>
          </ac:spMkLst>
        </pc:spChg>
        <pc:spChg chg="add mod">
          <ac:chgData name="Cristian Chilipirea" userId="34ab170da5908fc4" providerId="LiveId" clId="{51E1D80A-4A29-4E2A-B293-4232621C1517}" dt="2019-10-06T18:08:25.883" v="254" actId="1076"/>
          <ac:spMkLst>
            <pc:docMk/>
            <pc:sldMk cId="3181653658" sldId="514"/>
            <ac:spMk id="547" creationId="{51649EAA-4BCD-48D5-9485-C8B4E96A2B05}"/>
          </ac:spMkLst>
        </pc:spChg>
        <pc:spChg chg="add mod">
          <ac:chgData name="Cristian Chilipirea" userId="34ab170da5908fc4" providerId="LiveId" clId="{51E1D80A-4A29-4E2A-B293-4232621C1517}" dt="2019-10-06T18:08:25.883" v="254" actId="1076"/>
          <ac:spMkLst>
            <pc:docMk/>
            <pc:sldMk cId="3181653658" sldId="514"/>
            <ac:spMk id="548" creationId="{1878A040-AA8C-4600-A21E-2EA27BB07978}"/>
          </ac:spMkLst>
        </pc:spChg>
        <pc:spChg chg="add mod">
          <ac:chgData name="Cristian Chilipirea" userId="34ab170da5908fc4" providerId="LiveId" clId="{51E1D80A-4A29-4E2A-B293-4232621C1517}" dt="2019-10-06T18:08:25.883" v="254" actId="1076"/>
          <ac:spMkLst>
            <pc:docMk/>
            <pc:sldMk cId="3181653658" sldId="514"/>
            <ac:spMk id="549" creationId="{A35C5B15-0DEB-446B-BAF1-0CE045DF2640}"/>
          </ac:spMkLst>
        </pc:spChg>
        <pc:spChg chg="add mod">
          <ac:chgData name="Cristian Chilipirea" userId="34ab170da5908fc4" providerId="LiveId" clId="{51E1D80A-4A29-4E2A-B293-4232621C1517}" dt="2019-10-06T18:08:25.883" v="254" actId="1076"/>
          <ac:spMkLst>
            <pc:docMk/>
            <pc:sldMk cId="3181653658" sldId="514"/>
            <ac:spMk id="550" creationId="{B226938A-4790-4AA1-A190-C25818CE4485}"/>
          </ac:spMkLst>
        </pc:spChg>
        <pc:spChg chg="add mod">
          <ac:chgData name="Cristian Chilipirea" userId="34ab170da5908fc4" providerId="LiveId" clId="{51E1D80A-4A29-4E2A-B293-4232621C1517}" dt="2019-10-06T18:08:25.883" v="254" actId="1076"/>
          <ac:spMkLst>
            <pc:docMk/>
            <pc:sldMk cId="3181653658" sldId="514"/>
            <ac:spMk id="551" creationId="{5D05D01D-F259-4666-9D94-95794B6A40B3}"/>
          </ac:spMkLst>
        </pc:spChg>
        <pc:spChg chg="add mod">
          <ac:chgData name="Cristian Chilipirea" userId="34ab170da5908fc4" providerId="LiveId" clId="{51E1D80A-4A29-4E2A-B293-4232621C1517}" dt="2019-10-06T18:08:25.883" v="254" actId="1076"/>
          <ac:spMkLst>
            <pc:docMk/>
            <pc:sldMk cId="3181653658" sldId="514"/>
            <ac:spMk id="552" creationId="{F4C389B5-FEEB-4B93-BB5C-94A56442C716}"/>
          </ac:spMkLst>
        </pc:spChg>
        <pc:spChg chg="add mod">
          <ac:chgData name="Cristian Chilipirea" userId="34ab170da5908fc4" providerId="LiveId" clId="{51E1D80A-4A29-4E2A-B293-4232621C1517}" dt="2019-10-06T18:08:25.883" v="254" actId="1076"/>
          <ac:spMkLst>
            <pc:docMk/>
            <pc:sldMk cId="3181653658" sldId="514"/>
            <ac:spMk id="553" creationId="{F192A84A-C9CA-4A42-86A9-5B61F88E7628}"/>
          </ac:spMkLst>
        </pc:spChg>
        <pc:spChg chg="add mod">
          <ac:chgData name="Cristian Chilipirea" userId="34ab170da5908fc4" providerId="LiveId" clId="{51E1D80A-4A29-4E2A-B293-4232621C1517}" dt="2019-10-06T18:08:25.883" v="254" actId="1076"/>
          <ac:spMkLst>
            <pc:docMk/>
            <pc:sldMk cId="3181653658" sldId="514"/>
            <ac:spMk id="554" creationId="{2611C941-A1D0-4A31-925E-7555E4E1CF12}"/>
          </ac:spMkLst>
        </pc:spChg>
        <pc:spChg chg="add mod">
          <ac:chgData name="Cristian Chilipirea" userId="34ab170da5908fc4" providerId="LiveId" clId="{51E1D80A-4A29-4E2A-B293-4232621C1517}" dt="2019-10-06T18:08:25.883" v="254" actId="1076"/>
          <ac:spMkLst>
            <pc:docMk/>
            <pc:sldMk cId="3181653658" sldId="514"/>
            <ac:spMk id="555" creationId="{82303D61-B91A-46D7-A319-EB6E5AE8C5EF}"/>
          </ac:spMkLst>
        </pc:spChg>
        <pc:spChg chg="add mod">
          <ac:chgData name="Cristian Chilipirea" userId="34ab170da5908fc4" providerId="LiveId" clId="{51E1D80A-4A29-4E2A-B293-4232621C1517}" dt="2019-10-06T18:08:25.883" v="254" actId="1076"/>
          <ac:spMkLst>
            <pc:docMk/>
            <pc:sldMk cId="3181653658" sldId="514"/>
            <ac:spMk id="556" creationId="{EFCD06F2-AEE5-45C8-9FD5-AB5675B9DB32}"/>
          </ac:spMkLst>
        </pc:spChg>
        <pc:spChg chg="add mod">
          <ac:chgData name="Cristian Chilipirea" userId="34ab170da5908fc4" providerId="LiveId" clId="{51E1D80A-4A29-4E2A-B293-4232621C1517}" dt="2019-10-06T18:08:25.883" v="254" actId="1076"/>
          <ac:spMkLst>
            <pc:docMk/>
            <pc:sldMk cId="3181653658" sldId="514"/>
            <ac:spMk id="557" creationId="{A10248EC-3C70-4899-9661-0651487875B2}"/>
          </ac:spMkLst>
        </pc:spChg>
        <pc:spChg chg="add mod">
          <ac:chgData name="Cristian Chilipirea" userId="34ab170da5908fc4" providerId="LiveId" clId="{51E1D80A-4A29-4E2A-B293-4232621C1517}" dt="2019-10-06T18:08:25.883" v="254" actId="1076"/>
          <ac:spMkLst>
            <pc:docMk/>
            <pc:sldMk cId="3181653658" sldId="514"/>
            <ac:spMk id="558" creationId="{16896CE6-AC38-4D5E-B154-C080324B9AB2}"/>
          </ac:spMkLst>
        </pc:spChg>
        <pc:spChg chg="add mod">
          <ac:chgData name="Cristian Chilipirea" userId="34ab170da5908fc4" providerId="LiveId" clId="{51E1D80A-4A29-4E2A-B293-4232621C1517}" dt="2019-10-06T18:08:25.883" v="254" actId="1076"/>
          <ac:spMkLst>
            <pc:docMk/>
            <pc:sldMk cId="3181653658" sldId="514"/>
            <ac:spMk id="559" creationId="{C11DE987-50D5-47DA-86FC-4F6EC46A99AA}"/>
          </ac:spMkLst>
        </pc:spChg>
        <pc:spChg chg="add mod">
          <ac:chgData name="Cristian Chilipirea" userId="34ab170da5908fc4" providerId="LiveId" clId="{51E1D80A-4A29-4E2A-B293-4232621C1517}" dt="2019-10-06T18:08:25.883" v="254" actId="1076"/>
          <ac:spMkLst>
            <pc:docMk/>
            <pc:sldMk cId="3181653658" sldId="514"/>
            <ac:spMk id="560" creationId="{4C745DA8-4AB0-42E7-A234-2E386C359E56}"/>
          </ac:spMkLst>
        </pc:spChg>
        <pc:spChg chg="add mod">
          <ac:chgData name="Cristian Chilipirea" userId="34ab170da5908fc4" providerId="LiveId" clId="{51E1D80A-4A29-4E2A-B293-4232621C1517}" dt="2019-10-06T18:08:25.883" v="254" actId="1076"/>
          <ac:spMkLst>
            <pc:docMk/>
            <pc:sldMk cId="3181653658" sldId="514"/>
            <ac:spMk id="561" creationId="{26136E15-50DC-4AF2-86E0-9408F0683445}"/>
          </ac:spMkLst>
        </pc:spChg>
        <pc:spChg chg="add mod">
          <ac:chgData name="Cristian Chilipirea" userId="34ab170da5908fc4" providerId="LiveId" clId="{51E1D80A-4A29-4E2A-B293-4232621C1517}" dt="2019-10-06T18:08:25.883" v="254" actId="1076"/>
          <ac:spMkLst>
            <pc:docMk/>
            <pc:sldMk cId="3181653658" sldId="514"/>
            <ac:spMk id="562" creationId="{D482A3C8-63F4-4A3E-86D2-22E100FB482B}"/>
          </ac:spMkLst>
        </pc:spChg>
        <pc:spChg chg="add mod">
          <ac:chgData name="Cristian Chilipirea" userId="34ab170da5908fc4" providerId="LiveId" clId="{51E1D80A-4A29-4E2A-B293-4232621C1517}" dt="2019-10-06T18:08:25.883" v="254" actId="1076"/>
          <ac:spMkLst>
            <pc:docMk/>
            <pc:sldMk cId="3181653658" sldId="514"/>
            <ac:spMk id="563" creationId="{1D1C21FA-00CE-444E-8F64-CAD2D0D59A09}"/>
          </ac:spMkLst>
        </pc:spChg>
        <pc:spChg chg="add mod">
          <ac:chgData name="Cristian Chilipirea" userId="34ab170da5908fc4" providerId="LiveId" clId="{51E1D80A-4A29-4E2A-B293-4232621C1517}" dt="2019-10-06T18:08:25.883" v="254" actId="1076"/>
          <ac:spMkLst>
            <pc:docMk/>
            <pc:sldMk cId="3181653658" sldId="514"/>
            <ac:spMk id="564" creationId="{DB090843-36D5-4A23-B7DF-BEBEFEA66C2D}"/>
          </ac:spMkLst>
        </pc:spChg>
        <pc:spChg chg="add mod">
          <ac:chgData name="Cristian Chilipirea" userId="34ab170da5908fc4" providerId="LiveId" clId="{51E1D80A-4A29-4E2A-B293-4232621C1517}" dt="2019-10-06T18:08:25.883" v="254" actId="1076"/>
          <ac:spMkLst>
            <pc:docMk/>
            <pc:sldMk cId="3181653658" sldId="514"/>
            <ac:spMk id="565" creationId="{4A368EA0-8D09-46BF-980C-3A55B1B77C90}"/>
          </ac:spMkLst>
        </pc:spChg>
        <pc:spChg chg="add mod">
          <ac:chgData name="Cristian Chilipirea" userId="34ab170da5908fc4" providerId="LiveId" clId="{51E1D80A-4A29-4E2A-B293-4232621C1517}" dt="2019-10-06T18:08:25.883" v="254" actId="1076"/>
          <ac:spMkLst>
            <pc:docMk/>
            <pc:sldMk cId="3181653658" sldId="514"/>
            <ac:spMk id="566" creationId="{5F937900-98C3-4E5E-97F5-5BF3D7D97C37}"/>
          </ac:spMkLst>
        </pc:spChg>
        <pc:spChg chg="add mod">
          <ac:chgData name="Cristian Chilipirea" userId="34ab170da5908fc4" providerId="LiveId" clId="{51E1D80A-4A29-4E2A-B293-4232621C1517}" dt="2019-10-06T18:08:25.883" v="254" actId="1076"/>
          <ac:spMkLst>
            <pc:docMk/>
            <pc:sldMk cId="3181653658" sldId="514"/>
            <ac:spMk id="567" creationId="{720505D1-58E1-41FE-8974-8C87BFF473BE}"/>
          </ac:spMkLst>
        </pc:spChg>
        <pc:spChg chg="add mod">
          <ac:chgData name="Cristian Chilipirea" userId="34ab170da5908fc4" providerId="LiveId" clId="{51E1D80A-4A29-4E2A-B293-4232621C1517}" dt="2019-10-06T18:08:25.883" v="254" actId="1076"/>
          <ac:spMkLst>
            <pc:docMk/>
            <pc:sldMk cId="3181653658" sldId="514"/>
            <ac:spMk id="568" creationId="{87B4C229-A4D4-42C8-8506-6B542ECAD571}"/>
          </ac:spMkLst>
        </pc:spChg>
        <pc:spChg chg="add mod">
          <ac:chgData name="Cristian Chilipirea" userId="34ab170da5908fc4" providerId="LiveId" clId="{51E1D80A-4A29-4E2A-B293-4232621C1517}" dt="2019-10-06T18:08:25.883" v="254" actId="1076"/>
          <ac:spMkLst>
            <pc:docMk/>
            <pc:sldMk cId="3181653658" sldId="514"/>
            <ac:spMk id="569" creationId="{B79B9961-90A3-443C-85E0-5FB281640375}"/>
          </ac:spMkLst>
        </pc:spChg>
        <pc:spChg chg="add mod">
          <ac:chgData name="Cristian Chilipirea" userId="34ab170da5908fc4" providerId="LiveId" clId="{51E1D80A-4A29-4E2A-B293-4232621C1517}" dt="2019-10-06T18:08:25.883" v="254" actId="1076"/>
          <ac:spMkLst>
            <pc:docMk/>
            <pc:sldMk cId="3181653658" sldId="514"/>
            <ac:spMk id="570" creationId="{A9632813-1BC2-47B6-92FD-9E48101C18D7}"/>
          </ac:spMkLst>
        </pc:spChg>
        <pc:spChg chg="add mod">
          <ac:chgData name="Cristian Chilipirea" userId="34ab170da5908fc4" providerId="LiveId" clId="{51E1D80A-4A29-4E2A-B293-4232621C1517}" dt="2019-10-06T18:08:25.883" v="254" actId="1076"/>
          <ac:spMkLst>
            <pc:docMk/>
            <pc:sldMk cId="3181653658" sldId="514"/>
            <ac:spMk id="571" creationId="{2ECE6972-4404-41E9-9437-A84929F73CCC}"/>
          </ac:spMkLst>
        </pc:spChg>
        <pc:spChg chg="add mod">
          <ac:chgData name="Cristian Chilipirea" userId="34ab170da5908fc4" providerId="LiveId" clId="{51E1D80A-4A29-4E2A-B293-4232621C1517}" dt="2019-10-06T18:08:25.883" v="254" actId="1076"/>
          <ac:spMkLst>
            <pc:docMk/>
            <pc:sldMk cId="3181653658" sldId="514"/>
            <ac:spMk id="572" creationId="{1C496E97-2989-4C94-BAC1-F8E365FF2957}"/>
          </ac:spMkLst>
        </pc:spChg>
        <pc:spChg chg="add mod">
          <ac:chgData name="Cristian Chilipirea" userId="34ab170da5908fc4" providerId="LiveId" clId="{51E1D80A-4A29-4E2A-B293-4232621C1517}" dt="2019-10-06T18:08:25.883" v="254" actId="1076"/>
          <ac:spMkLst>
            <pc:docMk/>
            <pc:sldMk cId="3181653658" sldId="514"/>
            <ac:spMk id="573" creationId="{E0676AA1-A6C6-48D5-9951-4986825F8555}"/>
          </ac:spMkLst>
        </pc:spChg>
        <pc:spChg chg="add mod">
          <ac:chgData name="Cristian Chilipirea" userId="34ab170da5908fc4" providerId="LiveId" clId="{51E1D80A-4A29-4E2A-B293-4232621C1517}" dt="2019-10-06T18:08:25.883" v="254" actId="1076"/>
          <ac:spMkLst>
            <pc:docMk/>
            <pc:sldMk cId="3181653658" sldId="514"/>
            <ac:spMk id="574" creationId="{676A2F5D-62F4-402A-A6F0-16CE7A7350E0}"/>
          </ac:spMkLst>
        </pc:spChg>
        <pc:spChg chg="add mod">
          <ac:chgData name="Cristian Chilipirea" userId="34ab170da5908fc4" providerId="LiveId" clId="{51E1D80A-4A29-4E2A-B293-4232621C1517}" dt="2019-10-06T18:08:25.883" v="254" actId="1076"/>
          <ac:spMkLst>
            <pc:docMk/>
            <pc:sldMk cId="3181653658" sldId="514"/>
            <ac:spMk id="575" creationId="{676420C8-EB68-47C0-BF5C-E640BC63F0F2}"/>
          </ac:spMkLst>
        </pc:spChg>
        <pc:spChg chg="add mod">
          <ac:chgData name="Cristian Chilipirea" userId="34ab170da5908fc4" providerId="LiveId" clId="{51E1D80A-4A29-4E2A-B293-4232621C1517}" dt="2019-10-06T18:08:25.883" v="254" actId="1076"/>
          <ac:spMkLst>
            <pc:docMk/>
            <pc:sldMk cId="3181653658" sldId="514"/>
            <ac:spMk id="576" creationId="{C09DC062-54D7-4D1D-85AC-73AE57E3B586}"/>
          </ac:spMkLst>
        </pc:spChg>
        <pc:spChg chg="add mod">
          <ac:chgData name="Cristian Chilipirea" userId="34ab170da5908fc4" providerId="LiveId" clId="{51E1D80A-4A29-4E2A-B293-4232621C1517}" dt="2019-10-06T18:08:25.883" v="254" actId="1076"/>
          <ac:spMkLst>
            <pc:docMk/>
            <pc:sldMk cId="3181653658" sldId="514"/>
            <ac:spMk id="577" creationId="{C3241462-EEB1-4498-BC93-D845B6D4D81F}"/>
          </ac:spMkLst>
        </pc:spChg>
        <pc:spChg chg="add mod">
          <ac:chgData name="Cristian Chilipirea" userId="34ab170da5908fc4" providerId="LiveId" clId="{51E1D80A-4A29-4E2A-B293-4232621C1517}" dt="2019-10-06T18:08:25.883" v="254" actId="1076"/>
          <ac:spMkLst>
            <pc:docMk/>
            <pc:sldMk cId="3181653658" sldId="514"/>
            <ac:spMk id="578" creationId="{7D5F2910-C1BD-46B2-8CA1-FF75FE9916D2}"/>
          </ac:spMkLst>
        </pc:spChg>
        <pc:spChg chg="add mod">
          <ac:chgData name="Cristian Chilipirea" userId="34ab170da5908fc4" providerId="LiveId" clId="{51E1D80A-4A29-4E2A-B293-4232621C1517}" dt="2019-10-06T18:08:25.883" v="254" actId="1076"/>
          <ac:spMkLst>
            <pc:docMk/>
            <pc:sldMk cId="3181653658" sldId="514"/>
            <ac:spMk id="579" creationId="{EAB64258-B2B1-44DB-8B5B-B2EEE2E3EA51}"/>
          </ac:spMkLst>
        </pc:spChg>
        <pc:spChg chg="add mod">
          <ac:chgData name="Cristian Chilipirea" userId="34ab170da5908fc4" providerId="LiveId" clId="{51E1D80A-4A29-4E2A-B293-4232621C1517}" dt="2019-10-06T18:08:25.883" v="254" actId="1076"/>
          <ac:spMkLst>
            <pc:docMk/>
            <pc:sldMk cId="3181653658" sldId="514"/>
            <ac:spMk id="580" creationId="{498DE22A-05F2-47E2-91CD-38D4F1B1D0D0}"/>
          </ac:spMkLst>
        </pc:spChg>
        <pc:spChg chg="add mod">
          <ac:chgData name="Cristian Chilipirea" userId="34ab170da5908fc4" providerId="LiveId" clId="{51E1D80A-4A29-4E2A-B293-4232621C1517}" dt="2019-10-06T18:08:25.883" v="254" actId="1076"/>
          <ac:spMkLst>
            <pc:docMk/>
            <pc:sldMk cId="3181653658" sldId="514"/>
            <ac:spMk id="581" creationId="{136CAC99-3FE0-4CE2-B78A-66F40C9C42D3}"/>
          </ac:spMkLst>
        </pc:spChg>
        <pc:spChg chg="add mod">
          <ac:chgData name="Cristian Chilipirea" userId="34ab170da5908fc4" providerId="LiveId" clId="{51E1D80A-4A29-4E2A-B293-4232621C1517}" dt="2019-10-06T18:08:25.883" v="254" actId="1076"/>
          <ac:spMkLst>
            <pc:docMk/>
            <pc:sldMk cId="3181653658" sldId="514"/>
            <ac:spMk id="586" creationId="{E8BF52BD-7469-4C08-AE90-BA9BA06B25BB}"/>
          </ac:spMkLst>
        </pc:spChg>
        <pc:spChg chg="add mod">
          <ac:chgData name="Cristian Chilipirea" userId="34ab170da5908fc4" providerId="LiveId" clId="{51E1D80A-4A29-4E2A-B293-4232621C1517}" dt="2019-10-06T18:08:25.883" v="254" actId="1076"/>
          <ac:spMkLst>
            <pc:docMk/>
            <pc:sldMk cId="3181653658" sldId="514"/>
            <ac:spMk id="587" creationId="{62E267DB-6F2F-4E13-9BE4-75806ADE201D}"/>
          </ac:spMkLst>
        </pc:spChg>
        <pc:spChg chg="add mod">
          <ac:chgData name="Cristian Chilipirea" userId="34ab170da5908fc4" providerId="LiveId" clId="{51E1D80A-4A29-4E2A-B293-4232621C1517}" dt="2019-10-06T18:08:25.883" v="254" actId="1076"/>
          <ac:spMkLst>
            <pc:docMk/>
            <pc:sldMk cId="3181653658" sldId="514"/>
            <ac:spMk id="588" creationId="{CE041633-DBD6-46BF-92E3-1185EEE088D9}"/>
          </ac:spMkLst>
        </pc:spChg>
        <pc:spChg chg="add mod">
          <ac:chgData name="Cristian Chilipirea" userId="34ab170da5908fc4" providerId="LiveId" clId="{51E1D80A-4A29-4E2A-B293-4232621C1517}" dt="2019-10-06T18:08:25.883" v="254" actId="1076"/>
          <ac:spMkLst>
            <pc:docMk/>
            <pc:sldMk cId="3181653658" sldId="514"/>
            <ac:spMk id="589" creationId="{75FF4F42-010F-455A-8BC5-5333036D69DE}"/>
          </ac:spMkLst>
        </pc:spChg>
        <pc:cxnChg chg="add del">
          <ac:chgData name="Cristian Chilipirea" userId="34ab170da5908fc4" providerId="LiveId" clId="{51E1D80A-4A29-4E2A-B293-4232621C1517}" dt="2019-10-06T18:08:16.734" v="252"/>
          <ac:cxnSpMkLst>
            <pc:docMk/>
            <pc:sldMk cId="3181653658" sldId="514"/>
            <ac:cxnSpMk id="285" creationId="{204BAA91-9CF4-43B1-9A7B-E1755B7B8E7A}"/>
          </ac:cxnSpMkLst>
        </pc:cxnChg>
        <pc:cxnChg chg="add del">
          <ac:chgData name="Cristian Chilipirea" userId="34ab170da5908fc4" providerId="LiveId" clId="{51E1D80A-4A29-4E2A-B293-4232621C1517}" dt="2019-10-06T18:08:16.734" v="252"/>
          <ac:cxnSpMkLst>
            <pc:docMk/>
            <pc:sldMk cId="3181653658" sldId="514"/>
            <ac:cxnSpMk id="286" creationId="{CEDDA7A1-2FEA-4F4E-A1C1-F4E0964BAA39}"/>
          </ac:cxnSpMkLst>
        </pc:cxnChg>
        <pc:cxnChg chg="add del">
          <ac:chgData name="Cristian Chilipirea" userId="34ab170da5908fc4" providerId="LiveId" clId="{51E1D80A-4A29-4E2A-B293-4232621C1517}" dt="2019-10-06T18:08:16.734" v="252"/>
          <ac:cxnSpMkLst>
            <pc:docMk/>
            <pc:sldMk cId="3181653658" sldId="514"/>
            <ac:cxnSpMk id="287" creationId="{BD65A193-A360-406B-810B-F121386E684F}"/>
          </ac:cxnSpMkLst>
        </pc:cxnChg>
        <pc:cxnChg chg="add del">
          <ac:chgData name="Cristian Chilipirea" userId="34ab170da5908fc4" providerId="LiveId" clId="{51E1D80A-4A29-4E2A-B293-4232621C1517}" dt="2019-10-06T18:08:16.734" v="252"/>
          <ac:cxnSpMkLst>
            <pc:docMk/>
            <pc:sldMk cId="3181653658" sldId="514"/>
            <ac:cxnSpMk id="288" creationId="{9496BF87-E884-495D-A00C-AD5961EE77A8}"/>
          </ac:cxnSpMkLst>
        </pc:cxnChg>
        <pc:cxnChg chg="add del">
          <ac:chgData name="Cristian Chilipirea" userId="34ab170da5908fc4" providerId="LiveId" clId="{51E1D80A-4A29-4E2A-B293-4232621C1517}" dt="2019-10-06T18:08:16.734" v="252"/>
          <ac:cxnSpMkLst>
            <pc:docMk/>
            <pc:sldMk cId="3181653658" sldId="514"/>
            <ac:cxnSpMk id="293" creationId="{6BF8D03E-F347-4D55-85AF-02CF2BF6C02C}"/>
          </ac:cxnSpMkLst>
        </pc:cxnChg>
        <pc:cxnChg chg="add del">
          <ac:chgData name="Cristian Chilipirea" userId="34ab170da5908fc4" providerId="LiveId" clId="{51E1D80A-4A29-4E2A-B293-4232621C1517}" dt="2019-10-06T18:08:16.734" v="252"/>
          <ac:cxnSpMkLst>
            <pc:docMk/>
            <pc:sldMk cId="3181653658" sldId="514"/>
            <ac:cxnSpMk id="294" creationId="{E071584E-A4B9-4D73-9B66-C060FECD15B4}"/>
          </ac:cxnSpMkLst>
        </pc:cxnChg>
        <pc:cxnChg chg="add del">
          <ac:chgData name="Cristian Chilipirea" userId="34ab170da5908fc4" providerId="LiveId" clId="{51E1D80A-4A29-4E2A-B293-4232621C1517}" dt="2019-10-06T18:08:16.734" v="252"/>
          <ac:cxnSpMkLst>
            <pc:docMk/>
            <pc:sldMk cId="3181653658" sldId="514"/>
            <ac:cxnSpMk id="295" creationId="{589110BC-5703-4310-8F22-4E1B7D9D5D2E}"/>
          </ac:cxnSpMkLst>
        </pc:cxnChg>
        <pc:cxnChg chg="add del">
          <ac:chgData name="Cristian Chilipirea" userId="34ab170da5908fc4" providerId="LiveId" clId="{51E1D80A-4A29-4E2A-B293-4232621C1517}" dt="2019-10-06T18:08:16.734" v="252"/>
          <ac:cxnSpMkLst>
            <pc:docMk/>
            <pc:sldMk cId="3181653658" sldId="514"/>
            <ac:cxnSpMk id="296" creationId="{26FC06F9-EDAF-414B-A4C3-A4C573778FC9}"/>
          </ac:cxnSpMkLst>
        </pc:cxnChg>
        <pc:cxnChg chg="add del">
          <ac:chgData name="Cristian Chilipirea" userId="34ab170da5908fc4" providerId="LiveId" clId="{51E1D80A-4A29-4E2A-B293-4232621C1517}" dt="2019-10-06T18:08:16.734" v="252"/>
          <ac:cxnSpMkLst>
            <pc:docMk/>
            <pc:sldMk cId="3181653658" sldId="514"/>
            <ac:cxnSpMk id="297" creationId="{8A41EA91-FAFB-47EA-BFA2-E018E7A58099}"/>
          </ac:cxnSpMkLst>
        </pc:cxnChg>
        <pc:cxnChg chg="add del">
          <ac:chgData name="Cristian Chilipirea" userId="34ab170da5908fc4" providerId="LiveId" clId="{51E1D80A-4A29-4E2A-B293-4232621C1517}" dt="2019-10-06T18:08:16.734" v="252"/>
          <ac:cxnSpMkLst>
            <pc:docMk/>
            <pc:sldMk cId="3181653658" sldId="514"/>
            <ac:cxnSpMk id="298" creationId="{163C7C29-54D4-4D07-A0B3-08B4DA9AD52A}"/>
          </ac:cxnSpMkLst>
        </pc:cxnChg>
        <pc:cxnChg chg="add del">
          <ac:chgData name="Cristian Chilipirea" userId="34ab170da5908fc4" providerId="LiveId" clId="{51E1D80A-4A29-4E2A-B293-4232621C1517}" dt="2019-10-06T18:08:16.734" v="252"/>
          <ac:cxnSpMkLst>
            <pc:docMk/>
            <pc:sldMk cId="3181653658" sldId="514"/>
            <ac:cxnSpMk id="299" creationId="{AB3FFB5D-8C65-4D7C-A05A-42AAFA4A32FF}"/>
          </ac:cxnSpMkLst>
        </pc:cxnChg>
        <pc:cxnChg chg="add del">
          <ac:chgData name="Cristian Chilipirea" userId="34ab170da5908fc4" providerId="LiveId" clId="{51E1D80A-4A29-4E2A-B293-4232621C1517}" dt="2019-10-06T18:08:16.734" v="252"/>
          <ac:cxnSpMkLst>
            <pc:docMk/>
            <pc:sldMk cId="3181653658" sldId="514"/>
            <ac:cxnSpMk id="300" creationId="{F69D2372-86EC-4181-B5BC-8301E55627F9}"/>
          </ac:cxnSpMkLst>
        </pc:cxnChg>
        <pc:cxnChg chg="add mod">
          <ac:chgData name="Cristian Chilipirea" userId="34ab170da5908fc4" providerId="LiveId" clId="{51E1D80A-4A29-4E2A-B293-4232621C1517}" dt="2019-10-06T18:08:25.883" v="254" actId="1076"/>
          <ac:cxnSpMkLst>
            <pc:docMk/>
            <pc:sldMk cId="3181653658" sldId="514"/>
            <ac:cxnSpMk id="582" creationId="{7D44E634-764D-4B49-9850-D827D049DBE6}"/>
          </ac:cxnSpMkLst>
        </pc:cxnChg>
        <pc:cxnChg chg="add mod">
          <ac:chgData name="Cristian Chilipirea" userId="34ab170da5908fc4" providerId="LiveId" clId="{51E1D80A-4A29-4E2A-B293-4232621C1517}" dt="2019-10-06T18:08:25.883" v="254" actId="1076"/>
          <ac:cxnSpMkLst>
            <pc:docMk/>
            <pc:sldMk cId="3181653658" sldId="514"/>
            <ac:cxnSpMk id="583" creationId="{5E168DBD-15F6-4A69-865F-C0991FF55077}"/>
          </ac:cxnSpMkLst>
        </pc:cxnChg>
        <pc:cxnChg chg="add mod">
          <ac:chgData name="Cristian Chilipirea" userId="34ab170da5908fc4" providerId="LiveId" clId="{51E1D80A-4A29-4E2A-B293-4232621C1517}" dt="2019-10-06T18:08:25.883" v="254" actId="1076"/>
          <ac:cxnSpMkLst>
            <pc:docMk/>
            <pc:sldMk cId="3181653658" sldId="514"/>
            <ac:cxnSpMk id="584" creationId="{678DC146-C9D3-40A3-9867-4AABFA5A3728}"/>
          </ac:cxnSpMkLst>
        </pc:cxnChg>
        <pc:cxnChg chg="add mod">
          <ac:chgData name="Cristian Chilipirea" userId="34ab170da5908fc4" providerId="LiveId" clId="{51E1D80A-4A29-4E2A-B293-4232621C1517}" dt="2019-10-06T18:08:25.883" v="254" actId="1076"/>
          <ac:cxnSpMkLst>
            <pc:docMk/>
            <pc:sldMk cId="3181653658" sldId="514"/>
            <ac:cxnSpMk id="585" creationId="{F6F24C9C-D02D-43EE-8EA4-FA9FEEA9B81C}"/>
          </ac:cxnSpMkLst>
        </pc:cxnChg>
        <pc:cxnChg chg="add mod">
          <ac:chgData name="Cristian Chilipirea" userId="34ab170da5908fc4" providerId="LiveId" clId="{51E1D80A-4A29-4E2A-B293-4232621C1517}" dt="2019-10-06T18:08:25.883" v="254" actId="1076"/>
          <ac:cxnSpMkLst>
            <pc:docMk/>
            <pc:sldMk cId="3181653658" sldId="514"/>
            <ac:cxnSpMk id="590" creationId="{3038AF0F-39FD-48F1-9C4A-9674F12F446C}"/>
          </ac:cxnSpMkLst>
        </pc:cxnChg>
        <pc:cxnChg chg="add mod">
          <ac:chgData name="Cristian Chilipirea" userId="34ab170da5908fc4" providerId="LiveId" clId="{51E1D80A-4A29-4E2A-B293-4232621C1517}" dt="2019-10-06T18:08:25.883" v="254" actId="1076"/>
          <ac:cxnSpMkLst>
            <pc:docMk/>
            <pc:sldMk cId="3181653658" sldId="514"/>
            <ac:cxnSpMk id="591" creationId="{716AE1D9-48AB-4667-80B7-42BE5AF6D0A2}"/>
          </ac:cxnSpMkLst>
        </pc:cxnChg>
        <pc:cxnChg chg="add mod">
          <ac:chgData name="Cristian Chilipirea" userId="34ab170da5908fc4" providerId="LiveId" clId="{51E1D80A-4A29-4E2A-B293-4232621C1517}" dt="2019-10-06T18:08:25.883" v="254" actId="1076"/>
          <ac:cxnSpMkLst>
            <pc:docMk/>
            <pc:sldMk cId="3181653658" sldId="514"/>
            <ac:cxnSpMk id="592" creationId="{60433564-A1DF-436B-9494-C549931D68EF}"/>
          </ac:cxnSpMkLst>
        </pc:cxnChg>
        <pc:cxnChg chg="add mod">
          <ac:chgData name="Cristian Chilipirea" userId="34ab170da5908fc4" providerId="LiveId" clId="{51E1D80A-4A29-4E2A-B293-4232621C1517}" dt="2019-10-06T18:08:25.883" v="254" actId="1076"/>
          <ac:cxnSpMkLst>
            <pc:docMk/>
            <pc:sldMk cId="3181653658" sldId="514"/>
            <ac:cxnSpMk id="593" creationId="{98924820-A203-4FF8-9B02-F0ABDD89A4F1}"/>
          </ac:cxnSpMkLst>
        </pc:cxnChg>
        <pc:cxnChg chg="add mod">
          <ac:chgData name="Cristian Chilipirea" userId="34ab170da5908fc4" providerId="LiveId" clId="{51E1D80A-4A29-4E2A-B293-4232621C1517}" dt="2019-10-06T18:08:25.883" v="254" actId="1076"/>
          <ac:cxnSpMkLst>
            <pc:docMk/>
            <pc:sldMk cId="3181653658" sldId="514"/>
            <ac:cxnSpMk id="594" creationId="{4D9B2F99-6788-4F5E-AEEB-75D94497EB7F}"/>
          </ac:cxnSpMkLst>
        </pc:cxnChg>
        <pc:cxnChg chg="add mod">
          <ac:chgData name="Cristian Chilipirea" userId="34ab170da5908fc4" providerId="LiveId" clId="{51E1D80A-4A29-4E2A-B293-4232621C1517}" dt="2019-10-06T18:08:25.883" v="254" actId="1076"/>
          <ac:cxnSpMkLst>
            <pc:docMk/>
            <pc:sldMk cId="3181653658" sldId="514"/>
            <ac:cxnSpMk id="595" creationId="{C4BB01AB-B8AB-4020-8DFA-072B072DF861}"/>
          </ac:cxnSpMkLst>
        </pc:cxnChg>
        <pc:cxnChg chg="add mod">
          <ac:chgData name="Cristian Chilipirea" userId="34ab170da5908fc4" providerId="LiveId" clId="{51E1D80A-4A29-4E2A-B293-4232621C1517}" dt="2019-10-06T18:08:25.883" v="254" actId="1076"/>
          <ac:cxnSpMkLst>
            <pc:docMk/>
            <pc:sldMk cId="3181653658" sldId="514"/>
            <ac:cxnSpMk id="596" creationId="{1A2FB1C8-5445-4F23-A54A-D7ADEDD8AD3D}"/>
          </ac:cxnSpMkLst>
        </pc:cxnChg>
        <pc:cxnChg chg="add mod">
          <ac:chgData name="Cristian Chilipirea" userId="34ab170da5908fc4" providerId="LiveId" clId="{51E1D80A-4A29-4E2A-B293-4232621C1517}" dt="2019-10-06T18:08:25.883" v="254" actId="1076"/>
          <ac:cxnSpMkLst>
            <pc:docMk/>
            <pc:sldMk cId="3181653658" sldId="514"/>
            <ac:cxnSpMk id="597" creationId="{EBCF90F9-3DB1-4303-867A-A7EE30B09C15}"/>
          </ac:cxnSpMkLst>
        </pc:cxnChg>
      </pc:sldChg>
      <pc:sldChg chg="addSp delSp modSp add modAnim">
        <pc:chgData name="Cristian Chilipirea" userId="34ab170da5908fc4" providerId="LiveId" clId="{51E1D80A-4A29-4E2A-B293-4232621C1517}" dt="2019-10-06T18:08:52.976" v="263" actId="1076"/>
        <pc:sldMkLst>
          <pc:docMk/>
          <pc:sldMk cId="2957820623" sldId="515"/>
        </pc:sldMkLst>
        <pc:spChg chg="mod">
          <ac:chgData name="Cristian Chilipirea" userId="34ab170da5908fc4" providerId="LiveId" clId="{51E1D80A-4A29-4E2A-B293-4232621C1517}" dt="2019-10-06T18:08:35.109" v="256"/>
          <ac:spMkLst>
            <pc:docMk/>
            <pc:sldMk cId="2957820623" sldId="515"/>
            <ac:spMk id="2" creationId="{0B1478FA-519B-40CC-87CB-59FEED7049A5}"/>
          </ac:spMkLst>
        </pc:spChg>
        <pc:spChg chg="del">
          <ac:chgData name="Cristian Chilipirea" userId="34ab170da5908fc4" providerId="LiveId" clId="{51E1D80A-4A29-4E2A-B293-4232621C1517}" dt="2019-10-06T18:08:43.508" v="259" actId="478"/>
          <ac:spMkLst>
            <pc:docMk/>
            <pc:sldMk cId="2957820623" sldId="515"/>
            <ac:spMk id="3" creationId="{F16E676B-BCB6-478D-9AD7-3FCCA4E4B8B8}"/>
          </ac:spMkLst>
        </pc:spChg>
        <pc:spChg chg="add del">
          <ac:chgData name="Cristian Chilipirea" userId="34ab170da5908fc4" providerId="LiveId" clId="{51E1D80A-4A29-4E2A-B293-4232621C1517}" dt="2019-10-06T18:08:50.724" v="261"/>
          <ac:spMkLst>
            <pc:docMk/>
            <pc:sldMk cId="2957820623" sldId="515"/>
            <ac:spMk id="5" creationId="{BD8024DB-5E44-4805-80FE-A7C5616CFC30}"/>
          </ac:spMkLst>
        </pc:spChg>
        <pc:spChg chg="add del">
          <ac:chgData name="Cristian Chilipirea" userId="34ab170da5908fc4" providerId="LiveId" clId="{51E1D80A-4A29-4E2A-B293-4232621C1517}" dt="2019-10-06T18:08:50.724" v="261"/>
          <ac:spMkLst>
            <pc:docMk/>
            <pc:sldMk cId="2957820623" sldId="515"/>
            <ac:spMk id="53" creationId="{2E03899D-A8A6-4A4A-8512-009383EF70A4}"/>
          </ac:spMkLst>
        </pc:spChg>
        <pc:spChg chg="add mod">
          <ac:chgData name="Cristian Chilipirea" userId="34ab170da5908fc4" providerId="LiveId" clId="{51E1D80A-4A29-4E2A-B293-4232621C1517}" dt="2019-10-06T18:08:52.976" v="263" actId="1076"/>
          <ac:spMkLst>
            <pc:docMk/>
            <pc:sldMk cId="2957820623" sldId="515"/>
            <ac:spMk id="54" creationId="{0BB1FB4A-D25B-421A-AB36-0E83234C635B}"/>
          </ac:spMkLst>
        </pc:spChg>
        <pc:spChg chg="add mod">
          <ac:chgData name="Cristian Chilipirea" userId="34ab170da5908fc4" providerId="LiveId" clId="{51E1D80A-4A29-4E2A-B293-4232621C1517}" dt="2019-10-06T18:08:52.976" v="263" actId="1076"/>
          <ac:spMkLst>
            <pc:docMk/>
            <pc:sldMk cId="2957820623" sldId="515"/>
            <ac:spMk id="102" creationId="{ADFF8D05-A87E-40F0-A919-BAF7F5B12225}"/>
          </ac:spMkLst>
        </pc:spChg>
        <pc:grpChg chg="add del">
          <ac:chgData name="Cristian Chilipirea" userId="34ab170da5908fc4" providerId="LiveId" clId="{51E1D80A-4A29-4E2A-B293-4232621C1517}" dt="2019-10-06T18:08:50.724" v="261"/>
          <ac:grpSpMkLst>
            <pc:docMk/>
            <pc:sldMk cId="2957820623" sldId="515"/>
            <ac:grpSpMk id="6" creationId="{244782BA-854A-42E3-B970-B28C56EAC061}"/>
          </ac:grpSpMkLst>
        </pc:grpChg>
        <pc:grpChg chg="add del">
          <ac:chgData name="Cristian Chilipirea" userId="34ab170da5908fc4" providerId="LiveId" clId="{51E1D80A-4A29-4E2A-B293-4232621C1517}" dt="2019-10-06T18:08:50.724" v="261"/>
          <ac:grpSpMkLst>
            <pc:docMk/>
            <pc:sldMk cId="2957820623" sldId="515"/>
            <ac:grpSpMk id="9" creationId="{F5CD1FAA-1150-43A4-BB65-63CCFBFDCB65}"/>
          </ac:grpSpMkLst>
        </pc:grpChg>
        <pc:grpChg chg="add del">
          <ac:chgData name="Cristian Chilipirea" userId="34ab170da5908fc4" providerId="LiveId" clId="{51E1D80A-4A29-4E2A-B293-4232621C1517}" dt="2019-10-06T18:08:50.724" v="261"/>
          <ac:grpSpMkLst>
            <pc:docMk/>
            <pc:sldMk cId="2957820623" sldId="515"/>
            <ac:grpSpMk id="12" creationId="{DAD83DA1-0D6B-411C-A88B-5BE0C4C8FF0A}"/>
          </ac:grpSpMkLst>
        </pc:grpChg>
        <pc:grpChg chg="add del">
          <ac:chgData name="Cristian Chilipirea" userId="34ab170da5908fc4" providerId="LiveId" clId="{51E1D80A-4A29-4E2A-B293-4232621C1517}" dt="2019-10-06T18:08:50.724" v="261"/>
          <ac:grpSpMkLst>
            <pc:docMk/>
            <pc:sldMk cId="2957820623" sldId="515"/>
            <ac:grpSpMk id="18" creationId="{6A9C5E5A-0BC5-4CA6-8428-48DE3FAC9191}"/>
          </ac:grpSpMkLst>
        </pc:grpChg>
        <pc:grpChg chg="add del">
          <ac:chgData name="Cristian Chilipirea" userId="34ab170da5908fc4" providerId="LiveId" clId="{51E1D80A-4A29-4E2A-B293-4232621C1517}" dt="2019-10-06T18:08:50.724" v="261"/>
          <ac:grpSpMkLst>
            <pc:docMk/>
            <pc:sldMk cId="2957820623" sldId="515"/>
            <ac:grpSpMk id="24" creationId="{F68E58BA-D8FE-47A9-99BB-9B7DB838F91D}"/>
          </ac:grpSpMkLst>
        </pc:grpChg>
        <pc:grpChg chg="add del">
          <ac:chgData name="Cristian Chilipirea" userId="34ab170da5908fc4" providerId="LiveId" clId="{51E1D80A-4A29-4E2A-B293-4232621C1517}" dt="2019-10-06T18:08:50.724" v="261"/>
          <ac:grpSpMkLst>
            <pc:docMk/>
            <pc:sldMk cId="2957820623" sldId="515"/>
            <ac:grpSpMk id="30" creationId="{530128D0-2FF3-4AD5-B0FA-7A4E78B90F0B}"/>
          </ac:grpSpMkLst>
        </pc:grpChg>
        <pc:grpChg chg="add del">
          <ac:chgData name="Cristian Chilipirea" userId="34ab170da5908fc4" providerId="LiveId" clId="{51E1D80A-4A29-4E2A-B293-4232621C1517}" dt="2019-10-06T18:08:50.724" v="261"/>
          <ac:grpSpMkLst>
            <pc:docMk/>
            <pc:sldMk cId="2957820623" sldId="515"/>
            <ac:grpSpMk id="36" creationId="{D520E8BB-3BDA-400C-91DC-C4E7C1E4B054}"/>
          </ac:grpSpMkLst>
        </pc:grpChg>
        <pc:grpChg chg="add del">
          <ac:chgData name="Cristian Chilipirea" userId="34ab170da5908fc4" providerId="LiveId" clId="{51E1D80A-4A29-4E2A-B293-4232621C1517}" dt="2019-10-06T18:08:50.724" v="261"/>
          <ac:grpSpMkLst>
            <pc:docMk/>
            <pc:sldMk cId="2957820623" sldId="515"/>
            <ac:grpSpMk id="42" creationId="{DA38C3D1-4FB5-4044-8F93-00FBB56858E7}"/>
          </ac:grpSpMkLst>
        </pc:grpChg>
        <pc:grpChg chg="add mod">
          <ac:chgData name="Cristian Chilipirea" userId="34ab170da5908fc4" providerId="LiveId" clId="{51E1D80A-4A29-4E2A-B293-4232621C1517}" dt="2019-10-06T18:08:52.976" v="263" actId="1076"/>
          <ac:grpSpMkLst>
            <pc:docMk/>
            <pc:sldMk cId="2957820623" sldId="515"/>
            <ac:grpSpMk id="55" creationId="{902F4D9D-F3C8-4DA4-BE6E-DA6A4FF6304D}"/>
          </ac:grpSpMkLst>
        </pc:grpChg>
        <pc:grpChg chg="add mod">
          <ac:chgData name="Cristian Chilipirea" userId="34ab170da5908fc4" providerId="LiveId" clId="{51E1D80A-4A29-4E2A-B293-4232621C1517}" dt="2019-10-06T18:08:52.976" v="263" actId="1076"/>
          <ac:grpSpMkLst>
            <pc:docMk/>
            <pc:sldMk cId="2957820623" sldId="515"/>
            <ac:grpSpMk id="58" creationId="{CD406165-8E4E-4F5D-8B29-EC318B8303A5}"/>
          </ac:grpSpMkLst>
        </pc:grpChg>
        <pc:grpChg chg="add mod">
          <ac:chgData name="Cristian Chilipirea" userId="34ab170da5908fc4" providerId="LiveId" clId="{51E1D80A-4A29-4E2A-B293-4232621C1517}" dt="2019-10-06T18:08:52.976" v="263" actId="1076"/>
          <ac:grpSpMkLst>
            <pc:docMk/>
            <pc:sldMk cId="2957820623" sldId="515"/>
            <ac:grpSpMk id="61" creationId="{983DD69D-8A56-401C-B269-E96C4A58A971}"/>
          </ac:grpSpMkLst>
        </pc:grpChg>
        <pc:grpChg chg="mod">
          <ac:chgData name="Cristian Chilipirea" userId="34ab170da5908fc4" providerId="LiveId" clId="{51E1D80A-4A29-4E2A-B293-4232621C1517}" dt="2019-10-06T18:08:52.976" v="263" actId="1076"/>
          <ac:grpSpMkLst>
            <pc:docMk/>
            <pc:sldMk cId="2957820623" sldId="515"/>
            <ac:grpSpMk id="63" creationId="{0F1B2DDD-8FE7-4BD3-8159-54DE061A6F5E}"/>
          </ac:grpSpMkLst>
        </pc:grpChg>
        <pc:grpChg chg="add mod">
          <ac:chgData name="Cristian Chilipirea" userId="34ab170da5908fc4" providerId="LiveId" clId="{51E1D80A-4A29-4E2A-B293-4232621C1517}" dt="2019-10-06T18:08:52.976" v="263" actId="1076"/>
          <ac:grpSpMkLst>
            <pc:docMk/>
            <pc:sldMk cId="2957820623" sldId="515"/>
            <ac:grpSpMk id="67" creationId="{93CED286-1D28-443A-967F-5A4CB54B2A06}"/>
          </ac:grpSpMkLst>
        </pc:grpChg>
        <pc:grpChg chg="mod">
          <ac:chgData name="Cristian Chilipirea" userId="34ab170da5908fc4" providerId="LiveId" clId="{51E1D80A-4A29-4E2A-B293-4232621C1517}" dt="2019-10-06T18:08:52.976" v="263" actId="1076"/>
          <ac:grpSpMkLst>
            <pc:docMk/>
            <pc:sldMk cId="2957820623" sldId="515"/>
            <ac:grpSpMk id="69" creationId="{29307B48-1AC5-4C85-8891-D8EAF14E28EA}"/>
          </ac:grpSpMkLst>
        </pc:grpChg>
        <pc:grpChg chg="add mod">
          <ac:chgData name="Cristian Chilipirea" userId="34ab170da5908fc4" providerId="LiveId" clId="{51E1D80A-4A29-4E2A-B293-4232621C1517}" dt="2019-10-06T18:08:52.976" v="263" actId="1076"/>
          <ac:grpSpMkLst>
            <pc:docMk/>
            <pc:sldMk cId="2957820623" sldId="515"/>
            <ac:grpSpMk id="73" creationId="{BCF1F1B2-DFF6-487D-8E11-24EC0347277B}"/>
          </ac:grpSpMkLst>
        </pc:grpChg>
        <pc:grpChg chg="mod">
          <ac:chgData name="Cristian Chilipirea" userId="34ab170da5908fc4" providerId="LiveId" clId="{51E1D80A-4A29-4E2A-B293-4232621C1517}" dt="2019-10-06T18:08:52.976" v="263" actId="1076"/>
          <ac:grpSpMkLst>
            <pc:docMk/>
            <pc:sldMk cId="2957820623" sldId="515"/>
            <ac:grpSpMk id="74" creationId="{E6116226-73B7-4445-B56E-AF143D24BC4B}"/>
          </ac:grpSpMkLst>
        </pc:grpChg>
        <pc:grpChg chg="add mod">
          <ac:chgData name="Cristian Chilipirea" userId="34ab170da5908fc4" providerId="LiveId" clId="{51E1D80A-4A29-4E2A-B293-4232621C1517}" dt="2019-10-06T18:08:52.976" v="263" actId="1076"/>
          <ac:grpSpMkLst>
            <pc:docMk/>
            <pc:sldMk cId="2957820623" sldId="515"/>
            <ac:grpSpMk id="79" creationId="{2569070E-DF02-4047-B20C-FA4FDE1F2210}"/>
          </ac:grpSpMkLst>
        </pc:grpChg>
        <pc:grpChg chg="mod">
          <ac:chgData name="Cristian Chilipirea" userId="34ab170da5908fc4" providerId="LiveId" clId="{51E1D80A-4A29-4E2A-B293-4232621C1517}" dt="2019-10-06T18:08:52.976" v="263" actId="1076"/>
          <ac:grpSpMkLst>
            <pc:docMk/>
            <pc:sldMk cId="2957820623" sldId="515"/>
            <ac:grpSpMk id="80" creationId="{527F909E-8EC8-4991-B108-15E08E585730}"/>
          </ac:grpSpMkLst>
        </pc:grpChg>
        <pc:grpChg chg="add mod">
          <ac:chgData name="Cristian Chilipirea" userId="34ab170da5908fc4" providerId="LiveId" clId="{51E1D80A-4A29-4E2A-B293-4232621C1517}" dt="2019-10-06T18:08:52.976" v="263" actId="1076"/>
          <ac:grpSpMkLst>
            <pc:docMk/>
            <pc:sldMk cId="2957820623" sldId="515"/>
            <ac:grpSpMk id="85" creationId="{51C11E5D-6B4E-46A7-BBFA-077C60DB3AF7}"/>
          </ac:grpSpMkLst>
        </pc:grpChg>
        <pc:grpChg chg="mod">
          <ac:chgData name="Cristian Chilipirea" userId="34ab170da5908fc4" providerId="LiveId" clId="{51E1D80A-4A29-4E2A-B293-4232621C1517}" dt="2019-10-06T18:08:52.976" v="263" actId="1076"/>
          <ac:grpSpMkLst>
            <pc:docMk/>
            <pc:sldMk cId="2957820623" sldId="515"/>
            <ac:grpSpMk id="87" creationId="{41474432-F698-4FAA-B09D-A69F0211848B}"/>
          </ac:grpSpMkLst>
        </pc:grpChg>
        <pc:grpChg chg="add mod">
          <ac:chgData name="Cristian Chilipirea" userId="34ab170da5908fc4" providerId="LiveId" clId="{51E1D80A-4A29-4E2A-B293-4232621C1517}" dt="2019-10-06T18:08:52.976" v="263" actId="1076"/>
          <ac:grpSpMkLst>
            <pc:docMk/>
            <pc:sldMk cId="2957820623" sldId="515"/>
            <ac:grpSpMk id="91" creationId="{20593A8F-51D5-4219-B842-686205897C93}"/>
          </ac:grpSpMkLst>
        </pc:grpChg>
        <pc:grpChg chg="mod">
          <ac:chgData name="Cristian Chilipirea" userId="34ab170da5908fc4" providerId="LiveId" clId="{51E1D80A-4A29-4E2A-B293-4232621C1517}" dt="2019-10-06T18:08:52.976" v="263" actId="1076"/>
          <ac:grpSpMkLst>
            <pc:docMk/>
            <pc:sldMk cId="2957820623" sldId="515"/>
            <ac:grpSpMk id="93" creationId="{C65AF434-9181-4425-AC8A-316FBD40CFCE}"/>
          </ac:grpSpMkLst>
        </pc:grpChg>
        <pc:grpChg chg="mod">
          <ac:chgData name="Cristian Chilipirea" userId="34ab170da5908fc4" providerId="LiveId" clId="{51E1D80A-4A29-4E2A-B293-4232621C1517}" dt="2019-10-06T18:08:52.976" v="263" actId="1076"/>
          <ac:grpSpMkLst>
            <pc:docMk/>
            <pc:sldMk cId="2957820623" sldId="515"/>
            <ac:grpSpMk id="94" creationId="{159A2341-BC0E-4440-9D5C-0002012CD88B}"/>
          </ac:grpSpMkLst>
        </pc:grpChg>
        <pc:picChg chg="add mod">
          <ac:chgData name="Cristian Chilipirea" userId="34ab170da5908fc4" providerId="LiveId" clId="{51E1D80A-4A29-4E2A-B293-4232621C1517}" dt="2019-10-06T18:08:40.613" v="258" actId="1076"/>
          <ac:picMkLst>
            <pc:docMk/>
            <pc:sldMk cId="2957820623" sldId="515"/>
            <ac:picMk id="4" creationId="{4F62176D-0D7B-43A4-AE44-10ADC67C3365}"/>
          </ac:picMkLst>
        </pc:picChg>
        <pc:cxnChg chg="mod">
          <ac:chgData name="Cristian Chilipirea" userId="34ab170da5908fc4" providerId="LiveId" clId="{51E1D80A-4A29-4E2A-B293-4232621C1517}" dt="2019-10-06T18:08:52.976" v="263" actId="1076"/>
          <ac:cxnSpMkLst>
            <pc:docMk/>
            <pc:sldMk cId="2957820623" sldId="515"/>
            <ac:cxnSpMk id="62" creationId="{F0FB9614-A580-4670-9AE0-DF5D113C2611}"/>
          </ac:cxnSpMkLst>
        </pc:cxnChg>
        <pc:cxnChg chg="mod">
          <ac:chgData name="Cristian Chilipirea" userId="34ab170da5908fc4" providerId="LiveId" clId="{51E1D80A-4A29-4E2A-B293-4232621C1517}" dt="2019-10-06T18:08:52.976" v="263" actId="1076"/>
          <ac:cxnSpMkLst>
            <pc:docMk/>
            <pc:sldMk cId="2957820623" sldId="515"/>
            <ac:cxnSpMk id="68" creationId="{5379FA84-7E16-4562-A232-431647656839}"/>
          </ac:cxnSpMkLst>
        </pc:cxnChg>
        <pc:cxnChg chg="mod">
          <ac:chgData name="Cristian Chilipirea" userId="34ab170da5908fc4" providerId="LiveId" clId="{51E1D80A-4A29-4E2A-B293-4232621C1517}" dt="2019-10-06T18:08:52.976" v="263" actId="1076"/>
          <ac:cxnSpMkLst>
            <pc:docMk/>
            <pc:sldMk cId="2957820623" sldId="515"/>
            <ac:cxnSpMk id="75" creationId="{A0D43198-D5A6-42EE-926C-EA747E79E843}"/>
          </ac:cxnSpMkLst>
        </pc:cxnChg>
        <pc:cxnChg chg="mod">
          <ac:chgData name="Cristian Chilipirea" userId="34ab170da5908fc4" providerId="LiveId" clId="{51E1D80A-4A29-4E2A-B293-4232621C1517}" dt="2019-10-06T18:08:52.976" v="263" actId="1076"/>
          <ac:cxnSpMkLst>
            <pc:docMk/>
            <pc:sldMk cId="2957820623" sldId="515"/>
            <ac:cxnSpMk id="81" creationId="{0BDCD842-AA87-433D-903D-F1CB0064BE63}"/>
          </ac:cxnSpMkLst>
        </pc:cxnChg>
        <pc:cxnChg chg="mod">
          <ac:chgData name="Cristian Chilipirea" userId="34ab170da5908fc4" providerId="LiveId" clId="{51E1D80A-4A29-4E2A-B293-4232621C1517}" dt="2019-10-06T18:08:52.976" v="263" actId="1076"/>
          <ac:cxnSpMkLst>
            <pc:docMk/>
            <pc:sldMk cId="2957820623" sldId="515"/>
            <ac:cxnSpMk id="86" creationId="{B1AE178D-03E4-4B7C-BA53-985756DA4340}"/>
          </ac:cxnSpMkLst>
        </pc:cxnChg>
        <pc:cxnChg chg="mod">
          <ac:chgData name="Cristian Chilipirea" userId="34ab170da5908fc4" providerId="LiveId" clId="{51E1D80A-4A29-4E2A-B293-4232621C1517}" dt="2019-10-06T18:08:52.976" v="263" actId="1076"/>
          <ac:cxnSpMkLst>
            <pc:docMk/>
            <pc:sldMk cId="2957820623" sldId="515"/>
            <ac:cxnSpMk id="92" creationId="{6BBB431F-6127-4BC6-86C3-DC0BAE019177}"/>
          </ac:cxnSpMkLst>
        </pc:cxnChg>
        <pc:cxnChg chg="mod">
          <ac:chgData name="Cristian Chilipirea" userId="34ab170da5908fc4" providerId="LiveId" clId="{51E1D80A-4A29-4E2A-B293-4232621C1517}" dt="2019-10-06T18:08:52.976" v="263" actId="1076"/>
          <ac:cxnSpMkLst>
            <pc:docMk/>
            <pc:sldMk cId="2957820623" sldId="515"/>
            <ac:cxnSpMk id="95" creationId="{23632047-63D0-41DE-A530-65C3F97E75C2}"/>
          </ac:cxnSpMkLst>
        </pc:cxnChg>
      </pc:sldChg>
      <pc:sldChg chg="addSp delSp modSp add modAnim">
        <pc:chgData name="Cristian Chilipirea" userId="34ab170da5908fc4" providerId="LiveId" clId="{51E1D80A-4A29-4E2A-B293-4232621C1517}" dt="2019-10-06T18:09:14.083" v="271" actId="1076"/>
        <pc:sldMkLst>
          <pc:docMk/>
          <pc:sldMk cId="3525947301" sldId="516"/>
        </pc:sldMkLst>
        <pc:spChg chg="del">
          <ac:chgData name="Cristian Chilipirea" userId="34ab170da5908fc4" providerId="LiveId" clId="{51E1D80A-4A29-4E2A-B293-4232621C1517}" dt="2019-10-06T18:09:03.361" v="266" actId="478"/>
          <ac:spMkLst>
            <pc:docMk/>
            <pc:sldMk cId="3525947301" sldId="516"/>
            <ac:spMk id="2" creationId="{2A748F6C-576E-4EEF-A077-246D1B6B0B9A}"/>
          </ac:spMkLst>
        </pc:spChg>
        <pc:spChg chg="del">
          <ac:chgData name="Cristian Chilipirea" userId="34ab170da5908fc4" providerId="LiveId" clId="{51E1D80A-4A29-4E2A-B293-4232621C1517}" dt="2019-10-06T18:09:02.121" v="265" actId="478"/>
          <ac:spMkLst>
            <pc:docMk/>
            <pc:sldMk cId="3525947301" sldId="516"/>
            <ac:spMk id="3" creationId="{99AF0EFF-2275-4E10-AB64-A20FEA22FCFE}"/>
          </ac:spMkLst>
        </pc:spChg>
        <pc:spChg chg="add del">
          <ac:chgData name="Cristian Chilipirea" userId="34ab170da5908fc4" providerId="LiveId" clId="{51E1D80A-4A29-4E2A-B293-4232621C1517}" dt="2019-10-06T18:09:07.189" v="268"/>
          <ac:spMkLst>
            <pc:docMk/>
            <pc:sldMk cId="3525947301" sldId="516"/>
            <ac:spMk id="4" creationId="{81A48CF7-BA94-427D-A032-3611E82C682B}"/>
          </ac:spMkLst>
        </pc:spChg>
        <pc:spChg chg="add del">
          <ac:chgData name="Cristian Chilipirea" userId="34ab170da5908fc4" providerId="LiveId" clId="{51E1D80A-4A29-4E2A-B293-4232621C1517}" dt="2019-10-06T18:09:07.189" v="268"/>
          <ac:spMkLst>
            <pc:docMk/>
            <pc:sldMk cId="3525947301" sldId="516"/>
            <ac:spMk id="5" creationId="{A9238502-D450-4D2C-B6BD-5B9628142652}"/>
          </ac:spMkLst>
        </pc:spChg>
        <pc:spChg chg="add del">
          <ac:chgData name="Cristian Chilipirea" userId="34ab170da5908fc4" providerId="LiveId" clId="{51E1D80A-4A29-4E2A-B293-4232621C1517}" dt="2019-10-06T18:09:07.189" v="268"/>
          <ac:spMkLst>
            <pc:docMk/>
            <pc:sldMk cId="3525947301" sldId="516"/>
            <ac:spMk id="6" creationId="{4A6ACC1B-0D43-49C4-98EF-8336007E4A65}"/>
          </ac:spMkLst>
        </pc:spChg>
        <pc:spChg chg="add del">
          <ac:chgData name="Cristian Chilipirea" userId="34ab170da5908fc4" providerId="LiveId" clId="{51E1D80A-4A29-4E2A-B293-4232621C1517}" dt="2019-10-06T18:09:07.189" v="268"/>
          <ac:spMkLst>
            <pc:docMk/>
            <pc:sldMk cId="3525947301" sldId="516"/>
            <ac:spMk id="7" creationId="{E1648C15-5CFA-4120-96C1-4C4748DFC2E7}"/>
          </ac:spMkLst>
        </pc:spChg>
        <pc:spChg chg="add del">
          <ac:chgData name="Cristian Chilipirea" userId="34ab170da5908fc4" providerId="LiveId" clId="{51E1D80A-4A29-4E2A-B293-4232621C1517}" dt="2019-10-06T18:09:07.189" v="268"/>
          <ac:spMkLst>
            <pc:docMk/>
            <pc:sldMk cId="3525947301" sldId="516"/>
            <ac:spMk id="8" creationId="{7F446975-7F26-4E74-AF64-4331CA554502}"/>
          </ac:spMkLst>
        </pc:spChg>
        <pc:spChg chg="add del">
          <ac:chgData name="Cristian Chilipirea" userId="34ab170da5908fc4" providerId="LiveId" clId="{51E1D80A-4A29-4E2A-B293-4232621C1517}" dt="2019-10-06T18:09:07.189" v="268"/>
          <ac:spMkLst>
            <pc:docMk/>
            <pc:sldMk cId="3525947301" sldId="516"/>
            <ac:spMk id="9" creationId="{35BE88DE-7157-404D-8D42-68CCF60839A9}"/>
          </ac:spMkLst>
        </pc:spChg>
        <pc:spChg chg="add del">
          <ac:chgData name="Cristian Chilipirea" userId="34ab170da5908fc4" providerId="LiveId" clId="{51E1D80A-4A29-4E2A-B293-4232621C1517}" dt="2019-10-06T18:09:07.189" v="268"/>
          <ac:spMkLst>
            <pc:docMk/>
            <pc:sldMk cId="3525947301" sldId="516"/>
            <ac:spMk id="10" creationId="{9CD0BF56-358C-4C2B-B4D6-92ED014EF671}"/>
          </ac:spMkLst>
        </pc:spChg>
        <pc:spChg chg="add del">
          <ac:chgData name="Cristian Chilipirea" userId="34ab170da5908fc4" providerId="LiveId" clId="{51E1D80A-4A29-4E2A-B293-4232621C1517}" dt="2019-10-06T18:09:07.189" v="268"/>
          <ac:spMkLst>
            <pc:docMk/>
            <pc:sldMk cId="3525947301" sldId="516"/>
            <ac:spMk id="11" creationId="{A9C0C7D5-2D86-499B-930B-D13E3159E0EC}"/>
          </ac:spMkLst>
        </pc:spChg>
        <pc:spChg chg="add del">
          <ac:chgData name="Cristian Chilipirea" userId="34ab170da5908fc4" providerId="LiveId" clId="{51E1D80A-4A29-4E2A-B293-4232621C1517}" dt="2019-10-06T18:09:07.189" v="268"/>
          <ac:spMkLst>
            <pc:docMk/>
            <pc:sldMk cId="3525947301" sldId="516"/>
            <ac:spMk id="12" creationId="{9E2B0E80-1DAB-4115-B992-0264E4D0C659}"/>
          </ac:spMkLst>
        </pc:spChg>
        <pc:spChg chg="add del">
          <ac:chgData name="Cristian Chilipirea" userId="34ab170da5908fc4" providerId="LiveId" clId="{51E1D80A-4A29-4E2A-B293-4232621C1517}" dt="2019-10-06T18:09:07.189" v="268"/>
          <ac:spMkLst>
            <pc:docMk/>
            <pc:sldMk cId="3525947301" sldId="516"/>
            <ac:spMk id="13" creationId="{75EFB6C8-8F67-4B10-8D98-4178A26F10E8}"/>
          </ac:spMkLst>
        </pc:spChg>
        <pc:spChg chg="add del">
          <ac:chgData name="Cristian Chilipirea" userId="34ab170da5908fc4" providerId="LiveId" clId="{51E1D80A-4A29-4E2A-B293-4232621C1517}" dt="2019-10-06T18:09:07.189" v="268"/>
          <ac:spMkLst>
            <pc:docMk/>
            <pc:sldMk cId="3525947301" sldId="516"/>
            <ac:spMk id="14" creationId="{F8ED2A50-9310-4B3A-BF6B-BD5DF0076B4C}"/>
          </ac:spMkLst>
        </pc:spChg>
        <pc:spChg chg="add del">
          <ac:chgData name="Cristian Chilipirea" userId="34ab170da5908fc4" providerId="LiveId" clId="{51E1D80A-4A29-4E2A-B293-4232621C1517}" dt="2019-10-06T18:09:07.189" v="268"/>
          <ac:spMkLst>
            <pc:docMk/>
            <pc:sldMk cId="3525947301" sldId="516"/>
            <ac:spMk id="15" creationId="{A0C5BCD3-0A0D-4B0B-94F9-C8929B087960}"/>
          </ac:spMkLst>
        </pc:spChg>
        <pc:spChg chg="add del">
          <ac:chgData name="Cristian Chilipirea" userId="34ab170da5908fc4" providerId="LiveId" clId="{51E1D80A-4A29-4E2A-B293-4232621C1517}" dt="2019-10-06T18:09:07.189" v="268"/>
          <ac:spMkLst>
            <pc:docMk/>
            <pc:sldMk cId="3525947301" sldId="516"/>
            <ac:spMk id="16" creationId="{39CE95CC-3E49-4D3E-9BC5-6939E9D54095}"/>
          </ac:spMkLst>
        </pc:spChg>
        <pc:spChg chg="add del">
          <ac:chgData name="Cristian Chilipirea" userId="34ab170da5908fc4" providerId="LiveId" clId="{51E1D80A-4A29-4E2A-B293-4232621C1517}" dt="2019-10-06T18:09:07.189" v="268"/>
          <ac:spMkLst>
            <pc:docMk/>
            <pc:sldMk cId="3525947301" sldId="516"/>
            <ac:spMk id="17" creationId="{FAD6A5B4-CE13-49A8-85D8-C3B48FCD1A2F}"/>
          </ac:spMkLst>
        </pc:spChg>
        <pc:spChg chg="add del">
          <ac:chgData name="Cristian Chilipirea" userId="34ab170da5908fc4" providerId="LiveId" clId="{51E1D80A-4A29-4E2A-B293-4232621C1517}" dt="2019-10-06T18:09:07.189" v="268"/>
          <ac:spMkLst>
            <pc:docMk/>
            <pc:sldMk cId="3525947301" sldId="516"/>
            <ac:spMk id="18" creationId="{8B36F362-91C8-4DA2-8336-0E6DF1C3034A}"/>
          </ac:spMkLst>
        </pc:spChg>
        <pc:spChg chg="add del">
          <ac:chgData name="Cristian Chilipirea" userId="34ab170da5908fc4" providerId="LiveId" clId="{51E1D80A-4A29-4E2A-B293-4232621C1517}" dt="2019-10-06T18:09:07.189" v="268"/>
          <ac:spMkLst>
            <pc:docMk/>
            <pc:sldMk cId="3525947301" sldId="516"/>
            <ac:spMk id="19" creationId="{A19FD7FA-628A-44B4-BBD3-B4E41BBBE845}"/>
          </ac:spMkLst>
        </pc:spChg>
        <pc:spChg chg="add del">
          <ac:chgData name="Cristian Chilipirea" userId="34ab170da5908fc4" providerId="LiveId" clId="{51E1D80A-4A29-4E2A-B293-4232621C1517}" dt="2019-10-06T18:09:07.189" v="268"/>
          <ac:spMkLst>
            <pc:docMk/>
            <pc:sldMk cId="3525947301" sldId="516"/>
            <ac:spMk id="20" creationId="{7AEFBE68-DE84-494F-8EC8-F0BC133FB2BA}"/>
          </ac:spMkLst>
        </pc:spChg>
        <pc:spChg chg="add del">
          <ac:chgData name="Cristian Chilipirea" userId="34ab170da5908fc4" providerId="LiveId" clId="{51E1D80A-4A29-4E2A-B293-4232621C1517}" dt="2019-10-06T18:09:07.189" v="268"/>
          <ac:spMkLst>
            <pc:docMk/>
            <pc:sldMk cId="3525947301" sldId="516"/>
            <ac:spMk id="21" creationId="{41DAB0D9-474B-4D63-B4DF-74B546638093}"/>
          </ac:spMkLst>
        </pc:spChg>
        <pc:spChg chg="add del">
          <ac:chgData name="Cristian Chilipirea" userId="34ab170da5908fc4" providerId="LiveId" clId="{51E1D80A-4A29-4E2A-B293-4232621C1517}" dt="2019-10-06T18:09:07.189" v="268"/>
          <ac:spMkLst>
            <pc:docMk/>
            <pc:sldMk cId="3525947301" sldId="516"/>
            <ac:spMk id="22" creationId="{B133FF0A-2E5E-4246-9E61-BD059168BC94}"/>
          </ac:spMkLst>
        </pc:spChg>
        <pc:spChg chg="add del">
          <ac:chgData name="Cristian Chilipirea" userId="34ab170da5908fc4" providerId="LiveId" clId="{51E1D80A-4A29-4E2A-B293-4232621C1517}" dt="2019-10-06T18:09:07.189" v="268"/>
          <ac:spMkLst>
            <pc:docMk/>
            <pc:sldMk cId="3525947301" sldId="516"/>
            <ac:spMk id="23" creationId="{834900FD-8E26-483A-8DFA-E8C8FFB95D78}"/>
          </ac:spMkLst>
        </pc:spChg>
        <pc:spChg chg="add del">
          <ac:chgData name="Cristian Chilipirea" userId="34ab170da5908fc4" providerId="LiveId" clId="{51E1D80A-4A29-4E2A-B293-4232621C1517}" dt="2019-10-06T18:09:07.189" v="268"/>
          <ac:spMkLst>
            <pc:docMk/>
            <pc:sldMk cId="3525947301" sldId="516"/>
            <ac:spMk id="24" creationId="{C7845CDB-4F91-4193-8652-FF777DABC3BA}"/>
          </ac:spMkLst>
        </pc:spChg>
        <pc:spChg chg="add del">
          <ac:chgData name="Cristian Chilipirea" userId="34ab170da5908fc4" providerId="LiveId" clId="{51E1D80A-4A29-4E2A-B293-4232621C1517}" dt="2019-10-06T18:09:07.189" v="268"/>
          <ac:spMkLst>
            <pc:docMk/>
            <pc:sldMk cId="3525947301" sldId="516"/>
            <ac:spMk id="25" creationId="{5E3610C1-55BA-430F-B3D2-242208E1DD4F}"/>
          </ac:spMkLst>
        </pc:spChg>
        <pc:spChg chg="add del">
          <ac:chgData name="Cristian Chilipirea" userId="34ab170da5908fc4" providerId="LiveId" clId="{51E1D80A-4A29-4E2A-B293-4232621C1517}" dt="2019-10-06T18:09:07.189" v="268"/>
          <ac:spMkLst>
            <pc:docMk/>
            <pc:sldMk cId="3525947301" sldId="516"/>
            <ac:spMk id="26" creationId="{DD9AA4AB-AE85-40FF-B39F-21F4F886E622}"/>
          </ac:spMkLst>
        </pc:spChg>
        <pc:spChg chg="add del">
          <ac:chgData name="Cristian Chilipirea" userId="34ab170da5908fc4" providerId="LiveId" clId="{51E1D80A-4A29-4E2A-B293-4232621C1517}" dt="2019-10-06T18:09:07.189" v="268"/>
          <ac:spMkLst>
            <pc:docMk/>
            <pc:sldMk cId="3525947301" sldId="516"/>
            <ac:spMk id="27" creationId="{CE5D681C-CDEC-46E1-BAC6-6A00ADB7985A}"/>
          </ac:spMkLst>
        </pc:spChg>
        <pc:spChg chg="add del">
          <ac:chgData name="Cristian Chilipirea" userId="34ab170da5908fc4" providerId="LiveId" clId="{51E1D80A-4A29-4E2A-B293-4232621C1517}" dt="2019-10-06T18:09:07.189" v="268"/>
          <ac:spMkLst>
            <pc:docMk/>
            <pc:sldMk cId="3525947301" sldId="516"/>
            <ac:spMk id="28" creationId="{40E7ABEA-41B1-489E-9D2D-88ED6477B420}"/>
          </ac:spMkLst>
        </pc:spChg>
        <pc:spChg chg="add del">
          <ac:chgData name="Cristian Chilipirea" userId="34ab170da5908fc4" providerId="LiveId" clId="{51E1D80A-4A29-4E2A-B293-4232621C1517}" dt="2019-10-06T18:09:07.189" v="268"/>
          <ac:spMkLst>
            <pc:docMk/>
            <pc:sldMk cId="3525947301" sldId="516"/>
            <ac:spMk id="29" creationId="{F8B6E25F-C61D-4A77-97A1-22A1B228CD2F}"/>
          </ac:spMkLst>
        </pc:spChg>
        <pc:spChg chg="add del">
          <ac:chgData name="Cristian Chilipirea" userId="34ab170da5908fc4" providerId="LiveId" clId="{51E1D80A-4A29-4E2A-B293-4232621C1517}" dt="2019-10-06T18:09:07.189" v="268"/>
          <ac:spMkLst>
            <pc:docMk/>
            <pc:sldMk cId="3525947301" sldId="516"/>
            <ac:spMk id="30" creationId="{762FAA30-073A-4097-B6E5-303D17461473}"/>
          </ac:spMkLst>
        </pc:spChg>
        <pc:spChg chg="add del">
          <ac:chgData name="Cristian Chilipirea" userId="34ab170da5908fc4" providerId="LiveId" clId="{51E1D80A-4A29-4E2A-B293-4232621C1517}" dt="2019-10-06T18:09:07.189" v="268"/>
          <ac:spMkLst>
            <pc:docMk/>
            <pc:sldMk cId="3525947301" sldId="516"/>
            <ac:spMk id="31" creationId="{6FBEA0E9-F32D-4829-9866-4DDB31CC0DD0}"/>
          </ac:spMkLst>
        </pc:spChg>
        <pc:spChg chg="add del">
          <ac:chgData name="Cristian Chilipirea" userId="34ab170da5908fc4" providerId="LiveId" clId="{51E1D80A-4A29-4E2A-B293-4232621C1517}" dt="2019-10-06T18:09:07.189" v="268"/>
          <ac:spMkLst>
            <pc:docMk/>
            <pc:sldMk cId="3525947301" sldId="516"/>
            <ac:spMk id="32" creationId="{6C8CEC95-700E-4171-B2E0-8A855EB82F89}"/>
          </ac:spMkLst>
        </pc:spChg>
        <pc:spChg chg="add del">
          <ac:chgData name="Cristian Chilipirea" userId="34ab170da5908fc4" providerId="LiveId" clId="{51E1D80A-4A29-4E2A-B293-4232621C1517}" dt="2019-10-06T18:09:07.189" v="268"/>
          <ac:spMkLst>
            <pc:docMk/>
            <pc:sldMk cId="3525947301" sldId="516"/>
            <ac:spMk id="33" creationId="{6AD2E2EB-4331-4F75-A29D-B0DDDABAAA10}"/>
          </ac:spMkLst>
        </pc:spChg>
        <pc:spChg chg="add del">
          <ac:chgData name="Cristian Chilipirea" userId="34ab170da5908fc4" providerId="LiveId" clId="{51E1D80A-4A29-4E2A-B293-4232621C1517}" dt="2019-10-06T18:09:07.189" v="268"/>
          <ac:spMkLst>
            <pc:docMk/>
            <pc:sldMk cId="3525947301" sldId="516"/>
            <ac:spMk id="34" creationId="{A5F1E574-7BDE-455A-AA18-35D106715DA7}"/>
          </ac:spMkLst>
        </pc:spChg>
        <pc:spChg chg="add del">
          <ac:chgData name="Cristian Chilipirea" userId="34ab170da5908fc4" providerId="LiveId" clId="{51E1D80A-4A29-4E2A-B293-4232621C1517}" dt="2019-10-06T18:09:07.189" v="268"/>
          <ac:spMkLst>
            <pc:docMk/>
            <pc:sldMk cId="3525947301" sldId="516"/>
            <ac:spMk id="35" creationId="{F099494A-0D6E-4683-A1A8-6B090B266BAD}"/>
          </ac:spMkLst>
        </pc:spChg>
        <pc:spChg chg="add del">
          <ac:chgData name="Cristian Chilipirea" userId="34ab170da5908fc4" providerId="LiveId" clId="{51E1D80A-4A29-4E2A-B293-4232621C1517}" dt="2019-10-06T18:09:07.189" v="268"/>
          <ac:spMkLst>
            <pc:docMk/>
            <pc:sldMk cId="3525947301" sldId="516"/>
            <ac:spMk id="36" creationId="{FCBD196E-845B-4A52-AACE-C3401F0CC7CD}"/>
          </ac:spMkLst>
        </pc:spChg>
        <pc:spChg chg="add del">
          <ac:chgData name="Cristian Chilipirea" userId="34ab170da5908fc4" providerId="LiveId" clId="{51E1D80A-4A29-4E2A-B293-4232621C1517}" dt="2019-10-06T18:09:07.189" v="268"/>
          <ac:spMkLst>
            <pc:docMk/>
            <pc:sldMk cId="3525947301" sldId="516"/>
            <ac:spMk id="37" creationId="{6DDDEB95-6C55-47D5-9BA1-BAFDE6EFB7EB}"/>
          </ac:spMkLst>
        </pc:spChg>
        <pc:spChg chg="add del">
          <ac:chgData name="Cristian Chilipirea" userId="34ab170da5908fc4" providerId="LiveId" clId="{51E1D80A-4A29-4E2A-B293-4232621C1517}" dt="2019-10-06T18:09:07.189" v="268"/>
          <ac:spMkLst>
            <pc:docMk/>
            <pc:sldMk cId="3525947301" sldId="516"/>
            <ac:spMk id="38" creationId="{4D97FAB9-2289-4EDB-BEFC-006888FE9BA3}"/>
          </ac:spMkLst>
        </pc:spChg>
        <pc:spChg chg="add del">
          <ac:chgData name="Cristian Chilipirea" userId="34ab170da5908fc4" providerId="LiveId" clId="{51E1D80A-4A29-4E2A-B293-4232621C1517}" dt="2019-10-06T18:09:07.189" v="268"/>
          <ac:spMkLst>
            <pc:docMk/>
            <pc:sldMk cId="3525947301" sldId="516"/>
            <ac:spMk id="39" creationId="{BA4FA422-2FCA-4423-A78B-F9C409B9CAAC}"/>
          </ac:spMkLst>
        </pc:spChg>
        <pc:spChg chg="add del">
          <ac:chgData name="Cristian Chilipirea" userId="34ab170da5908fc4" providerId="LiveId" clId="{51E1D80A-4A29-4E2A-B293-4232621C1517}" dt="2019-10-06T18:09:07.189" v="268"/>
          <ac:spMkLst>
            <pc:docMk/>
            <pc:sldMk cId="3525947301" sldId="516"/>
            <ac:spMk id="40" creationId="{6038DC38-9FCE-40E6-9DDD-0B8EF820750D}"/>
          </ac:spMkLst>
        </pc:spChg>
        <pc:spChg chg="add del">
          <ac:chgData name="Cristian Chilipirea" userId="34ab170da5908fc4" providerId="LiveId" clId="{51E1D80A-4A29-4E2A-B293-4232621C1517}" dt="2019-10-06T18:09:07.189" v="268"/>
          <ac:spMkLst>
            <pc:docMk/>
            <pc:sldMk cId="3525947301" sldId="516"/>
            <ac:spMk id="41" creationId="{4350D071-DFAB-4EC7-BAA0-313F2BAA62BA}"/>
          </ac:spMkLst>
        </pc:spChg>
        <pc:spChg chg="add del">
          <ac:chgData name="Cristian Chilipirea" userId="34ab170da5908fc4" providerId="LiveId" clId="{51E1D80A-4A29-4E2A-B293-4232621C1517}" dt="2019-10-06T18:09:07.189" v="268"/>
          <ac:spMkLst>
            <pc:docMk/>
            <pc:sldMk cId="3525947301" sldId="516"/>
            <ac:spMk id="42" creationId="{ABD5B84E-9A21-40B0-ABB6-AEACC9DDC575}"/>
          </ac:spMkLst>
        </pc:spChg>
        <pc:spChg chg="add del">
          <ac:chgData name="Cristian Chilipirea" userId="34ab170da5908fc4" providerId="LiveId" clId="{51E1D80A-4A29-4E2A-B293-4232621C1517}" dt="2019-10-06T18:09:07.189" v="268"/>
          <ac:spMkLst>
            <pc:docMk/>
            <pc:sldMk cId="3525947301" sldId="516"/>
            <ac:spMk id="43" creationId="{FB03953E-3C4E-4A84-A40E-F152C9803F9B}"/>
          </ac:spMkLst>
        </pc:spChg>
        <pc:spChg chg="add del">
          <ac:chgData name="Cristian Chilipirea" userId="34ab170da5908fc4" providerId="LiveId" clId="{51E1D80A-4A29-4E2A-B293-4232621C1517}" dt="2019-10-06T18:09:07.189" v="268"/>
          <ac:spMkLst>
            <pc:docMk/>
            <pc:sldMk cId="3525947301" sldId="516"/>
            <ac:spMk id="44" creationId="{5841423F-7E82-458F-B0C7-4554DB5D4B47}"/>
          </ac:spMkLst>
        </pc:spChg>
        <pc:spChg chg="add del">
          <ac:chgData name="Cristian Chilipirea" userId="34ab170da5908fc4" providerId="LiveId" clId="{51E1D80A-4A29-4E2A-B293-4232621C1517}" dt="2019-10-06T18:09:07.189" v="268"/>
          <ac:spMkLst>
            <pc:docMk/>
            <pc:sldMk cId="3525947301" sldId="516"/>
            <ac:spMk id="45" creationId="{DA6C51E1-F59B-452C-B080-7429516F42A1}"/>
          </ac:spMkLst>
        </pc:spChg>
        <pc:spChg chg="add del">
          <ac:chgData name="Cristian Chilipirea" userId="34ab170da5908fc4" providerId="LiveId" clId="{51E1D80A-4A29-4E2A-B293-4232621C1517}" dt="2019-10-06T18:09:07.189" v="268"/>
          <ac:spMkLst>
            <pc:docMk/>
            <pc:sldMk cId="3525947301" sldId="516"/>
            <ac:spMk id="46" creationId="{878A2B50-2C63-4008-B986-1C158EBF12CA}"/>
          </ac:spMkLst>
        </pc:spChg>
        <pc:spChg chg="add del">
          <ac:chgData name="Cristian Chilipirea" userId="34ab170da5908fc4" providerId="LiveId" clId="{51E1D80A-4A29-4E2A-B293-4232621C1517}" dt="2019-10-06T18:09:07.189" v="268"/>
          <ac:spMkLst>
            <pc:docMk/>
            <pc:sldMk cId="3525947301" sldId="516"/>
            <ac:spMk id="47" creationId="{40EE6972-165F-43CB-AF3D-0CCC5AD0017D}"/>
          </ac:spMkLst>
        </pc:spChg>
        <pc:spChg chg="add del">
          <ac:chgData name="Cristian Chilipirea" userId="34ab170da5908fc4" providerId="LiveId" clId="{51E1D80A-4A29-4E2A-B293-4232621C1517}" dt="2019-10-06T18:09:07.189" v="268"/>
          <ac:spMkLst>
            <pc:docMk/>
            <pc:sldMk cId="3525947301" sldId="516"/>
            <ac:spMk id="48" creationId="{0F6782FC-F983-4D0F-B9C1-746FA92917D4}"/>
          </ac:spMkLst>
        </pc:spChg>
        <pc:spChg chg="add del">
          <ac:chgData name="Cristian Chilipirea" userId="34ab170da5908fc4" providerId="LiveId" clId="{51E1D80A-4A29-4E2A-B293-4232621C1517}" dt="2019-10-06T18:09:07.189" v="268"/>
          <ac:spMkLst>
            <pc:docMk/>
            <pc:sldMk cId="3525947301" sldId="516"/>
            <ac:spMk id="49" creationId="{AA8D9A28-D03D-429E-83D7-AF6889E3FE65}"/>
          </ac:spMkLst>
        </pc:spChg>
        <pc:spChg chg="add del">
          <ac:chgData name="Cristian Chilipirea" userId="34ab170da5908fc4" providerId="LiveId" clId="{51E1D80A-4A29-4E2A-B293-4232621C1517}" dt="2019-10-06T18:09:07.189" v="268"/>
          <ac:spMkLst>
            <pc:docMk/>
            <pc:sldMk cId="3525947301" sldId="516"/>
            <ac:spMk id="50" creationId="{82412677-596B-49A8-B315-94A3E9A9A86C}"/>
          </ac:spMkLst>
        </pc:spChg>
        <pc:spChg chg="add del">
          <ac:chgData name="Cristian Chilipirea" userId="34ab170da5908fc4" providerId="LiveId" clId="{51E1D80A-4A29-4E2A-B293-4232621C1517}" dt="2019-10-06T18:09:07.189" v="268"/>
          <ac:spMkLst>
            <pc:docMk/>
            <pc:sldMk cId="3525947301" sldId="516"/>
            <ac:spMk id="51" creationId="{A8EA4D11-FD5A-48AB-8A2C-A769887365FB}"/>
          </ac:spMkLst>
        </pc:spChg>
        <pc:spChg chg="add del">
          <ac:chgData name="Cristian Chilipirea" userId="34ab170da5908fc4" providerId="LiveId" clId="{51E1D80A-4A29-4E2A-B293-4232621C1517}" dt="2019-10-06T18:09:07.189" v="268"/>
          <ac:spMkLst>
            <pc:docMk/>
            <pc:sldMk cId="3525947301" sldId="516"/>
            <ac:spMk id="52" creationId="{22007F73-1A50-4E67-BA21-987BDA0AEE4D}"/>
          </ac:spMkLst>
        </pc:spChg>
        <pc:spChg chg="add del">
          <ac:chgData name="Cristian Chilipirea" userId="34ab170da5908fc4" providerId="LiveId" clId="{51E1D80A-4A29-4E2A-B293-4232621C1517}" dt="2019-10-06T18:09:07.189" v="268"/>
          <ac:spMkLst>
            <pc:docMk/>
            <pc:sldMk cId="3525947301" sldId="516"/>
            <ac:spMk id="53" creationId="{9083B12B-381E-457F-9467-E09EA9101C5D}"/>
          </ac:spMkLst>
        </pc:spChg>
        <pc:spChg chg="add del">
          <ac:chgData name="Cristian Chilipirea" userId="34ab170da5908fc4" providerId="LiveId" clId="{51E1D80A-4A29-4E2A-B293-4232621C1517}" dt="2019-10-06T18:09:07.189" v="268"/>
          <ac:spMkLst>
            <pc:docMk/>
            <pc:sldMk cId="3525947301" sldId="516"/>
            <ac:spMk id="54" creationId="{798CC410-152B-403C-9EF1-471B21CE9FD3}"/>
          </ac:spMkLst>
        </pc:spChg>
        <pc:spChg chg="add del">
          <ac:chgData name="Cristian Chilipirea" userId="34ab170da5908fc4" providerId="LiveId" clId="{51E1D80A-4A29-4E2A-B293-4232621C1517}" dt="2019-10-06T18:09:07.189" v="268"/>
          <ac:spMkLst>
            <pc:docMk/>
            <pc:sldMk cId="3525947301" sldId="516"/>
            <ac:spMk id="55" creationId="{0BA31093-3255-4C41-BDBA-B4C622318FB7}"/>
          </ac:spMkLst>
        </pc:spChg>
        <pc:spChg chg="add del">
          <ac:chgData name="Cristian Chilipirea" userId="34ab170da5908fc4" providerId="LiveId" clId="{51E1D80A-4A29-4E2A-B293-4232621C1517}" dt="2019-10-06T18:09:07.189" v="268"/>
          <ac:spMkLst>
            <pc:docMk/>
            <pc:sldMk cId="3525947301" sldId="516"/>
            <ac:spMk id="56" creationId="{B15BC17E-F166-4C82-A3E4-AD226F52EFCA}"/>
          </ac:spMkLst>
        </pc:spChg>
        <pc:spChg chg="add del">
          <ac:chgData name="Cristian Chilipirea" userId="34ab170da5908fc4" providerId="LiveId" clId="{51E1D80A-4A29-4E2A-B293-4232621C1517}" dt="2019-10-06T18:09:07.189" v="268"/>
          <ac:spMkLst>
            <pc:docMk/>
            <pc:sldMk cId="3525947301" sldId="516"/>
            <ac:spMk id="57" creationId="{6AF37779-C286-4220-83A2-DEE61FB86175}"/>
          </ac:spMkLst>
        </pc:spChg>
        <pc:spChg chg="add del">
          <ac:chgData name="Cristian Chilipirea" userId="34ab170da5908fc4" providerId="LiveId" clId="{51E1D80A-4A29-4E2A-B293-4232621C1517}" dt="2019-10-06T18:09:07.189" v="268"/>
          <ac:spMkLst>
            <pc:docMk/>
            <pc:sldMk cId="3525947301" sldId="516"/>
            <ac:spMk id="58" creationId="{6DE4AF7C-0220-47DC-93CF-EFC51EB470BA}"/>
          </ac:spMkLst>
        </pc:spChg>
        <pc:spChg chg="add del">
          <ac:chgData name="Cristian Chilipirea" userId="34ab170da5908fc4" providerId="LiveId" clId="{51E1D80A-4A29-4E2A-B293-4232621C1517}" dt="2019-10-06T18:09:07.189" v="268"/>
          <ac:spMkLst>
            <pc:docMk/>
            <pc:sldMk cId="3525947301" sldId="516"/>
            <ac:spMk id="59" creationId="{0425E2DD-FA57-40CF-833D-A89949F6E0A9}"/>
          </ac:spMkLst>
        </pc:spChg>
        <pc:spChg chg="add del">
          <ac:chgData name="Cristian Chilipirea" userId="34ab170da5908fc4" providerId="LiveId" clId="{51E1D80A-4A29-4E2A-B293-4232621C1517}" dt="2019-10-06T18:09:07.189" v="268"/>
          <ac:spMkLst>
            <pc:docMk/>
            <pc:sldMk cId="3525947301" sldId="516"/>
            <ac:spMk id="60" creationId="{7F5FF2C2-CEAC-445D-8AE1-111FB4733EE5}"/>
          </ac:spMkLst>
        </pc:spChg>
        <pc:spChg chg="add del">
          <ac:chgData name="Cristian Chilipirea" userId="34ab170da5908fc4" providerId="LiveId" clId="{51E1D80A-4A29-4E2A-B293-4232621C1517}" dt="2019-10-06T18:09:07.189" v="268"/>
          <ac:spMkLst>
            <pc:docMk/>
            <pc:sldMk cId="3525947301" sldId="516"/>
            <ac:spMk id="61" creationId="{B7F2B193-0349-44E2-A7C3-662955E8A1F3}"/>
          </ac:spMkLst>
        </pc:spChg>
        <pc:spChg chg="add del">
          <ac:chgData name="Cristian Chilipirea" userId="34ab170da5908fc4" providerId="LiveId" clId="{51E1D80A-4A29-4E2A-B293-4232621C1517}" dt="2019-10-06T18:09:07.189" v="268"/>
          <ac:spMkLst>
            <pc:docMk/>
            <pc:sldMk cId="3525947301" sldId="516"/>
            <ac:spMk id="62" creationId="{AD644220-2469-4AFF-B02C-E6618DDE9956}"/>
          </ac:spMkLst>
        </pc:spChg>
        <pc:spChg chg="add del">
          <ac:chgData name="Cristian Chilipirea" userId="34ab170da5908fc4" providerId="LiveId" clId="{51E1D80A-4A29-4E2A-B293-4232621C1517}" dt="2019-10-06T18:09:07.189" v="268"/>
          <ac:spMkLst>
            <pc:docMk/>
            <pc:sldMk cId="3525947301" sldId="516"/>
            <ac:spMk id="63" creationId="{F08E5167-DB0C-4AB3-8F1E-4FC1172BB82A}"/>
          </ac:spMkLst>
        </pc:spChg>
        <pc:spChg chg="add del">
          <ac:chgData name="Cristian Chilipirea" userId="34ab170da5908fc4" providerId="LiveId" clId="{51E1D80A-4A29-4E2A-B293-4232621C1517}" dt="2019-10-06T18:09:07.189" v="268"/>
          <ac:spMkLst>
            <pc:docMk/>
            <pc:sldMk cId="3525947301" sldId="516"/>
            <ac:spMk id="64" creationId="{38C2ABFD-751E-44AC-A69D-BC4466E366D9}"/>
          </ac:spMkLst>
        </pc:spChg>
        <pc:spChg chg="add del">
          <ac:chgData name="Cristian Chilipirea" userId="34ab170da5908fc4" providerId="LiveId" clId="{51E1D80A-4A29-4E2A-B293-4232621C1517}" dt="2019-10-06T18:09:07.189" v="268"/>
          <ac:spMkLst>
            <pc:docMk/>
            <pc:sldMk cId="3525947301" sldId="516"/>
            <ac:spMk id="65" creationId="{DAE2D47F-6E2E-4FFA-87E8-4D2C444105A9}"/>
          </ac:spMkLst>
        </pc:spChg>
        <pc:spChg chg="add del">
          <ac:chgData name="Cristian Chilipirea" userId="34ab170da5908fc4" providerId="LiveId" clId="{51E1D80A-4A29-4E2A-B293-4232621C1517}" dt="2019-10-06T18:09:07.189" v="268"/>
          <ac:spMkLst>
            <pc:docMk/>
            <pc:sldMk cId="3525947301" sldId="516"/>
            <ac:spMk id="66" creationId="{DA0AD413-31BE-4793-9CEB-633CF5103035}"/>
          </ac:spMkLst>
        </pc:spChg>
        <pc:spChg chg="add del">
          <ac:chgData name="Cristian Chilipirea" userId="34ab170da5908fc4" providerId="LiveId" clId="{51E1D80A-4A29-4E2A-B293-4232621C1517}" dt="2019-10-06T18:09:07.189" v="268"/>
          <ac:spMkLst>
            <pc:docMk/>
            <pc:sldMk cId="3525947301" sldId="516"/>
            <ac:spMk id="67" creationId="{4D123D2A-30F1-4A28-AB4C-267C3541DCED}"/>
          </ac:spMkLst>
        </pc:spChg>
        <pc:spChg chg="add del">
          <ac:chgData name="Cristian Chilipirea" userId="34ab170da5908fc4" providerId="LiveId" clId="{51E1D80A-4A29-4E2A-B293-4232621C1517}" dt="2019-10-06T18:09:07.189" v="268"/>
          <ac:spMkLst>
            <pc:docMk/>
            <pc:sldMk cId="3525947301" sldId="516"/>
            <ac:spMk id="68" creationId="{C584816D-DC72-4E3C-9A40-B5A31A5B86F9}"/>
          </ac:spMkLst>
        </pc:spChg>
        <pc:spChg chg="add del">
          <ac:chgData name="Cristian Chilipirea" userId="34ab170da5908fc4" providerId="LiveId" clId="{51E1D80A-4A29-4E2A-B293-4232621C1517}" dt="2019-10-06T18:09:07.189" v="268"/>
          <ac:spMkLst>
            <pc:docMk/>
            <pc:sldMk cId="3525947301" sldId="516"/>
            <ac:spMk id="69" creationId="{725C15D0-C86F-465A-A646-632D6E727DD9}"/>
          </ac:spMkLst>
        </pc:spChg>
        <pc:spChg chg="add del">
          <ac:chgData name="Cristian Chilipirea" userId="34ab170da5908fc4" providerId="LiveId" clId="{51E1D80A-4A29-4E2A-B293-4232621C1517}" dt="2019-10-06T18:09:07.189" v="268"/>
          <ac:spMkLst>
            <pc:docMk/>
            <pc:sldMk cId="3525947301" sldId="516"/>
            <ac:spMk id="70" creationId="{52688DDE-4306-4FD6-9F72-F303453D7502}"/>
          </ac:spMkLst>
        </pc:spChg>
        <pc:spChg chg="add del">
          <ac:chgData name="Cristian Chilipirea" userId="34ab170da5908fc4" providerId="LiveId" clId="{51E1D80A-4A29-4E2A-B293-4232621C1517}" dt="2019-10-06T18:09:07.189" v="268"/>
          <ac:spMkLst>
            <pc:docMk/>
            <pc:sldMk cId="3525947301" sldId="516"/>
            <ac:spMk id="71" creationId="{74FE7690-065A-43AF-8372-D1E5C3DBEF8F}"/>
          </ac:spMkLst>
        </pc:spChg>
        <pc:spChg chg="add del">
          <ac:chgData name="Cristian Chilipirea" userId="34ab170da5908fc4" providerId="LiveId" clId="{51E1D80A-4A29-4E2A-B293-4232621C1517}" dt="2019-10-06T18:09:07.189" v="268"/>
          <ac:spMkLst>
            <pc:docMk/>
            <pc:sldMk cId="3525947301" sldId="516"/>
            <ac:spMk id="72" creationId="{23D33980-6E50-4E9F-BDB4-D6164AE1AB15}"/>
          </ac:spMkLst>
        </pc:spChg>
        <pc:spChg chg="add del">
          <ac:chgData name="Cristian Chilipirea" userId="34ab170da5908fc4" providerId="LiveId" clId="{51E1D80A-4A29-4E2A-B293-4232621C1517}" dt="2019-10-06T18:09:07.189" v="268"/>
          <ac:spMkLst>
            <pc:docMk/>
            <pc:sldMk cId="3525947301" sldId="516"/>
            <ac:spMk id="73" creationId="{AF72E7E4-557A-4303-93ED-A2156E08FFBC}"/>
          </ac:spMkLst>
        </pc:spChg>
        <pc:spChg chg="add del">
          <ac:chgData name="Cristian Chilipirea" userId="34ab170da5908fc4" providerId="LiveId" clId="{51E1D80A-4A29-4E2A-B293-4232621C1517}" dt="2019-10-06T18:09:07.189" v="268"/>
          <ac:spMkLst>
            <pc:docMk/>
            <pc:sldMk cId="3525947301" sldId="516"/>
            <ac:spMk id="74" creationId="{861DDEF8-8BCE-437B-A01C-86C16AC5B4BC}"/>
          </ac:spMkLst>
        </pc:spChg>
        <pc:spChg chg="add del">
          <ac:chgData name="Cristian Chilipirea" userId="34ab170da5908fc4" providerId="LiveId" clId="{51E1D80A-4A29-4E2A-B293-4232621C1517}" dt="2019-10-06T18:09:07.189" v="268"/>
          <ac:spMkLst>
            <pc:docMk/>
            <pc:sldMk cId="3525947301" sldId="516"/>
            <ac:spMk id="75" creationId="{AB8B637D-681B-4D7A-800F-668BD1617B5C}"/>
          </ac:spMkLst>
        </pc:spChg>
        <pc:spChg chg="add del">
          <ac:chgData name="Cristian Chilipirea" userId="34ab170da5908fc4" providerId="LiveId" clId="{51E1D80A-4A29-4E2A-B293-4232621C1517}" dt="2019-10-06T18:09:07.189" v="268"/>
          <ac:spMkLst>
            <pc:docMk/>
            <pc:sldMk cId="3525947301" sldId="516"/>
            <ac:spMk id="76" creationId="{E449C947-564A-4D1C-B572-308A0B453821}"/>
          </ac:spMkLst>
        </pc:spChg>
        <pc:spChg chg="add del">
          <ac:chgData name="Cristian Chilipirea" userId="34ab170da5908fc4" providerId="LiveId" clId="{51E1D80A-4A29-4E2A-B293-4232621C1517}" dt="2019-10-06T18:09:07.189" v="268"/>
          <ac:spMkLst>
            <pc:docMk/>
            <pc:sldMk cId="3525947301" sldId="516"/>
            <ac:spMk id="77" creationId="{EFB8EB0C-78BC-4A67-9F3B-9F7987DE7E88}"/>
          </ac:spMkLst>
        </pc:spChg>
        <pc:spChg chg="add del">
          <ac:chgData name="Cristian Chilipirea" userId="34ab170da5908fc4" providerId="LiveId" clId="{51E1D80A-4A29-4E2A-B293-4232621C1517}" dt="2019-10-06T18:09:07.189" v="268"/>
          <ac:spMkLst>
            <pc:docMk/>
            <pc:sldMk cId="3525947301" sldId="516"/>
            <ac:spMk id="78" creationId="{1EBAD14B-AF4B-4B2B-A2F0-729A4B5A9656}"/>
          </ac:spMkLst>
        </pc:spChg>
        <pc:spChg chg="add del">
          <ac:chgData name="Cristian Chilipirea" userId="34ab170da5908fc4" providerId="LiveId" clId="{51E1D80A-4A29-4E2A-B293-4232621C1517}" dt="2019-10-06T18:09:07.189" v="268"/>
          <ac:spMkLst>
            <pc:docMk/>
            <pc:sldMk cId="3525947301" sldId="516"/>
            <ac:spMk id="79" creationId="{28CE7862-5867-4BC6-852D-719D45CF3ACF}"/>
          </ac:spMkLst>
        </pc:spChg>
        <pc:spChg chg="add del">
          <ac:chgData name="Cristian Chilipirea" userId="34ab170da5908fc4" providerId="LiveId" clId="{51E1D80A-4A29-4E2A-B293-4232621C1517}" dt="2019-10-06T18:09:07.189" v="268"/>
          <ac:spMkLst>
            <pc:docMk/>
            <pc:sldMk cId="3525947301" sldId="516"/>
            <ac:spMk id="80" creationId="{0AB615EF-217D-4508-A6DE-9E7E5B8D23F7}"/>
          </ac:spMkLst>
        </pc:spChg>
        <pc:spChg chg="add del">
          <ac:chgData name="Cristian Chilipirea" userId="34ab170da5908fc4" providerId="LiveId" clId="{51E1D80A-4A29-4E2A-B293-4232621C1517}" dt="2019-10-06T18:09:07.189" v="268"/>
          <ac:spMkLst>
            <pc:docMk/>
            <pc:sldMk cId="3525947301" sldId="516"/>
            <ac:spMk id="81" creationId="{3E6B8720-1EB5-4634-8815-AD663B6AC29A}"/>
          </ac:spMkLst>
        </pc:spChg>
        <pc:spChg chg="add del">
          <ac:chgData name="Cristian Chilipirea" userId="34ab170da5908fc4" providerId="LiveId" clId="{51E1D80A-4A29-4E2A-B293-4232621C1517}" dt="2019-10-06T18:09:07.189" v="268"/>
          <ac:spMkLst>
            <pc:docMk/>
            <pc:sldMk cId="3525947301" sldId="516"/>
            <ac:spMk id="82" creationId="{D9AC005D-6AB4-4737-827C-E71DF78A4D19}"/>
          </ac:spMkLst>
        </pc:spChg>
        <pc:spChg chg="add del">
          <ac:chgData name="Cristian Chilipirea" userId="34ab170da5908fc4" providerId="LiveId" clId="{51E1D80A-4A29-4E2A-B293-4232621C1517}" dt="2019-10-06T18:09:07.189" v="268"/>
          <ac:spMkLst>
            <pc:docMk/>
            <pc:sldMk cId="3525947301" sldId="516"/>
            <ac:spMk id="83" creationId="{93B8C0BE-86F8-497D-96D7-D8DA393A534D}"/>
          </ac:spMkLst>
        </pc:spChg>
        <pc:spChg chg="add del">
          <ac:chgData name="Cristian Chilipirea" userId="34ab170da5908fc4" providerId="LiveId" clId="{51E1D80A-4A29-4E2A-B293-4232621C1517}" dt="2019-10-06T18:09:07.189" v="268"/>
          <ac:spMkLst>
            <pc:docMk/>
            <pc:sldMk cId="3525947301" sldId="516"/>
            <ac:spMk id="84" creationId="{FE4ADDEB-A928-44BB-8202-303A3B55B9F5}"/>
          </ac:spMkLst>
        </pc:spChg>
        <pc:spChg chg="add del">
          <ac:chgData name="Cristian Chilipirea" userId="34ab170da5908fc4" providerId="LiveId" clId="{51E1D80A-4A29-4E2A-B293-4232621C1517}" dt="2019-10-06T18:09:07.189" v="268"/>
          <ac:spMkLst>
            <pc:docMk/>
            <pc:sldMk cId="3525947301" sldId="516"/>
            <ac:spMk id="85" creationId="{5E0F9BA6-A17C-4A40-B43A-78F9E51B3213}"/>
          </ac:spMkLst>
        </pc:spChg>
        <pc:spChg chg="add del">
          <ac:chgData name="Cristian Chilipirea" userId="34ab170da5908fc4" providerId="LiveId" clId="{51E1D80A-4A29-4E2A-B293-4232621C1517}" dt="2019-10-06T18:09:07.189" v="268"/>
          <ac:spMkLst>
            <pc:docMk/>
            <pc:sldMk cId="3525947301" sldId="516"/>
            <ac:spMk id="86" creationId="{95700E3C-6E19-4B4A-86C4-976BE1DF4120}"/>
          </ac:spMkLst>
        </pc:spChg>
        <pc:spChg chg="add del">
          <ac:chgData name="Cristian Chilipirea" userId="34ab170da5908fc4" providerId="LiveId" clId="{51E1D80A-4A29-4E2A-B293-4232621C1517}" dt="2019-10-06T18:09:07.189" v="268"/>
          <ac:spMkLst>
            <pc:docMk/>
            <pc:sldMk cId="3525947301" sldId="516"/>
            <ac:spMk id="87" creationId="{83E58426-C614-408A-AAD9-6857DA9B90E6}"/>
          </ac:spMkLst>
        </pc:spChg>
        <pc:spChg chg="add del">
          <ac:chgData name="Cristian Chilipirea" userId="34ab170da5908fc4" providerId="LiveId" clId="{51E1D80A-4A29-4E2A-B293-4232621C1517}" dt="2019-10-06T18:09:07.189" v="268"/>
          <ac:spMkLst>
            <pc:docMk/>
            <pc:sldMk cId="3525947301" sldId="516"/>
            <ac:spMk id="88" creationId="{2EF6F767-EF4C-436E-9D36-29846AAE5442}"/>
          </ac:spMkLst>
        </pc:spChg>
        <pc:spChg chg="add del">
          <ac:chgData name="Cristian Chilipirea" userId="34ab170da5908fc4" providerId="LiveId" clId="{51E1D80A-4A29-4E2A-B293-4232621C1517}" dt="2019-10-06T18:09:07.189" v="268"/>
          <ac:spMkLst>
            <pc:docMk/>
            <pc:sldMk cId="3525947301" sldId="516"/>
            <ac:spMk id="89" creationId="{961D7BA2-149B-41DF-AE4F-84226B31D380}"/>
          </ac:spMkLst>
        </pc:spChg>
        <pc:spChg chg="add del">
          <ac:chgData name="Cristian Chilipirea" userId="34ab170da5908fc4" providerId="LiveId" clId="{51E1D80A-4A29-4E2A-B293-4232621C1517}" dt="2019-10-06T18:09:07.189" v="268"/>
          <ac:spMkLst>
            <pc:docMk/>
            <pc:sldMk cId="3525947301" sldId="516"/>
            <ac:spMk id="90" creationId="{866BE810-73E8-47AC-B540-FEDB03E107F6}"/>
          </ac:spMkLst>
        </pc:spChg>
        <pc:spChg chg="add del">
          <ac:chgData name="Cristian Chilipirea" userId="34ab170da5908fc4" providerId="LiveId" clId="{51E1D80A-4A29-4E2A-B293-4232621C1517}" dt="2019-10-06T18:09:07.189" v="268"/>
          <ac:spMkLst>
            <pc:docMk/>
            <pc:sldMk cId="3525947301" sldId="516"/>
            <ac:spMk id="91" creationId="{FC1C9537-25E8-42D3-B24D-EF6C23F7B5D7}"/>
          </ac:spMkLst>
        </pc:spChg>
        <pc:spChg chg="add del">
          <ac:chgData name="Cristian Chilipirea" userId="34ab170da5908fc4" providerId="LiveId" clId="{51E1D80A-4A29-4E2A-B293-4232621C1517}" dt="2019-10-06T18:09:07.189" v="268"/>
          <ac:spMkLst>
            <pc:docMk/>
            <pc:sldMk cId="3525947301" sldId="516"/>
            <ac:spMk id="92" creationId="{1F6D6307-0161-4B5E-ACC8-BC5E237841D8}"/>
          </ac:spMkLst>
        </pc:spChg>
        <pc:spChg chg="add del">
          <ac:chgData name="Cristian Chilipirea" userId="34ab170da5908fc4" providerId="LiveId" clId="{51E1D80A-4A29-4E2A-B293-4232621C1517}" dt="2019-10-06T18:09:07.189" v="268"/>
          <ac:spMkLst>
            <pc:docMk/>
            <pc:sldMk cId="3525947301" sldId="516"/>
            <ac:spMk id="93" creationId="{943B8CB6-61C8-48F9-97F8-4428E31AD2DD}"/>
          </ac:spMkLst>
        </pc:spChg>
        <pc:spChg chg="add del">
          <ac:chgData name="Cristian Chilipirea" userId="34ab170da5908fc4" providerId="LiveId" clId="{51E1D80A-4A29-4E2A-B293-4232621C1517}" dt="2019-10-06T18:09:07.189" v="268"/>
          <ac:spMkLst>
            <pc:docMk/>
            <pc:sldMk cId="3525947301" sldId="516"/>
            <ac:spMk id="94" creationId="{77D5C087-A9FA-4070-A30A-68B50A2322CB}"/>
          </ac:spMkLst>
        </pc:spChg>
        <pc:spChg chg="add del">
          <ac:chgData name="Cristian Chilipirea" userId="34ab170da5908fc4" providerId="LiveId" clId="{51E1D80A-4A29-4E2A-B293-4232621C1517}" dt="2019-10-06T18:09:07.189" v="268"/>
          <ac:spMkLst>
            <pc:docMk/>
            <pc:sldMk cId="3525947301" sldId="516"/>
            <ac:spMk id="95" creationId="{EFAA5BF2-4A32-45B9-B47E-932627189D9D}"/>
          </ac:spMkLst>
        </pc:spChg>
        <pc:spChg chg="add del">
          <ac:chgData name="Cristian Chilipirea" userId="34ab170da5908fc4" providerId="LiveId" clId="{51E1D80A-4A29-4E2A-B293-4232621C1517}" dt="2019-10-06T18:09:07.189" v="268"/>
          <ac:spMkLst>
            <pc:docMk/>
            <pc:sldMk cId="3525947301" sldId="516"/>
            <ac:spMk id="96" creationId="{10DB065D-2C22-4147-BDBC-8BFF26F03CD6}"/>
          </ac:spMkLst>
        </pc:spChg>
        <pc:spChg chg="add del">
          <ac:chgData name="Cristian Chilipirea" userId="34ab170da5908fc4" providerId="LiveId" clId="{51E1D80A-4A29-4E2A-B293-4232621C1517}" dt="2019-10-06T18:09:07.189" v="268"/>
          <ac:spMkLst>
            <pc:docMk/>
            <pc:sldMk cId="3525947301" sldId="516"/>
            <ac:spMk id="97" creationId="{D6ADD4EE-F068-4E33-B802-72C5940CC916}"/>
          </ac:spMkLst>
        </pc:spChg>
        <pc:spChg chg="add del">
          <ac:chgData name="Cristian Chilipirea" userId="34ab170da5908fc4" providerId="LiveId" clId="{51E1D80A-4A29-4E2A-B293-4232621C1517}" dt="2019-10-06T18:09:07.189" v="268"/>
          <ac:spMkLst>
            <pc:docMk/>
            <pc:sldMk cId="3525947301" sldId="516"/>
            <ac:spMk id="98" creationId="{82FB27AD-452E-4FDF-BF19-D96BB9AB148D}"/>
          </ac:spMkLst>
        </pc:spChg>
        <pc:spChg chg="add del">
          <ac:chgData name="Cristian Chilipirea" userId="34ab170da5908fc4" providerId="LiveId" clId="{51E1D80A-4A29-4E2A-B293-4232621C1517}" dt="2019-10-06T18:09:07.189" v="268"/>
          <ac:spMkLst>
            <pc:docMk/>
            <pc:sldMk cId="3525947301" sldId="516"/>
            <ac:spMk id="99" creationId="{ABACE598-AC16-49F3-B126-C4B4AE8637EB}"/>
          </ac:spMkLst>
        </pc:spChg>
        <pc:spChg chg="add del">
          <ac:chgData name="Cristian Chilipirea" userId="34ab170da5908fc4" providerId="LiveId" clId="{51E1D80A-4A29-4E2A-B293-4232621C1517}" dt="2019-10-06T18:09:07.189" v="268"/>
          <ac:spMkLst>
            <pc:docMk/>
            <pc:sldMk cId="3525947301" sldId="516"/>
            <ac:spMk id="100" creationId="{720B29E4-1E57-4D85-BDEF-005800AA919B}"/>
          </ac:spMkLst>
        </pc:spChg>
        <pc:spChg chg="add del">
          <ac:chgData name="Cristian Chilipirea" userId="34ab170da5908fc4" providerId="LiveId" clId="{51E1D80A-4A29-4E2A-B293-4232621C1517}" dt="2019-10-06T18:09:07.189" v="268"/>
          <ac:spMkLst>
            <pc:docMk/>
            <pc:sldMk cId="3525947301" sldId="516"/>
            <ac:spMk id="101" creationId="{64FFC63C-EAF3-4948-8A6C-B5F1E8F58C9A}"/>
          </ac:spMkLst>
        </pc:spChg>
        <pc:spChg chg="add del">
          <ac:chgData name="Cristian Chilipirea" userId="34ab170da5908fc4" providerId="LiveId" clId="{51E1D80A-4A29-4E2A-B293-4232621C1517}" dt="2019-10-06T18:09:07.189" v="268"/>
          <ac:spMkLst>
            <pc:docMk/>
            <pc:sldMk cId="3525947301" sldId="516"/>
            <ac:spMk id="102" creationId="{A0C981B0-5BA2-484F-B9DC-02023BFAB6A3}"/>
          </ac:spMkLst>
        </pc:spChg>
        <pc:spChg chg="add del">
          <ac:chgData name="Cristian Chilipirea" userId="34ab170da5908fc4" providerId="LiveId" clId="{51E1D80A-4A29-4E2A-B293-4232621C1517}" dt="2019-10-06T18:09:07.189" v="268"/>
          <ac:spMkLst>
            <pc:docMk/>
            <pc:sldMk cId="3525947301" sldId="516"/>
            <ac:spMk id="103" creationId="{59BF895C-1885-4FF6-AF30-86D90062413B}"/>
          </ac:spMkLst>
        </pc:spChg>
        <pc:spChg chg="add del">
          <ac:chgData name="Cristian Chilipirea" userId="34ab170da5908fc4" providerId="LiveId" clId="{51E1D80A-4A29-4E2A-B293-4232621C1517}" dt="2019-10-06T18:09:07.189" v="268"/>
          <ac:spMkLst>
            <pc:docMk/>
            <pc:sldMk cId="3525947301" sldId="516"/>
            <ac:spMk id="104" creationId="{25C8366F-0FD7-41C6-BDE0-284085182556}"/>
          </ac:spMkLst>
        </pc:spChg>
        <pc:spChg chg="add del">
          <ac:chgData name="Cristian Chilipirea" userId="34ab170da5908fc4" providerId="LiveId" clId="{51E1D80A-4A29-4E2A-B293-4232621C1517}" dt="2019-10-06T18:09:07.189" v="268"/>
          <ac:spMkLst>
            <pc:docMk/>
            <pc:sldMk cId="3525947301" sldId="516"/>
            <ac:spMk id="105" creationId="{78724964-8F6E-44DE-9869-90CD04BD38DD}"/>
          </ac:spMkLst>
        </pc:spChg>
        <pc:spChg chg="add del">
          <ac:chgData name="Cristian Chilipirea" userId="34ab170da5908fc4" providerId="LiveId" clId="{51E1D80A-4A29-4E2A-B293-4232621C1517}" dt="2019-10-06T18:09:07.189" v="268"/>
          <ac:spMkLst>
            <pc:docMk/>
            <pc:sldMk cId="3525947301" sldId="516"/>
            <ac:spMk id="106" creationId="{B60B6127-A15F-4993-9A9B-7BC117ACCB05}"/>
          </ac:spMkLst>
        </pc:spChg>
        <pc:spChg chg="add del">
          <ac:chgData name="Cristian Chilipirea" userId="34ab170da5908fc4" providerId="LiveId" clId="{51E1D80A-4A29-4E2A-B293-4232621C1517}" dt="2019-10-06T18:09:07.189" v="268"/>
          <ac:spMkLst>
            <pc:docMk/>
            <pc:sldMk cId="3525947301" sldId="516"/>
            <ac:spMk id="107" creationId="{32F8982B-6C49-4E5A-9851-AB60E3AC6AF4}"/>
          </ac:spMkLst>
        </pc:spChg>
        <pc:spChg chg="add del">
          <ac:chgData name="Cristian Chilipirea" userId="34ab170da5908fc4" providerId="LiveId" clId="{51E1D80A-4A29-4E2A-B293-4232621C1517}" dt="2019-10-06T18:09:07.189" v="268"/>
          <ac:spMkLst>
            <pc:docMk/>
            <pc:sldMk cId="3525947301" sldId="516"/>
            <ac:spMk id="108" creationId="{5C8D1857-2D3A-45F2-ACC6-4D9EA0D7504D}"/>
          </ac:spMkLst>
        </pc:spChg>
        <pc:spChg chg="add del">
          <ac:chgData name="Cristian Chilipirea" userId="34ab170da5908fc4" providerId="LiveId" clId="{51E1D80A-4A29-4E2A-B293-4232621C1517}" dt="2019-10-06T18:09:07.189" v="268"/>
          <ac:spMkLst>
            <pc:docMk/>
            <pc:sldMk cId="3525947301" sldId="516"/>
            <ac:spMk id="109" creationId="{AB31751C-7EDF-4451-8D04-6CCFC2AE2C48}"/>
          </ac:spMkLst>
        </pc:spChg>
        <pc:spChg chg="add del">
          <ac:chgData name="Cristian Chilipirea" userId="34ab170da5908fc4" providerId="LiveId" clId="{51E1D80A-4A29-4E2A-B293-4232621C1517}" dt="2019-10-06T18:09:07.189" v="268"/>
          <ac:spMkLst>
            <pc:docMk/>
            <pc:sldMk cId="3525947301" sldId="516"/>
            <ac:spMk id="110" creationId="{13D9E67E-D473-4927-B16D-5ACAFAA8DEA1}"/>
          </ac:spMkLst>
        </pc:spChg>
        <pc:spChg chg="add del">
          <ac:chgData name="Cristian Chilipirea" userId="34ab170da5908fc4" providerId="LiveId" clId="{51E1D80A-4A29-4E2A-B293-4232621C1517}" dt="2019-10-06T18:09:07.189" v="268"/>
          <ac:spMkLst>
            <pc:docMk/>
            <pc:sldMk cId="3525947301" sldId="516"/>
            <ac:spMk id="111" creationId="{8CC3911D-523F-45E8-A6BF-E4E2952C1671}"/>
          </ac:spMkLst>
        </pc:spChg>
        <pc:spChg chg="add del">
          <ac:chgData name="Cristian Chilipirea" userId="34ab170da5908fc4" providerId="LiveId" clId="{51E1D80A-4A29-4E2A-B293-4232621C1517}" dt="2019-10-06T18:09:07.189" v="268"/>
          <ac:spMkLst>
            <pc:docMk/>
            <pc:sldMk cId="3525947301" sldId="516"/>
            <ac:spMk id="112" creationId="{E98E5713-6C79-40B0-8C30-743DE475B266}"/>
          </ac:spMkLst>
        </pc:spChg>
        <pc:spChg chg="add del">
          <ac:chgData name="Cristian Chilipirea" userId="34ab170da5908fc4" providerId="LiveId" clId="{51E1D80A-4A29-4E2A-B293-4232621C1517}" dt="2019-10-06T18:09:07.189" v="268"/>
          <ac:spMkLst>
            <pc:docMk/>
            <pc:sldMk cId="3525947301" sldId="516"/>
            <ac:spMk id="113" creationId="{0E11F2B7-97EA-4238-B9D7-A70FA3AF7D22}"/>
          </ac:spMkLst>
        </pc:spChg>
        <pc:spChg chg="add del">
          <ac:chgData name="Cristian Chilipirea" userId="34ab170da5908fc4" providerId="LiveId" clId="{51E1D80A-4A29-4E2A-B293-4232621C1517}" dt="2019-10-06T18:09:07.189" v="268"/>
          <ac:spMkLst>
            <pc:docMk/>
            <pc:sldMk cId="3525947301" sldId="516"/>
            <ac:spMk id="114" creationId="{54E48675-4449-4E51-BB2E-26FC5E6DD763}"/>
          </ac:spMkLst>
        </pc:spChg>
        <pc:spChg chg="add del">
          <ac:chgData name="Cristian Chilipirea" userId="34ab170da5908fc4" providerId="LiveId" clId="{51E1D80A-4A29-4E2A-B293-4232621C1517}" dt="2019-10-06T18:09:07.189" v="268"/>
          <ac:spMkLst>
            <pc:docMk/>
            <pc:sldMk cId="3525947301" sldId="516"/>
            <ac:spMk id="115" creationId="{C6DDE6E8-EA87-414A-928B-F7FD89D71E9C}"/>
          </ac:spMkLst>
        </pc:spChg>
        <pc:spChg chg="add del">
          <ac:chgData name="Cristian Chilipirea" userId="34ab170da5908fc4" providerId="LiveId" clId="{51E1D80A-4A29-4E2A-B293-4232621C1517}" dt="2019-10-06T18:09:07.189" v="268"/>
          <ac:spMkLst>
            <pc:docMk/>
            <pc:sldMk cId="3525947301" sldId="516"/>
            <ac:spMk id="116" creationId="{D177A783-609A-4FFF-B5F6-9D9BCED04C61}"/>
          </ac:spMkLst>
        </pc:spChg>
        <pc:spChg chg="add del">
          <ac:chgData name="Cristian Chilipirea" userId="34ab170da5908fc4" providerId="LiveId" clId="{51E1D80A-4A29-4E2A-B293-4232621C1517}" dt="2019-10-06T18:09:07.189" v="268"/>
          <ac:spMkLst>
            <pc:docMk/>
            <pc:sldMk cId="3525947301" sldId="516"/>
            <ac:spMk id="117" creationId="{7EA910D5-9509-4DB1-A728-BAFF49C37C09}"/>
          </ac:spMkLst>
        </pc:spChg>
        <pc:spChg chg="add del">
          <ac:chgData name="Cristian Chilipirea" userId="34ab170da5908fc4" providerId="LiveId" clId="{51E1D80A-4A29-4E2A-B293-4232621C1517}" dt="2019-10-06T18:09:07.189" v="268"/>
          <ac:spMkLst>
            <pc:docMk/>
            <pc:sldMk cId="3525947301" sldId="516"/>
            <ac:spMk id="118" creationId="{98E52453-9570-4D88-A1F8-3A94507C9B4F}"/>
          </ac:spMkLst>
        </pc:spChg>
        <pc:spChg chg="add del">
          <ac:chgData name="Cristian Chilipirea" userId="34ab170da5908fc4" providerId="LiveId" clId="{51E1D80A-4A29-4E2A-B293-4232621C1517}" dt="2019-10-06T18:09:07.189" v="268"/>
          <ac:spMkLst>
            <pc:docMk/>
            <pc:sldMk cId="3525947301" sldId="516"/>
            <ac:spMk id="119" creationId="{A16AE2A3-CC0D-41A7-924E-9B598552FF41}"/>
          </ac:spMkLst>
        </pc:spChg>
        <pc:spChg chg="add del">
          <ac:chgData name="Cristian Chilipirea" userId="34ab170da5908fc4" providerId="LiveId" clId="{51E1D80A-4A29-4E2A-B293-4232621C1517}" dt="2019-10-06T18:09:07.189" v="268"/>
          <ac:spMkLst>
            <pc:docMk/>
            <pc:sldMk cId="3525947301" sldId="516"/>
            <ac:spMk id="120" creationId="{17E9E778-A417-4850-8318-61E84787EA1C}"/>
          </ac:spMkLst>
        </pc:spChg>
        <pc:spChg chg="add del">
          <ac:chgData name="Cristian Chilipirea" userId="34ab170da5908fc4" providerId="LiveId" clId="{51E1D80A-4A29-4E2A-B293-4232621C1517}" dt="2019-10-06T18:09:07.189" v="268"/>
          <ac:spMkLst>
            <pc:docMk/>
            <pc:sldMk cId="3525947301" sldId="516"/>
            <ac:spMk id="121" creationId="{873855A0-69EF-4B58-9133-DE27AEE9AF4F}"/>
          </ac:spMkLst>
        </pc:spChg>
        <pc:spChg chg="add del">
          <ac:chgData name="Cristian Chilipirea" userId="34ab170da5908fc4" providerId="LiveId" clId="{51E1D80A-4A29-4E2A-B293-4232621C1517}" dt="2019-10-06T18:09:07.189" v="268"/>
          <ac:spMkLst>
            <pc:docMk/>
            <pc:sldMk cId="3525947301" sldId="516"/>
            <ac:spMk id="122" creationId="{1C52FBCB-AA60-4EF4-A995-4B29FFB8E92E}"/>
          </ac:spMkLst>
        </pc:spChg>
        <pc:spChg chg="add del">
          <ac:chgData name="Cristian Chilipirea" userId="34ab170da5908fc4" providerId="LiveId" clId="{51E1D80A-4A29-4E2A-B293-4232621C1517}" dt="2019-10-06T18:09:07.189" v="268"/>
          <ac:spMkLst>
            <pc:docMk/>
            <pc:sldMk cId="3525947301" sldId="516"/>
            <ac:spMk id="123" creationId="{81ECCF7B-23B9-4412-8E64-7D080D4843F0}"/>
          </ac:spMkLst>
        </pc:spChg>
        <pc:spChg chg="add del">
          <ac:chgData name="Cristian Chilipirea" userId="34ab170da5908fc4" providerId="LiveId" clId="{51E1D80A-4A29-4E2A-B293-4232621C1517}" dt="2019-10-06T18:09:07.189" v="268"/>
          <ac:spMkLst>
            <pc:docMk/>
            <pc:sldMk cId="3525947301" sldId="516"/>
            <ac:spMk id="124" creationId="{8C0203B4-FE51-4C13-B395-F834B24FA480}"/>
          </ac:spMkLst>
        </pc:spChg>
        <pc:spChg chg="add del">
          <ac:chgData name="Cristian Chilipirea" userId="34ab170da5908fc4" providerId="LiveId" clId="{51E1D80A-4A29-4E2A-B293-4232621C1517}" dt="2019-10-06T18:09:07.189" v="268"/>
          <ac:spMkLst>
            <pc:docMk/>
            <pc:sldMk cId="3525947301" sldId="516"/>
            <ac:spMk id="125" creationId="{AF9448D8-3AD9-4070-B2DF-BD0BBA2201E5}"/>
          </ac:spMkLst>
        </pc:spChg>
        <pc:spChg chg="add del">
          <ac:chgData name="Cristian Chilipirea" userId="34ab170da5908fc4" providerId="LiveId" clId="{51E1D80A-4A29-4E2A-B293-4232621C1517}" dt="2019-10-06T18:09:07.189" v="268"/>
          <ac:spMkLst>
            <pc:docMk/>
            <pc:sldMk cId="3525947301" sldId="516"/>
            <ac:spMk id="126" creationId="{1D47D114-923C-4786-8889-BFE5C702C8E0}"/>
          </ac:spMkLst>
        </pc:spChg>
        <pc:spChg chg="add del">
          <ac:chgData name="Cristian Chilipirea" userId="34ab170da5908fc4" providerId="LiveId" clId="{51E1D80A-4A29-4E2A-B293-4232621C1517}" dt="2019-10-06T18:09:07.189" v="268"/>
          <ac:spMkLst>
            <pc:docMk/>
            <pc:sldMk cId="3525947301" sldId="516"/>
            <ac:spMk id="127" creationId="{4E55EF62-649C-4711-9727-B7CA5B9529CE}"/>
          </ac:spMkLst>
        </pc:spChg>
        <pc:spChg chg="add del">
          <ac:chgData name="Cristian Chilipirea" userId="34ab170da5908fc4" providerId="LiveId" clId="{51E1D80A-4A29-4E2A-B293-4232621C1517}" dt="2019-10-06T18:09:07.189" v="268"/>
          <ac:spMkLst>
            <pc:docMk/>
            <pc:sldMk cId="3525947301" sldId="516"/>
            <ac:spMk id="128" creationId="{8E7C89BD-527D-4BBD-8B6E-633F0CB3226A}"/>
          </ac:spMkLst>
        </pc:spChg>
        <pc:spChg chg="add del">
          <ac:chgData name="Cristian Chilipirea" userId="34ab170da5908fc4" providerId="LiveId" clId="{51E1D80A-4A29-4E2A-B293-4232621C1517}" dt="2019-10-06T18:09:07.189" v="268"/>
          <ac:spMkLst>
            <pc:docMk/>
            <pc:sldMk cId="3525947301" sldId="516"/>
            <ac:spMk id="129" creationId="{B0461DAA-B3F0-48AC-A832-7CF3D5F9CAB7}"/>
          </ac:spMkLst>
        </pc:spChg>
        <pc:spChg chg="add del">
          <ac:chgData name="Cristian Chilipirea" userId="34ab170da5908fc4" providerId="LiveId" clId="{51E1D80A-4A29-4E2A-B293-4232621C1517}" dt="2019-10-06T18:09:07.189" v="268"/>
          <ac:spMkLst>
            <pc:docMk/>
            <pc:sldMk cId="3525947301" sldId="516"/>
            <ac:spMk id="130" creationId="{45829A2A-10D2-4D68-8072-7E4CA74BA73F}"/>
          </ac:spMkLst>
        </pc:spChg>
        <pc:spChg chg="add del">
          <ac:chgData name="Cristian Chilipirea" userId="34ab170da5908fc4" providerId="LiveId" clId="{51E1D80A-4A29-4E2A-B293-4232621C1517}" dt="2019-10-06T18:09:07.189" v="268"/>
          <ac:spMkLst>
            <pc:docMk/>
            <pc:sldMk cId="3525947301" sldId="516"/>
            <ac:spMk id="131" creationId="{2483B2C8-2AF0-4A2F-8B1D-EA2BB6A02FA5}"/>
          </ac:spMkLst>
        </pc:spChg>
        <pc:spChg chg="add del">
          <ac:chgData name="Cristian Chilipirea" userId="34ab170da5908fc4" providerId="LiveId" clId="{51E1D80A-4A29-4E2A-B293-4232621C1517}" dt="2019-10-06T18:09:07.189" v="268"/>
          <ac:spMkLst>
            <pc:docMk/>
            <pc:sldMk cId="3525947301" sldId="516"/>
            <ac:spMk id="132" creationId="{1A327CC3-251E-4740-A19D-9051DD4C0FC6}"/>
          </ac:spMkLst>
        </pc:spChg>
        <pc:spChg chg="add del">
          <ac:chgData name="Cristian Chilipirea" userId="34ab170da5908fc4" providerId="LiveId" clId="{51E1D80A-4A29-4E2A-B293-4232621C1517}" dt="2019-10-06T18:09:07.189" v="268"/>
          <ac:spMkLst>
            <pc:docMk/>
            <pc:sldMk cId="3525947301" sldId="516"/>
            <ac:spMk id="133" creationId="{7B80C8E5-D5D4-4C0D-AB65-104370594260}"/>
          </ac:spMkLst>
        </pc:spChg>
        <pc:spChg chg="add del">
          <ac:chgData name="Cristian Chilipirea" userId="34ab170da5908fc4" providerId="LiveId" clId="{51E1D80A-4A29-4E2A-B293-4232621C1517}" dt="2019-10-06T18:09:07.189" v="268"/>
          <ac:spMkLst>
            <pc:docMk/>
            <pc:sldMk cId="3525947301" sldId="516"/>
            <ac:spMk id="134" creationId="{DB61C84A-B497-4276-BB1E-392F59C3A59E}"/>
          </ac:spMkLst>
        </pc:spChg>
        <pc:spChg chg="add del">
          <ac:chgData name="Cristian Chilipirea" userId="34ab170da5908fc4" providerId="LiveId" clId="{51E1D80A-4A29-4E2A-B293-4232621C1517}" dt="2019-10-06T18:09:07.189" v="268"/>
          <ac:spMkLst>
            <pc:docMk/>
            <pc:sldMk cId="3525947301" sldId="516"/>
            <ac:spMk id="135" creationId="{45778B5E-00D1-4C36-BC79-486FDAF48121}"/>
          </ac:spMkLst>
        </pc:spChg>
        <pc:spChg chg="add del">
          <ac:chgData name="Cristian Chilipirea" userId="34ab170da5908fc4" providerId="LiveId" clId="{51E1D80A-4A29-4E2A-B293-4232621C1517}" dt="2019-10-06T18:09:07.189" v="268"/>
          <ac:spMkLst>
            <pc:docMk/>
            <pc:sldMk cId="3525947301" sldId="516"/>
            <ac:spMk id="136" creationId="{621C3011-1436-4A35-A1FD-3E62B42CD25E}"/>
          </ac:spMkLst>
        </pc:spChg>
        <pc:spChg chg="add del">
          <ac:chgData name="Cristian Chilipirea" userId="34ab170da5908fc4" providerId="LiveId" clId="{51E1D80A-4A29-4E2A-B293-4232621C1517}" dt="2019-10-06T18:09:07.189" v="268"/>
          <ac:spMkLst>
            <pc:docMk/>
            <pc:sldMk cId="3525947301" sldId="516"/>
            <ac:spMk id="137" creationId="{3FAD86C1-663F-40EC-BB9F-F3DAEC7C69D6}"/>
          </ac:spMkLst>
        </pc:spChg>
        <pc:spChg chg="add del">
          <ac:chgData name="Cristian Chilipirea" userId="34ab170da5908fc4" providerId="LiveId" clId="{51E1D80A-4A29-4E2A-B293-4232621C1517}" dt="2019-10-06T18:09:07.189" v="268"/>
          <ac:spMkLst>
            <pc:docMk/>
            <pc:sldMk cId="3525947301" sldId="516"/>
            <ac:spMk id="138" creationId="{85282E73-8F89-42C4-991D-F9A7E1729653}"/>
          </ac:spMkLst>
        </pc:spChg>
        <pc:spChg chg="add del">
          <ac:chgData name="Cristian Chilipirea" userId="34ab170da5908fc4" providerId="LiveId" clId="{51E1D80A-4A29-4E2A-B293-4232621C1517}" dt="2019-10-06T18:09:07.189" v="268"/>
          <ac:spMkLst>
            <pc:docMk/>
            <pc:sldMk cId="3525947301" sldId="516"/>
            <ac:spMk id="139" creationId="{F2962331-DA28-4005-A232-925B3931EF4E}"/>
          </ac:spMkLst>
        </pc:spChg>
        <pc:spChg chg="add del">
          <ac:chgData name="Cristian Chilipirea" userId="34ab170da5908fc4" providerId="LiveId" clId="{51E1D80A-4A29-4E2A-B293-4232621C1517}" dt="2019-10-06T18:09:07.189" v="268"/>
          <ac:spMkLst>
            <pc:docMk/>
            <pc:sldMk cId="3525947301" sldId="516"/>
            <ac:spMk id="140" creationId="{FBDB3DD9-B3C1-4077-B32D-E6BA68FA6B8B}"/>
          </ac:spMkLst>
        </pc:spChg>
        <pc:spChg chg="add del">
          <ac:chgData name="Cristian Chilipirea" userId="34ab170da5908fc4" providerId="LiveId" clId="{51E1D80A-4A29-4E2A-B293-4232621C1517}" dt="2019-10-06T18:09:07.189" v="268"/>
          <ac:spMkLst>
            <pc:docMk/>
            <pc:sldMk cId="3525947301" sldId="516"/>
            <ac:spMk id="141" creationId="{9F55D5AA-284B-4AF6-9919-43070B998415}"/>
          </ac:spMkLst>
        </pc:spChg>
        <pc:spChg chg="add del">
          <ac:chgData name="Cristian Chilipirea" userId="34ab170da5908fc4" providerId="LiveId" clId="{51E1D80A-4A29-4E2A-B293-4232621C1517}" dt="2019-10-06T18:09:07.189" v="268"/>
          <ac:spMkLst>
            <pc:docMk/>
            <pc:sldMk cId="3525947301" sldId="516"/>
            <ac:spMk id="142" creationId="{4B144694-D3F8-4A32-973E-1631476CEBA6}"/>
          </ac:spMkLst>
        </pc:spChg>
        <pc:spChg chg="add del">
          <ac:chgData name="Cristian Chilipirea" userId="34ab170da5908fc4" providerId="LiveId" clId="{51E1D80A-4A29-4E2A-B293-4232621C1517}" dt="2019-10-06T18:09:07.189" v="268"/>
          <ac:spMkLst>
            <pc:docMk/>
            <pc:sldMk cId="3525947301" sldId="516"/>
            <ac:spMk id="143" creationId="{458A36B6-E535-49F9-8BF6-438E36B7A408}"/>
          </ac:spMkLst>
        </pc:spChg>
        <pc:spChg chg="add del">
          <ac:chgData name="Cristian Chilipirea" userId="34ab170da5908fc4" providerId="LiveId" clId="{51E1D80A-4A29-4E2A-B293-4232621C1517}" dt="2019-10-06T18:09:07.189" v="268"/>
          <ac:spMkLst>
            <pc:docMk/>
            <pc:sldMk cId="3525947301" sldId="516"/>
            <ac:spMk id="144" creationId="{F9405AFD-262D-492D-B21F-4B71AE202C32}"/>
          </ac:spMkLst>
        </pc:spChg>
        <pc:spChg chg="add del">
          <ac:chgData name="Cristian Chilipirea" userId="34ab170da5908fc4" providerId="LiveId" clId="{51E1D80A-4A29-4E2A-B293-4232621C1517}" dt="2019-10-06T18:09:07.189" v="268"/>
          <ac:spMkLst>
            <pc:docMk/>
            <pc:sldMk cId="3525947301" sldId="516"/>
            <ac:spMk id="145" creationId="{184896E7-7000-4C6C-BBA6-2102C5E5A74D}"/>
          </ac:spMkLst>
        </pc:spChg>
        <pc:spChg chg="add del">
          <ac:chgData name="Cristian Chilipirea" userId="34ab170da5908fc4" providerId="LiveId" clId="{51E1D80A-4A29-4E2A-B293-4232621C1517}" dt="2019-10-06T18:09:07.189" v="268"/>
          <ac:spMkLst>
            <pc:docMk/>
            <pc:sldMk cId="3525947301" sldId="516"/>
            <ac:spMk id="146" creationId="{7E652A70-539C-4121-AE0B-8F9F2DFA4390}"/>
          </ac:spMkLst>
        </pc:spChg>
        <pc:spChg chg="add del">
          <ac:chgData name="Cristian Chilipirea" userId="34ab170da5908fc4" providerId="LiveId" clId="{51E1D80A-4A29-4E2A-B293-4232621C1517}" dt="2019-10-06T18:09:07.189" v="268"/>
          <ac:spMkLst>
            <pc:docMk/>
            <pc:sldMk cId="3525947301" sldId="516"/>
            <ac:spMk id="147" creationId="{698DBA92-A5E0-41D5-8BD6-A1900C913DEC}"/>
          </ac:spMkLst>
        </pc:spChg>
        <pc:spChg chg="add del">
          <ac:chgData name="Cristian Chilipirea" userId="34ab170da5908fc4" providerId="LiveId" clId="{51E1D80A-4A29-4E2A-B293-4232621C1517}" dt="2019-10-06T18:09:07.189" v="268"/>
          <ac:spMkLst>
            <pc:docMk/>
            <pc:sldMk cId="3525947301" sldId="516"/>
            <ac:spMk id="148" creationId="{70B0D057-B7D8-49B5-930E-28DB51BC2F7C}"/>
          </ac:spMkLst>
        </pc:spChg>
        <pc:spChg chg="add del">
          <ac:chgData name="Cristian Chilipirea" userId="34ab170da5908fc4" providerId="LiveId" clId="{51E1D80A-4A29-4E2A-B293-4232621C1517}" dt="2019-10-06T18:09:07.189" v="268"/>
          <ac:spMkLst>
            <pc:docMk/>
            <pc:sldMk cId="3525947301" sldId="516"/>
            <ac:spMk id="149" creationId="{C0502EE0-A3FC-469E-9CC5-CC5E738E63C9}"/>
          </ac:spMkLst>
        </pc:spChg>
        <pc:spChg chg="add del">
          <ac:chgData name="Cristian Chilipirea" userId="34ab170da5908fc4" providerId="LiveId" clId="{51E1D80A-4A29-4E2A-B293-4232621C1517}" dt="2019-10-06T18:09:07.189" v="268"/>
          <ac:spMkLst>
            <pc:docMk/>
            <pc:sldMk cId="3525947301" sldId="516"/>
            <ac:spMk id="150" creationId="{EEC247DD-27A9-4888-8B01-B4DCF1EBCD0B}"/>
          </ac:spMkLst>
        </pc:spChg>
        <pc:spChg chg="add del">
          <ac:chgData name="Cristian Chilipirea" userId="34ab170da5908fc4" providerId="LiveId" clId="{51E1D80A-4A29-4E2A-B293-4232621C1517}" dt="2019-10-06T18:09:07.189" v="268"/>
          <ac:spMkLst>
            <pc:docMk/>
            <pc:sldMk cId="3525947301" sldId="516"/>
            <ac:spMk id="151" creationId="{4B69BAB3-9033-4948-9BE5-1281FEAFBB01}"/>
          </ac:spMkLst>
        </pc:spChg>
        <pc:spChg chg="add del">
          <ac:chgData name="Cristian Chilipirea" userId="34ab170da5908fc4" providerId="LiveId" clId="{51E1D80A-4A29-4E2A-B293-4232621C1517}" dt="2019-10-06T18:09:07.189" v="268"/>
          <ac:spMkLst>
            <pc:docMk/>
            <pc:sldMk cId="3525947301" sldId="516"/>
            <ac:spMk id="152" creationId="{67534385-4359-41E1-90CC-1547DD2DA757}"/>
          </ac:spMkLst>
        </pc:spChg>
        <pc:spChg chg="add del">
          <ac:chgData name="Cristian Chilipirea" userId="34ab170da5908fc4" providerId="LiveId" clId="{51E1D80A-4A29-4E2A-B293-4232621C1517}" dt="2019-10-06T18:09:07.189" v="268"/>
          <ac:spMkLst>
            <pc:docMk/>
            <pc:sldMk cId="3525947301" sldId="516"/>
            <ac:spMk id="153" creationId="{F12481CE-5976-41F7-8107-4728B0019C67}"/>
          </ac:spMkLst>
        </pc:spChg>
        <pc:spChg chg="add del">
          <ac:chgData name="Cristian Chilipirea" userId="34ab170da5908fc4" providerId="LiveId" clId="{51E1D80A-4A29-4E2A-B293-4232621C1517}" dt="2019-10-06T18:09:07.189" v="268"/>
          <ac:spMkLst>
            <pc:docMk/>
            <pc:sldMk cId="3525947301" sldId="516"/>
            <ac:spMk id="154" creationId="{5F1FDCEE-3BAB-41B7-8EDE-4D49A5EA8232}"/>
          </ac:spMkLst>
        </pc:spChg>
        <pc:spChg chg="add del">
          <ac:chgData name="Cristian Chilipirea" userId="34ab170da5908fc4" providerId="LiveId" clId="{51E1D80A-4A29-4E2A-B293-4232621C1517}" dt="2019-10-06T18:09:07.189" v="268"/>
          <ac:spMkLst>
            <pc:docMk/>
            <pc:sldMk cId="3525947301" sldId="516"/>
            <ac:spMk id="155" creationId="{C9CE92FF-2148-4B7F-B74D-F54EAC20DD02}"/>
          </ac:spMkLst>
        </pc:spChg>
        <pc:spChg chg="add del">
          <ac:chgData name="Cristian Chilipirea" userId="34ab170da5908fc4" providerId="LiveId" clId="{51E1D80A-4A29-4E2A-B293-4232621C1517}" dt="2019-10-06T18:09:07.189" v="268"/>
          <ac:spMkLst>
            <pc:docMk/>
            <pc:sldMk cId="3525947301" sldId="516"/>
            <ac:spMk id="156" creationId="{87316CF7-3609-43B9-B158-B4A3992223DC}"/>
          </ac:spMkLst>
        </pc:spChg>
        <pc:spChg chg="add del">
          <ac:chgData name="Cristian Chilipirea" userId="34ab170da5908fc4" providerId="LiveId" clId="{51E1D80A-4A29-4E2A-B293-4232621C1517}" dt="2019-10-06T18:09:07.189" v="268"/>
          <ac:spMkLst>
            <pc:docMk/>
            <pc:sldMk cId="3525947301" sldId="516"/>
            <ac:spMk id="157" creationId="{4C2A7B3E-5BE8-489D-905A-1E15C1CCD2B4}"/>
          </ac:spMkLst>
        </pc:spChg>
        <pc:spChg chg="add del">
          <ac:chgData name="Cristian Chilipirea" userId="34ab170da5908fc4" providerId="LiveId" clId="{51E1D80A-4A29-4E2A-B293-4232621C1517}" dt="2019-10-06T18:09:07.189" v="268"/>
          <ac:spMkLst>
            <pc:docMk/>
            <pc:sldMk cId="3525947301" sldId="516"/>
            <ac:spMk id="158" creationId="{711F4555-C236-4A58-8FFC-580874688549}"/>
          </ac:spMkLst>
        </pc:spChg>
        <pc:spChg chg="add del">
          <ac:chgData name="Cristian Chilipirea" userId="34ab170da5908fc4" providerId="LiveId" clId="{51E1D80A-4A29-4E2A-B293-4232621C1517}" dt="2019-10-06T18:09:07.189" v="268"/>
          <ac:spMkLst>
            <pc:docMk/>
            <pc:sldMk cId="3525947301" sldId="516"/>
            <ac:spMk id="159" creationId="{7816D3AC-A5C4-456C-9B73-2681EEF64BF4}"/>
          </ac:spMkLst>
        </pc:spChg>
        <pc:spChg chg="add del">
          <ac:chgData name="Cristian Chilipirea" userId="34ab170da5908fc4" providerId="LiveId" clId="{51E1D80A-4A29-4E2A-B293-4232621C1517}" dt="2019-10-06T18:09:07.189" v="268"/>
          <ac:spMkLst>
            <pc:docMk/>
            <pc:sldMk cId="3525947301" sldId="516"/>
            <ac:spMk id="160" creationId="{232CEE18-53A7-4FE1-8452-7265E46F2549}"/>
          </ac:spMkLst>
        </pc:spChg>
        <pc:spChg chg="add del">
          <ac:chgData name="Cristian Chilipirea" userId="34ab170da5908fc4" providerId="LiveId" clId="{51E1D80A-4A29-4E2A-B293-4232621C1517}" dt="2019-10-06T18:09:07.189" v="268"/>
          <ac:spMkLst>
            <pc:docMk/>
            <pc:sldMk cId="3525947301" sldId="516"/>
            <ac:spMk id="161" creationId="{24A32EEB-080C-4828-9E85-D7CDA3B02925}"/>
          </ac:spMkLst>
        </pc:spChg>
        <pc:spChg chg="add del">
          <ac:chgData name="Cristian Chilipirea" userId="34ab170da5908fc4" providerId="LiveId" clId="{51E1D80A-4A29-4E2A-B293-4232621C1517}" dt="2019-10-06T18:09:07.189" v="268"/>
          <ac:spMkLst>
            <pc:docMk/>
            <pc:sldMk cId="3525947301" sldId="516"/>
            <ac:spMk id="162" creationId="{898F5362-DE0D-4B62-8D2B-9459F6D897B2}"/>
          </ac:spMkLst>
        </pc:spChg>
        <pc:spChg chg="add del">
          <ac:chgData name="Cristian Chilipirea" userId="34ab170da5908fc4" providerId="LiveId" clId="{51E1D80A-4A29-4E2A-B293-4232621C1517}" dt="2019-10-06T18:09:07.189" v="268"/>
          <ac:spMkLst>
            <pc:docMk/>
            <pc:sldMk cId="3525947301" sldId="516"/>
            <ac:spMk id="163" creationId="{C47F7FE5-4D07-4940-9316-3A3EA9DD9111}"/>
          </ac:spMkLst>
        </pc:spChg>
        <pc:spChg chg="add del">
          <ac:chgData name="Cristian Chilipirea" userId="34ab170da5908fc4" providerId="LiveId" clId="{51E1D80A-4A29-4E2A-B293-4232621C1517}" dt="2019-10-06T18:09:07.189" v="268"/>
          <ac:spMkLst>
            <pc:docMk/>
            <pc:sldMk cId="3525947301" sldId="516"/>
            <ac:spMk id="164" creationId="{454CC8D2-4347-4E51-8CBF-3ED6C9821674}"/>
          </ac:spMkLst>
        </pc:spChg>
        <pc:spChg chg="add del">
          <ac:chgData name="Cristian Chilipirea" userId="34ab170da5908fc4" providerId="LiveId" clId="{51E1D80A-4A29-4E2A-B293-4232621C1517}" dt="2019-10-06T18:09:07.189" v="268"/>
          <ac:spMkLst>
            <pc:docMk/>
            <pc:sldMk cId="3525947301" sldId="516"/>
            <ac:spMk id="165" creationId="{090CE0F3-5270-4173-84DB-41D97E52D2AF}"/>
          </ac:spMkLst>
        </pc:spChg>
        <pc:spChg chg="add del">
          <ac:chgData name="Cristian Chilipirea" userId="34ab170da5908fc4" providerId="LiveId" clId="{51E1D80A-4A29-4E2A-B293-4232621C1517}" dt="2019-10-06T18:09:07.189" v="268"/>
          <ac:spMkLst>
            <pc:docMk/>
            <pc:sldMk cId="3525947301" sldId="516"/>
            <ac:spMk id="166" creationId="{B22ACCB6-3981-43DF-BB6D-DD93F48D92E5}"/>
          </ac:spMkLst>
        </pc:spChg>
        <pc:spChg chg="add del">
          <ac:chgData name="Cristian Chilipirea" userId="34ab170da5908fc4" providerId="LiveId" clId="{51E1D80A-4A29-4E2A-B293-4232621C1517}" dt="2019-10-06T18:09:07.189" v="268"/>
          <ac:spMkLst>
            <pc:docMk/>
            <pc:sldMk cId="3525947301" sldId="516"/>
            <ac:spMk id="167" creationId="{A09D1A9C-9C80-437C-8DB0-181460DF61C2}"/>
          </ac:spMkLst>
        </pc:spChg>
        <pc:spChg chg="add del">
          <ac:chgData name="Cristian Chilipirea" userId="34ab170da5908fc4" providerId="LiveId" clId="{51E1D80A-4A29-4E2A-B293-4232621C1517}" dt="2019-10-06T18:09:07.189" v="268"/>
          <ac:spMkLst>
            <pc:docMk/>
            <pc:sldMk cId="3525947301" sldId="516"/>
            <ac:spMk id="168" creationId="{BBA3DC2A-E309-4663-8D89-A4D4A2D6E508}"/>
          </ac:spMkLst>
        </pc:spChg>
        <pc:spChg chg="add del">
          <ac:chgData name="Cristian Chilipirea" userId="34ab170da5908fc4" providerId="LiveId" clId="{51E1D80A-4A29-4E2A-B293-4232621C1517}" dt="2019-10-06T18:09:07.189" v="268"/>
          <ac:spMkLst>
            <pc:docMk/>
            <pc:sldMk cId="3525947301" sldId="516"/>
            <ac:spMk id="169" creationId="{E4028849-81F6-44F9-93CF-3FB95CEAE4A0}"/>
          </ac:spMkLst>
        </pc:spChg>
        <pc:spChg chg="add del">
          <ac:chgData name="Cristian Chilipirea" userId="34ab170da5908fc4" providerId="LiveId" clId="{51E1D80A-4A29-4E2A-B293-4232621C1517}" dt="2019-10-06T18:09:07.189" v="268"/>
          <ac:spMkLst>
            <pc:docMk/>
            <pc:sldMk cId="3525947301" sldId="516"/>
            <ac:spMk id="170" creationId="{C22FBD1F-73B6-44A0-A960-9716CA3DCEA8}"/>
          </ac:spMkLst>
        </pc:spChg>
        <pc:spChg chg="add del">
          <ac:chgData name="Cristian Chilipirea" userId="34ab170da5908fc4" providerId="LiveId" clId="{51E1D80A-4A29-4E2A-B293-4232621C1517}" dt="2019-10-06T18:09:07.189" v="268"/>
          <ac:spMkLst>
            <pc:docMk/>
            <pc:sldMk cId="3525947301" sldId="516"/>
            <ac:spMk id="171" creationId="{BAEC08BA-D848-47D0-9994-F6933FD3B3AC}"/>
          </ac:spMkLst>
        </pc:spChg>
        <pc:spChg chg="add del">
          <ac:chgData name="Cristian Chilipirea" userId="34ab170da5908fc4" providerId="LiveId" clId="{51E1D80A-4A29-4E2A-B293-4232621C1517}" dt="2019-10-06T18:09:07.189" v="268"/>
          <ac:spMkLst>
            <pc:docMk/>
            <pc:sldMk cId="3525947301" sldId="516"/>
            <ac:spMk id="172" creationId="{B6F50CDD-9392-4290-94C9-C81F86F3C24F}"/>
          </ac:spMkLst>
        </pc:spChg>
        <pc:spChg chg="add del">
          <ac:chgData name="Cristian Chilipirea" userId="34ab170da5908fc4" providerId="LiveId" clId="{51E1D80A-4A29-4E2A-B293-4232621C1517}" dt="2019-10-06T18:09:07.189" v="268"/>
          <ac:spMkLst>
            <pc:docMk/>
            <pc:sldMk cId="3525947301" sldId="516"/>
            <ac:spMk id="173" creationId="{603EF574-1DD6-48D6-B33F-C75108D08043}"/>
          </ac:spMkLst>
        </pc:spChg>
        <pc:spChg chg="add del">
          <ac:chgData name="Cristian Chilipirea" userId="34ab170da5908fc4" providerId="LiveId" clId="{51E1D80A-4A29-4E2A-B293-4232621C1517}" dt="2019-10-06T18:09:07.189" v="268"/>
          <ac:spMkLst>
            <pc:docMk/>
            <pc:sldMk cId="3525947301" sldId="516"/>
            <ac:spMk id="174" creationId="{7CCF4671-FB19-4766-845B-4F0A3A7CD986}"/>
          </ac:spMkLst>
        </pc:spChg>
        <pc:spChg chg="add del">
          <ac:chgData name="Cristian Chilipirea" userId="34ab170da5908fc4" providerId="LiveId" clId="{51E1D80A-4A29-4E2A-B293-4232621C1517}" dt="2019-10-06T18:09:07.189" v="268"/>
          <ac:spMkLst>
            <pc:docMk/>
            <pc:sldMk cId="3525947301" sldId="516"/>
            <ac:spMk id="175" creationId="{862BBD6F-2DAE-42ED-BC71-82ACA16DF568}"/>
          </ac:spMkLst>
        </pc:spChg>
        <pc:spChg chg="add del">
          <ac:chgData name="Cristian Chilipirea" userId="34ab170da5908fc4" providerId="LiveId" clId="{51E1D80A-4A29-4E2A-B293-4232621C1517}" dt="2019-10-06T18:09:07.189" v="268"/>
          <ac:spMkLst>
            <pc:docMk/>
            <pc:sldMk cId="3525947301" sldId="516"/>
            <ac:spMk id="176" creationId="{3F081821-827A-414E-97B5-EEA73012FD47}"/>
          </ac:spMkLst>
        </pc:spChg>
        <pc:spChg chg="add del">
          <ac:chgData name="Cristian Chilipirea" userId="34ab170da5908fc4" providerId="LiveId" clId="{51E1D80A-4A29-4E2A-B293-4232621C1517}" dt="2019-10-06T18:09:07.189" v="268"/>
          <ac:spMkLst>
            <pc:docMk/>
            <pc:sldMk cId="3525947301" sldId="516"/>
            <ac:spMk id="177" creationId="{2C7653D8-11D2-46F2-BD04-3151CC55B103}"/>
          </ac:spMkLst>
        </pc:spChg>
        <pc:spChg chg="add del">
          <ac:chgData name="Cristian Chilipirea" userId="34ab170da5908fc4" providerId="LiveId" clId="{51E1D80A-4A29-4E2A-B293-4232621C1517}" dt="2019-10-06T18:09:07.189" v="268"/>
          <ac:spMkLst>
            <pc:docMk/>
            <pc:sldMk cId="3525947301" sldId="516"/>
            <ac:spMk id="178" creationId="{8F6E4D88-4672-4C9D-A655-E6A3487AA58B}"/>
          </ac:spMkLst>
        </pc:spChg>
        <pc:spChg chg="add del">
          <ac:chgData name="Cristian Chilipirea" userId="34ab170da5908fc4" providerId="LiveId" clId="{51E1D80A-4A29-4E2A-B293-4232621C1517}" dt="2019-10-06T18:09:07.189" v="268"/>
          <ac:spMkLst>
            <pc:docMk/>
            <pc:sldMk cId="3525947301" sldId="516"/>
            <ac:spMk id="179" creationId="{628886E6-83A4-4F45-88A4-A7A8EDAB91DC}"/>
          </ac:spMkLst>
        </pc:spChg>
        <pc:spChg chg="add del">
          <ac:chgData name="Cristian Chilipirea" userId="34ab170da5908fc4" providerId="LiveId" clId="{51E1D80A-4A29-4E2A-B293-4232621C1517}" dt="2019-10-06T18:09:07.189" v="268"/>
          <ac:spMkLst>
            <pc:docMk/>
            <pc:sldMk cId="3525947301" sldId="516"/>
            <ac:spMk id="180" creationId="{FBDE10EC-7F27-4DB1-8FB2-00D2B1AF6919}"/>
          </ac:spMkLst>
        </pc:spChg>
        <pc:spChg chg="add del">
          <ac:chgData name="Cristian Chilipirea" userId="34ab170da5908fc4" providerId="LiveId" clId="{51E1D80A-4A29-4E2A-B293-4232621C1517}" dt="2019-10-06T18:09:07.189" v="268"/>
          <ac:spMkLst>
            <pc:docMk/>
            <pc:sldMk cId="3525947301" sldId="516"/>
            <ac:spMk id="181" creationId="{6001140F-252F-4CC2-8642-ED4F40E2F50F}"/>
          </ac:spMkLst>
        </pc:spChg>
        <pc:spChg chg="add del">
          <ac:chgData name="Cristian Chilipirea" userId="34ab170da5908fc4" providerId="LiveId" clId="{51E1D80A-4A29-4E2A-B293-4232621C1517}" dt="2019-10-06T18:09:07.189" v="268"/>
          <ac:spMkLst>
            <pc:docMk/>
            <pc:sldMk cId="3525947301" sldId="516"/>
            <ac:spMk id="182" creationId="{C28F83D0-47E0-4A44-9771-4CFF5A63E696}"/>
          </ac:spMkLst>
        </pc:spChg>
        <pc:spChg chg="add del">
          <ac:chgData name="Cristian Chilipirea" userId="34ab170da5908fc4" providerId="LiveId" clId="{51E1D80A-4A29-4E2A-B293-4232621C1517}" dt="2019-10-06T18:09:07.189" v="268"/>
          <ac:spMkLst>
            <pc:docMk/>
            <pc:sldMk cId="3525947301" sldId="516"/>
            <ac:spMk id="183" creationId="{45029169-04BC-4667-B578-148AE6D5345C}"/>
          </ac:spMkLst>
        </pc:spChg>
        <pc:spChg chg="add del">
          <ac:chgData name="Cristian Chilipirea" userId="34ab170da5908fc4" providerId="LiveId" clId="{51E1D80A-4A29-4E2A-B293-4232621C1517}" dt="2019-10-06T18:09:07.189" v="268"/>
          <ac:spMkLst>
            <pc:docMk/>
            <pc:sldMk cId="3525947301" sldId="516"/>
            <ac:spMk id="184" creationId="{EF9C57C2-5A09-438F-9D26-D64D4743FB5F}"/>
          </ac:spMkLst>
        </pc:spChg>
        <pc:spChg chg="add del">
          <ac:chgData name="Cristian Chilipirea" userId="34ab170da5908fc4" providerId="LiveId" clId="{51E1D80A-4A29-4E2A-B293-4232621C1517}" dt="2019-10-06T18:09:07.189" v="268"/>
          <ac:spMkLst>
            <pc:docMk/>
            <pc:sldMk cId="3525947301" sldId="516"/>
            <ac:spMk id="185" creationId="{3AB1C0E5-84F0-4E96-9D6C-1EEC9AC3540F}"/>
          </ac:spMkLst>
        </pc:spChg>
        <pc:spChg chg="add del">
          <ac:chgData name="Cristian Chilipirea" userId="34ab170da5908fc4" providerId="LiveId" clId="{51E1D80A-4A29-4E2A-B293-4232621C1517}" dt="2019-10-06T18:09:07.189" v="268"/>
          <ac:spMkLst>
            <pc:docMk/>
            <pc:sldMk cId="3525947301" sldId="516"/>
            <ac:spMk id="186" creationId="{4DC7E910-7C51-46D8-AFA2-F9DD0587665B}"/>
          </ac:spMkLst>
        </pc:spChg>
        <pc:spChg chg="add del">
          <ac:chgData name="Cristian Chilipirea" userId="34ab170da5908fc4" providerId="LiveId" clId="{51E1D80A-4A29-4E2A-B293-4232621C1517}" dt="2019-10-06T18:09:07.189" v="268"/>
          <ac:spMkLst>
            <pc:docMk/>
            <pc:sldMk cId="3525947301" sldId="516"/>
            <ac:spMk id="187" creationId="{920D58C6-E672-4B36-9CE0-8793B0D071F7}"/>
          </ac:spMkLst>
        </pc:spChg>
        <pc:spChg chg="add del">
          <ac:chgData name="Cristian Chilipirea" userId="34ab170da5908fc4" providerId="LiveId" clId="{51E1D80A-4A29-4E2A-B293-4232621C1517}" dt="2019-10-06T18:09:07.189" v="268"/>
          <ac:spMkLst>
            <pc:docMk/>
            <pc:sldMk cId="3525947301" sldId="516"/>
            <ac:spMk id="188" creationId="{07CEC326-F1CB-4F4A-A244-852093FE189A}"/>
          </ac:spMkLst>
        </pc:spChg>
        <pc:spChg chg="add del">
          <ac:chgData name="Cristian Chilipirea" userId="34ab170da5908fc4" providerId="LiveId" clId="{51E1D80A-4A29-4E2A-B293-4232621C1517}" dt="2019-10-06T18:09:07.189" v="268"/>
          <ac:spMkLst>
            <pc:docMk/>
            <pc:sldMk cId="3525947301" sldId="516"/>
            <ac:spMk id="189" creationId="{3E82EEF0-894E-489A-A512-779F574F8126}"/>
          </ac:spMkLst>
        </pc:spChg>
        <pc:spChg chg="add del">
          <ac:chgData name="Cristian Chilipirea" userId="34ab170da5908fc4" providerId="LiveId" clId="{51E1D80A-4A29-4E2A-B293-4232621C1517}" dt="2019-10-06T18:09:07.189" v="268"/>
          <ac:spMkLst>
            <pc:docMk/>
            <pc:sldMk cId="3525947301" sldId="516"/>
            <ac:spMk id="190" creationId="{17A505C7-7724-4B63-99A4-1463CC003FF8}"/>
          </ac:spMkLst>
        </pc:spChg>
        <pc:spChg chg="add del">
          <ac:chgData name="Cristian Chilipirea" userId="34ab170da5908fc4" providerId="LiveId" clId="{51E1D80A-4A29-4E2A-B293-4232621C1517}" dt="2019-10-06T18:09:07.189" v="268"/>
          <ac:spMkLst>
            <pc:docMk/>
            <pc:sldMk cId="3525947301" sldId="516"/>
            <ac:spMk id="191" creationId="{3F11C3B1-910B-4EB3-8070-1DBC2B0B46B2}"/>
          </ac:spMkLst>
        </pc:spChg>
        <pc:spChg chg="add del">
          <ac:chgData name="Cristian Chilipirea" userId="34ab170da5908fc4" providerId="LiveId" clId="{51E1D80A-4A29-4E2A-B293-4232621C1517}" dt="2019-10-06T18:09:07.189" v="268"/>
          <ac:spMkLst>
            <pc:docMk/>
            <pc:sldMk cId="3525947301" sldId="516"/>
            <ac:spMk id="192" creationId="{1999D326-8F0E-4FD6-89FF-1C342AC7ACC5}"/>
          </ac:spMkLst>
        </pc:spChg>
        <pc:spChg chg="add del">
          <ac:chgData name="Cristian Chilipirea" userId="34ab170da5908fc4" providerId="LiveId" clId="{51E1D80A-4A29-4E2A-B293-4232621C1517}" dt="2019-10-06T18:09:07.189" v="268"/>
          <ac:spMkLst>
            <pc:docMk/>
            <pc:sldMk cId="3525947301" sldId="516"/>
            <ac:spMk id="193" creationId="{88DE643E-2EEE-4441-9151-48120F3D9B2F}"/>
          </ac:spMkLst>
        </pc:spChg>
        <pc:spChg chg="add del">
          <ac:chgData name="Cristian Chilipirea" userId="34ab170da5908fc4" providerId="LiveId" clId="{51E1D80A-4A29-4E2A-B293-4232621C1517}" dt="2019-10-06T18:09:07.189" v="268"/>
          <ac:spMkLst>
            <pc:docMk/>
            <pc:sldMk cId="3525947301" sldId="516"/>
            <ac:spMk id="194" creationId="{7B733A88-8F9C-4122-85A1-DA0046C7A95A}"/>
          </ac:spMkLst>
        </pc:spChg>
        <pc:spChg chg="add del">
          <ac:chgData name="Cristian Chilipirea" userId="34ab170da5908fc4" providerId="LiveId" clId="{51E1D80A-4A29-4E2A-B293-4232621C1517}" dt="2019-10-06T18:09:07.189" v="268"/>
          <ac:spMkLst>
            <pc:docMk/>
            <pc:sldMk cId="3525947301" sldId="516"/>
            <ac:spMk id="195" creationId="{831E323C-3929-410F-9B63-8A6D5435BC95}"/>
          </ac:spMkLst>
        </pc:spChg>
        <pc:spChg chg="add del">
          <ac:chgData name="Cristian Chilipirea" userId="34ab170da5908fc4" providerId="LiveId" clId="{51E1D80A-4A29-4E2A-B293-4232621C1517}" dt="2019-10-06T18:09:07.189" v="268"/>
          <ac:spMkLst>
            <pc:docMk/>
            <pc:sldMk cId="3525947301" sldId="516"/>
            <ac:spMk id="196" creationId="{8330C72B-ED08-46DA-8673-CCF89F63E062}"/>
          </ac:spMkLst>
        </pc:spChg>
        <pc:spChg chg="add del">
          <ac:chgData name="Cristian Chilipirea" userId="34ab170da5908fc4" providerId="LiveId" clId="{51E1D80A-4A29-4E2A-B293-4232621C1517}" dt="2019-10-06T18:09:07.189" v="268"/>
          <ac:spMkLst>
            <pc:docMk/>
            <pc:sldMk cId="3525947301" sldId="516"/>
            <ac:spMk id="197" creationId="{4613D1CE-ECEF-4839-AA54-06AD17FC0E08}"/>
          </ac:spMkLst>
        </pc:spChg>
        <pc:spChg chg="add del">
          <ac:chgData name="Cristian Chilipirea" userId="34ab170da5908fc4" providerId="LiveId" clId="{51E1D80A-4A29-4E2A-B293-4232621C1517}" dt="2019-10-06T18:09:07.189" v="268"/>
          <ac:spMkLst>
            <pc:docMk/>
            <pc:sldMk cId="3525947301" sldId="516"/>
            <ac:spMk id="198" creationId="{9F4750EE-A3DE-467C-8F8E-5D19B53AB0E0}"/>
          </ac:spMkLst>
        </pc:spChg>
        <pc:spChg chg="add del">
          <ac:chgData name="Cristian Chilipirea" userId="34ab170da5908fc4" providerId="LiveId" clId="{51E1D80A-4A29-4E2A-B293-4232621C1517}" dt="2019-10-06T18:09:07.189" v="268"/>
          <ac:spMkLst>
            <pc:docMk/>
            <pc:sldMk cId="3525947301" sldId="516"/>
            <ac:spMk id="199" creationId="{4463CC68-97DE-4537-98E6-C65FF11F2030}"/>
          </ac:spMkLst>
        </pc:spChg>
        <pc:spChg chg="add del">
          <ac:chgData name="Cristian Chilipirea" userId="34ab170da5908fc4" providerId="LiveId" clId="{51E1D80A-4A29-4E2A-B293-4232621C1517}" dt="2019-10-06T18:09:07.189" v="268"/>
          <ac:spMkLst>
            <pc:docMk/>
            <pc:sldMk cId="3525947301" sldId="516"/>
            <ac:spMk id="200" creationId="{C6A858AB-D5A0-4253-BF67-3E6A2FEA04DD}"/>
          </ac:spMkLst>
        </pc:spChg>
        <pc:spChg chg="add del">
          <ac:chgData name="Cristian Chilipirea" userId="34ab170da5908fc4" providerId="LiveId" clId="{51E1D80A-4A29-4E2A-B293-4232621C1517}" dt="2019-10-06T18:09:07.189" v="268"/>
          <ac:spMkLst>
            <pc:docMk/>
            <pc:sldMk cId="3525947301" sldId="516"/>
            <ac:spMk id="201" creationId="{DA6AD364-CC0A-457D-A676-636929BF4FEF}"/>
          </ac:spMkLst>
        </pc:spChg>
        <pc:spChg chg="add del">
          <ac:chgData name="Cristian Chilipirea" userId="34ab170da5908fc4" providerId="LiveId" clId="{51E1D80A-4A29-4E2A-B293-4232621C1517}" dt="2019-10-06T18:09:07.189" v="268"/>
          <ac:spMkLst>
            <pc:docMk/>
            <pc:sldMk cId="3525947301" sldId="516"/>
            <ac:spMk id="202" creationId="{D3D5BD0F-6EB2-49BA-A194-92757BA43E70}"/>
          </ac:spMkLst>
        </pc:spChg>
        <pc:spChg chg="add del">
          <ac:chgData name="Cristian Chilipirea" userId="34ab170da5908fc4" providerId="LiveId" clId="{51E1D80A-4A29-4E2A-B293-4232621C1517}" dt="2019-10-06T18:09:07.189" v="268"/>
          <ac:spMkLst>
            <pc:docMk/>
            <pc:sldMk cId="3525947301" sldId="516"/>
            <ac:spMk id="203" creationId="{79CC2A87-8D30-45AE-9AEA-1FABC111D3D1}"/>
          </ac:spMkLst>
        </pc:spChg>
        <pc:spChg chg="add del">
          <ac:chgData name="Cristian Chilipirea" userId="34ab170da5908fc4" providerId="LiveId" clId="{51E1D80A-4A29-4E2A-B293-4232621C1517}" dt="2019-10-06T18:09:07.189" v="268"/>
          <ac:spMkLst>
            <pc:docMk/>
            <pc:sldMk cId="3525947301" sldId="516"/>
            <ac:spMk id="204" creationId="{79E910F4-F930-4321-BC04-E1EEC84EAB72}"/>
          </ac:spMkLst>
        </pc:spChg>
        <pc:spChg chg="add del">
          <ac:chgData name="Cristian Chilipirea" userId="34ab170da5908fc4" providerId="LiveId" clId="{51E1D80A-4A29-4E2A-B293-4232621C1517}" dt="2019-10-06T18:09:07.189" v="268"/>
          <ac:spMkLst>
            <pc:docMk/>
            <pc:sldMk cId="3525947301" sldId="516"/>
            <ac:spMk id="205" creationId="{8DFF64B0-F439-4584-A789-70DA59AA9005}"/>
          </ac:spMkLst>
        </pc:spChg>
        <pc:spChg chg="add del">
          <ac:chgData name="Cristian Chilipirea" userId="34ab170da5908fc4" providerId="LiveId" clId="{51E1D80A-4A29-4E2A-B293-4232621C1517}" dt="2019-10-06T18:09:07.189" v="268"/>
          <ac:spMkLst>
            <pc:docMk/>
            <pc:sldMk cId="3525947301" sldId="516"/>
            <ac:spMk id="206" creationId="{DEC0BA5B-18EC-4927-95B7-BAB86A00E769}"/>
          </ac:spMkLst>
        </pc:spChg>
        <pc:spChg chg="add del">
          <ac:chgData name="Cristian Chilipirea" userId="34ab170da5908fc4" providerId="LiveId" clId="{51E1D80A-4A29-4E2A-B293-4232621C1517}" dt="2019-10-06T18:09:07.189" v="268"/>
          <ac:spMkLst>
            <pc:docMk/>
            <pc:sldMk cId="3525947301" sldId="516"/>
            <ac:spMk id="207" creationId="{9230E7E9-4183-427B-9356-12DF8330579D}"/>
          </ac:spMkLst>
        </pc:spChg>
        <pc:spChg chg="add del">
          <ac:chgData name="Cristian Chilipirea" userId="34ab170da5908fc4" providerId="LiveId" clId="{51E1D80A-4A29-4E2A-B293-4232621C1517}" dt="2019-10-06T18:09:07.189" v="268"/>
          <ac:spMkLst>
            <pc:docMk/>
            <pc:sldMk cId="3525947301" sldId="516"/>
            <ac:spMk id="208" creationId="{1A2C90FB-51FB-4C3D-8A32-29BAD87CA295}"/>
          </ac:spMkLst>
        </pc:spChg>
        <pc:spChg chg="add del">
          <ac:chgData name="Cristian Chilipirea" userId="34ab170da5908fc4" providerId="LiveId" clId="{51E1D80A-4A29-4E2A-B293-4232621C1517}" dt="2019-10-06T18:09:07.189" v="268"/>
          <ac:spMkLst>
            <pc:docMk/>
            <pc:sldMk cId="3525947301" sldId="516"/>
            <ac:spMk id="209" creationId="{6CD76310-B0F0-4E71-80AC-AEB0ACC85220}"/>
          </ac:spMkLst>
        </pc:spChg>
        <pc:spChg chg="add del">
          <ac:chgData name="Cristian Chilipirea" userId="34ab170da5908fc4" providerId="LiveId" clId="{51E1D80A-4A29-4E2A-B293-4232621C1517}" dt="2019-10-06T18:09:07.189" v="268"/>
          <ac:spMkLst>
            <pc:docMk/>
            <pc:sldMk cId="3525947301" sldId="516"/>
            <ac:spMk id="210" creationId="{73473965-351E-4329-9EFC-69E6E23060DB}"/>
          </ac:spMkLst>
        </pc:spChg>
        <pc:spChg chg="add del">
          <ac:chgData name="Cristian Chilipirea" userId="34ab170da5908fc4" providerId="LiveId" clId="{51E1D80A-4A29-4E2A-B293-4232621C1517}" dt="2019-10-06T18:09:07.189" v="268"/>
          <ac:spMkLst>
            <pc:docMk/>
            <pc:sldMk cId="3525947301" sldId="516"/>
            <ac:spMk id="211" creationId="{4F3ECC05-B96A-4DA9-A75E-705BF57C8986}"/>
          </ac:spMkLst>
        </pc:spChg>
        <pc:spChg chg="add del">
          <ac:chgData name="Cristian Chilipirea" userId="34ab170da5908fc4" providerId="LiveId" clId="{51E1D80A-4A29-4E2A-B293-4232621C1517}" dt="2019-10-06T18:09:07.189" v="268"/>
          <ac:spMkLst>
            <pc:docMk/>
            <pc:sldMk cId="3525947301" sldId="516"/>
            <ac:spMk id="212" creationId="{D0DDD6C2-4EEE-45F9-B434-79E3EE5D98FB}"/>
          </ac:spMkLst>
        </pc:spChg>
        <pc:spChg chg="add del">
          <ac:chgData name="Cristian Chilipirea" userId="34ab170da5908fc4" providerId="LiveId" clId="{51E1D80A-4A29-4E2A-B293-4232621C1517}" dt="2019-10-06T18:09:07.189" v="268"/>
          <ac:spMkLst>
            <pc:docMk/>
            <pc:sldMk cId="3525947301" sldId="516"/>
            <ac:spMk id="213" creationId="{59D391A4-5A80-4F1A-B85A-AFF06C94C3F2}"/>
          </ac:spMkLst>
        </pc:spChg>
        <pc:spChg chg="add del">
          <ac:chgData name="Cristian Chilipirea" userId="34ab170da5908fc4" providerId="LiveId" clId="{51E1D80A-4A29-4E2A-B293-4232621C1517}" dt="2019-10-06T18:09:07.189" v="268"/>
          <ac:spMkLst>
            <pc:docMk/>
            <pc:sldMk cId="3525947301" sldId="516"/>
            <ac:spMk id="214" creationId="{7B1EF564-488C-4E1C-8E76-1DA9C44EBACC}"/>
          </ac:spMkLst>
        </pc:spChg>
        <pc:spChg chg="add del">
          <ac:chgData name="Cristian Chilipirea" userId="34ab170da5908fc4" providerId="LiveId" clId="{51E1D80A-4A29-4E2A-B293-4232621C1517}" dt="2019-10-06T18:09:07.189" v="268"/>
          <ac:spMkLst>
            <pc:docMk/>
            <pc:sldMk cId="3525947301" sldId="516"/>
            <ac:spMk id="215" creationId="{CB996DA9-3DA9-4EC0-A2EA-069D6358EF9E}"/>
          </ac:spMkLst>
        </pc:spChg>
        <pc:spChg chg="add del">
          <ac:chgData name="Cristian Chilipirea" userId="34ab170da5908fc4" providerId="LiveId" clId="{51E1D80A-4A29-4E2A-B293-4232621C1517}" dt="2019-10-06T18:09:07.189" v="268"/>
          <ac:spMkLst>
            <pc:docMk/>
            <pc:sldMk cId="3525947301" sldId="516"/>
            <ac:spMk id="216" creationId="{87731CD6-245E-4A1F-A382-4648552B023F}"/>
          </ac:spMkLst>
        </pc:spChg>
        <pc:spChg chg="add del">
          <ac:chgData name="Cristian Chilipirea" userId="34ab170da5908fc4" providerId="LiveId" clId="{51E1D80A-4A29-4E2A-B293-4232621C1517}" dt="2019-10-06T18:09:07.189" v="268"/>
          <ac:spMkLst>
            <pc:docMk/>
            <pc:sldMk cId="3525947301" sldId="516"/>
            <ac:spMk id="217" creationId="{443B7559-D259-4B39-9BF0-60B480EB2C28}"/>
          </ac:spMkLst>
        </pc:spChg>
        <pc:spChg chg="add del">
          <ac:chgData name="Cristian Chilipirea" userId="34ab170da5908fc4" providerId="LiveId" clId="{51E1D80A-4A29-4E2A-B293-4232621C1517}" dt="2019-10-06T18:09:07.189" v="268"/>
          <ac:spMkLst>
            <pc:docMk/>
            <pc:sldMk cId="3525947301" sldId="516"/>
            <ac:spMk id="218" creationId="{9567EB7B-A563-4D0B-AAE1-BB058ABD88A0}"/>
          </ac:spMkLst>
        </pc:spChg>
        <pc:spChg chg="add del">
          <ac:chgData name="Cristian Chilipirea" userId="34ab170da5908fc4" providerId="LiveId" clId="{51E1D80A-4A29-4E2A-B293-4232621C1517}" dt="2019-10-06T18:09:07.189" v="268"/>
          <ac:spMkLst>
            <pc:docMk/>
            <pc:sldMk cId="3525947301" sldId="516"/>
            <ac:spMk id="219" creationId="{107A4304-47BD-48D0-B4AB-995BC3C5A860}"/>
          </ac:spMkLst>
        </pc:spChg>
        <pc:spChg chg="add del">
          <ac:chgData name="Cristian Chilipirea" userId="34ab170da5908fc4" providerId="LiveId" clId="{51E1D80A-4A29-4E2A-B293-4232621C1517}" dt="2019-10-06T18:09:07.189" v="268"/>
          <ac:spMkLst>
            <pc:docMk/>
            <pc:sldMk cId="3525947301" sldId="516"/>
            <ac:spMk id="220" creationId="{A0FDB02B-BDBC-44EA-BBE8-976AA1AE0673}"/>
          </ac:spMkLst>
        </pc:spChg>
        <pc:spChg chg="add del">
          <ac:chgData name="Cristian Chilipirea" userId="34ab170da5908fc4" providerId="LiveId" clId="{51E1D80A-4A29-4E2A-B293-4232621C1517}" dt="2019-10-06T18:09:07.189" v="268"/>
          <ac:spMkLst>
            <pc:docMk/>
            <pc:sldMk cId="3525947301" sldId="516"/>
            <ac:spMk id="221" creationId="{594B9448-28C6-4415-BA25-47AC53E5D78E}"/>
          </ac:spMkLst>
        </pc:spChg>
        <pc:spChg chg="add del">
          <ac:chgData name="Cristian Chilipirea" userId="34ab170da5908fc4" providerId="LiveId" clId="{51E1D80A-4A29-4E2A-B293-4232621C1517}" dt="2019-10-06T18:09:07.189" v="268"/>
          <ac:spMkLst>
            <pc:docMk/>
            <pc:sldMk cId="3525947301" sldId="516"/>
            <ac:spMk id="222" creationId="{DDBA99F9-CED5-434D-939E-D02B75C7A556}"/>
          </ac:spMkLst>
        </pc:spChg>
        <pc:spChg chg="add del">
          <ac:chgData name="Cristian Chilipirea" userId="34ab170da5908fc4" providerId="LiveId" clId="{51E1D80A-4A29-4E2A-B293-4232621C1517}" dt="2019-10-06T18:09:07.189" v="268"/>
          <ac:spMkLst>
            <pc:docMk/>
            <pc:sldMk cId="3525947301" sldId="516"/>
            <ac:spMk id="223" creationId="{E7F67EE9-AF1A-49EA-8BF6-CB2F1A9315A4}"/>
          </ac:spMkLst>
        </pc:spChg>
        <pc:spChg chg="add del">
          <ac:chgData name="Cristian Chilipirea" userId="34ab170da5908fc4" providerId="LiveId" clId="{51E1D80A-4A29-4E2A-B293-4232621C1517}" dt="2019-10-06T18:09:07.189" v="268"/>
          <ac:spMkLst>
            <pc:docMk/>
            <pc:sldMk cId="3525947301" sldId="516"/>
            <ac:spMk id="224" creationId="{F6400533-EE3A-41A5-A831-54C591436041}"/>
          </ac:spMkLst>
        </pc:spChg>
        <pc:spChg chg="add del">
          <ac:chgData name="Cristian Chilipirea" userId="34ab170da5908fc4" providerId="LiveId" clId="{51E1D80A-4A29-4E2A-B293-4232621C1517}" dt="2019-10-06T18:09:07.189" v="268"/>
          <ac:spMkLst>
            <pc:docMk/>
            <pc:sldMk cId="3525947301" sldId="516"/>
            <ac:spMk id="225" creationId="{A05C6BD3-19A9-4FE6-B41B-4041852FE7AE}"/>
          </ac:spMkLst>
        </pc:spChg>
        <pc:spChg chg="add del">
          <ac:chgData name="Cristian Chilipirea" userId="34ab170da5908fc4" providerId="LiveId" clId="{51E1D80A-4A29-4E2A-B293-4232621C1517}" dt="2019-10-06T18:09:07.189" v="268"/>
          <ac:spMkLst>
            <pc:docMk/>
            <pc:sldMk cId="3525947301" sldId="516"/>
            <ac:spMk id="226" creationId="{5ADA1507-54FB-4858-B34A-8823AAACCA0B}"/>
          </ac:spMkLst>
        </pc:spChg>
        <pc:spChg chg="add del">
          <ac:chgData name="Cristian Chilipirea" userId="34ab170da5908fc4" providerId="LiveId" clId="{51E1D80A-4A29-4E2A-B293-4232621C1517}" dt="2019-10-06T18:09:07.189" v="268"/>
          <ac:spMkLst>
            <pc:docMk/>
            <pc:sldMk cId="3525947301" sldId="516"/>
            <ac:spMk id="227" creationId="{1071154D-DE08-40A2-8E2C-EA54393FF9DB}"/>
          </ac:spMkLst>
        </pc:spChg>
        <pc:spChg chg="add del">
          <ac:chgData name="Cristian Chilipirea" userId="34ab170da5908fc4" providerId="LiveId" clId="{51E1D80A-4A29-4E2A-B293-4232621C1517}" dt="2019-10-06T18:09:07.189" v="268"/>
          <ac:spMkLst>
            <pc:docMk/>
            <pc:sldMk cId="3525947301" sldId="516"/>
            <ac:spMk id="228" creationId="{75383E84-A893-488B-944C-F7E442CB4F8F}"/>
          </ac:spMkLst>
        </pc:spChg>
        <pc:spChg chg="add del">
          <ac:chgData name="Cristian Chilipirea" userId="34ab170da5908fc4" providerId="LiveId" clId="{51E1D80A-4A29-4E2A-B293-4232621C1517}" dt="2019-10-06T18:09:07.189" v="268"/>
          <ac:spMkLst>
            <pc:docMk/>
            <pc:sldMk cId="3525947301" sldId="516"/>
            <ac:spMk id="229" creationId="{F1D89715-1CCC-4CA1-B8E3-A1E342799F44}"/>
          </ac:spMkLst>
        </pc:spChg>
        <pc:spChg chg="add del">
          <ac:chgData name="Cristian Chilipirea" userId="34ab170da5908fc4" providerId="LiveId" clId="{51E1D80A-4A29-4E2A-B293-4232621C1517}" dt="2019-10-06T18:09:07.189" v="268"/>
          <ac:spMkLst>
            <pc:docMk/>
            <pc:sldMk cId="3525947301" sldId="516"/>
            <ac:spMk id="230" creationId="{80C453BF-B0E7-4A73-BCCC-D7F1121FCE1A}"/>
          </ac:spMkLst>
        </pc:spChg>
        <pc:spChg chg="add del">
          <ac:chgData name="Cristian Chilipirea" userId="34ab170da5908fc4" providerId="LiveId" clId="{51E1D80A-4A29-4E2A-B293-4232621C1517}" dt="2019-10-06T18:09:07.189" v="268"/>
          <ac:spMkLst>
            <pc:docMk/>
            <pc:sldMk cId="3525947301" sldId="516"/>
            <ac:spMk id="231" creationId="{6C3B78AD-AEF0-4483-B9BE-CE303C5A1822}"/>
          </ac:spMkLst>
        </pc:spChg>
        <pc:spChg chg="add del">
          <ac:chgData name="Cristian Chilipirea" userId="34ab170da5908fc4" providerId="LiveId" clId="{51E1D80A-4A29-4E2A-B293-4232621C1517}" dt="2019-10-06T18:09:07.189" v="268"/>
          <ac:spMkLst>
            <pc:docMk/>
            <pc:sldMk cId="3525947301" sldId="516"/>
            <ac:spMk id="232" creationId="{235C5158-FAD5-4C36-B646-F40FBB2A5A48}"/>
          </ac:spMkLst>
        </pc:spChg>
        <pc:spChg chg="add del">
          <ac:chgData name="Cristian Chilipirea" userId="34ab170da5908fc4" providerId="LiveId" clId="{51E1D80A-4A29-4E2A-B293-4232621C1517}" dt="2019-10-06T18:09:07.189" v="268"/>
          <ac:spMkLst>
            <pc:docMk/>
            <pc:sldMk cId="3525947301" sldId="516"/>
            <ac:spMk id="233" creationId="{85F84444-350E-4F64-9544-905B7A0623CF}"/>
          </ac:spMkLst>
        </pc:spChg>
        <pc:spChg chg="add del">
          <ac:chgData name="Cristian Chilipirea" userId="34ab170da5908fc4" providerId="LiveId" clId="{51E1D80A-4A29-4E2A-B293-4232621C1517}" dt="2019-10-06T18:09:07.189" v="268"/>
          <ac:spMkLst>
            <pc:docMk/>
            <pc:sldMk cId="3525947301" sldId="516"/>
            <ac:spMk id="234" creationId="{217188DB-1589-41B6-845C-A5B578949DF8}"/>
          </ac:spMkLst>
        </pc:spChg>
        <pc:spChg chg="add del">
          <ac:chgData name="Cristian Chilipirea" userId="34ab170da5908fc4" providerId="LiveId" clId="{51E1D80A-4A29-4E2A-B293-4232621C1517}" dt="2019-10-06T18:09:07.189" v="268"/>
          <ac:spMkLst>
            <pc:docMk/>
            <pc:sldMk cId="3525947301" sldId="516"/>
            <ac:spMk id="235" creationId="{501B9ABF-EF46-422C-8967-C0C1AB81BFC0}"/>
          </ac:spMkLst>
        </pc:spChg>
        <pc:spChg chg="add del">
          <ac:chgData name="Cristian Chilipirea" userId="34ab170da5908fc4" providerId="LiveId" clId="{51E1D80A-4A29-4E2A-B293-4232621C1517}" dt="2019-10-06T18:09:07.189" v="268"/>
          <ac:spMkLst>
            <pc:docMk/>
            <pc:sldMk cId="3525947301" sldId="516"/>
            <ac:spMk id="236" creationId="{C9A39D04-34ED-4094-A7C2-3AD141DEE5DD}"/>
          </ac:spMkLst>
        </pc:spChg>
        <pc:spChg chg="add del">
          <ac:chgData name="Cristian Chilipirea" userId="34ab170da5908fc4" providerId="LiveId" clId="{51E1D80A-4A29-4E2A-B293-4232621C1517}" dt="2019-10-06T18:09:07.189" v="268"/>
          <ac:spMkLst>
            <pc:docMk/>
            <pc:sldMk cId="3525947301" sldId="516"/>
            <ac:spMk id="237" creationId="{BBBF9217-5B90-4909-9025-9141BC489C32}"/>
          </ac:spMkLst>
        </pc:spChg>
        <pc:spChg chg="add del">
          <ac:chgData name="Cristian Chilipirea" userId="34ab170da5908fc4" providerId="LiveId" clId="{51E1D80A-4A29-4E2A-B293-4232621C1517}" dt="2019-10-06T18:09:07.189" v="268"/>
          <ac:spMkLst>
            <pc:docMk/>
            <pc:sldMk cId="3525947301" sldId="516"/>
            <ac:spMk id="238" creationId="{E0C6C855-2189-4FED-AADB-CAC180C00F53}"/>
          </ac:spMkLst>
        </pc:spChg>
        <pc:spChg chg="add del">
          <ac:chgData name="Cristian Chilipirea" userId="34ab170da5908fc4" providerId="LiveId" clId="{51E1D80A-4A29-4E2A-B293-4232621C1517}" dt="2019-10-06T18:09:07.189" v="268"/>
          <ac:spMkLst>
            <pc:docMk/>
            <pc:sldMk cId="3525947301" sldId="516"/>
            <ac:spMk id="239" creationId="{064C3C11-99A3-413D-886C-2AB43596E2D3}"/>
          </ac:spMkLst>
        </pc:spChg>
        <pc:spChg chg="add del">
          <ac:chgData name="Cristian Chilipirea" userId="34ab170da5908fc4" providerId="LiveId" clId="{51E1D80A-4A29-4E2A-B293-4232621C1517}" dt="2019-10-06T18:09:07.189" v="268"/>
          <ac:spMkLst>
            <pc:docMk/>
            <pc:sldMk cId="3525947301" sldId="516"/>
            <ac:spMk id="240" creationId="{CBAD9CFF-A991-4BE5-B327-D752DB445FAF}"/>
          </ac:spMkLst>
        </pc:spChg>
        <pc:spChg chg="add del">
          <ac:chgData name="Cristian Chilipirea" userId="34ab170da5908fc4" providerId="LiveId" clId="{51E1D80A-4A29-4E2A-B293-4232621C1517}" dt="2019-10-06T18:09:07.189" v="268"/>
          <ac:spMkLst>
            <pc:docMk/>
            <pc:sldMk cId="3525947301" sldId="516"/>
            <ac:spMk id="241" creationId="{A69817C5-1817-45EE-BEA6-2152FFC5B6CB}"/>
          </ac:spMkLst>
        </pc:spChg>
        <pc:spChg chg="add del">
          <ac:chgData name="Cristian Chilipirea" userId="34ab170da5908fc4" providerId="LiveId" clId="{51E1D80A-4A29-4E2A-B293-4232621C1517}" dt="2019-10-06T18:09:07.189" v="268"/>
          <ac:spMkLst>
            <pc:docMk/>
            <pc:sldMk cId="3525947301" sldId="516"/>
            <ac:spMk id="242" creationId="{F33B8298-D0E8-4429-AF2A-A5551E4BC970}"/>
          </ac:spMkLst>
        </pc:spChg>
        <pc:spChg chg="add del">
          <ac:chgData name="Cristian Chilipirea" userId="34ab170da5908fc4" providerId="LiveId" clId="{51E1D80A-4A29-4E2A-B293-4232621C1517}" dt="2019-10-06T18:09:07.189" v="268"/>
          <ac:spMkLst>
            <pc:docMk/>
            <pc:sldMk cId="3525947301" sldId="516"/>
            <ac:spMk id="243" creationId="{FADF9D40-F684-4DDB-A48F-54439DD21A56}"/>
          </ac:spMkLst>
        </pc:spChg>
        <pc:spChg chg="add del">
          <ac:chgData name="Cristian Chilipirea" userId="34ab170da5908fc4" providerId="LiveId" clId="{51E1D80A-4A29-4E2A-B293-4232621C1517}" dt="2019-10-06T18:09:07.189" v="268"/>
          <ac:spMkLst>
            <pc:docMk/>
            <pc:sldMk cId="3525947301" sldId="516"/>
            <ac:spMk id="244" creationId="{A4537FF7-BCAE-446F-BD8E-699FB16AA51E}"/>
          </ac:spMkLst>
        </pc:spChg>
        <pc:spChg chg="add del">
          <ac:chgData name="Cristian Chilipirea" userId="34ab170da5908fc4" providerId="LiveId" clId="{51E1D80A-4A29-4E2A-B293-4232621C1517}" dt="2019-10-06T18:09:07.189" v="268"/>
          <ac:spMkLst>
            <pc:docMk/>
            <pc:sldMk cId="3525947301" sldId="516"/>
            <ac:spMk id="245" creationId="{2F73FA0E-8068-4487-8544-AC265F86BA2D}"/>
          </ac:spMkLst>
        </pc:spChg>
        <pc:spChg chg="add del">
          <ac:chgData name="Cristian Chilipirea" userId="34ab170da5908fc4" providerId="LiveId" clId="{51E1D80A-4A29-4E2A-B293-4232621C1517}" dt="2019-10-06T18:09:07.189" v="268"/>
          <ac:spMkLst>
            <pc:docMk/>
            <pc:sldMk cId="3525947301" sldId="516"/>
            <ac:spMk id="246" creationId="{8E3710D6-7933-4183-85F9-51FEAD1CD94F}"/>
          </ac:spMkLst>
        </pc:spChg>
        <pc:spChg chg="add del">
          <ac:chgData name="Cristian Chilipirea" userId="34ab170da5908fc4" providerId="LiveId" clId="{51E1D80A-4A29-4E2A-B293-4232621C1517}" dt="2019-10-06T18:09:07.189" v="268"/>
          <ac:spMkLst>
            <pc:docMk/>
            <pc:sldMk cId="3525947301" sldId="516"/>
            <ac:spMk id="247" creationId="{0C767098-E44D-4EE8-998A-0D32AE1A8D02}"/>
          </ac:spMkLst>
        </pc:spChg>
        <pc:spChg chg="add del">
          <ac:chgData name="Cristian Chilipirea" userId="34ab170da5908fc4" providerId="LiveId" clId="{51E1D80A-4A29-4E2A-B293-4232621C1517}" dt="2019-10-06T18:09:07.189" v="268"/>
          <ac:spMkLst>
            <pc:docMk/>
            <pc:sldMk cId="3525947301" sldId="516"/>
            <ac:spMk id="248" creationId="{D7E45FF7-DE4A-4D9B-BB68-90B503EFF39B}"/>
          </ac:spMkLst>
        </pc:spChg>
        <pc:spChg chg="add del">
          <ac:chgData name="Cristian Chilipirea" userId="34ab170da5908fc4" providerId="LiveId" clId="{51E1D80A-4A29-4E2A-B293-4232621C1517}" dt="2019-10-06T18:09:07.189" v="268"/>
          <ac:spMkLst>
            <pc:docMk/>
            <pc:sldMk cId="3525947301" sldId="516"/>
            <ac:spMk id="249" creationId="{2D8D03E9-AB0B-4997-AF69-F3B816111CB3}"/>
          </ac:spMkLst>
        </pc:spChg>
        <pc:spChg chg="add del">
          <ac:chgData name="Cristian Chilipirea" userId="34ab170da5908fc4" providerId="LiveId" clId="{51E1D80A-4A29-4E2A-B293-4232621C1517}" dt="2019-10-06T18:09:07.189" v="268"/>
          <ac:spMkLst>
            <pc:docMk/>
            <pc:sldMk cId="3525947301" sldId="516"/>
            <ac:spMk id="250" creationId="{338EC33D-018F-4AEC-94FB-DFF799975A2E}"/>
          </ac:spMkLst>
        </pc:spChg>
        <pc:spChg chg="add del">
          <ac:chgData name="Cristian Chilipirea" userId="34ab170da5908fc4" providerId="LiveId" clId="{51E1D80A-4A29-4E2A-B293-4232621C1517}" dt="2019-10-06T18:09:07.189" v="268"/>
          <ac:spMkLst>
            <pc:docMk/>
            <pc:sldMk cId="3525947301" sldId="516"/>
            <ac:spMk id="251" creationId="{8E85E32D-CE41-489A-8DAC-3E699B00F2FF}"/>
          </ac:spMkLst>
        </pc:spChg>
        <pc:spChg chg="add del">
          <ac:chgData name="Cristian Chilipirea" userId="34ab170da5908fc4" providerId="LiveId" clId="{51E1D80A-4A29-4E2A-B293-4232621C1517}" dt="2019-10-06T18:09:07.189" v="268"/>
          <ac:spMkLst>
            <pc:docMk/>
            <pc:sldMk cId="3525947301" sldId="516"/>
            <ac:spMk id="252" creationId="{927E7E21-A30B-4979-8E89-85A2519C1A44}"/>
          </ac:spMkLst>
        </pc:spChg>
        <pc:spChg chg="add del">
          <ac:chgData name="Cristian Chilipirea" userId="34ab170da5908fc4" providerId="LiveId" clId="{51E1D80A-4A29-4E2A-B293-4232621C1517}" dt="2019-10-06T18:09:07.189" v="268"/>
          <ac:spMkLst>
            <pc:docMk/>
            <pc:sldMk cId="3525947301" sldId="516"/>
            <ac:spMk id="253" creationId="{19531482-7D84-4366-AF6D-C05C016F8D87}"/>
          </ac:spMkLst>
        </pc:spChg>
        <pc:spChg chg="add del">
          <ac:chgData name="Cristian Chilipirea" userId="34ab170da5908fc4" providerId="LiveId" clId="{51E1D80A-4A29-4E2A-B293-4232621C1517}" dt="2019-10-06T18:09:07.189" v="268"/>
          <ac:spMkLst>
            <pc:docMk/>
            <pc:sldMk cId="3525947301" sldId="516"/>
            <ac:spMk id="254" creationId="{816CCA29-A3F4-4B6B-BD93-87C62CECEAE0}"/>
          </ac:spMkLst>
        </pc:spChg>
        <pc:spChg chg="add del">
          <ac:chgData name="Cristian Chilipirea" userId="34ab170da5908fc4" providerId="LiveId" clId="{51E1D80A-4A29-4E2A-B293-4232621C1517}" dt="2019-10-06T18:09:07.189" v="268"/>
          <ac:spMkLst>
            <pc:docMk/>
            <pc:sldMk cId="3525947301" sldId="516"/>
            <ac:spMk id="255" creationId="{8A478ACE-DE44-408B-AD2D-BAECB4A168B0}"/>
          </ac:spMkLst>
        </pc:spChg>
        <pc:spChg chg="add del">
          <ac:chgData name="Cristian Chilipirea" userId="34ab170da5908fc4" providerId="LiveId" clId="{51E1D80A-4A29-4E2A-B293-4232621C1517}" dt="2019-10-06T18:09:07.189" v="268"/>
          <ac:spMkLst>
            <pc:docMk/>
            <pc:sldMk cId="3525947301" sldId="516"/>
            <ac:spMk id="256" creationId="{B49FE86E-2298-494C-B6DB-610ECD23896E}"/>
          </ac:spMkLst>
        </pc:spChg>
        <pc:spChg chg="add del">
          <ac:chgData name="Cristian Chilipirea" userId="34ab170da5908fc4" providerId="LiveId" clId="{51E1D80A-4A29-4E2A-B293-4232621C1517}" dt="2019-10-06T18:09:07.189" v="268"/>
          <ac:spMkLst>
            <pc:docMk/>
            <pc:sldMk cId="3525947301" sldId="516"/>
            <ac:spMk id="257" creationId="{101A2438-A8F3-4BA2-AAB0-ECC36A0DC42F}"/>
          </ac:spMkLst>
        </pc:spChg>
        <pc:spChg chg="add del">
          <ac:chgData name="Cristian Chilipirea" userId="34ab170da5908fc4" providerId="LiveId" clId="{51E1D80A-4A29-4E2A-B293-4232621C1517}" dt="2019-10-06T18:09:07.189" v="268"/>
          <ac:spMkLst>
            <pc:docMk/>
            <pc:sldMk cId="3525947301" sldId="516"/>
            <ac:spMk id="258" creationId="{7B875E37-32A4-48CD-B09B-F91F35A6F003}"/>
          </ac:spMkLst>
        </pc:spChg>
        <pc:spChg chg="add del">
          <ac:chgData name="Cristian Chilipirea" userId="34ab170da5908fc4" providerId="LiveId" clId="{51E1D80A-4A29-4E2A-B293-4232621C1517}" dt="2019-10-06T18:09:07.189" v="268"/>
          <ac:spMkLst>
            <pc:docMk/>
            <pc:sldMk cId="3525947301" sldId="516"/>
            <ac:spMk id="259" creationId="{6012F3C7-1DCA-4D8C-9D5D-6BF0EB03B44F}"/>
          </ac:spMkLst>
        </pc:spChg>
        <pc:spChg chg="add del">
          <ac:chgData name="Cristian Chilipirea" userId="34ab170da5908fc4" providerId="LiveId" clId="{51E1D80A-4A29-4E2A-B293-4232621C1517}" dt="2019-10-06T18:09:07.189" v="268"/>
          <ac:spMkLst>
            <pc:docMk/>
            <pc:sldMk cId="3525947301" sldId="516"/>
            <ac:spMk id="260" creationId="{3311D094-79A2-4ABD-9100-CBB3BE7455D9}"/>
          </ac:spMkLst>
        </pc:spChg>
        <pc:spChg chg="add del">
          <ac:chgData name="Cristian Chilipirea" userId="34ab170da5908fc4" providerId="LiveId" clId="{51E1D80A-4A29-4E2A-B293-4232621C1517}" dt="2019-10-06T18:09:07.189" v="268"/>
          <ac:spMkLst>
            <pc:docMk/>
            <pc:sldMk cId="3525947301" sldId="516"/>
            <ac:spMk id="261" creationId="{C3B0CF39-A4C4-432C-ACE2-CE12D366F189}"/>
          </ac:spMkLst>
        </pc:spChg>
        <pc:spChg chg="add del">
          <ac:chgData name="Cristian Chilipirea" userId="34ab170da5908fc4" providerId="LiveId" clId="{51E1D80A-4A29-4E2A-B293-4232621C1517}" dt="2019-10-06T18:09:07.189" v="268"/>
          <ac:spMkLst>
            <pc:docMk/>
            <pc:sldMk cId="3525947301" sldId="516"/>
            <ac:spMk id="262" creationId="{F74F4336-1AAB-4D03-9695-2BB884E2E18D}"/>
          </ac:spMkLst>
        </pc:spChg>
        <pc:spChg chg="add del">
          <ac:chgData name="Cristian Chilipirea" userId="34ab170da5908fc4" providerId="LiveId" clId="{51E1D80A-4A29-4E2A-B293-4232621C1517}" dt="2019-10-06T18:09:07.189" v="268"/>
          <ac:spMkLst>
            <pc:docMk/>
            <pc:sldMk cId="3525947301" sldId="516"/>
            <ac:spMk id="263" creationId="{60F13C6B-D6E2-4742-8E76-C9919D45D3D8}"/>
          </ac:spMkLst>
        </pc:spChg>
        <pc:spChg chg="add del">
          <ac:chgData name="Cristian Chilipirea" userId="34ab170da5908fc4" providerId="LiveId" clId="{51E1D80A-4A29-4E2A-B293-4232621C1517}" dt="2019-10-06T18:09:07.189" v="268"/>
          <ac:spMkLst>
            <pc:docMk/>
            <pc:sldMk cId="3525947301" sldId="516"/>
            <ac:spMk id="264" creationId="{6D7AD568-3976-46FB-95C5-E1EFCBE63E4A}"/>
          </ac:spMkLst>
        </pc:spChg>
        <pc:spChg chg="add del">
          <ac:chgData name="Cristian Chilipirea" userId="34ab170da5908fc4" providerId="LiveId" clId="{51E1D80A-4A29-4E2A-B293-4232621C1517}" dt="2019-10-06T18:09:07.189" v="268"/>
          <ac:spMkLst>
            <pc:docMk/>
            <pc:sldMk cId="3525947301" sldId="516"/>
            <ac:spMk id="265" creationId="{2A9DB968-7AB1-4D52-AC6D-17EDAFDBE721}"/>
          </ac:spMkLst>
        </pc:spChg>
        <pc:spChg chg="add del">
          <ac:chgData name="Cristian Chilipirea" userId="34ab170da5908fc4" providerId="LiveId" clId="{51E1D80A-4A29-4E2A-B293-4232621C1517}" dt="2019-10-06T18:09:07.189" v="268"/>
          <ac:spMkLst>
            <pc:docMk/>
            <pc:sldMk cId="3525947301" sldId="516"/>
            <ac:spMk id="266" creationId="{7CE655D3-B098-4B7B-BB93-3ECB63FFC854}"/>
          </ac:spMkLst>
        </pc:spChg>
        <pc:spChg chg="add del">
          <ac:chgData name="Cristian Chilipirea" userId="34ab170da5908fc4" providerId="LiveId" clId="{51E1D80A-4A29-4E2A-B293-4232621C1517}" dt="2019-10-06T18:09:07.189" v="268"/>
          <ac:spMkLst>
            <pc:docMk/>
            <pc:sldMk cId="3525947301" sldId="516"/>
            <ac:spMk id="267" creationId="{21AB9914-76F7-4F8E-B23F-51F015E714A6}"/>
          </ac:spMkLst>
        </pc:spChg>
        <pc:spChg chg="add del">
          <ac:chgData name="Cristian Chilipirea" userId="34ab170da5908fc4" providerId="LiveId" clId="{51E1D80A-4A29-4E2A-B293-4232621C1517}" dt="2019-10-06T18:09:07.189" v="268"/>
          <ac:spMkLst>
            <pc:docMk/>
            <pc:sldMk cId="3525947301" sldId="516"/>
            <ac:spMk id="284" creationId="{C255FD57-0E2C-4979-9587-4F8AA3A6240E}"/>
          </ac:spMkLst>
        </pc:spChg>
        <pc:spChg chg="add del">
          <ac:chgData name="Cristian Chilipirea" userId="34ab170da5908fc4" providerId="LiveId" clId="{51E1D80A-4A29-4E2A-B293-4232621C1517}" dt="2019-10-06T18:09:07.189" v="268"/>
          <ac:spMkLst>
            <pc:docMk/>
            <pc:sldMk cId="3525947301" sldId="516"/>
            <ac:spMk id="285" creationId="{3FC03159-66AD-4E60-AE4B-DBA5C57321AE}"/>
          </ac:spMkLst>
        </pc:spChg>
        <pc:spChg chg="add mod">
          <ac:chgData name="Cristian Chilipirea" userId="34ab170da5908fc4" providerId="LiveId" clId="{51E1D80A-4A29-4E2A-B293-4232621C1517}" dt="2019-10-06T18:09:14.083" v="271" actId="1076"/>
          <ac:spMkLst>
            <pc:docMk/>
            <pc:sldMk cId="3525947301" sldId="516"/>
            <ac:spMk id="293" creationId="{D3ABCD70-B52B-4438-B773-6C30B8ED37CE}"/>
          </ac:spMkLst>
        </pc:spChg>
        <pc:spChg chg="add mod">
          <ac:chgData name="Cristian Chilipirea" userId="34ab170da5908fc4" providerId="LiveId" clId="{51E1D80A-4A29-4E2A-B293-4232621C1517}" dt="2019-10-06T18:09:14.083" v="271" actId="1076"/>
          <ac:spMkLst>
            <pc:docMk/>
            <pc:sldMk cId="3525947301" sldId="516"/>
            <ac:spMk id="294" creationId="{C9562B8C-1758-481A-B980-95C5F1BA3E48}"/>
          </ac:spMkLst>
        </pc:spChg>
        <pc:spChg chg="add mod">
          <ac:chgData name="Cristian Chilipirea" userId="34ab170da5908fc4" providerId="LiveId" clId="{51E1D80A-4A29-4E2A-B293-4232621C1517}" dt="2019-10-06T18:09:14.083" v="271" actId="1076"/>
          <ac:spMkLst>
            <pc:docMk/>
            <pc:sldMk cId="3525947301" sldId="516"/>
            <ac:spMk id="295" creationId="{531B7E1D-5FE3-4E8B-AA1E-182DFB121284}"/>
          </ac:spMkLst>
        </pc:spChg>
        <pc:spChg chg="add mod">
          <ac:chgData name="Cristian Chilipirea" userId="34ab170da5908fc4" providerId="LiveId" clId="{51E1D80A-4A29-4E2A-B293-4232621C1517}" dt="2019-10-06T18:09:14.083" v="271" actId="1076"/>
          <ac:spMkLst>
            <pc:docMk/>
            <pc:sldMk cId="3525947301" sldId="516"/>
            <ac:spMk id="296" creationId="{BD2479D2-7A53-4D08-9AE5-EFD5C8CB14F5}"/>
          </ac:spMkLst>
        </pc:spChg>
        <pc:spChg chg="add mod">
          <ac:chgData name="Cristian Chilipirea" userId="34ab170da5908fc4" providerId="LiveId" clId="{51E1D80A-4A29-4E2A-B293-4232621C1517}" dt="2019-10-06T18:09:14.083" v="271" actId="1076"/>
          <ac:spMkLst>
            <pc:docMk/>
            <pc:sldMk cId="3525947301" sldId="516"/>
            <ac:spMk id="297" creationId="{50B494AC-C8B1-403D-B19E-40A9BD21EA95}"/>
          </ac:spMkLst>
        </pc:spChg>
        <pc:spChg chg="add mod">
          <ac:chgData name="Cristian Chilipirea" userId="34ab170da5908fc4" providerId="LiveId" clId="{51E1D80A-4A29-4E2A-B293-4232621C1517}" dt="2019-10-06T18:09:14.083" v="271" actId="1076"/>
          <ac:spMkLst>
            <pc:docMk/>
            <pc:sldMk cId="3525947301" sldId="516"/>
            <ac:spMk id="298" creationId="{766027D2-ACC3-4F69-9AB0-3626CBAC373F}"/>
          </ac:spMkLst>
        </pc:spChg>
        <pc:spChg chg="add mod">
          <ac:chgData name="Cristian Chilipirea" userId="34ab170da5908fc4" providerId="LiveId" clId="{51E1D80A-4A29-4E2A-B293-4232621C1517}" dt="2019-10-06T18:09:14.083" v="271" actId="1076"/>
          <ac:spMkLst>
            <pc:docMk/>
            <pc:sldMk cId="3525947301" sldId="516"/>
            <ac:spMk id="299" creationId="{FD243E9F-380C-46F6-BA6E-43516CF6D65B}"/>
          </ac:spMkLst>
        </pc:spChg>
        <pc:spChg chg="add mod">
          <ac:chgData name="Cristian Chilipirea" userId="34ab170da5908fc4" providerId="LiveId" clId="{51E1D80A-4A29-4E2A-B293-4232621C1517}" dt="2019-10-06T18:09:14.083" v="271" actId="1076"/>
          <ac:spMkLst>
            <pc:docMk/>
            <pc:sldMk cId="3525947301" sldId="516"/>
            <ac:spMk id="300" creationId="{BAE50188-DE5C-4765-9DD1-BA40DE4A6A6A}"/>
          </ac:spMkLst>
        </pc:spChg>
        <pc:spChg chg="add mod">
          <ac:chgData name="Cristian Chilipirea" userId="34ab170da5908fc4" providerId="LiveId" clId="{51E1D80A-4A29-4E2A-B293-4232621C1517}" dt="2019-10-06T18:09:14.083" v="271" actId="1076"/>
          <ac:spMkLst>
            <pc:docMk/>
            <pc:sldMk cId="3525947301" sldId="516"/>
            <ac:spMk id="301" creationId="{4A2700F3-D804-489F-8890-BC610FE0644B}"/>
          </ac:spMkLst>
        </pc:spChg>
        <pc:spChg chg="add mod">
          <ac:chgData name="Cristian Chilipirea" userId="34ab170da5908fc4" providerId="LiveId" clId="{51E1D80A-4A29-4E2A-B293-4232621C1517}" dt="2019-10-06T18:09:14.083" v="271" actId="1076"/>
          <ac:spMkLst>
            <pc:docMk/>
            <pc:sldMk cId="3525947301" sldId="516"/>
            <ac:spMk id="302" creationId="{986F1E9D-CF78-4B06-9E38-C0943C52327A}"/>
          </ac:spMkLst>
        </pc:spChg>
        <pc:spChg chg="add mod">
          <ac:chgData name="Cristian Chilipirea" userId="34ab170da5908fc4" providerId="LiveId" clId="{51E1D80A-4A29-4E2A-B293-4232621C1517}" dt="2019-10-06T18:09:14.083" v="271" actId="1076"/>
          <ac:spMkLst>
            <pc:docMk/>
            <pc:sldMk cId="3525947301" sldId="516"/>
            <ac:spMk id="303" creationId="{0CADB311-D8B2-42A7-853C-1CDF7E561E9E}"/>
          </ac:spMkLst>
        </pc:spChg>
        <pc:spChg chg="add mod">
          <ac:chgData name="Cristian Chilipirea" userId="34ab170da5908fc4" providerId="LiveId" clId="{51E1D80A-4A29-4E2A-B293-4232621C1517}" dt="2019-10-06T18:09:14.083" v="271" actId="1076"/>
          <ac:spMkLst>
            <pc:docMk/>
            <pc:sldMk cId="3525947301" sldId="516"/>
            <ac:spMk id="304" creationId="{ABE2C825-8E78-405A-AC34-7DDBFBF81B71}"/>
          </ac:spMkLst>
        </pc:spChg>
        <pc:spChg chg="add mod">
          <ac:chgData name="Cristian Chilipirea" userId="34ab170da5908fc4" providerId="LiveId" clId="{51E1D80A-4A29-4E2A-B293-4232621C1517}" dt="2019-10-06T18:09:14.083" v="271" actId="1076"/>
          <ac:spMkLst>
            <pc:docMk/>
            <pc:sldMk cId="3525947301" sldId="516"/>
            <ac:spMk id="305" creationId="{30E976E7-CA71-4159-9C36-22D6225A9649}"/>
          </ac:spMkLst>
        </pc:spChg>
        <pc:spChg chg="add mod">
          <ac:chgData name="Cristian Chilipirea" userId="34ab170da5908fc4" providerId="LiveId" clId="{51E1D80A-4A29-4E2A-B293-4232621C1517}" dt="2019-10-06T18:09:14.083" v="271" actId="1076"/>
          <ac:spMkLst>
            <pc:docMk/>
            <pc:sldMk cId="3525947301" sldId="516"/>
            <ac:spMk id="306" creationId="{1497C852-4818-4613-95FE-10D999946259}"/>
          </ac:spMkLst>
        </pc:spChg>
        <pc:spChg chg="add mod">
          <ac:chgData name="Cristian Chilipirea" userId="34ab170da5908fc4" providerId="LiveId" clId="{51E1D80A-4A29-4E2A-B293-4232621C1517}" dt="2019-10-06T18:09:14.083" v="271" actId="1076"/>
          <ac:spMkLst>
            <pc:docMk/>
            <pc:sldMk cId="3525947301" sldId="516"/>
            <ac:spMk id="307" creationId="{D8D49D3C-6279-42DB-95FA-F722721A5E10}"/>
          </ac:spMkLst>
        </pc:spChg>
        <pc:spChg chg="add mod">
          <ac:chgData name="Cristian Chilipirea" userId="34ab170da5908fc4" providerId="LiveId" clId="{51E1D80A-4A29-4E2A-B293-4232621C1517}" dt="2019-10-06T18:09:14.083" v="271" actId="1076"/>
          <ac:spMkLst>
            <pc:docMk/>
            <pc:sldMk cId="3525947301" sldId="516"/>
            <ac:spMk id="308" creationId="{16E799F7-07B5-4CA3-975F-C7BE75F504BD}"/>
          </ac:spMkLst>
        </pc:spChg>
        <pc:spChg chg="add mod">
          <ac:chgData name="Cristian Chilipirea" userId="34ab170da5908fc4" providerId="LiveId" clId="{51E1D80A-4A29-4E2A-B293-4232621C1517}" dt="2019-10-06T18:09:14.083" v="271" actId="1076"/>
          <ac:spMkLst>
            <pc:docMk/>
            <pc:sldMk cId="3525947301" sldId="516"/>
            <ac:spMk id="309" creationId="{91E0EACE-5AA6-4BF3-BC65-247A387274BD}"/>
          </ac:spMkLst>
        </pc:spChg>
        <pc:spChg chg="add mod">
          <ac:chgData name="Cristian Chilipirea" userId="34ab170da5908fc4" providerId="LiveId" clId="{51E1D80A-4A29-4E2A-B293-4232621C1517}" dt="2019-10-06T18:09:14.083" v="271" actId="1076"/>
          <ac:spMkLst>
            <pc:docMk/>
            <pc:sldMk cId="3525947301" sldId="516"/>
            <ac:spMk id="310" creationId="{BF279A61-2B66-4C43-957B-816879678524}"/>
          </ac:spMkLst>
        </pc:spChg>
        <pc:spChg chg="add mod">
          <ac:chgData name="Cristian Chilipirea" userId="34ab170da5908fc4" providerId="LiveId" clId="{51E1D80A-4A29-4E2A-B293-4232621C1517}" dt="2019-10-06T18:09:14.083" v="271" actId="1076"/>
          <ac:spMkLst>
            <pc:docMk/>
            <pc:sldMk cId="3525947301" sldId="516"/>
            <ac:spMk id="311" creationId="{769F18BC-FE97-43E5-9C95-93F3FEB4AB3B}"/>
          </ac:spMkLst>
        </pc:spChg>
        <pc:spChg chg="add mod">
          <ac:chgData name="Cristian Chilipirea" userId="34ab170da5908fc4" providerId="LiveId" clId="{51E1D80A-4A29-4E2A-B293-4232621C1517}" dt="2019-10-06T18:09:14.083" v="271" actId="1076"/>
          <ac:spMkLst>
            <pc:docMk/>
            <pc:sldMk cId="3525947301" sldId="516"/>
            <ac:spMk id="312" creationId="{A02AC055-D6CA-4556-9BB9-BA97035617E4}"/>
          </ac:spMkLst>
        </pc:spChg>
        <pc:spChg chg="add mod">
          <ac:chgData name="Cristian Chilipirea" userId="34ab170da5908fc4" providerId="LiveId" clId="{51E1D80A-4A29-4E2A-B293-4232621C1517}" dt="2019-10-06T18:09:14.083" v="271" actId="1076"/>
          <ac:spMkLst>
            <pc:docMk/>
            <pc:sldMk cId="3525947301" sldId="516"/>
            <ac:spMk id="313" creationId="{F1049ED6-BD98-429C-9B1B-1CB74A607A10}"/>
          </ac:spMkLst>
        </pc:spChg>
        <pc:spChg chg="add mod">
          <ac:chgData name="Cristian Chilipirea" userId="34ab170da5908fc4" providerId="LiveId" clId="{51E1D80A-4A29-4E2A-B293-4232621C1517}" dt="2019-10-06T18:09:14.083" v="271" actId="1076"/>
          <ac:spMkLst>
            <pc:docMk/>
            <pc:sldMk cId="3525947301" sldId="516"/>
            <ac:spMk id="314" creationId="{EA29B457-E526-4FA4-8C11-2256669D47BC}"/>
          </ac:spMkLst>
        </pc:spChg>
        <pc:spChg chg="add mod">
          <ac:chgData name="Cristian Chilipirea" userId="34ab170da5908fc4" providerId="LiveId" clId="{51E1D80A-4A29-4E2A-B293-4232621C1517}" dt="2019-10-06T18:09:14.083" v="271" actId="1076"/>
          <ac:spMkLst>
            <pc:docMk/>
            <pc:sldMk cId="3525947301" sldId="516"/>
            <ac:spMk id="315" creationId="{48538280-9EED-45C8-A661-54320B43CE6F}"/>
          </ac:spMkLst>
        </pc:spChg>
        <pc:spChg chg="add mod">
          <ac:chgData name="Cristian Chilipirea" userId="34ab170da5908fc4" providerId="LiveId" clId="{51E1D80A-4A29-4E2A-B293-4232621C1517}" dt="2019-10-06T18:09:14.083" v="271" actId="1076"/>
          <ac:spMkLst>
            <pc:docMk/>
            <pc:sldMk cId="3525947301" sldId="516"/>
            <ac:spMk id="316" creationId="{872AB9F1-5E36-46DF-BA73-604362D8E2CE}"/>
          </ac:spMkLst>
        </pc:spChg>
        <pc:spChg chg="add mod">
          <ac:chgData name="Cristian Chilipirea" userId="34ab170da5908fc4" providerId="LiveId" clId="{51E1D80A-4A29-4E2A-B293-4232621C1517}" dt="2019-10-06T18:09:14.083" v="271" actId="1076"/>
          <ac:spMkLst>
            <pc:docMk/>
            <pc:sldMk cId="3525947301" sldId="516"/>
            <ac:spMk id="317" creationId="{647F9789-77CB-432B-A3B6-6CF4F8A771DD}"/>
          </ac:spMkLst>
        </pc:spChg>
        <pc:spChg chg="add mod">
          <ac:chgData name="Cristian Chilipirea" userId="34ab170da5908fc4" providerId="LiveId" clId="{51E1D80A-4A29-4E2A-B293-4232621C1517}" dt="2019-10-06T18:09:14.083" v="271" actId="1076"/>
          <ac:spMkLst>
            <pc:docMk/>
            <pc:sldMk cId="3525947301" sldId="516"/>
            <ac:spMk id="318" creationId="{E4E092D1-2F35-4C62-8C23-085013F0C605}"/>
          </ac:spMkLst>
        </pc:spChg>
        <pc:spChg chg="add mod">
          <ac:chgData name="Cristian Chilipirea" userId="34ab170da5908fc4" providerId="LiveId" clId="{51E1D80A-4A29-4E2A-B293-4232621C1517}" dt="2019-10-06T18:09:14.083" v="271" actId="1076"/>
          <ac:spMkLst>
            <pc:docMk/>
            <pc:sldMk cId="3525947301" sldId="516"/>
            <ac:spMk id="319" creationId="{43EB5D7B-C143-4B4F-A122-1852623FD0E5}"/>
          </ac:spMkLst>
        </pc:spChg>
        <pc:spChg chg="add mod">
          <ac:chgData name="Cristian Chilipirea" userId="34ab170da5908fc4" providerId="LiveId" clId="{51E1D80A-4A29-4E2A-B293-4232621C1517}" dt="2019-10-06T18:09:14.083" v="271" actId="1076"/>
          <ac:spMkLst>
            <pc:docMk/>
            <pc:sldMk cId="3525947301" sldId="516"/>
            <ac:spMk id="320" creationId="{EE7B42E7-96C0-4A93-AA59-5510C63CCC7E}"/>
          </ac:spMkLst>
        </pc:spChg>
        <pc:spChg chg="add mod">
          <ac:chgData name="Cristian Chilipirea" userId="34ab170da5908fc4" providerId="LiveId" clId="{51E1D80A-4A29-4E2A-B293-4232621C1517}" dt="2019-10-06T18:09:14.083" v="271" actId="1076"/>
          <ac:spMkLst>
            <pc:docMk/>
            <pc:sldMk cId="3525947301" sldId="516"/>
            <ac:spMk id="321" creationId="{6900023D-187C-4E62-94A7-C4A026DF6305}"/>
          </ac:spMkLst>
        </pc:spChg>
        <pc:spChg chg="add mod">
          <ac:chgData name="Cristian Chilipirea" userId="34ab170da5908fc4" providerId="LiveId" clId="{51E1D80A-4A29-4E2A-B293-4232621C1517}" dt="2019-10-06T18:09:14.083" v="271" actId="1076"/>
          <ac:spMkLst>
            <pc:docMk/>
            <pc:sldMk cId="3525947301" sldId="516"/>
            <ac:spMk id="322" creationId="{F195A0C0-7B68-4F8E-9ECA-D40F7AA7F95F}"/>
          </ac:spMkLst>
        </pc:spChg>
        <pc:spChg chg="add mod">
          <ac:chgData name="Cristian Chilipirea" userId="34ab170da5908fc4" providerId="LiveId" clId="{51E1D80A-4A29-4E2A-B293-4232621C1517}" dt="2019-10-06T18:09:14.083" v="271" actId="1076"/>
          <ac:spMkLst>
            <pc:docMk/>
            <pc:sldMk cId="3525947301" sldId="516"/>
            <ac:spMk id="323" creationId="{AD40EAC7-DF7D-4054-A006-2BC1C258437B}"/>
          </ac:spMkLst>
        </pc:spChg>
        <pc:spChg chg="add mod">
          <ac:chgData name="Cristian Chilipirea" userId="34ab170da5908fc4" providerId="LiveId" clId="{51E1D80A-4A29-4E2A-B293-4232621C1517}" dt="2019-10-06T18:09:14.083" v="271" actId="1076"/>
          <ac:spMkLst>
            <pc:docMk/>
            <pc:sldMk cId="3525947301" sldId="516"/>
            <ac:spMk id="324" creationId="{97908BA1-0115-4789-AEDA-D49A1DD10C74}"/>
          </ac:spMkLst>
        </pc:spChg>
        <pc:spChg chg="add mod">
          <ac:chgData name="Cristian Chilipirea" userId="34ab170da5908fc4" providerId="LiveId" clId="{51E1D80A-4A29-4E2A-B293-4232621C1517}" dt="2019-10-06T18:09:14.083" v="271" actId="1076"/>
          <ac:spMkLst>
            <pc:docMk/>
            <pc:sldMk cId="3525947301" sldId="516"/>
            <ac:spMk id="325" creationId="{824A1EDB-3CBE-4C5B-A235-099661C528DB}"/>
          </ac:spMkLst>
        </pc:spChg>
        <pc:spChg chg="add mod">
          <ac:chgData name="Cristian Chilipirea" userId="34ab170da5908fc4" providerId="LiveId" clId="{51E1D80A-4A29-4E2A-B293-4232621C1517}" dt="2019-10-06T18:09:14.083" v="271" actId="1076"/>
          <ac:spMkLst>
            <pc:docMk/>
            <pc:sldMk cId="3525947301" sldId="516"/>
            <ac:spMk id="326" creationId="{50905CDD-84A0-460D-BDC6-66856BD6FAA4}"/>
          </ac:spMkLst>
        </pc:spChg>
        <pc:spChg chg="add mod">
          <ac:chgData name="Cristian Chilipirea" userId="34ab170da5908fc4" providerId="LiveId" clId="{51E1D80A-4A29-4E2A-B293-4232621C1517}" dt="2019-10-06T18:09:14.083" v="271" actId="1076"/>
          <ac:spMkLst>
            <pc:docMk/>
            <pc:sldMk cId="3525947301" sldId="516"/>
            <ac:spMk id="327" creationId="{84F03CED-8927-4A02-8C8B-92703E7EABD9}"/>
          </ac:spMkLst>
        </pc:spChg>
        <pc:spChg chg="add mod">
          <ac:chgData name="Cristian Chilipirea" userId="34ab170da5908fc4" providerId="LiveId" clId="{51E1D80A-4A29-4E2A-B293-4232621C1517}" dt="2019-10-06T18:09:14.083" v="271" actId="1076"/>
          <ac:spMkLst>
            <pc:docMk/>
            <pc:sldMk cId="3525947301" sldId="516"/>
            <ac:spMk id="328" creationId="{D6441353-5743-4F81-BAD0-5A680915F325}"/>
          </ac:spMkLst>
        </pc:spChg>
        <pc:spChg chg="add mod">
          <ac:chgData name="Cristian Chilipirea" userId="34ab170da5908fc4" providerId="LiveId" clId="{51E1D80A-4A29-4E2A-B293-4232621C1517}" dt="2019-10-06T18:09:14.083" v="271" actId="1076"/>
          <ac:spMkLst>
            <pc:docMk/>
            <pc:sldMk cId="3525947301" sldId="516"/>
            <ac:spMk id="329" creationId="{91BE08C7-2C2E-41E7-91DB-3FBF67E9BA13}"/>
          </ac:spMkLst>
        </pc:spChg>
        <pc:spChg chg="add mod">
          <ac:chgData name="Cristian Chilipirea" userId="34ab170da5908fc4" providerId="LiveId" clId="{51E1D80A-4A29-4E2A-B293-4232621C1517}" dt="2019-10-06T18:09:14.083" v="271" actId="1076"/>
          <ac:spMkLst>
            <pc:docMk/>
            <pc:sldMk cId="3525947301" sldId="516"/>
            <ac:spMk id="330" creationId="{90752B01-E7AD-4C0E-B90A-3592B8D55520}"/>
          </ac:spMkLst>
        </pc:spChg>
        <pc:spChg chg="add mod">
          <ac:chgData name="Cristian Chilipirea" userId="34ab170da5908fc4" providerId="LiveId" clId="{51E1D80A-4A29-4E2A-B293-4232621C1517}" dt="2019-10-06T18:09:14.083" v="271" actId="1076"/>
          <ac:spMkLst>
            <pc:docMk/>
            <pc:sldMk cId="3525947301" sldId="516"/>
            <ac:spMk id="331" creationId="{DA9E2792-8E91-495C-848A-7E57B3F54ECF}"/>
          </ac:spMkLst>
        </pc:spChg>
        <pc:spChg chg="add mod">
          <ac:chgData name="Cristian Chilipirea" userId="34ab170da5908fc4" providerId="LiveId" clId="{51E1D80A-4A29-4E2A-B293-4232621C1517}" dt="2019-10-06T18:09:14.083" v="271" actId="1076"/>
          <ac:spMkLst>
            <pc:docMk/>
            <pc:sldMk cId="3525947301" sldId="516"/>
            <ac:spMk id="332" creationId="{79E1E981-CE75-498C-8C62-452E77482FAC}"/>
          </ac:spMkLst>
        </pc:spChg>
        <pc:spChg chg="add mod">
          <ac:chgData name="Cristian Chilipirea" userId="34ab170da5908fc4" providerId="LiveId" clId="{51E1D80A-4A29-4E2A-B293-4232621C1517}" dt="2019-10-06T18:09:14.083" v="271" actId="1076"/>
          <ac:spMkLst>
            <pc:docMk/>
            <pc:sldMk cId="3525947301" sldId="516"/>
            <ac:spMk id="333" creationId="{1566CA56-42B9-48A3-B489-4DCAFFADD874}"/>
          </ac:spMkLst>
        </pc:spChg>
        <pc:spChg chg="add mod">
          <ac:chgData name="Cristian Chilipirea" userId="34ab170da5908fc4" providerId="LiveId" clId="{51E1D80A-4A29-4E2A-B293-4232621C1517}" dt="2019-10-06T18:09:14.083" v="271" actId="1076"/>
          <ac:spMkLst>
            <pc:docMk/>
            <pc:sldMk cId="3525947301" sldId="516"/>
            <ac:spMk id="334" creationId="{0D1A67CD-88D9-47D4-9FA7-17C25484AA4C}"/>
          </ac:spMkLst>
        </pc:spChg>
        <pc:spChg chg="add mod">
          <ac:chgData name="Cristian Chilipirea" userId="34ab170da5908fc4" providerId="LiveId" clId="{51E1D80A-4A29-4E2A-B293-4232621C1517}" dt="2019-10-06T18:09:14.083" v="271" actId="1076"/>
          <ac:spMkLst>
            <pc:docMk/>
            <pc:sldMk cId="3525947301" sldId="516"/>
            <ac:spMk id="335" creationId="{E87450D9-9340-4FFC-BC2A-51063FEAE838}"/>
          </ac:spMkLst>
        </pc:spChg>
        <pc:spChg chg="add mod">
          <ac:chgData name="Cristian Chilipirea" userId="34ab170da5908fc4" providerId="LiveId" clId="{51E1D80A-4A29-4E2A-B293-4232621C1517}" dt="2019-10-06T18:09:14.083" v="271" actId="1076"/>
          <ac:spMkLst>
            <pc:docMk/>
            <pc:sldMk cId="3525947301" sldId="516"/>
            <ac:spMk id="336" creationId="{0266D525-A2A0-478E-80E0-EA447482B06F}"/>
          </ac:spMkLst>
        </pc:spChg>
        <pc:spChg chg="add mod">
          <ac:chgData name="Cristian Chilipirea" userId="34ab170da5908fc4" providerId="LiveId" clId="{51E1D80A-4A29-4E2A-B293-4232621C1517}" dt="2019-10-06T18:09:14.083" v="271" actId="1076"/>
          <ac:spMkLst>
            <pc:docMk/>
            <pc:sldMk cId="3525947301" sldId="516"/>
            <ac:spMk id="337" creationId="{AF9669BC-3251-4743-880B-589469DCF2B8}"/>
          </ac:spMkLst>
        </pc:spChg>
        <pc:spChg chg="add mod">
          <ac:chgData name="Cristian Chilipirea" userId="34ab170da5908fc4" providerId="LiveId" clId="{51E1D80A-4A29-4E2A-B293-4232621C1517}" dt="2019-10-06T18:09:14.083" v="271" actId="1076"/>
          <ac:spMkLst>
            <pc:docMk/>
            <pc:sldMk cId="3525947301" sldId="516"/>
            <ac:spMk id="338" creationId="{6C7B6BFA-F569-4B17-9032-27FB37016DD2}"/>
          </ac:spMkLst>
        </pc:spChg>
        <pc:spChg chg="add mod">
          <ac:chgData name="Cristian Chilipirea" userId="34ab170da5908fc4" providerId="LiveId" clId="{51E1D80A-4A29-4E2A-B293-4232621C1517}" dt="2019-10-06T18:09:14.083" v="271" actId="1076"/>
          <ac:spMkLst>
            <pc:docMk/>
            <pc:sldMk cId="3525947301" sldId="516"/>
            <ac:spMk id="339" creationId="{9B8BBE96-CAC5-4F64-BAC1-7FA5C69DE875}"/>
          </ac:spMkLst>
        </pc:spChg>
        <pc:spChg chg="add mod">
          <ac:chgData name="Cristian Chilipirea" userId="34ab170da5908fc4" providerId="LiveId" clId="{51E1D80A-4A29-4E2A-B293-4232621C1517}" dt="2019-10-06T18:09:14.083" v="271" actId="1076"/>
          <ac:spMkLst>
            <pc:docMk/>
            <pc:sldMk cId="3525947301" sldId="516"/>
            <ac:spMk id="340" creationId="{1882EED7-8217-45A6-8D16-0591A8B06579}"/>
          </ac:spMkLst>
        </pc:spChg>
        <pc:spChg chg="add mod">
          <ac:chgData name="Cristian Chilipirea" userId="34ab170da5908fc4" providerId="LiveId" clId="{51E1D80A-4A29-4E2A-B293-4232621C1517}" dt="2019-10-06T18:09:14.083" v="271" actId="1076"/>
          <ac:spMkLst>
            <pc:docMk/>
            <pc:sldMk cId="3525947301" sldId="516"/>
            <ac:spMk id="341" creationId="{CFF66DF4-E6A5-42B4-A251-F976C5C174EB}"/>
          </ac:spMkLst>
        </pc:spChg>
        <pc:spChg chg="add mod">
          <ac:chgData name="Cristian Chilipirea" userId="34ab170da5908fc4" providerId="LiveId" clId="{51E1D80A-4A29-4E2A-B293-4232621C1517}" dt="2019-10-06T18:09:14.083" v="271" actId="1076"/>
          <ac:spMkLst>
            <pc:docMk/>
            <pc:sldMk cId="3525947301" sldId="516"/>
            <ac:spMk id="342" creationId="{B45B9585-B34D-476F-9A70-D172E920A7C7}"/>
          </ac:spMkLst>
        </pc:spChg>
        <pc:spChg chg="add mod">
          <ac:chgData name="Cristian Chilipirea" userId="34ab170da5908fc4" providerId="LiveId" clId="{51E1D80A-4A29-4E2A-B293-4232621C1517}" dt="2019-10-06T18:09:14.083" v="271" actId="1076"/>
          <ac:spMkLst>
            <pc:docMk/>
            <pc:sldMk cId="3525947301" sldId="516"/>
            <ac:spMk id="343" creationId="{ACCA2E0F-75A7-4D0F-B92F-D5ECA38D20B0}"/>
          </ac:spMkLst>
        </pc:spChg>
        <pc:spChg chg="add mod">
          <ac:chgData name="Cristian Chilipirea" userId="34ab170da5908fc4" providerId="LiveId" clId="{51E1D80A-4A29-4E2A-B293-4232621C1517}" dt="2019-10-06T18:09:14.083" v="271" actId="1076"/>
          <ac:spMkLst>
            <pc:docMk/>
            <pc:sldMk cId="3525947301" sldId="516"/>
            <ac:spMk id="344" creationId="{04612F36-C31E-4DF9-B837-19211E4F4C29}"/>
          </ac:spMkLst>
        </pc:spChg>
        <pc:spChg chg="add mod">
          <ac:chgData name="Cristian Chilipirea" userId="34ab170da5908fc4" providerId="LiveId" clId="{51E1D80A-4A29-4E2A-B293-4232621C1517}" dt="2019-10-06T18:09:14.083" v="271" actId="1076"/>
          <ac:spMkLst>
            <pc:docMk/>
            <pc:sldMk cId="3525947301" sldId="516"/>
            <ac:spMk id="345" creationId="{12E93DDC-70E6-42EE-B459-E072EF7EB264}"/>
          </ac:spMkLst>
        </pc:spChg>
        <pc:spChg chg="add mod">
          <ac:chgData name="Cristian Chilipirea" userId="34ab170da5908fc4" providerId="LiveId" clId="{51E1D80A-4A29-4E2A-B293-4232621C1517}" dt="2019-10-06T18:09:14.083" v="271" actId="1076"/>
          <ac:spMkLst>
            <pc:docMk/>
            <pc:sldMk cId="3525947301" sldId="516"/>
            <ac:spMk id="346" creationId="{42251CF2-248C-46A7-84D5-32C5F20A055C}"/>
          </ac:spMkLst>
        </pc:spChg>
        <pc:spChg chg="add mod">
          <ac:chgData name="Cristian Chilipirea" userId="34ab170da5908fc4" providerId="LiveId" clId="{51E1D80A-4A29-4E2A-B293-4232621C1517}" dt="2019-10-06T18:09:14.083" v="271" actId="1076"/>
          <ac:spMkLst>
            <pc:docMk/>
            <pc:sldMk cId="3525947301" sldId="516"/>
            <ac:spMk id="347" creationId="{84CB6185-271F-4429-8C25-7A5017119072}"/>
          </ac:spMkLst>
        </pc:spChg>
        <pc:spChg chg="add mod">
          <ac:chgData name="Cristian Chilipirea" userId="34ab170da5908fc4" providerId="LiveId" clId="{51E1D80A-4A29-4E2A-B293-4232621C1517}" dt="2019-10-06T18:09:14.083" v="271" actId="1076"/>
          <ac:spMkLst>
            <pc:docMk/>
            <pc:sldMk cId="3525947301" sldId="516"/>
            <ac:spMk id="348" creationId="{CBB4A82B-9D83-42BC-A203-901D778CDE2E}"/>
          </ac:spMkLst>
        </pc:spChg>
        <pc:spChg chg="add mod">
          <ac:chgData name="Cristian Chilipirea" userId="34ab170da5908fc4" providerId="LiveId" clId="{51E1D80A-4A29-4E2A-B293-4232621C1517}" dt="2019-10-06T18:09:14.083" v="271" actId="1076"/>
          <ac:spMkLst>
            <pc:docMk/>
            <pc:sldMk cId="3525947301" sldId="516"/>
            <ac:spMk id="349" creationId="{DE7651EA-0792-4AE2-B798-8ECE4F6EEB03}"/>
          </ac:spMkLst>
        </pc:spChg>
        <pc:spChg chg="add mod">
          <ac:chgData name="Cristian Chilipirea" userId="34ab170da5908fc4" providerId="LiveId" clId="{51E1D80A-4A29-4E2A-B293-4232621C1517}" dt="2019-10-06T18:09:14.083" v="271" actId="1076"/>
          <ac:spMkLst>
            <pc:docMk/>
            <pc:sldMk cId="3525947301" sldId="516"/>
            <ac:spMk id="350" creationId="{57BB4E06-C071-43C3-A66A-3393C170374A}"/>
          </ac:spMkLst>
        </pc:spChg>
        <pc:spChg chg="add mod">
          <ac:chgData name="Cristian Chilipirea" userId="34ab170da5908fc4" providerId="LiveId" clId="{51E1D80A-4A29-4E2A-B293-4232621C1517}" dt="2019-10-06T18:09:14.083" v="271" actId="1076"/>
          <ac:spMkLst>
            <pc:docMk/>
            <pc:sldMk cId="3525947301" sldId="516"/>
            <ac:spMk id="351" creationId="{F09DE2AF-84C9-48BB-A5DB-E561C50FBD66}"/>
          </ac:spMkLst>
        </pc:spChg>
        <pc:spChg chg="add mod">
          <ac:chgData name="Cristian Chilipirea" userId="34ab170da5908fc4" providerId="LiveId" clId="{51E1D80A-4A29-4E2A-B293-4232621C1517}" dt="2019-10-06T18:09:14.083" v="271" actId="1076"/>
          <ac:spMkLst>
            <pc:docMk/>
            <pc:sldMk cId="3525947301" sldId="516"/>
            <ac:spMk id="352" creationId="{475C0C76-712E-478C-A805-AFE9A1CB743C}"/>
          </ac:spMkLst>
        </pc:spChg>
        <pc:spChg chg="add mod">
          <ac:chgData name="Cristian Chilipirea" userId="34ab170da5908fc4" providerId="LiveId" clId="{51E1D80A-4A29-4E2A-B293-4232621C1517}" dt="2019-10-06T18:09:14.083" v="271" actId="1076"/>
          <ac:spMkLst>
            <pc:docMk/>
            <pc:sldMk cId="3525947301" sldId="516"/>
            <ac:spMk id="353" creationId="{952D462C-F8D9-4A3A-BB40-AB1EA7434FC5}"/>
          </ac:spMkLst>
        </pc:spChg>
        <pc:spChg chg="add mod">
          <ac:chgData name="Cristian Chilipirea" userId="34ab170da5908fc4" providerId="LiveId" clId="{51E1D80A-4A29-4E2A-B293-4232621C1517}" dt="2019-10-06T18:09:14.083" v="271" actId="1076"/>
          <ac:spMkLst>
            <pc:docMk/>
            <pc:sldMk cId="3525947301" sldId="516"/>
            <ac:spMk id="354" creationId="{079E3815-C59A-4ECC-877E-FDDD8ED531E6}"/>
          </ac:spMkLst>
        </pc:spChg>
        <pc:spChg chg="add mod">
          <ac:chgData name="Cristian Chilipirea" userId="34ab170da5908fc4" providerId="LiveId" clId="{51E1D80A-4A29-4E2A-B293-4232621C1517}" dt="2019-10-06T18:09:14.083" v="271" actId="1076"/>
          <ac:spMkLst>
            <pc:docMk/>
            <pc:sldMk cId="3525947301" sldId="516"/>
            <ac:spMk id="355" creationId="{B0C078AC-99DB-4024-A4F2-746455E77D62}"/>
          </ac:spMkLst>
        </pc:spChg>
        <pc:spChg chg="add mod">
          <ac:chgData name="Cristian Chilipirea" userId="34ab170da5908fc4" providerId="LiveId" clId="{51E1D80A-4A29-4E2A-B293-4232621C1517}" dt="2019-10-06T18:09:14.083" v="271" actId="1076"/>
          <ac:spMkLst>
            <pc:docMk/>
            <pc:sldMk cId="3525947301" sldId="516"/>
            <ac:spMk id="356" creationId="{D9D80C56-A286-4AB1-85FF-AC8F041FCAAF}"/>
          </ac:spMkLst>
        </pc:spChg>
        <pc:spChg chg="add mod">
          <ac:chgData name="Cristian Chilipirea" userId="34ab170da5908fc4" providerId="LiveId" clId="{51E1D80A-4A29-4E2A-B293-4232621C1517}" dt="2019-10-06T18:09:14.083" v="271" actId="1076"/>
          <ac:spMkLst>
            <pc:docMk/>
            <pc:sldMk cId="3525947301" sldId="516"/>
            <ac:spMk id="357" creationId="{37634065-89F4-43CC-898E-D00EC440C5C7}"/>
          </ac:spMkLst>
        </pc:spChg>
        <pc:spChg chg="add mod">
          <ac:chgData name="Cristian Chilipirea" userId="34ab170da5908fc4" providerId="LiveId" clId="{51E1D80A-4A29-4E2A-B293-4232621C1517}" dt="2019-10-06T18:09:14.083" v="271" actId="1076"/>
          <ac:spMkLst>
            <pc:docMk/>
            <pc:sldMk cId="3525947301" sldId="516"/>
            <ac:spMk id="358" creationId="{BE392BB6-6B2E-4885-AA4A-6EB0EA2536C1}"/>
          </ac:spMkLst>
        </pc:spChg>
        <pc:spChg chg="add mod">
          <ac:chgData name="Cristian Chilipirea" userId="34ab170da5908fc4" providerId="LiveId" clId="{51E1D80A-4A29-4E2A-B293-4232621C1517}" dt="2019-10-06T18:09:14.083" v="271" actId="1076"/>
          <ac:spMkLst>
            <pc:docMk/>
            <pc:sldMk cId="3525947301" sldId="516"/>
            <ac:spMk id="359" creationId="{7641DD30-ABA7-4088-88B0-AF6BC9748CE7}"/>
          </ac:spMkLst>
        </pc:spChg>
        <pc:spChg chg="add mod">
          <ac:chgData name="Cristian Chilipirea" userId="34ab170da5908fc4" providerId="LiveId" clId="{51E1D80A-4A29-4E2A-B293-4232621C1517}" dt="2019-10-06T18:09:14.083" v="271" actId="1076"/>
          <ac:spMkLst>
            <pc:docMk/>
            <pc:sldMk cId="3525947301" sldId="516"/>
            <ac:spMk id="360" creationId="{CEAA486A-104C-41E4-8672-BDA9A57F18C9}"/>
          </ac:spMkLst>
        </pc:spChg>
        <pc:spChg chg="add mod">
          <ac:chgData name="Cristian Chilipirea" userId="34ab170da5908fc4" providerId="LiveId" clId="{51E1D80A-4A29-4E2A-B293-4232621C1517}" dt="2019-10-06T18:09:14.083" v="271" actId="1076"/>
          <ac:spMkLst>
            <pc:docMk/>
            <pc:sldMk cId="3525947301" sldId="516"/>
            <ac:spMk id="361" creationId="{4F7B2FB4-65B2-45D8-84AE-013A611AA4EE}"/>
          </ac:spMkLst>
        </pc:spChg>
        <pc:spChg chg="add mod">
          <ac:chgData name="Cristian Chilipirea" userId="34ab170da5908fc4" providerId="LiveId" clId="{51E1D80A-4A29-4E2A-B293-4232621C1517}" dt="2019-10-06T18:09:14.083" v="271" actId="1076"/>
          <ac:spMkLst>
            <pc:docMk/>
            <pc:sldMk cId="3525947301" sldId="516"/>
            <ac:spMk id="362" creationId="{2775F469-8C50-448D-9FCC-87DB59CBE055}"/>
          </ac:spMkLst>
        </pc:spChg>
        <pc:spChg chg="add mod">
          <ac:chgData name="Cristian Chilipirea" userId="34ab170da5908fc4" providerId="LiveId" clId="{51E1D80A-4A29-4E2A-B293-4232621C1517}" dt="2019-10-06T18:09:14.083" v="271" actId="1076"/>
          <ac:spMkLst>
            <pc:docMk/>
            <pc:sldMk cId="3525947301" sldId="516"/>
            <ac:spMk id="363" creationId="{66A9261B-BC49-402B-8E9D-C71F9AC3D5DA}"/>
          </ac:spMkLst>
        </pc:spChg>
        <pc:spChg chg="add mod">
          <ac:chgData name="Cristian Chilipirea" userId="34ab170da5908fc4" providerId="LiveId" clId="{51E1D80A-4A29-4E2A-B293-4232621C1517}" dt="2019-10-06T18:09:14.083" v="271" actId="1076"/>
          <ac:spMkLst>
            <pc:docMk/>
            <pc:sldMk cId="3525947301" sldId="516"/>
            <ac:spMk id="364" creationId="{87A7D1F2-1F88-4DCA-9EE2-F4987DC6C1EF}"/>
          </ac:spMkLst>
        </pc:spChg>
        <pc:spChg chg="add mod">
          <ac:chgData name="Cristian Chilipirea" userId="34ab170da5908fc4" providerId="LiveId" clId="{51E1D80A-4A29-4E2A-B293-4232621C1517}" dt="2019-10-06T18:09:14.083" v="271" actId="1076"/>
          <ac:spMkLst>
            <pc:docMk/>
            <pc:sldMk cId="3525947301" sldId="516"/>
            <ac:spMk id="365" creationId="{92F031E6-E094-4544-A086-C1A7CBFDFBB9}"/>
          </ac:spMkLst>
        </pc:spChg>
        <pc:spChg chg="add mod">
          <ac:chgData name="Cristian Chilipirea" userId="34ab170da5908fc4" providerId="LiveId" clId="{51E1D80A-4A29-4E2A-B293-4232621C1517}" dt="2019-10-06T18:09:14.083" v="271" actId="1076"/>
          <ac:spMkLst>
            <pc:docMk/>
            <pc:sldMk cId="3525947301" sldId="516"/>
            <ac:spMk id="366" creationId="{923E3D4B-BF46-40C3-820B-3C5C9D020F78}"/>
          </ac:spMkLst>
        </pc:spChg>
        <pc:spChg chg="add mod">
          <ac:chgData name="Cristian Chilipirea" userId="34ab170da5908fc4" providerId="LiveId" clId="{51E1D80A-4A29-4E2A-B293-4232621C1517}" dt="2019-10-06T18:09:14.083" v="271" actId="1076"/>
          <ac:spMkLst>
            <pc:docMk/>
            <pc:sldMk cId="3525947301" sldId="516"/>
            <ac:spMk id="367" creationId="{3CB18ACC-BDE9-4E8D-B9E5-8FBD8B3D4C7F}"/>
          </ac:spMkLst>
        </pc:spChg>
        <pc:spChg chg="add mod">
          <ac:chgData name="Cristian Chilipirea" userId="34ab170da5908fc4" providerId="LiveId" clId="{51E1D80A-4A29-4E2A-B293-4232621C1517}" dt="2019-10-06T18:09:14.083" v="271" actId="1076"/>
          <ac:spMkLst>
            <pc:docMk/>
            <pc:sldMk cId="3525947301" sldId="516"/>
            <ac:spMk id="368" creationId="{94AC22DD-C342-4C3F-9DAE-25BF03757688}"/>
          </ac:spMkLst>
        </pc:spChg>
        <pc:spChg chg="add mod">
          <ac:chgData name="Cristian Chilipirea" userId="34ab170da5908fc4" providerId="LiveId" clId="{51E1D80A-4A29-4E2A-B293-4232621C1517}" dt="2019-10-06T18:09:14.083" v="271" actId="1076"/>
          <ac:spMkLst>
            <pc:docMk/>
            <pc:sldMk cId="3525947301" sldId="516"/>
            <ac:spMk id="369" creationId="{9D65080E-15D8-4E3C-AEC6-9B8522ADD74F}"/>
          </ac:spMkLst>
        </pc:spChg>
        <pc:spChg chg="add mod">
          <ac:chgData name="Cristian Chilipirea" userId="34ab170da5908fc4" providerId="LiveId" clId="{51E1D80A-4A29-4E2A-B293-4232621C1517}" dt="2019-10-06T18:09:14.083" v="271" actId="1076"/>
          <ac:spMkLst>
            <pc:docMk/>
            <pc:sldMk cId="3525947301" sldId="516"/>
            <ac:spMk id="370" creationId="{D3C1DC97-EE95-4D87-AF8E-A6363F5C47A8}"/>
          </ac:spMkLst>
        </pc:spChg>
        <pc:spChg chg="add mod">
          <ac:chgData name="Cristian Chilipirea" userId="34ab170da5908fc4" providerId="LiveId" clId="{51E1D80A-4A29-4E2A-B293-4232621C1517}" dt="2019-10-06T18:09:14.083" v="271" actId="1076"/>
          <ac:spMkLst>
            <pc:docMk/>
            <pc:sldMk cId="3525947301" sldId="516"/>
            <ac:spMk id="371" creationId="{6AC39C8F-7457-44BB-B9CE-14A8C1C6CF97}"/>
          </ac:spMkLst>
        </pc:spChg>
        <pc:spChg chg="add mod">
          <ac:chgData name="Cristian Chilipirea" userId="34ab170da5908fc4" providerId="LiveId" clId="{51E1D80A-4A29-4E2A-B293-4232621C1517}" dt="2019-10-06T18:09:14.083" v="271" actId="1076"/>
          <ac:spMkLst>
            <pc:docMk/>
            <pc:sldMk cId="3525947301" sldId="516"/>
            <ac:spMk id="372" creationId="{3660D8A5-C965-4FAC-9C63-AA102DE4B2B4}"/>
          </ac:spMkLst>
        </pc:spChg>
        <pc:spChg chg="add mod">
          <ac:chgData name="Cristian Chilipirea" userId="34ab170da5908fc4" providerId="LiveId" clId="{51E1D80A-4A29-4E2A-B293-4232621C1517}" dt="2019-10-06T18:09:14.083" v="271" actId="1076"/>
          <ac:spMkLst>
            <pc:docMk/>
            <pc:sldMk cId="3525947301" sldId="516"/>
            <ac:spMk id="373" creationId="{C4001725-28DA-476B-BD6B-E6334EF5FA71}"/>
          </ac:spMkLst>
        </pc:spChg>
        <pc:spChg chg="add mod">
          <ac:chgData name="Cristian Chilipirea" userId="34ab170da5908fc4" providerId="LiveId" clId="{51E1D80A-4A29-4E2A-B293-4232621C1517}" dt="2019-10-06T18:09:14.083" v="271" actId="1076"/>
          <ac:spMkLst>
            <pc:docMk/>
            <pc:sldMk cId="3525947301" sldId="516"/>
            <ac:spMk id="374" creationId="{9F4B013A-6BB4-4015-9066-F54928D85E6A}"/>
          </ac:spMkLst>
        </pc:spChg>
        <pc:spChg chg="add mod">
          <ac:chgData name="Cristian Chilipirea" userId="34ab170da5908fc4" providerId="LiveId" clId="{51E1D80A-4A29-4E2A-B293-4232621C1517}" dt="2019-10-06T18:09:14.083" v="271" actId="1076"/>
          <ac:spMkLst>
            <pc:docMk/>
            <pc:sldMk cId="3525947301" sldId="516"/>
            <ac:spMk id="375" creationId="{939536A0-4E4D-4671-819B-347544A62749}"/>
          </ac:spMkLst>
        </pc:spChg>
        <pc:spChg chg="add mod">
          <ac:chgData name="Cristian Chilipirea" userId="34ab170da5908fc4" providerId="LiveId" clId="{51E1D80A-4A29-4E2A-B293-4232621C1517}" dt="2019-10-06T18:09:14.083" v="271" actId="1076"/>
          <ac:spMkLst>
            <pc:docMk/>
            <pc:sldMk cId="3525947301" sldId="516"/>
            <ac:spMk id="376" creationId="{73C7F6E0-EF16-4923-9339-71397AFF810B}"/>
          </ac:spMkLst>
        </pc:spChg>
        <pc:spChg chg="add mod">
          <ac:chgData name="Cristian Chilipirea" userId="34ab170da5908fc4" providerId="LiveId" clId="{51E1D80A-4A29-4E2A-B293-4232621C1517}" dt="2019-10-06T18:09:14.083" v="271" actId="1076"/>
          <ac:spMkLst>
            <pc:docMk/>
            <pc:sldMk cId="3525947301" sldId="516"/>
            <ac:spMk id="377" creationId="{D2B18B18-D3B1-4927-BD59-137255122648}"/>
          </ac:spMkLst>
        </pc:spChg>
        <pc:spChg chg="add mod">
          <ac:chgData name="Cristian Chilipirea" userId="34ab170da5908fc4" providerId="LiveId" clId="{51E1D80A-4A29-4E2A-B293-4232621C1517}" dt="2019-10-06T18:09:14.083" v="271" actId="1076"/>
          <ac:spMkLst>
            <pc:docMk/>
            <pc:sldMk cId="3525947301" sldId="516"/>
            <ac:spMk id="378" creationId="{302E7747-D5FA-4A38-BFDE-2A6B030FF6C8}"/>
          </ac:spMkLst>
        </pc:spChg>
        <pc:spChg chg="add mod">
          <ac:chgData name="Cristian Chilipirea" userId="34ab170da5908fc4" providerId="LiveId" clId="{51E1D80A-4A29-4E2A-B293-4232621C1517}" dt="2019-10-06T18:09:14.083" v="271" actId="1076"/>
          <ac:spMkLst>
            <pc:docMk/>
            <pc:sldMk cId="3525947301" sldId="516"/>
            <ac:spMk id="379" creationId="{A77E5496-F4DE-486B-AC81-37641077E528}"/>
          </ac:spMkLst>
        </pc:spChg>
        <pc:spChg chg="add mod">
          <ac:chgData name="Cristian Chilipirea" userId="34ab170da5908fc4" providerId="LiveId" clId="{51E1D80A-4A29-4E2A-B293-4232621C1517}" dt="2019-10-06T18:09:14.083" v="271" actId="1076"/>
          <ac:spMkLst>
            <pc:docMk/>
            <pc:sldMk cId="3525947301" sldId="516"/>
            <ac:spMk id="380" creationId="{7EA7CD67-8865-4C46-80F1-A5864FBF93CE}"/>
          </ac:spMkLst>
        </pc:spChg>
        <pc:spChg chg="add mod">
          <ac:chgData name="Cristian Chilipirea" userId="34ab170da5908fc4" providerId="LiveId" clId="{51E1D80A-4A29-4E2A-B293-4232621C1517}" dt="2019-10-06T18:09:14.083" v="271" actId="1076"/>
          <ac:spMkLst>
            <pc:docMk/>
            <pc:sldMk cId="3525947301" sldId="516"/>
            <ac:spMk id="381" creationId="{0F25C129-DF83-4F59-A418-398621FEDC28}"/>
          </ac:spMkLst>
        </pc:spChg>
        <pc:spChg chg="add mod">
          <ac:chgData name="Cristian Chilipirea" userId="34ab170da5908fc4" providerId="LiveId" clId="{51E1D80A-4A29-4E2A-B293-4232621C1517}" dt="2019-10-06T18:09:14.083" v="271" actId="1076"/>
          <ac:spMkLst>
            <pc:docMk/>
            <pc:sldMk cId="3525947301" sldId="516"/>
            <ac:spMk id="382" creationId="{2EE2D5B5-7261-4563-9A72-DA6092D472A2}"/>
          </ac:spMkLst>
        </pc:spChg>
        <pc:spChg chg="add mod">
          <ac:chgData name="Cristian Chilipirea" userId="34ab170da5908fc4" providerId="LiveId" clId="{51E1D80A-4A29-4E2A-B293-4232621C1517}" dt="2019-10-06T18:09:14.083" v="271" actId="1076"/>
          <ac:spMkLst>
            <pc:docMk/>
            <pc:sldMk cId="3525947301" sldId="516"/>
            <ac:spMk id="383" creationId="{A0541395-F44F-4745-8AAD-E63F116BD35D}"/>
          </ac:spMkLst>
        </pc:spChg>
        <pc:spChg chg="add mod">
          <ac:chgData name="Cristian Chilipirea" userId="34ab170da5908fc4" providerId="LiveId" clId="{51E1D80A-4A29-4E2A-B293-4232621C1517}" dt="2019-10-06T18:09:14.083" v="271" actId="1076"/>
          <ac:spMkLst>
            <pc:docMk/>
            <pc:sldMk cId="3525947301" sldId="516"/>
            <ac:spMk id="384" creationId="{53D736D1-1E9D-4FC5-842F-FEF572BFD23D}"/>
          </ac:spMkLst>
        </pc:spChg>
        <pc:spChg chg="add mod">
          <ac:chgData name="Cristian Chilipirea" userId="34ab170da5908fc4" providerId="LiveId" clId="{51E1D80A-4A29-4E2A-B293-4232621C1517}" dt="2019-10-06T18:09:14.083" v="271" actId="1076"/>
          <ac:spMkLst>
            <pc:docMk/>
            <pc:sldMk cId="3525947301" sldId="516"/>
            <ac:spMk id="385" creationId="{8B52B910-DFBF-4024-ACB3-CCB79EFA9C57}"/>
          </ac:spMkLst>
        </pc:spChg>
        <pc:spChg chg="add mod">
          <ac:chgData name="Cristian Chilipirea" userId="34ab170da5908fc4" providerId="LiveId" clId="{51E1D80A-4A29-4E2A-B293-4232621C1517}" dt="2019-10-06T18:09:14.083" v="271" actId="1076"/>
          <ac:spMkLst>
            <pc:docMk/>
            <pc:sldMk cId="3525947301" sldId="516"/>
            <ac:spMk id="386" creationId="{B3BDA6CC-7223-4F69-807C-09CC0781344A}"/>
          </ac:spMkLst>
        </pc:spChg>
        <pc:spChg chg="add mod">
          <ac:chgData name="Cristian Chilipirea" userId="34ab170da5908fc4" providerId="LiveId" clId="{51E1D80A-4A29-4E2A-B293-4232621C1517}" dt="2019-10-06T18:09:14.083" v="271" actId="1076"/>
          <ac:spMkLst>
            <pc:docMk/>
            <pc:sldMk cId="3525947301" sldId="516"/>
            <ac:spMk id="387" creationId="{99716744-C7CE-4718-93C7-65D71AF937DD}"/>
          </ac:spMkLst>
        </pc:spChg>
        <pc:spChg chg="add mod">
          <ac:chgData name="Cristian Chilipirea" userId="34ab170da5908fc4" providerId="LiveId" clId="{51E1D80A-4A29-4E2A-B293-4232621C1517}" dt="2019-10-06T18:09:14.083" v="271" actId="1076"/>
          <ac:spMkLst>
            <pc:docMk/>
            <pc:sldMk cId="3525947301" sldId="516"/>
            <ac:spMk id="388" creationId="{C973A68F-77DD-4B97-A642-C304FD1B4657}"/>
          </ac:spMkLst>
        </pc:spChg>
        <pc:spChg chg="add mod">
          <ac:chgData name="Cristian Chilipirea" userId="34ab170da5908fc4" providerId="LiveId" clId="{51E1D80A-4A29-4E2A-B293-4232621C1517}" dt="2019-10-06T18:09:14.083" v="271" actId="1076"/>
          <ac:spMkLst>
            <pc:docMk/>
            <pc:sldMk cId="3525947301" sldId="516"/>
            <ac:spMk id="389" creationId="{5FF94D23-701B-484F-B82E-7FE718EBE1F7}"/>
          </ac:spMkLst>
        </pc:spChg>
        <pc:spChg chg="add mod">
          <ac:chgData name="Cristian Chilipirea" userId="34ab170da5908fc4" providerId="LiveId" clId="{51E1D80A-4A29-4E2A-B293-4232621C1517}" dt="2019-10-06T18:09:14.083" v="271" actId="1076"/>
          <ac:spMkLst>
            <pc:docMk/>
            <pc:sldMk cId="3525947301" sldId="516"/>
            <ac:spMk id="390" creationId="{B89C1665-D029-4B01-9408-44170557C34C}"/>
          </ac:spMkLst>
        </pc:spChg>
        <pc:spChg chg="add mod">
          <ac:chgData name="Cristian Chilipirea" userId="34ab170da5908fc4" providerId="LiveId" clId="{51E1D80A-4A29-4E2A-B293-4232621C1517}" dt="2019-10-06T18:09:14.083" v="271" actId="1076"/>
          <ac:spMkLst>
            <pc:docMk/>
            <pc:sldMk cId="3525947301" sldId="516"/>
            <ac:spMk id="391" creationId="{E41BBD4B-EEA3-4E6B-93EE-C8037F046C53}"/>
          </ac:spMkLst>
        </pc:spChg>
        <pc:spChg chg="add mod">
          <ac:chgData name="Cristian Chilipirea" userId="34ab170da5908fc4" providerId="LiveId" clId="{51E1D80A-4A29-4E2A-B293-4232621C1517}" dt="2019-10-06T18:09:14.083" v="271" actId="1076"/>
          <ac:spMkLst>
            <pc:docMk/>
            <pc:sldMk cId="3525947301" sldId="516"/>
            <ac:spMk id="392" creationId="{4BBC8F6C-281E-45A7-9D12-205165216054}"/>
          </ac:spMkLst>
        </pc:spChg>
        <pc:spChg chg="add mod">
          <ac:chgData name="Cristian Chilipirea" userId="34ab170da5908fc4" providerId="LiveId" clId="{51E1D80A-4A29-4E2A-B293-4232621C1517}" dt="2019-10-06T18:09:14.083" v="271" actId="1076"/>
          <ac:spMkLst>
            <pc:docMk/>
            <pc:sldMk cId="3525947301" sldId="516"/>
            <ac:spMk id="393" creationId="{3A477688-102F-4131-A1E5-1001C718C67F}"/>
          </ac:spMkLst>
        </pc:spChg>
        <pc:spChg chg="add mod">
          <ac:chgData name="Cristian Chilipirea" userId="34ab170da5908fc4" providerId="LiveId" clId="{51E1D80A-4A29-4E2A-B293-4232621C1517}" dt="2019-10-06T18:09:14.083" v="271" actId="1076"/>
          <ac:spMkLst>
            <pc:docMk/>
            <pc:sldMk cId="3525947301" sldId="516"/>
            <ac:spMk id="394" creationId="{23E2AB37-70B6-4EBC-912E-496313DC1424}"/>
          </ac:spMkLst>
        </pc:spChg>
        <pc:spChg chg="add mod">
          <ac:chgData name="Cristian Chilipirea" userId="34ab170da5908fc4" providerId="LiveId" clId="{51E1D80A-4A29-4E2A-B293-4232621C1517}" dt="2019-10-06T18:09:14.083" v="271" actId="1076"/>
          <ac:spMkLst>
            <pc:docMk/>
            <pc:sldMk cId="3525947301" sldId="516"/>
            <ac:spMk id="395" creationId="{EC3939B8-0536-424A-ACAD-C6654F8C00A7}"/>
          </ac:spMkLst>
        </pc:spChg>
        <pc:spChg chg="add mod">
          <ac:chgData name="Cristian Chilipirea" userId="34ab170da5908fc4" providerId="LiveId" clId="{51E1D80A-4A29-4E2A-B293-4232621C1517}" dt="2019-10-06T18:09:14.083" v="271" actId="1076"/>
          <ac:spMkLst>
            <pc:docMk/>
            <pc:sldMk cId="3525947301" sldId="516"/>
            <ac:spMk id="396" creationId="{C182B545-D4A4-4726-BB5F-D448564665C8}"/>
          </ac:spMkLst>
        </pc:spChg>
        <pc:spChg chg="add mod">
          <ac:chgData name="Cristian Chilipirea" userId="34ab170da5908fc4" providerId="LiveId" clId="{51E1D80A-4A29-4E2A-B293-4232621C1517}" dt="2019-10-06T18:09:14.083" v="271" actId="1076"/>
          <ac:spMkLst>
            <pc:docMk/>
            <pc:sldMk cId="3525947301" sldId="516"/>
            <ac:spMk id="397" creationId="{2B028849-F02D-43F4-BB8C-1C89D796AD00}"/>
          </ac:spMkLst>
        </pc:spChg>
        <pc:spChg chg="add mod">
          <ac:chgData name="Cristian Chilipirea" userId="34ab170da5908fc4" providerId="LiveId" clId="{51E1D80A-4A29-4E2A-B293-4232621C1517}" dt="2019-10-06T18:09:14.083" v="271" actId="1076"/>
          <ac:spMkLst>
            <pc:docMk/>
            <pc:sldMk cId="3525947301" sldId="516"/>
            <ac:spMk id="398" creationId="{81CB8298-44CE-46FD-A753-7E838BAD8957}"/>
          </ac:spMkLst>
        </pc:spChg>
        <pc:spChg chg="add mod">
          <ac:chgData name="Cristian Chilipirea" userId="34ab170da5908fc4" providerId="LiveId" clId="{51E1D80A-4A29-4E2A-B293-4232621C1517}" dt="2019-10-06T18:09:14.083" v="271" actId="1076"/>
          <ac:spMkLst>
            <pc:docMk/>
            <pc:sldMk cId="3525947301" sldId="516"/>
            <ac:spMk id="399" creationId="{7FA1C522-F3B3-4B27-8A39-26FBB5702E5E}"/>
          </ac:spMkLst>
        </pc:spChg>
        <pc:spChg chg="add mod">
          <ac:chgData name="Cristian Chilipirea" userId="34ab170da5908fc4" providerId="LiveId" clId="{51E1D80A-4A29-4E2A-B293-4232621C1517}" dt="2019-10-06T18:09:14.083" v="271" actId="1076"/>
          <ac:spMkLst>
            <pc:docMk/>
            <pc:sldMk cId="3525947301" sldId="516"/>
            <ac:spMk id="400" creationId="{A0159010-B016-44C8-B5DF-2B63EE866F37}"/>
          </ac:spMkLst>
        </pc:spChg>
        <pc:spChg chg="add mod">
          <ac:chgData name="Cristian Chilipirea" userId="34ab170da5908fc4" providerId="LiveId" clId="{51E1D80A-4A29-4E2A-B293-4232621C1517}" dt="2019-10-06T18:09:14.083" v="271" actId="1076"/>
          <ac:spMkLst>
            <pc:docMk/>
            <pc:sldMk cId="3525947301" sldId="516"/>
            <ac:spMk id="401" creationId="{B76F06C8-14C3-4EA2-82F6-0B5F429AC3E3}"/>
          </ac:spMkLst>
        </pc:spChg>
        <pc:spChg chg="add mod">
          <ac:chgData name="Cristian Chilipirea" userId="34ab170da5908fc4" providerId="LiveId" clId="{51E1D80A-4A29-4E2A-B293-4232621C1517}" dt="2019-10-06T18:09:14.083" v="271" actId="1076"/>
          <ac:spMkLst>
            <pc:docMk/>
            <pc:sldMk cId="3525947301" sldId="516"/>
            <ac:spMk id="402" creationId="{D3BE6DE5-C539-4775-9361-C4CEF8686ABB}"/>
          </ac:spMkLst>
        </pc:spChg>
        <pc:spChg chg="add mod">
          <ac:chgData name="Cristian Chilipirea" userId="34ab170da5908fc4" providerId="LiveId" clId="{51E1D80A-4A29-4E2A-B293-4232621C1517}" dt="2019-10-06T18:09:14.083" v="271" actId="1076"/>
          <ac:spMkLst>
            <pc:docMk/>
            <pc:sldMk cId="3525947301" sldId="516"/>
            <ac:spMk id="403" creationId="{2FA6C427-EC9C-4BB0-9565-749C3811E418}"/>
          </ac:spMkLst>
        </pc:spChg>
        <pc:spChg chg="add mod">
          <ac:chgData name="Cristian Chilipirea" userId="34ab170da5908fc4" providerId="LiveId" clId="{51E1D80A-4A29-4E2A-B293-4232621C1517}" dt="2019-10-06T18:09:14.083" v="271" actId="1076"/>
          <ac:spMkLst>
            <pc:docMk/>
            <pc:sldMk cId="3525947301" sldId="516"/>
            <ac:spMk id="404" creationId="{90ACFEA6-B597-4DA1-B0E6-DC41953C4C78}"/>
          </ac:spMkLst>
        </pc:spChg>
        <pc:spChg chg="add mod">
          <ac:chgData name="Cristian Chilipirea" userId="34ab170da5908fc4" providerId="LiveId" clId="{51E1D80A-4A29-4E2A-B293-4232621C1517}" dt="2019-10-06T18:09:14.083" v="271" actId="1076"/>
          <ac:spMkLst>
            <pc:docMk/>
            <pc:sldMk cId="3525947301" sldId="516"/>
            <ac:spMk id="405" creationId="{7FAB46F4-10A1-4CB7-BD47-0E05671577F5}"/>
          </ac:spMkLst>
        </pc:spChg>
        <pc:spChg chg="add mod">
          <ac:chgData name="Cristian Chilipirea" userId="34ab170da5908fc4" providerId="LiveId" clId="{51E1D80A-4A29-4E2A-B293-4232621C1517}" dt="2019-10-06T18:09:14.083" v="271" actId="1076"/>
          <ac:spMkLst>
            <pc:docMk/>
            <pc:sldMk cId="3525947301" sldId="516"/>
            <ac:spMk id="406" creationId="{6043DC8A-B904-4468-BFC7-CEA26AF166EA}"/>
          </ac:spMkLst>
        </pc:spChg>
        <pc:spChg chg="add mod">
          <ac:chgData name="Cristian Chilipirea" userId="34ab170da5908fc4" providerId="LiveId" clId="{51E1D80A-4A29-4E2A-B293-4232621C1517}" dt="2019-10-06T18:09:14.083" v="271" actId="1076"/>
          <ac:spMkLst>
            <pc:docMk/>
            <pc:sldMk cId="3525947301" sldId="516"/>
            <ac:spMk id="407" creationId="{F51DF309-C7CD-4636-BFB0-804EFE8890A1}"/>
          </ac:spMkLst>
        </pc:spChg>
        <pc:spChg chg="add mod">
          <ac:chgData name="Cristian Chilipirea" userId="34ab170da5908fc4" providerId="LiveId" clId="{51E1D80A-4A29-4E2A-B293-4232621C1517}" dt="2019-10-06T18:09:14.083" v="271" actId="1076"/>
          <ac:spMkLst>
            <pc:docMk/>
            <pc:sldMk cId="3525947301" sldId="516"/>
            <ac:spMk id="408" creationId="{CD1FFD28-9D93-419B-974F-63DF82268279}"/>
          </ac:spMkLst>
        </pc:spChg>
        <pc:spChg chg="add mod">
          <ac:chgData name="Cristian Chilipirea" userId="34ab170da5908fc4" providerId="LiveId" clId="{51E1D80A-4A29-4E2A-B293-4232621C1517}" dt="2019-10-06T18:09:14.083" v="271" actId="1076"/>
          <ac:spMkLst>
            <pc:docMk/>
            <pc:sldMk cId="3525947301" sldId="516"/>
            <ac:spMk id="409" creationId="{CD2C7A81-BAC4-4CD8-A76E-9D79273D7CB3}"/>
          </ac:spMkLst>
        </pc:spChg>
        <pc:spChg chg="add mod">
          <ac:chgData name="Cristian Chilipirea" userId="34ab170da5908fc4" providerId="LiveId" clId="{51E1D80A-4A29-4E2A-B293-4232621C1517}" dt="2019-10-06T18:09:14.083" v="271" actId="1076"/>
          <ac:spMkLst>
            <pc:docMk/>
            <pc:sldMk cId="3525947301" sldId="516"/>
            <ac:spMk id="410" creationId="{0E806EB1-B447-484B-89EB-F2BABBD21B18}"/>
          </ac:spMkLst>
        </pc:spChg>
        <pc:spChg chg="add mod">
          <ac:chgData name="Cristian Chilipirea" userId="34ab170da5908fc4" providerId="LiveId" clId="{51E1D80A-4A29-4E2A-B293-4232621C1517}" dt="2019-10-06T18:09:14.083" v="271" actId="1076"/>
          <ac:spMkLst>
            <pc:docMk/>
            <pc:sldMk cId="3525947301" sldId="516"/>
            <ac:spMk id="411" creationId="{B830357E-F22C-4F02-9BBB-AC28CCADE3A2}"/>
          </ac:spMkLst>
        </pc:spChg>
        <pc:spChg chg="add mod">
          <ac:chgData name="Cristian Chilipirea" userId="34ab170da5908fc4" providerId="LiveId" clId="{51E1D80A-4A29-4E2A-B293-4232621C1517}" dt="2019-10-06T18:09:14.083" v="271" actId="1076"/>
          <ac:spMkLst>
            <pc:docMk/>
            <pc:sldMk cId="3525947301" sldId="516"/>
            <ac:spMk id="412" creationId="{8783D9FB-CD32-4F0B-A5ED-D16C51436B85}"/>
          </ac:spMkLst>
        </pc:spChg>
        <pc:spChg chg="add mod">
          <ac:chgData name="Cristian Chilipirea" userId="34ab170da5908fc4" providerId="LiveId" clId="{51E1D80A-4A29-4E2A-B293-4232621C1517}" dt="2019-10-06T18:09:14.083" v="271" actId="1076"/>
          <ac:spMkLst>
            <pc:docMk/>
            <pc:sldMk cId="3525947301" sldId="516"/>
            <ac:spMk id="413" creationId="{2C5565B0-E58B-422E-9757-EFFF5A2C0BDB}"/>
          </ac:spMkLst>
        </pc:spChg>
        <pc:spChg chg="add mod">
          <ac:chgData name="Cristian Chilipirea" userId="34ab170da5908fc4" providerId="LiveId" clId="{51E1D80A-4A29-4E2A-B293-4232621C1517}" dt="2019-10-06T18:09:14.083" v="271" actId="1076"/>
          <ac:spMkLst>
            <pc:docMk/>
            <pc:sldMk cId="3525947301" sldId="516"/>
            <ac:spMk id="414" creationId="{BC8622ED-7C7C-49D9-9834-A00999AB6685}"/>
          </ac:spMkLst>
        </pc:spChg>
        <pc:spChg chg="add mod">
          <ac:chgData name="Cristian Chilipirea" userId="34ab170da5908fc4" providerId="LiveId" clId="{51E1D80A-4A29-4E2A-B293-4232621C1517}" dt="2019-10-06T18:09:14.083" v="271" actId="1076"/>
          <ac:spMkLst>
            <pc:docMk/>
            <pc:sldMk cId="3525947301" sldId="516"/>
            <ac:spMk id="415" creationId="{C099CE6D-7F61-4E1B-8379-DEB76AAA0C3A}"/>
          </ac:spMkLst>
        </pc:spChg>
        <pc:spChg chg="add mod">
          <ac:chgData name="Cristian Chilipirea" userId="34ab170da5908fc4" providerId="LiveId" clId="{51E1D80A-4A29-4E2A-B293-4232621C1517}" dt="2019-10-06T18:09:14.083" v="271" actId="1076"/>
          <ac:spMkLst>
            <pc:docMk/>
            <pc:sldMk cId="3525947301" sldId="516"/>
            <ac:spMk id="416" creationId="{F9DD69CB-C535-467B-8B9D-5B0A5BBA3C69}"/>
          </ac:spMkLst>
        </pc:spChg>
        <pc:spChg chg="add mod">
          <ac:chgData name="Cristian Chilipirea" userId="34ab170da5908fc4" providerId="LiveId" clId="{51E1D80A-4A29-4E2A-B293-4232621C1517}" dt="2019-10-06T18:09:14.083" v="271" actId="1076"/>
          <ac:spMkLst>
            <pc:docMk/>
            <pc:sldMk cId="3525947301" sldId="516"/>
            <ac:spMk id="417" creationId="{05962FAF-7D8D-4628-A0AC-69E56FFB118C}"/>
          </ac:spMkLst>
        </pc:spChg>
        <pc:spChg chg="add mod">
          <ac:chgData name="Cristian Chilipirea" userId="34ab170da5908fc4" providerId="LiveId" clId="{51E1D80A-4A29-4E2A-B293-4232621C1517}" dt="2019-10-06T18:09:14.083" v="271" actId="1076"/>
          <ac:spMkLst>
            <pc:docMk/>
            <pc:sldMk cId="3525947301" sldId="516"/>
            <ac:spMk id="418" creationId="{6CA27E85-8F93-4723-9538-0976A5797127}"/>
          </ac:spMkLst>
        </pc:spChg>
        <pc:spChg chg="add mod">
          <ac:chgData name="Cristian Chilipirea" userId="34ab170da5908fc4" providerId="LiveId" clId="{51E1D80A-4A29-4E2A-B293-4232621C1517}" dt="2019-10-06T18:09:14.083" v="271" actId="1076"/>
          <ac:spMkLst>
            <pc:docMk/>
            <pc:sldMk cId="3525947301" sldId="516"/>
            <ac:spMk id="419" creationId="{38FC0875-2FC5-4227-9BE1-62A7762341D0}"/>
          </ac:spMkLst>
        </pc:spChg>
        <pc:spChg chg="add mod">
          <ac:chgData name="Cristian Chilipirea" userId="34ab170da5908fc4" providerId="LiveId" clId="{51E1D80A-4A29-4E2A-B293-4232621C1517}" dt="2019-10-06T18:09:14.083" v="271" actId="1076"/>
          <ac:spMkLst>
            <pc:docMk/>
            <pc:sldMk cId="3525947301" sldId="516"/>
            <ac:spMk id="420" creationId="{D16B5D00-5AF1-4176-BE7D-A7210628048E}"/>
          </ac:spMkLst>
        </pc:spChg>
        <pc:spChg chg="add mod">
          <ac:chgData name="Cristian Chilipirea" userId="34ab170da5908fc4" providerId="LiveId" clId="{51E1D80A-4A29-4E2A-B293-4232621C1517}" dt="2019-10-06T18:09:14.083" v="271" actId="1076"/>
          <ac:spMkLst>
            <pc:docMk/>
            <pc:sldMk cId="3525947301" sldId="516"/>
            <ac:spMk id="421" creationId="{F2A4A9CA-888F-4B96-A1DB-8D13AC72631E}"/>
          </ac:spMkLst>
        </pc:spChg>
        <pc:spChg chg="add mod">
          <ac:chgData name="Cristian Chilipirea" userId="34ab170da5908fc4" providerId="LiveId" clId="{51E1D80A-4A29-4E2A-B293-4232621C1517}" dt="2019-10-06T18:09:14.083" v="271" actId="1076"/>
          <ac:spMkLst>
            <pc:docMk/>
            <pc:sldMk cId="3525947301" sldId="516"/>
            <ac:spMk id="422" creationId="{6C125D9B-1A4D-4BA0-9B2F-453B157EF996}"/>
          </ac:spMkLst>
        </pc:spChg>
        <pc:spChg chg="add mod">
          <ac:chgData name="Cristian Chilipirea" userId="34ab170da5908fc4" providerId="LiveId" clId="{51E1D80A-4A29-4E2A-B293-4232621C1517}" dt="2019-10-06T18:09:14.083" v="271" actId="1076"/>
          <ac:spMkLst>
            <pc:docMk/>
            <pc:sldMk cId="3525947301" sldId="516"/>
            <ac:spMk id="423" creationId="{171D76BB-AD94-42BD-9A8B-E96955D9DC03}"/>
          </ac:spMkLst>
        </pc:spChg>
        <pc:spChg chg="add mod">
          <ac:chgData name="Cristian Chilipirea" userId="34ab170da5908fc4" providerId="LiveId" clId="{51E1D80A-4A29-4E2A-B293-4232621C1517}" dt="2019-10-06T18:09:14.083" v="271" actId="1076"/>
          <ac:spMkLst>
            <pc:docMk/>
            <pc:sldMk cId="3525947301" sldId="516"/>
            <ac:spMk id="424" creationId="{41568C42-FAED-4B7A-899D-B464FF5E9B38}"/>
          </ac:spMkLst>
        </pc:spChg>
        <pc:spChg chg="add mod">
          <ac:chgData name="Cristian Chilipirea" userId="34ab170da5908fc4" providerId="LiveId" clId="{51E1D80A-4A29-4E2A-B293-4232621C1517}" dt="2019-10-06T18:09:14.083" v="271" actId="1076"/>
          <ac:spMkLst>
            <pc:docMk/>
            <pc:sldMk cId="3525947301" sldId="516"/>
            <ac:spMk id="425" creationId="{B5D4DD2E-75F4-4D0F-87AE-F2271409512B}"/>
          </ac:spMkLst>
        </pc:spChg>
        <pc:spChg chg="add mod">
          <ac:chgData name="Cristian Chilipirea" userId="34ab170da5908fc4" providerId="LiveId" clId="{51E1D80A-4A29-4E2A-B293-4232621C1517}" dt="2019-10-06T18:09:14.083" v="271" actId="1076"/>
          <ac:spMkLst>
            <pc:docMk/>
            <pc:sldMk cId="3525947301" sldId="516"/>
            <ac:spMk id="426" creationId="{44BAF615-715F-4875-9B16-E20851B0743E}"/>
          </ac:spMkLst>
        </pc:spChg>
        <pc:spChg chg="add mod">
          <ac:chgData name="Cristian Chilipirea" userId="34ab170da5908fc4" providerId="LiveId" clId="{51E1D80A-4A29-4E2A-B293-4232621C1517}" dt="2019-10-06T18:09:14.083" v="271" actId="1076"/>
          <ac:spMkLst>
            <pc:docMk/>
            <pc:sldMk cId="3525947301" sldId="516"/>
            <ac:spMk id="427" creationId="{DBCE81CC-23E6-423E-A973-EBFA37CD7F42}"/>
          </ac:spMkLst>
        </pc:spChg>
        <pc:spChg chg="add mod">
          <ac:chgData name="Cristian Chilipirea" userId="34ab170da5908fc4" providerId="LiveId" clId="{51E1D80A-4A29-4E2A-B293-4232621C1517}" dt="2019-10-06T18:09:14.083" v="271" actId="1076"/>
          <ac:spMkLst>
            <pc:docMk/>
            <pc:sldMk cId="3525947301" sldId="516"/>
            <ac:spMk id="428" creationId="{16936C4A-6E02-4367-A92E-62B62221D334}"/>
          </ac:spMkLst>
        </pc:spChg>
        <pc:spChg chg="add mod">
          <ac:chgData name="Cristian Chilipirea" userId="34ab170da5908fc4" providerId="LiveId" clId="{51E1D80A-4A29-4E2A-B293-4232621C1517}" dt="2019-10-06T18:09:14.083" v="271" actId="1076"/>
          <ac:spMkLst>
            <pc:docMk/>
            <pc:sldMk cId="3525947301" sldId="516"/>
            <ac:spMk id="429" creationId="{81AEB018-5243-4908-B611-FD7FB70D49B0}"/>
          </ac:spMkLst>
        </pc:spChg>
        <pc:spChg chg="add mod">
          <ac:chgData name="Cristian Chilipirea" userId="34ab170da5908fc4" providerId="LiveId" clId="{51E1D80A-4A29-4E2A-B293-4232621C1517}" dt="2019-10-06T18:09:14.083" v="271" actId="1076"/>
          <ac:spMkLst>
            <pc:docMk/>
            <pc:sldMk cId="3525947301" sldId="516"/>
            <ac:spMk id="430" creationId="{F16EB7B4-4CFC-4B12-8577-443916E3F014}"/>
          </ac:spMkLst>
        </pc:spChg>
        <pc:spChg chg="add mod">
          <ac:chgData name="Cristian Chilipirea" userId="34ab170da5908fc4" providerId="LiveId" clId="{51E1D80A-4A29-4E2A-B293-4232621C1517}" dt="2019-10-06T18:09:14.083" v="271" actId="1076"/>
          <ac:spMkLst>
            <pc:docMk/>
            <pc:sldMk cId="3525947301" sldId="516"/>
            <ac:spMk id="431" creationId="{4D347F11-29DE-41F7-873C-48EE4717339A}"/>
          </ac:spMkLst>
        </pc:spChg>
        <pc:spChg chg="add mod">
          <ac:chgData name="Cristian Chilipirea" userId="34ab170da5908fc4" providerId="LiveId" clId="{51E1D80A-4A29-4E2A-B293-4232621C1517}" dt="2019-10-06T18:09:14.083" v="271" actId="1076"/>
          <ac:spMkLst>
            <pc:docMk/>
            <pc:sldMk cId="3525947301" sldId="516"/>
            <ac:spMk id="432" creationId="{3910CB63-EF71-4A52-ACD8-CFEB68B05853}"/>
          </ac:spMkLst>
        </pc:spChg>
        <pc:spChg chg="add mod">
          <ac:chgData name="Cristian Chilipirea" userId="34ab170da5908fc4" providerId="LiveId" clId="{51E1D80A-4A29-4E2A-B293-4232621C1517}" dt="2019-10-06T18:09:14.083" v="271" actId="1076"/>
          <ac:spMkLst>
            <pc:docMk/>
            <pc:sldMk cId="3525947301" sldId="516"/>
            <ac:spMk id="433" creationId="{73E52E6A-FD56-4482-9B13-56309DD5ACFE}"/>
          </ac:spMkLst>
        </pc:spChg>
        <pc:spChg chg="add mod">
          <ac:chgData name="Cristian Chilipirea" userId="34ab170da5908fc4" providerId="LiveId" clId="{51E1D80A-4A29-4E2A-B293-4232621C1517}" dt="2019-10-06T18:09:14.083" v="271" actId="1076"/>
          <ac:spMkLst>
            <pc:docMk/>
            <pc:sldMk cId="3525947301" sldId="516"/>
            <ac:spMk id="434" creationId="{C2ACEF03-0955-4676-A9BD-A5E35FE875EB}"/>
          </ac:spMkLst>
        </pc:spChg>
        <pc:spChg chg="add mod">
          <ac:chgData name="Cristian Chilipirea" userId="34ab170da5908fc4" providerId="LiveId" clId="{51E1D80A-4A29-4E2A-B293-4232621C1517}" dt="2019-10-06T18:09:14.083" v="271" actId="1076"/>
          <ac:spMkLst>
            <pc:docMk/>
            <pc:sldMk cId="3525947301" sldId="516"/>
            <ac:spMk id="435" creationId="{1FD9E56D-1209-49A9-8D7F-B99B6549E4F0}"/>
          </ac:spMkLst>
        </pc:spChg>
        <pc:spChg chg="add mod">
          <ac:chgData name="Cristian Chilipirea" userId="34ab170da5908fc4" providerId="LiveId" clId="{51E1D80A-4A29-4E2A-B293-4232621C1517}" dt="2019-10-06T18:09:14.083" v="271" actId="1076"/>
          <ac:spMkLst>
            <pc:docMk/>
            <pc:sldMk cId="3525947301" sldId="516"/>
            <ac:spMk id="436" creationId="{EA8050F3-A2D2-41B8-9849-38CB1C98D058}"/>
          </ac:spMkLst>
        </pc:spChg>
        <pc:spChg chg="add mod">
          <ac:chgData name="Cristian Chilipirea" userId="34ab170da5908fc4" providerId="LiveId" clId="{51E1D80A-4A29-4E2A-B293-4232621C1517}" dt="2019-10-06T18:09:14.083" v="271" actId="1076"/>
          <ac:spMkLst>
            <pc:docMk/>
            <pc:sldMk cId="3525947301" sldId="516"/>
            <ac:spMk id="437" creationId="{50237815-5987-492D-881E-EBCA7B1B52E6}"/>
          </ac:spMkLst>
        </pc:spChg>
        <pc:spChg chg="add mod">
          <ac:chgData name="Cristian Chilipirea" userId="34ab170da5908fc4" providerId="LiveId" clId="{51E1D80A-4A29-4E2A-B293-4232621C1517}" dt="2019-10-06T18:09:14.083" v="271" actId="1076"/>
          <ac:spMkLst>
            <pc:docMk/>
            <pc:sldMk cId="3525947301" sldId="516"/>
            <ac:spMk id="438" creationId="{11901605-264E-4B09-9E23-2C88698163EA}"/>
          </ac:spMkLst>
        </pc:spChg>
        <pc:spChg chg="add mod">
          <ac:chgData name="Cristian Chilipirea" userId="34ab170da5908fc4" providerId="LiveId" clId="{51E1D80A-4A29-4E2A-B293-4232621C1517}" dt="2019-10-06T18:09:14.083" v="271" actId="1076"/>
          <ac:spMkLst>
            <pc:docMk/>
            <pc:sldMk cId="3525947301" sldId="516"/>
            <ac:spMk id="439" creationId="{219D412A-3DA9-48EA-A2B2-B1487677909F}"/>
          </ac:spMkLst>
        </pc:spChg>
        <pc:spChg chg="add mod">
          <ac:chgData name="Cristian Chilipirea" userId="34ab170da5908fc4" providerId="LiveId" clId="{51E1D80A-4A29-4E2A-B293-4232621C1517}" dt="2019-10-06T18:09:14.083" v="271" actId="1076"/>
          <ac:spMkLst>
            <pc:docMk/>
            <pc:sldMk cId="3525947301" sldId="516"/>
            <ac:spMk id="440" creationId="{45DD43DF-CD31-4E04-ACFE-60EBD2432C8D}"/>
          </ac:spMkLst>
        </pc:spChg>
        <pc:spChg chg="add mod">
          <ac:chgData name="Cristian Chilipirea" userId="34ab170da5908fc4" providerId="LiveId" clId="{51E1D80A-4A29-4E2A-B293-4232621C1517}" dt="2019-10-06T18:09:14.083" v="271" actId="1076"/>
          <ac:spMkLst>
            <pc:docMk/>
            <pc:sldMk cId="3525947301" sldId="516"/>
            <ac:spMk id="441" creationId="{DDB51E4C-42FE-4361-8919-85BFAE6720D9}"/>
          </ac:spMkLst>
        </pc:spChg>
        <pc:spChg chg="add mod">
          <ac:chgData name="Cristian Chilipirea" userId="34ab170da5908fc4" providerId="LiveId" clId="{51E1D80A-4A29-4E2A-B293-4232621C1517}" dt="2019-10-06T18:09:14.083" v="271" actId="1076"/>
          <ac:spMkLst>
            <pc:docMk/>
            <pc:sldMk cId="3525947301" sldId="516"/>
            <ac:spMk id="442" creationId="{322FB403-3B95-4F0B-913E-911E566D56CE}"/>
          </ac:spMkLst>
        </pc:spChg>
        <pc:spChg chg="add mod">
          <ac:chgData name="Cristian Chilipirea" userId="34ab170da5908fc4" providerId="LiveId" clId="{51E1D80A-4A29-4E2A-B293-4232621C1517}" dt="2019-10-06T18:09:14.083" v="271" actId="1076"/>
          <ac:spMkLst>
            <pc:docMk/>
            <pc:sldMk cId="3525947301" sldId="516"/>
            <ac:spMk id="443" creationId="{A02CD37A-005E-4A53-80E6-DA9503DD3DCB}"/>
          </ac:spMkLst>
        </pc:spChg>
        <pc:spChg chg="add mod">
          <ac:chgData name="Cristian Chilipirea" userId="34ab170da5908fc4" providerId="LiveId" clId="{51E1D80A-4A29-4E2A-B293-4232621C1517}" dt="2019-10-06T18:09:14.083" v="271" actId="1076"/>
          <ac:spMkLst>
            <pc:docMk/>
            <pc:sldMk cId="3525947301" sldId="516"/>
            <ac:spMk id="444" creationId="{A0FD4544-9125-4E29-B4CA-917C1A767698}"/>
          </ac:spMkLst>
        </pc:spChg>
        <pc:spChg chg="add mod">
          <ac:chgData name="Cristian Chilipirea" userId="34ab170da5908fc4" providerId="LiveId" clId="{51E1D80A-4A29-4E2A-B293-4232621C1517}" dt="2019-10-06T18:09:14.083" v="271" actId="1076"/>
          <ac:spMkLst>
            <pc:docMk/>
            <pc:sldMk cId="3525947301" sldId="516"/>
            <ac:spMk id="445" creationId="{864C57ED-2D12-4F16-9DD6-4E0160AF54C8}"/>
          </ac:spMkLst>
        </pc:spChg>
        <pc:spChg chg="add mod">
          <ac:chgData name="Cristian Chilipirea" userId="34ab170da5908fc4" providerId="LiveId" clId="{51E1D80A-4A29-4E2A-B293-4232621C1517}" dt="2019-10-06T18:09:14.083" v="271" actId="1076"/>
          <ac:spMkLst>
            <pc:docMk/>
            <pc:sldMk cId="3525947301" sldId="516"/>
            <ac:spMk id="446" creationId="{B56F61A1-EE12-4ED0-B603-37E411ED2CDB}"/>
          </ac:spMkLst>
        </pc:spChg>
        <pc:spChg chg="add mod">
          <ac:chgData name="Cristian Chilipirea" userId="34ab170da5908fc4" providerId="LiveId" clId="{51E1D80A-4A29-4E2A-B293-4232621C1517}" dt="2019-10-06T18:09:14.083" v="271" actId="1076"/>
          <ac:spMkLst>
            <pc:docMk/>
            <pc:sldMk cId="3525947301" sldId="516"/>
            <ac:spMk id="447" creationId="{7D162ED6-46F0-4447-A4E4-2170B9948ED8}"/>
          </ac:spMkLst>
        </pc:spChg>
        <pc:spChg chg="add mod">
          <ac:chgData name="Cristian Chilipirea" userId="34ab170da5908fc4" providerId="LiveId" clId="{51E1D80A-4A29-4E2A-B293-4232621C1517}" dt="2019-10-06T18:09:14.083" v="271" actId="1076"/>
          <ac:spMkLst>
            <pc:docMk/>
            <pc:sldMk cId="3525947301" sldId="516"/>
            <ac:spMk id="448" creationId="{BB006F4C-4127-4D61-BCA0-2BD9FD83AC43}"/>
          </ac:spMkLst>
        </pc:spChg>
        <pc:spChg chg="add mod">
          <ac:chgData name="Cristian Chilipirea" userId="34ab170da5908fc4" providerId="LiveId" clId="{51E1D80A-4A29-4E2A-B293-4232621C1517}" dt="2019-10-06T18:09:14.083" v="271" actId="1076"/>
          <ac:spMkLst>
            <pc:docMk/>
            <pc:sldMk cId="3525947301" sldId="516"/>
            <ac:spMk id="449" creationId="{96F2008B-0260-47F2-82D0-D5EB0CCA92EB}"/>
          </ac:spMkLst>
        </pc:spChg>
        <pc:spChg chg="add mod">
          <ac:chgData name="Cristian Chilipirea" userId="34ab170da5908fc4" providerId="LiveId" clId="{51E1D80A-4A29-4E2A-B293-4232621C1517}" dt="2019-10-06T18:09:14.083" v="271" actId="1076"/>
          <ac:spMkLst>
            <pc:docMk/>
            <pc:sldMk cId="3525947301" sldId="516"/>
            <ac:spMk id="450" creationId="{EEE141D4-B608-475C-BE47-AEC2BF841A65}"/>
          </ac:spMkLst>
        </pc:spChg>
        <pc:spChg chg="add mod">
          <ac:chgData name="Cristian Chilipirea" userId="34ab170da5908fc4" providerId="LiveId" clId="{51E1D80A-4A29-4E2A-B293-4232621C1517}" dt="2019-10-06T18:09:14.083" v="271" actId="1076"/>
          <ac:spMkLst>
            <pc:docMk/>
            <pc:sldMk cId="3525947301" sldId="516"/>
            <ac:spMk id="451" creationId="{E8DD020B-36C8-4E16-B1B6-9CF7FD53C59E}"/>
          </ac:spMkLst>
        </pc:spChg>
        <pc:spChg chg="add mod">
          <ac:chgData name="Cristian Chilipirea" userId="34ab170da5908fc4" providerId="LiveId" clId="{51E1D80A-4A29-4E2A-B293-4232621C1517}" dt="2019-10-06T18:09:14.083" v="271" actId="1076"/>
          <ac:spMkLst>
            <pc:docMk/>
            <pc:sldMk cId="3525947301" sldId="516"/>
            <ac:spMk id="452" creationId="{FCB97F8C-3A85-4ED4-8CF4-3E2439459AA5}"/>
          </ac:spMkLst>
        </pc:spChg>
        <pc:spChg chg="add mod">
          <ac:chgData name="Cristian Chilipirea" userId="34ab170da5908fc4" providerId="LiveId" clId="{51E1D80A-4A29-4E2A-B293-4232621C1517}" dt="2019-10-06T18:09:14.083" v="271" actId="1076"/>
          <ac:spMkLst>
            <pc:docMk/>
            <pc:sldMk cId="3525947301" sldId="516"/>
            <ac:spMk id="453" creationId="{C6C06913-EB99-431C-9DDD-3188E1374A92}"/>
          </ac:spMkLst>
        </pc:spChg>
        <pc:spChg chg="add mod">
          <ac:chgData name="Cristian Chilipirea" userId="34ab170da5908fc4" providerId="LiveId" clId="{51E1D80A-4A29-4E2A-B293-4232621C1517}" dt="2019-10-06T18:09:14.083" v="271" actId="1076"/>
          <ac:spMkLst>
            <pc:docMk/>
            <pc:sldMk cId="3525947301" sldId="516"/>
            <ac:spMk id="454" creationId="{49744BF4-A8C4-479C-AF25-2A84A06B216D}"/>
          </ac:spMkLst>
        </pc:spChg>
        <pc:spChg chg="add mod">
          <ac:chgData name="Cristian Chilipirea" userId="34ab170da5908fc4" providerId="LiveId" clId="{51E1D80A-4A29-4E2A-B293-4232621C1517}" dt="2019-10-06T18:09:14.083" v="271" actId="1076"/>
          <ac:spMkLst>
            <pc:docMk/>
            <pc:sldMk cId="3525947301" sldId="516"/>
            <ac:spMk id="455" creationId="{64E51593-A9AE-43A2-93D6-58E51CB3EBE3}"/>
          </ac:spMkLst>
        </pc:spChg>
        <pc:spChg chg="add mod">
          <ac:chgData name="Cristian Chilipirea" userId="34ab170da5908fc4" providerId="LiveId" clId="{51E1D80A-4A29-4E2A-B293-4232621C1517}" dt="2019-10-06T18:09:14.083" v="271" actId="1076"/>
          <ac:spMkLst>
            <pc:docMk/>
            <pc:sldMk cId="3525947301" sldId="516"/>
            <ac:spMk id="456" creationId="{27B047D8-1222-433F-A325-E6C5C40ABC39}"/>
          </ac:spMkLst>
        </pc:spChg>
        <pc:spChg chg="add mod">
          <ac:chgData name="Cristian Chilipirea" userId="34ab170da5908fc4" providerId="LiveId" clId="{51E1D80A-4A29-4E2A-B293-4232621C1517}" dt="2019-10-06T18:09:14.083" v="271" actId="1076"/>
          <ac:spMkLst>
            <pc:docMk/>
            <pc:sldMk cId="3525947301" sldId="516"/>
            <ac:spMk id="457" creationId="{B0D0EB24-AB7B-4569-894A-E9DE743629A2}"/>
          </ac:spMkLst>
        </pc:spChg>
        <pc:spChg chg="add mod">
          <ac:chgData name="Cristian Chilipirea" userId="34ab170da5908fc4" providerId="LiveId" clId="{51E1D80A-4A29-4E2A-B293-4232621C1517}" dt="2019-10-06T18:09:14.083" v="271" actId="1076"/>
          <ac:spMkLst>
            <pc:docMk/>
            <pc:sldMk cId="3525947301" sldId="516"/>
            <ac:spMk id="458" creationId="{DB2A0C95-7433-4184-87C8-7DDD84FC3C3D}"/>
          </ac:spMkLst>
        </pc:spChg>
        <pc:spChg chg="add mod">
          <ac:chgData name="Cristian Chilipirea" userId="34ab170da5908fc4" providerId="LiveId" clId="{51E1D80A-4A29-4E2A-B293-4232621C1517}" dt="2019-10-06T18:09:14.083" v="271" actId="1076"/>
          <ac:spMkLst>
            <pc:docMk/>
            <pc:sldMk cId="3525947301" sldId="516"/>
            <ac:spMk id="459" creationId="{B38AFD13-6EE1-427C-AD21-51EA201F7F7B}"/>
          </ac:spMkLst>
        </pc:spChg>
        <pc:spChg chg="add mod">
          <ac:chgData name="Cristian Chilipirea" userId="34ab170da5908fc4" providerId="LiveId" clId="{51E1D80A-4A29-4E2A-B293-4232621C1517}" dt="2019-10-06T18:09:14.083" v="271" actId="1076"/>
          <ac:spMkLst>
            <pc:docMk/>
            <pc:sldMk cId="3525947301" sldId="516"/>
            <ac:spMk id="460" creationId="{93771527-AB57-487F-92ED-67561785764C}"/>
          </ac:spMkLst>
        </pc:spChg>
        <pc:spChg chg="add mod">
          <ac:chgData name="Cristian Chilipirea" userId="34ab170da5908fc4" providerId="LiveId" clId="{51E1D80A-4A29-4E2A-B293-4232621C1517}" dt="2019-10-06T18:09:14.083" v="271" actId="1076"/>
          <ac:spMkLst>
            <pc:docMk/>
            <pc:sldMk cId="3525947301" sldId="516"/>
            <ac:spMk id="461" creationId="{402C24F9-D131-408C-9229-09D3E1593A7E}"/>
          </ac:spMkLst>
        </pc:spChg>
        <pc:spChg chg="add mod">
          <ac:chgData name="Cristian Chilipirea" userId="34ab170da5908fc4" providerId="LiveId" clId="{51E1D80A-4A29-4E2A-B293-4232621C1517}" dt="2019-10-06T18:09:14.083" v="271" actId="1076"/>
          <ac:spMkLst>
            <pc:docMk/>
            <pc:sldMk cId="3525947301" sldId="516"/>
            <ac:spMk id="462" creationId="{41B8D37A-0490-4975-BE4E-9BEBDE249146}"/>
          </ac:spMkLst>
        </pc:spChg>
        <pc:spChg chg="add mod">
          <ac:chgData name="Cristian Chilipirea" userId="34ab170da5908fc4" providerId="LiveId" clId="{51E1D80A-4A29-4E2A-B293-4232621C1517}" dt="2019-10-06T18:09:14.083" v="271" actId="1076"/>
          <ac:spMkLst>
            <pc:docMk/>
            <pc:sldMk cId="3525947301" sldId="516"/>
            <ac:spMk id="463" creationId="{3E7650F4-2014-49FB-997F-FB1E9AD47220}"/>
          </ac:spMkLst>
        </pc:spChg>
        <pc:spChg chg="add mod">
          <ac:chgData name="Cristian Chilipirea" userId="34ab170da5908fc4" providerId="LiveId" clId="{51E1D80A-4A29-4E2A-B293-4232621C1517}" dt="2019-10-06T18:09:14.083" v="271" actId="1076"/>
          <ac:spMkLst>
            <pc:docMk/>
            <pc:sldMk cId="3525947301" sldId="516"/>
            <ac:spMk id="464" creationId="{EA696696-4E93-4107-8288-0946BD318BEB}"/>
          </ac:spMkLst>
        </pc:spChg>
        <pc:spChg chg="add mod">
          <ac:chgData name="Cristian Chilipirea" userId="34ab170da5908fc4" providerId="LiveId" clId="{51E1D80A-4A29-4E2A-B293-4232621C1517}" dt="2019-10-06T18:09:14.083" v="271" actId="1076"/>
          <ac:spMkLst>
            <pc:docMk/>
            <pc:sldMk cId="3525947301" sldId="516"/>
            <ac:spMk id="465" creationId="{2202DA91-FE9A-422B-AAFC-4B1EA8D5AD5A}"/>
          </ac:spMkLst>
        </pc:spChg>
        <pc:spChg chg="add mod">
          <ac:chgData name="Cristian Chilipirea" userId="34ab170da5908fc4" providerId="LiveId" clId="{51E1D80A-4A29-4E2A-B293-4232621C1517}" dt="2019-10-06T18:09:14.083" v="271" actId="1076"/>
          <ac:spMkLst>
            <pc:docMk/>
            <pc:sldMk cId="3525947301" sldId="516"/>
            <ac:spMk id="466" creationId="{A9BD438C-FCF4-4B2E-9364-BB6FE2842010}"/>
          </ac:spMkLst>
        </pc:spChg>
        <pc:spChg chg="add mod">
          <ac:chgData name="Cristian Chilipirea" userId="34ab170da5908fc4" providerId="LiveId" clId="{51E1D80A-4A29-4E2A-B293-4232621C1517}" dt="2019-10-06T18:09:14.083" v="271" actId="1076"/>
          <ac:spMkLst>
            <pc:docMk/>
            <pc:sldMk cId="3525947301" sldId="516"/>
            <ac:spMk id="467" creationId="{1CC451A0-6D5E-4DCE-946F-A8FC404F82B7}"/>
          </ac:spMkLst>
        </pc:spChg>
        <pc:spChg chg="add mod">
          <ac:chgData name="Cristian Chilipirea" userId="34ab170da5908fc4" providerId="LiveId" clId="{51E1D80A-4A29-4E2A-B293-4232621C1517}" dt="2019-10-06T18:09:14.083" v="271" actId="1076"/>
          <ac:spMkLst>
            <pc:docMk/>
            <pc:sldMk cId="3525947301" sldId="516"/>
            <ac:spMk id="468" creationId="{E724292E-3C95-4B4B-BA61-86EE57DCD744}"/>
          </ac:spMkLst>
        </pc:spChg>
        <pc:spChg chg="add mod">
          <ac:chgData name="Cristian Chilipirea" userId="34ab170da5908fc4" providerId="LiveId" clId="{51E1D80A-4A29-4E2A-B293-4232621C1517}" dt="2019-10-06T18:09:14.083" v="271" actId="1076"/>
          <ac:spMkLst>
            <pc:docMk/>
            <pc:sldMk cId="3525947301" sldId="516"/>
            <ac:spMk id="469" creationId="{4742A3CA-9E17-440C-A933-554AAD6BB395}"/>
          </ac:spMkLst>
        </pc:spChg>
        <pc:spChg chg="add mod">
          <ac:chgData name="Cristian Chilipirea" userId="34ab170da5908fc4" providerId="LiveId" clId="{51E1D80A-4A29-4E2A-B293-4232621C1517}" dt="2019-10-06T18:09:14.083" v="271" actId="1076"/>
          <ac:spMkLst>
            <pc:docMk/>
            <pc:sldMk cId="3525947301" sldId="516"/>
            <ac:spMk id="470" creationId="{35F127D0-F7A3-4CAE-B72B-289645314AB4}"/>
          </ac:spMkLst>
        </pc:spChg>
        <pc:spChg chg="add mod">
          <ac:chgData name="Cristian Chilipirea" userId="34ab170da5908fc4" providerId="LiveId" clId="{51E1D80A-4A29-4E2A-B293-4232621C1517}" dt="2019-10-06T18:09:14.083" v="271" actId="1076"/>
          <ac:spMkLst>
            <pc:docMk/>
            <pc:sldMk cId="3525947301" sldId="516"/>
            <ac:spMk id="471" creationId="{05F65279-75FE-48B9-8E15-01EA0A0FB13D}"/>
          </ac:spMkLst>
        </pc:spChg>
        <pc:spChg chg="add mod">
          <ac:chgData name="Cristian Chilipirea" userId="34ab170da5908fc4" providerId="LiveId" clId="{51E1D80A-4A29-4E2A-B293-4232621C1517}" dt="2019-10-06T18:09:14.083" v="271" actId="1076"/>
          <ac:spMkLst>
            <pc:docMk/>
            <pc:sldMk cId="3525947301" sldId="516"/>
            <ac:spMk id="472" creationId="{29EB5432-66FD-47B4-87FA-154F37BABC2D}"/>
          </ac:spMkLst>
        </pc:spChg>
        <pc:spChg chg="add mod">
          <ac:chgData name="Cristian Chilipirea" userId="34ab170da5908fc4" providerId="LiveId" clId="{51E1D80A-4A29-4E2A-B293-4232621C1517}" dt="2019-10-06T18:09:14.083" v="271" actId="1076"/>
          <ac:spMkLst>
            <pc:docMk/>
            <pc:sldMk cId="3525947301" sldId="516"/>
            <ac:spMk id="473" creationId="{593B988A-C6D7-4212-A88B-7D2C3EC4E107}"/>
          </ac:spMkLst>
        </pc:spChg>
        <pc:spChg chg="add mod">
          <ac:chgData name="Cristian Chilipirea" userId="34ab170da5908fc4" providerId="LiveId" clId="{51E1D80A-4A29-4E2A-B293-4232621C1517}" dt="2019-10-06T18:09:14.083" v="271" actId="1076"/>
          <ac:spMkLst>
            <pc:docMk/>
            <pc:sldMk cId="3525947301" sldId="516"/>
            <ac:spMk id="474" creationId="{8A24CAE1-EE15-42D1-B92E-D55ABA6C10EB}"/>
          </ac:spMkLst>
        </pc:spChg>
        <pc:spChg chg="add mod">
          <ac:chgData name="Cristian Chilipirea" userId="34ab170da5908fc4" providerId="LiveId" clId="{51E1D80A-4A29-4E2A-B293-4232621C1517}" dt="2019-10-06T18:09:14.083" v="271" actId="1076"/>
          <ac:spMkLst>
            <pc:docMk/>
            <pc:sldMk cId="3525947301" sldId="516"/>
            <ac:spMk id="475" creationId="{99CCB40F-981C-4647-B5A1-57563FAF9C5F}"/>
          </ac:spMkLst>
        </pc:spChg>
        <pc:spChg chg="add mod">
          <ac:chgData name="Cristian Chilipirea" userId="34ab170da5908fc4" providerId="LiveId" clId="{51E1D80A-4A29-4E2A-B293-4232621C1517}" dt="2019-10-06T18:09:14.083" v="271" actId="1076"/>
          <ac:spMkLst>
            <pc:docMk/>
            <pc:sldMk cId="3525947301" sldId="516"/>
            <ac:spMk id="476" creationId="{7AA8F60B-2F6D-4415-BB63-1F455638B021}"/>
          </ac:spMkLst>
        </pc:spChg>
        <pc:spChg chg="add mod">
          <ac:chgData name="Cristian Chilipirea" userId="34ab170da5908fc4" providerId="LiveId" clId="{51E1D80A-4A29-4E2A-B293-4232621C1517}" dt="2019-10-06T18:09:14.083" v="271" actId="1076"/>
          <ac:spMkLst>
            <pc:docMk/>
            <pc:sldMk cId="3525947301" sldId="516"/>
            <ac:spMk id="477" creationId="{9691332B-C779-415E-B816-98EE8FAF6F85}"/>
          </ac:spMkLst>
        </pc:spChg>
        <pc:spChg chg="add mod">
          <ac:chgData name="Cristian Chilipirea" userId="34ab170da5908fc4" providerId="LiveId" clId="{51E1D80A-4A29-4E2A-B293-4232621C1517}" dt="2019-10-06T18:09:14.083" v="271" actId="1076"/>
          <ac:spMkLst>
            <pc:docMk/>
            <pc:sldMk cId="3525947301" sldId="516"/>
            <ac:spMk id="478" creationId="{DD1F1C2D-038E-49B5-826E-D680726F92E7}"/>
          </ac:spMkLst>
        </pc:spChg>
        <pc:spChg chg="add mod">
          <ac:chgData name="Cristian Chilipirea" userId="34ab170da5908fc4" providerId="LiveId" clId="{51E1D80A-4A29-4E2A-B293-4232621C1517}" dt="2019-10-06T18:09:14.083" v="271" actId="1076"/>
          <ac:spMkLst>
            <pc:docMk/>
            <pc:sldMk cId="3525947301" sldId="516"/>
            <ac:spMk id="479" creationId="{240B9D2A-7D5E-43D3-B669-F8011C1F5FB4}"/>
          </ac:spMkLst>
        </pc:spChg>
        <pc:spChg chg="add mod">
          <ac:chgData name="Cristian Chilipirea" userId="34ab170da5908fc4" providerId="LiveId" clId="{51E1D80A-4A29-4E2A-B293-4232621C1517}" dt="2019-10-06T18:09:14.083" v="271" actId="1076"/>
          <ac:spMkLst>
            <pc:docMk/>
            <pc:sldMk cId="3525947301" sldId="516"/>
            <ac:spMk id="480" creationId="{AF8A3C34-83A0-4B90-9D9E-507AF554F866}"/>
          </ac:spMkLst>
        </pc:spChg>
        <pc:spChg chg="add mod">
          <ac:chgData name="Cristian Chilipirea" userId="34ab170da5908fc4" providerId="LiveId" clId="{51E1D80A-4A29-4E2A-B293-4232621C1517}" dt="2019-10-06T18:09:14.083" v="271" actId="1076"/>
          <ac:spMkLst>
            <pc:docMk/>
            <pc:sldMk cId="3525947301" sldId="516"/>
            <ac:spMk id="481" creationId="{9A29AA31-4D80-4863-9408-7007FAF763D0}"/>
          </ac:spMkLst>
        </pc:spChg>
        <pc:spChg chg="add mod">
          <ac:chgData name="Cristian Chilipirea" userId="34ab170da5908fc4" providerId="LiveId" clId="{51E1D80A-4A29-4E2A-B293-4232621C1517}" dt="2019-10-06T18:09:14.083" v="271" actId="1076"/>
          <ac:spMkLst>
            <pc:docMk/>
            <pc:sldMk cId="3525947301" sldId="516"/>
            <ac:spMk id="482" creationId="{B7BAFB52-1573-4936-9BBC-97F69CA866EA}"/>
          </ac:spMkLst>
        </pc:spChg>
        <pc:spChg chg="add mod">
          <ac:chgData name="Cristian Chilipirea" userId="34ab170da5908fc4" providerId="LiveId" clId="{51E1D80A-4A29-4E2A-B293-4232621C1517}" dt="2019-10-06T18:09:14.083" v="271" actId="1076"/>
          <ac:spMkLst>
            <pc:docMk/>
            <pc:sldMk cId="3525947301" sldId="516"/>
            <ac:spMk id="483" creationId="{164C2F22-98B7-4345-B25F-382B9CF45BC2}"/>
          </ac:spMkLst>
        </pc:spChg>
        <pc:spChg chg="add mod">
          <ac:chgData name="Cristian Chilipirea" userId="34ab170da5908fc4" providerId="LiveId" clId="{51E1D80A-4A29-4E2A-B293-4232621C1517}" dt="2019-10-06T18:09:14.083" v="271" actId="1076"/>
          <ac:spMkLst>
            <pc:docMk/>
            <pc:sldMk cId="3525947301" sldId="516"/>
            <ac:spMk id="484" creationId="{728FF347-852F-4170-A530-FF87AF46780F}"/>
          </ac:spMkLst>
        </pc:spChg>
        <pc:spChg chg="add mod">
          <ac:chgData name="Cristian Chilipirea" userId="34ab170da5908fc4" providerId="LiveId" clId="{51E1D80A-4A29-4E2A-B293-4232621C1517}" dt="2019-10-06T18:09:14.083" v="271" actId="1076"/>
          <ac:spMkLst>
            <pc:docMk/>
            <pc:sldMk cId="3525947301" sldId="516"/>
            <ac:spMk id="485" creationId="{6CB2DD02-3628-4EB3-A67E-694F1528664B}"/>
          </ac:spMkLst>
        </pc:spChg>
        <pc:spChg chg="add mod">
          <ac:chgData name="Cristian Chilipirea" userId="34ab170da5908fc4" providerId="LiveId" clId="{51E1D80A-4A29-4E2A-B293-4232621C1517}" dt="2019-10-06T18:09:14.083" v="271" actId="1076"/>
          <ac:spMkLst>
            <pc:docMk/>
            <pc:sldMk cId="3525947301" sldId="516"/>
            <ac:spMk id="486" creationId="{DBF3DFE8-CDEC-4A42-86B2-161821BE3293}"/>
          </ac:spMkLst>
        </pc:spChg>
        <pc:spChg chg="add mod">
          <ac:chgData name="Cristian Chilipirea" userId="34ab170da5908fc4" providerId="LiveId" clId="{51E1D80A-4A29-4E2A-B293-4232621C1517}" dt="2019-10-06T18:09:14.083" v="271" actId="1076"/>
          <ac:spMkLst>
            <pc:docMk/>
            <pc:sldMk cId="3525947301" sldId="516"/>
            <ac:spMk id="487" creationId="{D5F52CC3-3D3D-4F9B-A718-C84AB05A3CC5}"/>
          </ac:spMkLst>
        </pc:spChg>
        <pc:spChg chg="add mod">
          <ac:chgData name="Cristian Chilipirea" userId="34ab170da5908fc4" providerId="LiveId" clId="{51E1D80A-4A29-4E2A-B293-4232621C1517}" dt="2019-10-06T18:09:14.083" v="271" actId="1076"/>
          <ac:spMkLst>
            <pc:docMk/>
            <pc:sldMk cId="3525947301" sldId="516"/>
            <ac:spMk id="488" creationId="{3153CDC7-0598-4C91-9B7B-60CD2B6D7844}"/>
          </ac:spMkLst>
        </pc:spChg>
        <pc:spChg chg="add mod">
          <ac:chgData name="Cristian Chilipirea" userId="34ab170da5908fc4" providerId="LiveId" clId="{51E1D80A-4A29-4E2A-B293-4232621C1517}" dt="2019-10-06T18:09:14.083" v="271" actId="1076"/>
          <ac:spMkLst>
            <pc:docMk/>
            <pc:sldMk cId="3525947301" sldId="516"/>
            <ac:spMk id="489" creationId="{E3B9B2CF-3836-4E2C-A4D9-13A13B199738}"/>
          </ac:spMkLst>
        </pc:spChg>
        <pc:spChg chg="add mod">
          <ac:chgData name="Cristian Chilipirea" userId="34ab170da5908fc4" providerId="LiveId" clId="{51E1D80A-4A29-4E2A-B293-4232621C1517}" dt="2019-10-06T18:09:14.083" v="271" actId="1076"/>
          <ac:spMkLst>
            <pc:docMk/>
            <pc:sldMk cId="3525947301" sldId="516"/>
            <ac:spMk id="490" creationId="{D80E21B9-8176-4D10-985B-E98EB2EF2123}"/>
          </ac:spMkLst>
        </pc:spChg>
        <pc:spChg chg="add mod">
          <ac:chgData name="Cristian Chilipirea" userId="34ab170da5908fc4" providerId="LiveId" clId="{51E1D80A-4A29-4E2A-B293-4232621C1517}" dt="2019-10-06T18:09:14.083" v="271" actId="1076"/>
          <ac:spMkLst>
            <pc:docMk/>
            <pc:sldMk cId="3525947301" sldId="516"/>
            <ac:spMk id="491" creationId="{B2961191-CE3B-40EF-9632-0419013C3088}"/>
          </ac:spMkLst>
        </pc:spChg>
        <pc:spChg chg="add mod">
          <ac:chgData name="Cristian Chilipirea" userId="34ab170da5908fc4" providerId="LiveId" clId="{51E1D80A-4A29-4E2A-B293-4232621C1517}" dt="2019-10-06T18:09:14.083" v="271" actId="1076"/>
          <ac:spMkLst>
            <pc:docMk/>
            <pc:sldMk cId="3525947301" sldId="516"/>
            <ac:spMk id="492" creationId="{E6AA2199-05B4-4055-A4E4-F4D244D604BC}"/>
          </ac:spMkLst>
        </pc:spChg>
        <pc:spChg chg="add mod">
          <ac:chgData name="Cristian Chilipirea" userId="34ab170da5908fc4" providerId="LiveId" clId="{51E1D80A-4A29-4E2A-B293-4232621C1517}" dt="2019-10-06T18:09:14.083" v="271" actId="1076"/>
          <ac:spMkLst>
            <pc:docMk/>
            <pc:sldMk cId="3525947301" sldId="516"/>
            <ac:spMk id="493" creationId="{3E896D8C-C9B4-4128-9B14-6BD353A94CCC}"/>
          </ac:spMkLst>
        </pc:spChg>
        <pc:spChg chg="add mod">
          <ac:chgData name="Cristian Chilipirea" userId="34ab170da5908fc4" providerId="LiveId" clId="{51E1D80A-4A29-4E2A-B293-4232621C1517}" dt="2019-10-06T18:09:14.083" v="271" actId="1076"/>
          <ac:spMkLst>
            <pc:docMk/>
            <pc:sldMk cId="3525947301" sldId="516"/>
            <ac:spMk id="494" creationId="{64A6BE74-0666-4A36-84CF-BA0313DD3012}"/>
          </ac:spMkLst>
        </pc:spChg>
        <pc:spChg chg="add mod">
          <ac:chgData name="Cristian Chilipirea" userId="34ab170da5908fc4" providerId="LiveId" clId="{51E1D80A-4A29-4E2A-B293-4232621C1517}" dt="2019-10-06T18:09:14.083" v="271" actId="1076"/>
          <ac:spMkLst>
            <pc:docMk/>
            <pc:sldMk cId="3525947301" sldId="516"/>
            <ac:spMk id="495" creationId="{D6E88477-5CCE-46B9-954F-FE14DE58DF22}"/>
          </ac:spMkLst>
        </pc:spChg>
        <pc:spChg chg="add mod">
          <ac:chgData name="Cristian Chilipirea" userId="34ab170da5908fc4" providerId="LiveId" clId="{51E1D80A-4A29-4E2A-B293-4232621C1517}" dt="2019-10-06T18:09:14.083" v="271" actId="1076"/>
          <ac:spMkLst>
            <pc:docMk/>
            <pc:sldMk cId="3525947301" sldId="516"/>
            <ac:spMk id="496" creationId="{383377BF-5175-4E5A-83E9-23BC8A999643}"/>
          </ac:spMkLst>
        </pc:spChg>
        <pc:spChg chg="add mod">
          <ac:chgData name="Cristian Chilipirea" userId="34ab170da5908fc4" providerId="LiveId" clId="{51E1D80A-4A29-4E2A-B293-4232621C1517}" dt="2019-10-06T18:09:14.083" v="271" actId="1076"/>
          <ac:spMkLst>
            <pc:docMk/>
            <pc:sldMk cId="3525947301" sldId="516"/>
            <ac:spMk id="497" creationId="{68FB2183-084B-4E5F-A2B8-9B402B700DB8}"/>
          </ac:spMkLst>
        </pc:spChg>
        <pc:spChg chg="add mod">
          <ac:chgData name="Cristian Chilipirea" userId="34ab170da5908fc4" providerId="LiveId" clId="{51E1D80A-4A29-4E2A-B293-4232621C1517}" dt="2019-10-06T18:09:14.083" v="271" actId="1076"/>
          <ac:spMkLst>
            <pc:docMk/>
            <pc:sldMk cId="3525947301" sldId="516"/>
            <ac:spMk id="498" creationId="{E7263649-38F9-4322-8EFB-6C0CA1BE047E}"/>
          </ac:spMkLst>
        </pc:spChg>
        <pc:spChg chg="add mod">
          <ac:chgData name="Cristian Chilipirea" userId="34ab170da5908fc4" providerId="LiveId" clId="{51E1D80A-4A29-4E2A-B293-4232621C1517}" dt="2019-10-06T18:09:14.083" v="271" actId="1076"/>
          <ac:spMkLst>
            <pc:docMk/>
            <pc:sldMk cId="3525947301" sldId="516"/>
            <ac:spMk id="499" creationId="{E69AFAB4-9584-4427-923A-267905A637BF}"/>
          </ac:spMkLst>
        </pc:spChg>
        <pc:spChg chg="add mod">
          <ac:chgData name="Cristian Chilipirea" userId="34ab170da5908fc4" providerId="LiveId" clId="{51E1D80A-4A29-4E2A-B293-4232621C1517}" dt="2019-10-06T18:09:14.083" v="271" actId="1076"/>
          <ac:spMkLst>
            <pc:docMk/>
            <pc:sldMk cId="3525947301" sldId="516"/>
            <ac:spMk id="500" creationId="{E1FD9B73-156B-4E2D-BCF0-4B8D9D6D2676}"/>
          </ac:spMkLst>
        </pc:spChg>
        <pc:spChg chg="add mod">
          <ac:chgData name="Cristian Chilipirea" userId="34ab170da5908fc4" providerId="LiveId" clId="{51E1D80A-4A29-4E2A-B293-4232621C1517}" dt="2019-10-06T18:09:14.083" v="271" actId="1076"/>
          <ac:spMkLst>
            <pc:docMk/>
            <pc:sldMk cId="3525947301" sldId="516"/>
            <ac:spMk id="501" creationId="{6AB9B7A4-2C26-4007-BA6C-EB599F610B15}"/>
          </ac:spMkLst>
        </pc:spChg>
        <pc:spChg chg="add mod">
          <ac:chgData name="Cristian Chilipirea" userId="34ab170da5908fc4" providerId="LiveId" clId="{51E1D80A-4A29-4E2A-B293-4232621C1517}" dt="2019-10-06T18:09:14.083" v="271" actId="1076"/>
          <ac:spMkLst>
            <pc:docMk/>
            <pc:sldMk cId="3525947301" sldId="516"/>
            <ac:spMk id="502" creationId="{6E5C20E8-C249-4BDB-A72E-4ED4CDC02F05}"/>
          </ac:spMkLst>
        </pc:spChg>
        <pc:spChg chg="add mod">
          <ac:chgData name="Cristian Chilipirea" userId="34ab170da5908fc4" providerId="LiveId" clId="{51E1D80A-4A29-4E2A-B293-4232621C1517}" dt="2019-10-06T18:09:14.083" v="271" actId="1076"/>
          <ac:spMkLst>
            <pc:docMk/>
            <pc:sldMk cId="3525947301" sldId="516"/>
            <ac:spMk id="503" creationId="{78746AE8-04CD-4C06-8529-B0DAB40394A1}"/>
          </ac:spMkLst>
        </pc:spChg>
        <pc:spChg chg="add mod">
          <ac:chgData name="Cristian Chilipirea" userId="34ab170da5908fc4" providerId="LiveId" clId="{51E1D80A-4A29-4E2A-B293-4232621C1517}" dt="2019-10-06T18:09:14.083" v="271" actId="1076"/>
          <ac:spMkLst>
            <pc:docMk/>
            <pc:sldMk cId="3525947301" sldId="516"/>
            <ac:spMk id="504" creationId="{D177804A-71BA-4075-93F5-36109B95A799}"/>
          </ac:spMkLst>
        </pc:spChg>
        <pc:spChg chg="add mod">
          <ac:chgData name="Cristian Chilipirea" userId="34ab170da5908fc4" providerId="LiveId" clId="{51E1D80A-4A29-4E2A-B293-4232621C1517}" dt="2019-10-06T18:09:14.083" v="271" actId="1076"/>
          <ac:spMkLst>
            <pc:docMk/>
            <pc:sldMk cId="3525947301" sldId="516"/>
            <ac:spMk id="505" creationId="{3E99D5F6-CBE4-4532-A730-8687CA760495}"/>
          </ac:spMkLst>
        </pc:spChg>
        <pc:spChg chg="add mod">
          <ac:chgData name="Cristian Chilipirea" userId="34ab170da5908fc4" providerId="LiveId" clId="{51E1D80A-4A29-4E2A-B293-4232621C1517}" dt="2019-10-06T18:09:14.083" v="271" actId="1076"/>
          <ac:spMkLst>
            <pc:docMk/>
            <pc:sldMk cId="3525947301" sldId="516"/>
            <ac:spMk id="506" creationId="{92BEA31F-CBDE-49FD-9EEE-48CE6C465E81}"/>
          </ac:spMkLst>
        </pc:spChg>
        <pc:spChg chg="add mod">
          <ac:chgData name="Cristian Chilipirea" userId="34ab170da5908fc4" providerId="LiveId" clId="{51E1D80A-4A29-4E2A-B293-4232621C1517}" dt="2019-10-06T18:09:14.083" v="271" actId="1076"/>
          <ac:spMkLst>
            <pc:docMk/>
            <pc:sldMk cId="3525947301" sldId="516"/>
            <ac:spMk id="507" creationId="{42446DA6-8470-4978-AD79-1153B4BCB666}"/>
          </ac:spMkLst>
        </pc:spChg>
        <pc:spChg chg="add mod">
          <ac:chgData name="Cristian Chilipirea" userId="34ab170da5908fc4" providerId="LiveId" clId="{51E1D80A-4A29-4E2A-B293-4232621C1517}" dt="2019-10-06T18:09:14.083" v="271" actId="1076"/>
          <ac:spMkLst>
            <pc:docMk/>
            <pc:sldMk cId="3525947301" sldId="516"/>
            <ac:spMk id="508" creationId="{D19AC6BC-7DFA-4B80-91CD-90FB15F3E159}"/>
          </ac:spMkLst>
        </pc:spChg>
        <pc:spChg chg="add mod">
          <ac:chgData name="Cristian Chilipirea" userId="34ab170da5908fc4" providerId="LiveId" clId="{51E1D80A-4A29-4E2A-B293-4232621C1517}" dt="2019-10-06T18:09:14.083" v="271" actId="1076"/>
          <ac:spMkLst>
            <pc:docMk/>
            <pc:sldMk cId="3525947301" sldId="516"/>
            <ac:spMk id="509" creationId="{B0E265D5-B610-41CD-B543-C9F1E1575CA7}"/>
          </ac:spMkLst>
        </pc:spChg>
        <pc:spChg chg="add mod">
          <ac:chgData name="Cristian Chilipirea" userId="34ab170da5908fc4" providerId="LiveId" clId="{51E1D80A-4A29-4E2A-B293-4232621C1517}" dt="2019-10-06T18:09:14.083" v="271" actId="1076"/>
          <ac:spMkLst>
            <pc:docMk/>
            <pc:sldMk cId="3525947301" sldId="516"/>
            <ac:spMk id="510" creationId="{4F7216C8-1033-4D9D-A5D7-A5007A5586E1}"/>
          </ac:spMkLst>
        </pc:spChg>
        <pc:spChg chg="add mod">
          <ac:chgData name="Cristian Chilipirea" userId="34ab170da5908fc4" providerId="LiveId" clId="{51E1D80A-4A29-4E2A-B293-4232621C1517}" dt="2019-10-06T18:09:14.083" v="271" actId="1076"/>
          <ac:spMkLst>
            <pc:docMk/>
            <pc:sldMk cId="3525947301" sldId="516"/>
            <ac:spMk id="511" creationId="{AE66C02E-2609-44E2-9C64-4902172B4571}"/>
          </ac:spMkLst>
        </pc:spChg>
        <pc:spChg chg="add mod">
          <ac:chgData name="Cristian Chilipirea" userId="34ab170da5908fc4" providerId="LiveId" clId="{51E1D80A-4A29-4E2A-B293-4232621C1517}" dt="2019-10-06T18:09:14.083" v="271" actId="1076"/>
          <ac:spMkLst>
            <pc:docMk/>
            <pc:sldMk cId="3525947301" sldId="516"/>
            <ac:spMk id="512" creationId="{70E195BC-1CD8-4E95-94D6-1A13699C8E42}"/>
          </ac:spMkLst>
        </pc:spChg>
        <pc:spChg chg="add mod">
          <ac:chgData name="Cristian Chilipirea" userId="34ab170da5908fc4" providerId="LiveId" clId="{51E1D80A-4A29-4E2A-B293-4232621C1517}" dt="2019-10-06T18:09:14.083" v="271" actId="1076"/>
          <ac:spMkLst>
            <pc:docMk/>
            <pc:sldMk cId="3525947301" sldId="516"/>
            <ac:spMk id="513" creationId="{2B5C7EE8-E43E-4E3C-B7ED-D7B34600282D}"/>
          </ac:spMkLst>
        </pc:spChg>
        <pc:spChg chg="add mod">
          <ac:chgData name="Cristian Chilipirea" userId="34ab170da5908fc4" providerId="LiveId" clId="{51E1D80A-4A29-4E2A-B293-4232621C1517}" dt="2019-10-06T18:09:14.083" v="271" actId="1076"/>
          <ac:spMkLst>
            <pc:docMk/>
            <pc:sldMk cId="3525947301" sldId="516"/>
            <ac:spMk id="514" creationId="{0B7983C8-CF60-4DE5-9818-22D61B904CC0}"/>
          </ac:spMkLst>
        </pc:spChg>
        <pc:spChg chg="add mod">
          <ac:chgData name="Cristian Chilipirea" userId="34ab170da5908fc4" providerId="LiveId" clId="{51E1D80A-4A29-4E2A-B293-4232621C1517}" dt="2019-10-06T18:09:14.083" v="271" actId="1076"/>
          <ac:spMkLst>
            <pc:docMk/>
            <pc:sldMk cId="3525947301" sldId="516"/>
            <ac:spMk id="515" creationId="{64F0091A-685E-44F3-BE1A-FD278BD13354}"/>
          </ac:spMkLst>
        </pc:spChg>
        <pc:spChg chg="add mod">
          <ac:chgData name="Cristian Chilipirea" userId="34ab170da5908fc4" providerId="LiveId" clId="{51E1D80A-4A29-4E2A-B293-4232621C1517}" dt="2019-10-06T18:09:14.083" v="271" actId="1076"/>
          <ac:spMkLst>
            <pc:docMk/>
            <pc:sldMk cId="3525947301" sldId="516"/>
            <ac:spMk id="516" creationId="{0BACD15E-05C4-40DF-8703-3F3E3EAF6F50}"/>
          </ac:spMkLst>
        </pc:spChg>
        <pc:spChg chg="add mod">
          <ac:chgData name="Cristian Chilipirea" userId="34ab170da5908fc4" providerId="LiveId" clId="{51E1D80A-4A29-4E2A-B293-4232621C1517}" dt="2019-10-06T18:09:14.083" v="271" actId="1076"/>
          <ac:spMkLst>
            <pc:docMk/>
            <pc:sldMk cId="3525947301" sldId="516"/>
            <ac:spMk id="517" creationId="{7875BC2A-DDA1-4A62-B77E-9646E004D0F8}"/>
          </ac:spMkLst>
        </pc:spChg>
        <pc:spChg chg="add mod">
          <ac:chgData name="Cristian Chilipirea" userId="34ab170da5908fc4" providerId="LiveId" clId="{51E1D80A-4A29-4E2A-B293-4232621C1517}" dt="2019-10-06T18:09:14.083" v="271" actId="1076"/>
          <ac:spMkLst>
            <pc:docMk/>
            <pc:sldMk cId="3525947301" sldId="516"/>
            <ac:spMk id="518" creationId="{3BF0F7E8-CD39-45D2-987F-DAC6A2C21E8B}"/>
          </ac:spMkLst>
        </pc:spChg>
        <pc:spChg chg="add mod">
          <ac:chgData name="Cristian Chilipirea" userId="34ab170da5908fc4" providerId="LiveId" clId="{51E1D80A-4A29-4E2A-B293-4232621C1517}" dt="2019-10-06T18:09:14.083" v="271" actId="1076"/>
          <ac:spMkLst>
            <pc:docMk/>
            <pc:sldMk cId="3525947301" sldId="516"/>
            <ac:spMk id="519" creationId="{172CAC41-3FA5-41A1-8FA8-2D9721ACEBD4}"/>
          </ac:spMkLst>
        </pc:spChg>
        <pc:spChg chg="add mod">
          <ac:chgData name="Cristian Chilipirea" userId="34ab170da5908fc4" providerId="LiveId" clId="{51E1D80A-4A29-4E2A-B293-4232621C1517}" dt="2019-10-06T18:09:14.083" v="271" actId="1076"/>
          <ac:spMkLst>
            <pc:docMk/>
            <pc:sldMk cId="3525947301" sldId="516"/>
            <ac:spMk id="520" creationId="{05DFBC21-8023-457D-9BC7-D1CFB3EF6357}"/>
          </ac:spMkLst>
        </pc:spChg>
        <pc:spChg chg="add mod">
          <ac:chgData name="Cristian Chilipirea" userId="34ab170da5908fc4" providerId="LiveId" clId="{51E1D80A-4A29-4E2A-B293-4232621C1517}" dt="2019-10-06T18:09:14.083" v="271" actId="1076"/>
          <ac:spMkLst>
            <pc:docMk/>
            <pc:sldMk cId="3525947301" sldId="516"/>
            <ac:spMk id="521" creationId="{2F15D3A6-BF76-44FE-B44E-BC695E7B0D7F}"/>
          </ac:spMkLst>
        </pc:spChg>
        <pc:spChg chg="add mod">
          <ac:chgData name="Cristian Chilipirea" userId="34ab170da5908fc4" providerId="LiveId" clId="{51E1D80A-4A29-4E2A-B293-4232621C1517}" dt="2019-10-06T18:09:14.083" v="271" actId="1076"/>
          <ac:spMkLst>
            <pc:docMk/>
            <pc:sldMk cId="3525947301" sldId="516"/>
            <ac:spMk id="522" creationId="{3252D6FE-4E7F-41BC-A5B0-A7A741391905}"/>
          </ac:spMkLst>
        </pc:spChg>
        <pc:spChg chg="add mod">
          <ac:chgData name="Cristian Chilipirea" userId="34ab170da5908fc4" providerId="LiveId" clId="{51E1D80A-4A29-4E2A-B293-4232621C1517}" dt="2019-10-06T18:09:14.083" v="271" actId="1076"/>
          <ac:spMkLst>
            <pc:docMk/>
            <pc:sldMk cId="3525947301" sldId="516"/>
            <ac:spMk id="523" creationId="{9955AACB-3F49-4888-B5FC-F1A2AA010E0A}"/>
          </ac:spMkLst>
        </pc:spChg>
        <pc:spChg chg="add mod">
          <ac:chgData name="Cristian Chilipirea" userId="34ab170da5908fc4" providerId="LiveId" clId="{51E1D80A-4A29-4E2A-B293-4232621C1517}" dt="2019-10-06T18:09:14.083" v="271" actId="1076"/>
          <ac:spMkLst>
            <pc:docMk/>
            <pc:sldMk cId="3525947301" sldId="516"/>
            <ac:spMk id="524" creationId="{0B7E28AB-DA0F-4A99-A1CF-910764340AEF}"/>
          </ac:spMkLst>
        </pc:spChg>
        <pc:spChg chg="add mod">
          <ac:chgData name="Cristian Chilipirea" userId="34ab170da5908fc4" providerId="LiveId" clId="{51E1D80A-4A29-4E2A-B293-4232621C1517}" dt="2019-10-06T18:09:14.083" v="271" actId="1076"/>
          <ac:spMkLst>
            <pc:docMk/>
            <pc:sldMk cId="3525947301" sldId="516"/>
            <ac:spMk id="525" creationId="{AA477570-D59D-4F7D-A3F9-036D35A29255}"/>
          </ac:spMkLst>
        </pc:spChg>
        <pc:spChg chg="add mod">
          <ac:chgData name="Cristian Chilipirea" userId="34ab170da5908fc4" providerId="LiveId" clId="{51E1D80A-4A29-4E2A-B293-4232621C1517}" dt="2019-10-06T18:09:14.083" v="271" actId="1076"/>
          <ac:spMkLst>
            <pc:docMk/>
            <pc:sldMk cId="3525947301" sldId="516"/>
            <ac:spMk id="526" creationId="{3D0F6AA9-24ED-4360-9780-7FAF56DA4919}"/>
          </ac:spMkLst>
        </pc:spChg>
        <pc:spChg chg="add mod">
          <ac:chgData name="Cristian Chilipirea" userId="34ab170da5908fc4" providerId="LiveId" clId="{51E1D80A-4A29-4E2A-B293-4232621C1517}" dt="2019-10-06T18:09:14.083" v="271" actId="1076"/>
          <ac:spMkLst>
            <pc:docMk/>
            <pc:sldMk cId="3525947301" sldId="516"/>
            <ac:spMk id="527" creationId="{C72CC24F-3FE9-468B-B8FE-C6275FFCFABE}"/>
          </ac:spMkLst>
        </pc:spChg>
        <pc:spChg chg="add mod">
          <ac:chgData name="Cristian Chilipirea" userId="34ab170da5908fc4" providerId="LiveId" clId="{51E1D80A-4A29-4E2A-B293-4232621C1517}" dt="2019-10-06T18:09:14.083" v="271" actId="1076"/>
          <ac:spMkLst>
            <pc:docMk/>
            <pc:sldMk cId="3525947301" sldId="516"/>
            <ac:spMk id="528" creationId="{8F1774C4-7F10-477B-9C6A-E93777632FCF}"/>
          </ac:spMkLst>
        </pc:spChg>
        <pc:spChg chg="add mod">
          <ac:chgData name="Cristian Chilipirea" userId="34ab170da5908fc4" providerId="LiveId" clId="{51E1D80A-4A29-4E2A-B293-4232621C1517}" dt="2019-10-06T18:09:14.083" v="271" actId="1076"/>
          <ac:spMkLst>
            <pc:docMk/>
            <pc:sldMk cId="3525947301" sldId="516"/>
            <ac:spMk id="529" creationId="{F4B6B72A-0E5E-4D75-9394-4BAD255825AF}"/>
          </ac:spMkLst>
        </pc:spChg>
        <pc:spChg chg="add mod">
          <ac:chgData name="Cristian Chilipirea" userId="34ab170da5908fc4" providerId="LiveId" clId="{51E1D80A-4A29-4E2A-B293-4232621C1517}" dt="2019-10-06T18:09:14.083" v="271" actId="1076"/>
          <ac:spMkLst>
            <pc:docMk/>
            <pc:sldMk cId="3525947301" sldId="516"/>
            <ac:spMk id="530" creationId="{BDA25E02-475A-4BDF-9085-DD42CE14643F}"/>
          </ac:spMkLst>
        </pc:spChg>
        <pc:spChg chg="add mod">
          <ac:chgData name="Cristian Chilipirea" userId="34ab170da5908fc4" providerId="LiveId" clId="{51E1D80A-4A29-4E2A-B293-4232621C1517}" dt="2019-10-06T18:09:14.083" v="271" actId="1076"/>
          <ac:spMkLst>
            <pc:docMk/>
            <pc:sldMk cId="3525947301" sldId="516"/>
            <ac:spMk id="531" creationId="{9F827AA1-5C9F-47C0-968C-FFDC8675DD4C}"/>
          </ac:spMkLst>
        </pc:spChg>
        <pc:spChg chg="add mod">
          <ac:chgData name="Cristian Chilipirea" userId="34ab170da5908fc4" providerId="LiveId" clId="{51E1D80A-4A29-4E2A-B293-4232621C1517}" dt="2019-10-06T18:09:14.083" v="271" actId="1076"/>
          <ac:spMkLst>
            <pc:docMk/>
            <pc:sldMk cId="3525947301" sldId="516"/>
            <ac:spMk id="532" creationId="{FB3CFEE6-300E-4A24-AD52-EF8A7A7D8AA6}"/>
          </ac:spMkLst>
        </pc:spChg>
        <pc:spChg chg="add mod">
          <ac:chgData name="Cristian Chilipirea" userId="34ab170da5908fc4" providerId="LiveId" clId="{51E1D80A-4A29-4E2A-B293-4232621C1517}" dt="2019-10-06T18:09:14.083" v="271" actId="1076"/>
          <ac:spMkLst>
            <pc:docMk/>
            <pc:sldMk cId="3525947301" sldId="516"/>
            <ac:spMk id="533" creationId="{4EA292C4-950D-45E1-B6D3-B8623480F5A8}"/>
          </ac:spMkLst>
        </pc:spChg>
        <pc:spChg chg="add mod">
          <ac:chgData name="Cristian Chilipirea" userId="34ab170da5908fc4" providerId="LiveId" clId="{51E1D80A-4A29-4E2A-B293-4232621C1517}" dt="2019-10-06T18:09:14.083" v="271" actId="1076"/>
          <ac:spMkLst>
            <pc:docMk/>
            <pc:sldMk cId="3525947301" sldId="516"/>
            <ac:spMk id="534" creationId="{6089425E-3F88-4330-B7D7-C218EF9E3D13}"/>
          </ac:spMkLst>
        </pc:spChg>
        <pc:spChg chg="add mod">
          <ac:chgData name="Cristian Chilipirea" userId="34ab170da5908fc4" providerId="LiveId" clId="{51E1D80A-4A29-4E2A-B293-4232621C1517}" dt="2019-10-06T18:09:14.083" v="271" actId="1076"/>
          <ac:spMkLst>
            <pc:docMk/>
            <pc:sldMk cId="3525947301" sldId="516"/>
            <ac:spMk id="535" creationId="{09B0E2EE-9065-4BF3-A870-B3AE0BBCEB35}"/>
          </ac:spMkLst>
        </pc:spChg>
        <pc:spChg chg="add mod">
          <ac:chgData name="Cristian Chilipirea" userId="34ab170da5908fc4" providerId="LiveId" clId="{51E1D80A-4A29-4E2A-B293-4232621C1517}" dt="2019-10-06T18:09:14.083" v="271" actId="1076"/>
          <ac:spMkLst>
            <pc:docMk/>
            <pc:sldMk cId="3525947301" sldId="516"/>
            <ac:spMk id="536" creationId="{AEBB5A84-8E94-41A3-89BF-D507CD8CDB02}"/>
          </ac:spMkLst>
        </pc:spChg>
        <pc:spChg chg="add mod">
          <ac:chgData name="Cristian Chilipirea" userId="34ab170da5908fc4" providerId="LiveId" clId="{51E1D80A-4A29-4E2A-B293-4232621C1517}" dt="2019-10-06T18:09:14.083" v="271" actId="1076"/>
          <ac:spMkLst>
            <pc:docMk/>
            <pc:sldMk cId="3525947301" sldId="516"/>
            <ac:spMk id="537" creationId="{7A03BC5E-8746-4A91-BFE8-44E62001216D}"/>
          </ac:spMkLst>
        </pc:spChg>
        <pc:spChg chg="add mod">
          <ac:chgData name="Cristian Chilipirea" userId="34ab170da5908fc4" providerId="LiveId" clId="{51E1D80A-4A29-4E2A-B293-4232621C1517}" dt="2019-10-06T18:09:14.083" v="271" actId="1076"/>
          <ac:spMkLst>
            <pc:docMk/>
            <pc:sldMk cId="3525947301" sldId="516"/>
            <ac:spMk id="538" creationId="{1B175EE0-EDBB-4820-B84F-16A858FFB541}"/>
          </ac:spMkLst>
        </pc:spChg>
        <pc:spChg chg="add mod">
          <ac:chgData name="Cristian Chilipirea" userId="34ab170da5908fc4" providerId="LiveId" clId="{51E1D80A-4A29-4E2A-B293-4232621C1517}" dt="2019-10-06T18:09:14.083" v="271" actId="1076"/>
          <ac:spMkLst>
            <pc:docMk/>
            <pc:sldMk cId="3525947301" sldId="516"/>
            <ac:spMk id="539" creationId="{DCE5D99A-32F1-4CDB-8617-42C89E3E48D1}"/>
          </ac:spMkLst>
        </pc:spChg>
        <pc:spChg chg="add mod">
          <ac:chgData name="Cristian Chilipirea" userId="34ab170da5908fc4" providerId="LiveId" clId="{51E1D80A-4A29-4E2A-B293-4232621C1517}" dt="2019-10-06T18:09:14.083" v="271" actId="1076"/>
          <ac:spMkLst>
            <pc:docMk/>
            <pc:sldMk cId="3525947301" sldId="516"/>
            <ac:spMk id="540" creationId="{146E3017-A24A-46DA-82F1-2A6A5582333F}"/>
          </ac:spMkLst>
        </pc:spChg>
        <pc:spChg chg="add mod">
          <ac:chgData name="Cristian Chilipirea" userId="34ab170da5908fc4" providerId="LiveId" clId="{51E1D80A-4A29-4E2A-B293-4232621C1517}" dt="2019-10-06T18:09:14.083" v="271" actId="1076"/>
          <ac:spMkLst>
            <pc:docMk/>
            <pc:sldMk cId="3525947301" sldId="516"/>
            <ac:spMk id="541" creationId="{A2C471BC-2655-4231-A8B3-8C203263E40E}"/>
          </ac:spMkLst>
        </pc:spChg>
        <pc:spChg chg="add mod">
          <ac:chgData name="Cristian Chilipirea" userId="34ab170da5908fc4" providerId="LiveId" clId="{51E1D80A-4A29-4E2A-B293-4232621C1517}" dt="2019-10-06T18:09:14.083" v="271" actId="1076"/>
          <ac:spMkLst>
            <pc:docMk/>
            <pc:sldMk cId="3525947301" sldId="516"/>
            <ac:spMk id="542" creationId="{2C1AEA95-D6ED-4A94-B958-DAA0023A0271}"/>
          </ac:spMkLst>
        </pc:spChg>
        <pc:spChg chg="add mod">
          <ac:chgData name="Cristian Chilipirea" userId="34ab170da5908fc4" providerId="LiveId" clId="{51E1D80A-4A29-4E2A-B293-4232621C1517}" dt="2019-10-06T18:09:14.083" v="271" actId="1076"/>
          <ac:spMkLst>
            <pc:docMk/>
            <pc:sldMk cId="3525947301" sldId="516"/>
            <ac:spMk id="543" creationId="{DE8B337A-5C5C-4458-85ED-CACDD5A5E3FA}"/>
          </ac:spMkLst>
        </pc:spChg>
        <pc:spChg chg="add mod">
          <ac:chgData name="Cristian Chilipirea" userId="34ab170da5908fc4" providerId="LiveId" clId="{51E1D80A-4A29-4E2A-B293-4232621C1517}" dt="2019-10-06T18:09:14.083" v="271" actId="1076"/>
          <ac:spMkLst>
            <pc:docMk/>
            <pc:sldMk cId="3525947301" sldId="516"/>
            <ac:spMk id="544" creationId="{3EE417A8-78C7-4E4C-956D-35198B1E1FBC}"/>
          </ac:spMkLst>
        </pc:spChg>
        <pc:spChg chg="add mod">
          <ac:chgData name="Cristian Chilipirea" userId="34ab170da5908fc4" providerId="LiveId" clId="{51E1D80A-4A29-4E2A-B293-4232621C1517}" dt="2019-10-06T18:09:14.083" v="271" actId="1076"/>
          <ac:spMkLst>
            <pc:docMk/>
            <pc:sldMk cId="3525947301" sldId="516"/>
            <ac:spMk id="545" creationId="{6265D105-D133-425F-A7AF-86DEF78524FD}"/>
          </ac:spMkLst>
        </pc:spChg>
        <pc:spChg chg="add mod">
          <ac:chgData name="Cristian Chilipirea" userId="34ab170da5908fc4" providerId="LiveId" clId="{51E1D80A-4A29-4E2A-B293-4232621C1517}" dt="2019-10-06T18:09:14.083" v="271" actId="1076"/>
          <ac:spMkLst>
            <pc:docMk/>
            <pc:sldMk cId="3525947301" sldId="516"/>
            <ac:spMk id="546" creationId="{4CC90568-D015-410F-B4D7-65271154A29E}"/>
          </ac:spMkLst>
        </pc:spChg>
        <pc:spChg chg="add mod">
          <ac:chgData name="Cristian Chilipirea" userId="34ab170da5908fc4" providerId="LiveId" clId="{51E1D80A-4A29-4E2A-B293-4232621C1517}" dt="2019-10-06T18:09:14.083" v="271" actId="1076"/>
          <ac:spMkLst>
            <pc:docMk/>
            <pc:sldMk cId="3525947301" sldId="516"/>
            <ac:spMk id="547" creationId="{3B21F211-8468-4EA1-B560-3991C6B49324}"/>
          </ac:spMkLst>
        </pc:spChg>
        <pc:spChg chg="add mod">
          <ac:chgData name="Cristian Chilipirea" userId="34ab170da5908fc4" providerId="LiveId" clId="{51E1D80A-4A29-4E2A-B293-4232621C1517}" dt="2019-10-06T18:09:14.083" v="271" actId="1076"/>
          <ac:spMkLst>
            <pc:docMk/>
            <pc:sldMk cId="3525947301" sldId="516"/>
            <ac:spMk id="548" creationId="{BB020C43-4A26-456F-BB76-96CF435348E8}"/>
          </ac:spMkLst>
        </pc:spChg>
        <pc:spChg chg="add mod">
          <ac:chgData name="Cristian Chilipirea" userId="34ab170da5908fc4" providerId="LiveId" clId="{51E1D80A-4A29-4E2A-B293-4232621C1517}" dt="2019-10-06T18:09:14.083" v="271" actId="1076"/>
          <ac:spMkLst>
            <pc:docMk/>
            <pc:sldMk cId="3525947301" sldId="516"/>
            <ac:spMk id="549" creationId="{6E39D126-89D9-49BE-B731-CCF61861DB76}"/>
          </ac:spMkLst>
        </pc:spChg>
        <pc:spChg chg="add mod">
          <ac:chgData name="Cristian Chilipirea" userId="34ab170da5908fc4" providerId="LiveId" clId="{51E1D80A-4A29-4E2A-B293-4232621C1517}" dt="2019-10-06T18:09:14.083" v="271" actId="1076"/>
          <ac:spMkLst>
            <pc:docMk/>
            <pc:sldMk cId="3525947301" sldId="516"/>
            <ac:spMk id="550" creationId="{57F646E5-1874-4666-8881-3C1426C95D56}"/>
          </ac:spMkLst>
        </pc:spChg>
        <pc:spChg chg="add mod">
          <ac:chgData name="Cristian Chilipirea" userId="34ab170da5908fc4" providerId="LiveId" clId="{51E1D80A-4A29-4E2A-B293-4232621C1517}" dt="2019-10-06T18:09:14.083" v="271" actId="1076"/>
          <ac:spMkLst>
            <pc:docMk/>
            <pc:sldMk cId="3525947301" sldId="516"/>
            <ac:spMk id="551" creationId="{0D5C350C-25C4-429F-B2E7-B12CC81B897E}"/>
          </ac:spMkLst>
        </pc:spChg>
        <pc:spChg chg="add mod">
          <ac:chgData name="Cristian Chilipirea" userId="34ab170da5908fc4" providerId="LiveId" clId="{51E1D80A-4A29-4E2A-B293-4232621C1517}" dt="2019-10-06T18:09:14.083" v="271" actId="1076"/>
          <ac:spMkLst>
            <pc:docMk/>
            <pc:sldMk cId="3525947301" sldId="516"/>
            <ac:spMk id="552" creationId="{45015285-AF72-43DF-86D8-75D010016008}"/>
          </ac:spMkLst>
        </pc:spChg>
        <pc:spChg chg="add mod">
          <ac:chgData name="Cristian Chilipirea" userId="34ab170da5908fc4" providerId="LiveId" clId="{51E1D80A-4A29-4E2A-B293-4232621C1517}" dt="2019-10-06T18:09:14.083" v="271" actId="1076"/>
          <ac:spMkLst>
            <pc:docMk/>
            <pc:sldMk cId="3525947301" sldId="516"/>
            <ac:spMk id="553" creationId="{4ACF2F3F-3728-46E7-B5D3-669D36BBF96A}"/>
          </ac:spMkLst>
        </pc:spChg>
        <pc:spChg chg="add mod">
          <ac:chgData name="Cristian Chilipirea" userId="34ab170da5908fc4" providerId="LiveId" clId="{51E1D80A-4A29-4E2A-B293-4232621C1517}" dt="2019-10-06T18:09:14.083" v="271" actId="1076"/>
          <ac:spMkLst>
            <pc:docMk/>
            <pc:sldMk cId="3525947301" sldId="516"/>
            <ac:spMk id="554" creationId="{755C129A-F80E-47DA-B5AA-4A78C8353099}"/>
          </ac:spMkLst>
        </pc:spChg>
        <pc:spChg chg="add mod">
          <ac:chgData name="Cristian Chilipirea" userId="34ab170da5908fc4" providerId="LiveId" clId="{51E1D80A-4A29-4E2A-B293-4232621C1517}" dt="2019-10-06T18:09:14.083" v="271" actId="1076"/>
          <ac:spMkLst>
            <pc:docMk/>
            <pc:sldMk cId="3525947301" sldId="516"/>
            <ac:spMk id="555" creationId="{633A81B6-BB39-4A66-8F88-29509340578D}"/>
          </ac:spMkLst>
        </pc:spChg>
        <pc:spChg chg="add mod">
          <ac:chgData name="Cristian Chilipirea" userId="34ab170da5908fc4" providerId="LiveId" clId="{51E1D80A-4A29-4E2A-B293-4232621C1517}" dt="2019-10-06T18:09:14.083" v="271" actId="1076"/>
          <ac:spMkLst>
            <pc:docMk/>
            <pc:sldMk cId="3525947301" sldId="516"/>
            <ac:spMk id="556" creationId="{A6FE7302-1BA7-47A4-9F74-0B6E364BF6AB}"/>
          </ac:spMkLst>
        </pc:spChg>
        <pc:spChg chg="add mod">
          <ac:chgData name="Cristian Chilipirea" userId="34ab170da5908fc4" providerId="LiveId" clId="{51E1D80A-4A29-4E2A-B293-4232621C1517}" dt="2019-10-06T18:09:14.083" v="271" actId="1076"/>
          <ac:spMkLst>
            <pc:docMk/>
            <pc:sldMk cId="3525947301" sldId="516"/>
            <ac:spMk id="573" creationId="{B72993DF-0A1C-42E6-BDAA-557E4701F142}"/>
          </ac:spMkLst>
        </pc:spChg>
        <pc:spChg chg="add mod">
          <ac:chgData name="Cristian Chilipirea" userId="34ab170da5908fc4" providerId="LiveId" clId="{51E1D80A-4A29-4E2A-B293-4232621C1517}" dt="2019-10-06T18:09:14.083" v="271" actId="1076"/>
          <ac:spMkLst>
            <pc:docMk/>
            <pc:sldMk cId="3525947301" sldId="516"/>
            <ac:spMk id="574" creationId="{BEA74B96-25B0-471A-B16A-7E6DB8C24013}"/>
          </ac:spMkLst>
        </pc:spChg>
        <pc:grpChg chg="add del">
          <ac:chgData name="Cristian Chilipirea" userId="34ab170da5908fc4" providerId="LiveId" clId="{51E1D80A-4A29-4E2A-B293-4232621C1517}" dt="2019-10-06T18:09:07.189" v="268"/>
          <ac:grpSpMkLst>
            <pc:docMk/>
            <pc:sldMk cId="3525947301" sldId="516"/>
            <ac:grpSpMk id="268" creationId="{D00DFDDD-049D-4250-963C-DBFC08849DCD}"/>
          </ac:grpSpMkLst>
        </pc:grpChg>
        <pc:grpChg chg="add mod">
          <ac:chgData name="Cristian Chilipirea" userId="34ab170da5908fc4" providerId="LiveId" clId="{51E1D80A-4A29-4E2A-B293-4232621C1517}" dt="2019-10-06T18:09:14.083" v="271" actId="1076"/>
          <ac:grpSpMkLst>
            <pc:docMk/>
            <pc:sldMk cId="3525947301" sldId="516"/>
            <ac:grpSpMk id="557" creationId="{7B0C5AE9-CB14-4789-B11E-FF4AC5602AAD}"/>
          </ac:grpSpMkLst>
        </pc:grpChg>
        <pc:cxnChg chg="add del">
          <ac:chgData name="Cristian Chilipirea" userId="34ab170da5908fc4" providerId="LiveId" clId="{51E1D80A-4A29-4E2A-B293-4232621C1517}" dt="2019-10-06T18:09:07.189" v="268"/>
          <ac:cxnSpMkLst>
            <pc:docMk/>
            <pc:sldMk cId="3525947301" sldId="516"/>
            <ac:cxnSpMk id="286" creationId="{28E14B44-6E94-4C3C-9295-4DA4BAE647E5}"/>
          </ac:cxnSpMkLst>
        </pc:cxnChg>
        <pc:cxnChg chg="add del">
          <ac:chgData name="Cristian Chilipirea" userId="34ab170da5908fc4" providerId="LiveId" clId="{51E1D80A-4A29-4E2A-B293-4232621C1517}" dt="2019-10-06T18:09:07.189" v="268"/>
          <ac:cxnSpMkLst>
            <pc:docMk/>
            <pc:sldMk cId="3525947301" sldId="516"/>
            <ac:cxnSpMk id="287" creationId="{7AA0C3B6-5CEE-4772-A60C-A3F2A63D3486}"/>
          </ac:cxnSpMkLst>
        </pc:cxnChg>
        <pc:cxnChg chg="add del">
          <ac:chgData name="Cristian Chilipirea" userId="34ab170da5908fc4" providerId="LiveId" clId="{51E1D80A-4A29-4E2A-B293-4232621C1517}" dt="2019-10-06T18:09:07.189" v="268"/>
          <ac:cxnSpMkLst>
            <pc:docMk/>
            <pc:sldMk cId="3525947301" sldId="516"/>
            <ac:cxnSpMk id="288" creationId="{FB76EF07-0A79-4595-8714-1459BE6CDD22}"/>
          </ac:cxnSpMkLst>
        </pc:cxnChg>
        <pc:cxnChg chg="add del">
          <ac:chgData name="Cristian Chilipirea" userId="34ab170da5908fc4" providerId="LiveId" clId="{51E1D80A-4A29-4E2A-B293-4232621C1517}" dt="2019-10-06T18:09:07.189" v="268"/>
          <ac:cxnSpMkLst>
            <pc:docMk/>
            <pc:sldMk cId="3525947301" sldId="516"/>
            <ac:cxnSpMk id="289" creationId="{8E44D7B7-A278-4117-B26B-B4B616B6CA05}"/>
          </ac:cxnSpMkLst>
        </pc:cxnChg>
        <pc:cxnChg chg="add del">
          <ac:chgData name="Cristian Chilipirea" userId="34ab170da5908fc4" providerId="LiveId" clId="{51E1D80A-4A29-4E2A-B293-4232621C1517}" dt="2019-10-06T18:09:07.189" v="268"/>
          <ac:cxnSpMkLst>
            <pc:docMk/>
            <pc:sldMk cId="3525947301" sldId="516"/>
            <ac:cxnSpMk id="290" creationId="{A74C25C7-25CE-40B9-972A-C6BA97A5E48D}"/>
          </ac:cxnSpMkLst>
        </pc:cxnChg>
        <pc:cxnChg chg="add del">
          <ac:chgData name="Cristian Chilipirea" userId="34ab170da5908fc4" providerId="LiveId" clId="{51E1D80A-4A29-4E2A-B293-4232621C1517}" dt="2019-10-06T18:09:07.189" v="268"/>
          <ac:cxnSpMkLst>
            <pc:docMk/>
            <pc:sldMk cId="3525947301" sldId="516"/>
            <ac:cxnSpMk id="291" creationId="{A78C8405-AD45-4F59-A004-2EE229513280}"/>
          </ac:cxnSpMkLst>
        </pc:cxnChg>
        <pc:cxnChg chg="add del">
          <ac:chgData name="Cristian Chilipirea" userId="34ab170da5908fc4" providerId="LiveId" clId="{51E1D80A-4A29-4E2A-B293-4232621C1517}" dt="2019-10-06T18:09:07.189" v="268"/>
          <ac:cxnSpMkLst>
            <pc:docMk/>
            <pc:sldMk cId="3525947301" sldId="516"/>
            <ac:cxnSpMk id="292" creationId="{ADAF7D6D-7A70-4BA8-8B71-E1A00F92DAC1}"/>
          </ac:cxnSpMkLst>
        </pc:cxnChg>
        <pc:cxnChg chg="add mod">
          <ac:chgData name="Cristian Chilipirea" userId="34ab170da5908fc4" providerId="LiveId" clId="{51E1D80A-4A29-4E2A-B293-4232621C1517}" dt="2019-10-06T18:09:14.083" v="271" actId="1076"/>
          <ac:cxnSpMkLst>
            <pc:docMk/>
            <pc:sldMk cId="3525947301" sldId="516"/>
            <ac:cxnSpMk id="575" creationId="{BD78F0A0-9B1B-46E0-85AF-3610592B6C7F}"/>
          </ac:cxnSpMkLst>
        </pc:cxnChg>
        <pc:cxnChg chg="add mod">
          <ac:chgData name="Cristian Chilipirea" userId="34ab170da5908fc4" providerId="LiveId" clId="{51E1D80A-4A29-4E2A-B293-4232621C1517}" dt="2019-10-06T18:09:14.083" v="271" actId="1076"/>
          <ac:cxnSpMkLst>
            <pc:docMk/>
            <pc:sldMk cId="3525947301" sldId="516"/>
            <ac:cxnSpMk id="576" creationId="{0D86ED25-962A-4A04-A271-352F1D4F9D68}"/>
          </ac:cxnSpMkLst>
        </pc:cxnChg>
        <pc:cxnChg chg="add mod">
          <ac:chgData name="Cristian Chilipirea" userId="34ab170da5908fc4" providerId="LiveId" clId="{51E1D80A-4A29-4E2A-B293-4232621C1517}" dt="2019-10-06T18:09:14.083" v="271" actId="1076"/>
          <ac:cxnSpMkLst>
            <pc:docMk/>
            <pc:sldMk cId="3525947301" sldId="516"/>
            <ac:cxnSpMk id="577" creationId="{E78EF31D-C7E4-447F-A182-95CA3C0B42C6}"/>
          </ac:cxnSpMkLst>
        </pc:cxnChg>
        <pc:cxnChg chg="add mod">
          <ac:chgData name="Cristian Chilipirea" userId="34ab170da5908fc4" providerId="LiveId" clId="{51E1D80A-4A29-4E2A-B293-4232621C1517}" dt="2019-10-06T18:09:14.083" v="271" actId="1076"/>
          <ac:cxnSpMkLst>
            <pc:docMk/>
            <pc:sldMk cId="3525947301" sldId="516"/>
            <ac:cxnSpMk id="578" creationId="{AB89E442-3279-440A-9B31-4C01F4E69A2B}"/>
          </ac:cxnSpMkLst>
        </pc:cxnChg>
        <pc:cxnChg chg="add mod">
          <ac:chgData name="Cristian Chilipirea" userId="34ab170da5908fc4" providerId="LiveId" clId="{51E1D80A-4A29-4E2A-B293-4232621C1517}" dt="2019-10-06T18:09:14.083" v="271" actId="1076"/>
          <ac:cxnSpMkLst>
            <pc:docMk/>
            <pc:sldMk cId="3525947301" sldId="516"/>
            <ac:cxnSpMk id="579" creationId="{7364D469-211E-4778-A2C5-A345D110216F}"/>
          </ac:cxnSpMkLst>
        </pc:cxnChg>
        <pc:cxnChg chg="add mod">
          <ac:chgData name="Cristian Chilipirea" userId="34ab170da5908fc4" providerId="LiveId" clId="{51E1D80A-4A29-4E2A-B293-4232621C1517}" dt="2019-10-06T18:09:14.083" v="271" actId="1076"/>
          <ac:cxnSpMkLst>
            <pc:docMk/>
            <pc:sldMk cId="3525947301" sldId="516"/>
            <ac:cxnSpMk id="580" creationId="{CFB2BC37-125E-4CB0-B428-DE28DC0D36ED}"/>
          </ac:cxnSpMkLst>
        </pc:cxnChg>
        <pc:cxnChg chg="add mod">
          <ac:chgData name="Cristian Chilipirea" userId="34ab170da5908fc4" providerId="LiveId" clId="{51E1D80A-4A29-4E2A-B293-4232621C1517}" dt="2019-10-06T18:09:14.083" v="271" actId="1076"/>
          <ac:cxnSpMkLst>
            <pc:docMk/>
            <pc:sldMk cId="3525947301" sldId="516"/>
            <ac:cxnSpMk id="581" creationId="{3D90298C-2DD7-4B38-8815-02FDA539D73D}"/>
          </ac:cxnSpMkLst>
        </pc:cxnChg>
      </pc:sldChg>
      <pc:sldChg chg="addSp delSp modSp add">
        <pc:chgData name="Cristian Chilipirea" userId="34ab170da5908fc4" providerId="LiveId" clId="{51E1D80A-4A29-4E2A-B293-4232621C1517}" dt="2019-10-06T18:09:34.509" v="280" actId="1076"/>
        <pc:sldMkLst>
          <pc:docMk/>
          <pc:sldMk cId="1868093676" sldId="517"/>
        </pc:sldMkLst>
        <pc:spChg chg="mod">
          <ac:chgData name="Cristian Chilipirea" userId="34ab170da5908fc4" providerId="LiveId" clId="{51E1D80A-4A29-4E2A-B293-4232621C1517}" dt="2019-10-06T18:09:22.768" v="273"/>
          <ac:spMkLst>
            <pc:docMk/>
            <pc:sldMk cId="1868093676" sldId="517"/>
            <ac:spMk id="2" creationId="{96033B46-9798-4349-9E17-6A866B13D6C4}"/>
          </ac:spMkLst>
        </pc:spChg>
        <pc:spChg chg="del">
          <ac:chgData name="Cristian Chilipirea" userId="34ab170da5908fc4" providerId="LiveId" clId="{51E1D80A-4A29-4E2A-B293-4232621C1517}" dt="2019-10-06T18:09:24.621" v="274" actId="478"/>
          <ac:spMkLst>
            <pc:docMk/>
            <pc:sldMk cId="1868093676" sldId="517"/>
            <ac:spMk id="3" creationId="{97E26102-8B1C-4BAA-8D91-8B418C2FAFBF}"/>
          </ac:spMkLst>
        </pc:spChg>
        <pc:spChg chg="add del">
          <ac:chgData name="Cristian Chilipirea" userId="34ab170da5908fc4" providerId="LiveId" clId="{51E1D80A-4A29-4E2A-B293-4232621C1517}" dt="2019-10-06T18:09:32.334" v="278"/>
          <ac:spMkLst>
            <pc:docMk/>
            <pc:sldMk cId="1868093676" sldId="517"/>
            <ac:spMk id="4" creationId="{05641C5C-6C6D-4F68-BB62-1B0516C45C7C}"/>
          </ac:spMkLst>
        </pc:spChg>
        <pc:spChg chg="add mod">
          <ac:chgData name="Cristian Chilipirea" userId="34ab170da5908fc4" providerId="LiveId" clId="{51E1D80A-4A29-4E2A-B293-4232621C1517}" dt="2019-10-06T18:09:34.509" v="280" actId="1076"/>
          <ac:spMkLst>
            <pc:docMk/>
            <pc:sldMk cId="1868093676" sldId="517"/>
            <ac:spMk id="5" creationId="{87B05274-156A-4BF3-93AD-8C0C1E29DC4D}"/>
          </ac:spMkLst>
        </pc:spChg>
      </pc:sldChg>
      <pc:sldChg chg="addSp delSp modSp add">
        <pc:chgData name="Cristian Chilipirea" userId="34ab170da5908fc4" providerId="LiveId" clId="{51E1D80A-4A29-4E2A-B293-4232621C1517}" dt="2019-10-06T18:10:02.976" v="298"/>
        <pc:sldMkLst>
          <pc:docMk/>
          <pc:sldMk cId="937818870" sldId="518"/>
        </pc:sldMkLst>
        <pc:spChg chg="del">
          <ac:chgData name="Cristian Chilipirea" userId="34ab170da5908fc4" providerId="LiveId" clId="{51E1D80A-4A29-4E2A-B293-4232621C1517}" dt="2019-10-06T18:09:44.020" v="283" actId="478"/>
          <ac:spMkLst>
            <pc:docMk/>
            <pc:sldMk cId="937818870" sldId="518"/>
            <ac:spMk id="2" creationId="{F256CAB4-28C6-4171-95DA-60A1A14FC6C7}"/>
          </ac:spMkLst>
        </pc:spChg>
        <pc:spChg chg="del">
          <ac:chgData name="Cristian Chilipirea" userId="34ab170da5908fc4" providerId="LiveId" clId="{51E1D80A-4A29-4E2A-B293-4232621C1517}" dt="2019-10-06T18:09:42.789" v="282" actId="478"/>
          <ac:spMkLst>
            <pc:docMk/>
            <pc:sldMk cId="937818870" sldId="518"/>
            <ac:spMk id="3" creationId="{056A6B26-8080-49A5-9C92-DD75DF5E4BF6}"/>
          </ac:spMkLst>
        </pc:spChg>
        <pc:spChg chg="add del mod">
          <ac:chgData name="Cristian Chilipirea" userId="34ab170da5908fc4" providerId="LiveId" clId="{51E1D80A-4A29-4E2A-B293-4232621C1517}" dt="2019-10-06T18:09:51.022" v="289"/>
          <ac:spMkLst>
            <pc:docMk/>
            <pc:sldMk cId="937818870" sldId="518"/>
            <ac:spMk id="4" creationId="{8A8A297B-336B-40EC-B7D8-CFFF272DE8B7}"/>
          </ac:spMkLst>
        </pc:spChg>
        <pc:spChg chg="add del">
          <ac:chgData name="Cristian Chilipirea" userId="34ab170da5908fc4" providerId="LiveId" clId="{51E1D80A-4A29-4E2A-B293-4232621C1517}" dt="2019-10-06T18:09:57.297" v="295"/>
          <ac:spMkLst>
            <pc:docMk/>
            <pc:sldMk cId="937818870" sldId="518"/>
            <ac:spMk id="5" creationId="{37ED4CBF-7902-4358-9595-C9130EE7F63F}"/>
          </ac:spMkLst>
        </pc:spChg>
        <pc:spChg chg="add del">
          <ac:chgData name="Cristian Chilipirea" userId="34ab170da5908fc4" providerId="LiveId" clId="{51E1D80A-4A29-4E2A-B293-4232621C1517}" dt="2019-10-06T18:09:56.929" v="294"/>
          <ac:spMkLst>
            <pc:docMk/>
            <pc:sldMk cId="937818870" sldId="518"/>
            <ac:spMk id="6" creationId="{49057253-2B19-47F6-8A46-645AE7CF8DF4}"/>
          </ac:spMkLst>
        </pc:spChg>
        <pc:spChg chg="add del">
          <ac:chgData name="Cristian Chilipirea" userId="34ab170da5908fc4" providerId="LiveId" clId="{51E1D80A-4A29-4E2A-B293-4232621C1517}" dt="2019-10-06T18:09:56.737" v="293"/>
          <ac:spMkLst>
            <pc:docMk/>
            <pc:sldMk cId="937818870" sldId="518"/>
            <ac:spMk id="7" creationId="{466CBC0F-FD9E-4C3E-A568-4A5ACC10A1C9}"/>
          </ac:spMkLst>
        </pc:spChg>
        <pc:spChg chg="add del">
          <ac:chgData name="Cristian Chilipirea" userId="34ab170da5908fc4" providerId="LiveId" clId="{51E1D80A-4A29-4E2A-B293-4232621C1517}" dt="2019-10-06T18:10:02.970" v="297"/>
          <ac:spMkLst>
            <pc:docMk/>
            <pc:sldMk cId="937818870" sldId="518"/>
            <ac:spMk id="8" creationId="{CB135D61-F01C-4F9F-B59C-F00B00238C3B}"/>
          </ac:spMkLst>
        </pc:spChg>
        <pc:spChg chg="add">
          <ac:chgData name="Cristian Chilipirea" userId="34ab170da5908fc4" providerId="LiveId" clId="{51E1D80A-4A29-4E2A-B293-4232621C1517}" dt="2019-10-06T18:10:02.976" v="298"/>
          <ac:spMkLst>
            <pc:docMk/>
            <pc:sldMk cId="937818870" sldId="518"/>
            <ac:spMk id="9" creationId="{FCBB37AF-495E-46F0-9774-99A0A813B930}"/>
          </ac:spMkLst>
        </pc:spChg>
      </pc:sldChg>
    </pc:docChg>
  </pc:docChgLst>
  <pc:docChgLst>
    <pc:chgData name="Cristian Chilipirea" userId="34ab170da5908fc4" providerId="LiveId" clId="{DFE5141E-F98E-42EA-B1E4-556BAE62F36F}"/>
    <pc:docChg chg="custSel addSld delSld modSld modSection">
      <pc:chgData name="Cristian Chilipirea" userId="34ab170da5908fc4" providerId="LiveId" clId="{DFE5141E-F98E-42EA-B1E4-556BAE62F36F}" dt="2019-10-13T10:31:28.075" v="263"/>
      <pc:docMkLst>
        <pc:docMk/>
      </pc:docMkLst>
      <pc:sldChg chg="modSp">
        <pc:chgData name="Cristian Chilipirea" userId="34ab170da5908fc4" providerId="LiveId" clId="{DFE5141E-F98E-42EA-B1E4-556BAE62F36F}" dt="2019-10-13T10:23:58.702" v="91" actId="20577"/>
        <pc:sldMkLst>
          <pc:docMk/>
          <pc:sldMk cId="0" sldId="485"/>
        </pc:sldMkLst>
        <pc:spChg chg="mod">
          <ac:chgData name="Cristian Chilipirea" userId="34ab170da5908fc4" providerId="LiveId" clId="{DFE5141E-F98E-42EA-B1E4-556BAE62F36F}" dt="2019-10-13T10:23:58.702" v="91" actId="20577"/>
          <ac:spMkLst>
            <pc:docMk/>
            <pc:sldMk cId="0" sldId="485"/>
            <ac:spMk id="15361" creationId="{B7373C27-AE51-474E-BA1F-0C5F0233AACE}"/>
          </ac:spMkLst>
        </pc:spChg>
      </pc:sldChg>
      <pc:sldChg chg="addSp delSp modSp add">
        <pc:chgData name="Cristian Chilipirea" userId="34ab170da5908fc4" providerId="LiveId" clId="{DFE5141E-F98E-42EA-B1E4-556BAE62F36F}" dt="2019-10-13T10:24:27.796" v="98" actId="1076"/>
        <pc:sldMkLst>
          <pc:docMk/>
          <pc:sldMk cId="82765791" sldId="486"/>
        </pc:sldMkLst>
        <pc:spChg chg="mod">
          <ac:chgData name="Cristian Chilipirea" userId="34ab170da5908fc4" providerId="LiveId" clId="{DFE5141E-F98E-42EA-B1E4-556BAE62F36F}" dt="2019-10-13T10:24:18.859" v="93"/>
          <ac:spMkLst>
            <pc:docMk/>
            <pc:sldMk cId="82765791" sldId="486"/>
            <ac:spMk id="2" creationId="{11416816-F3F8-424D-82DE-3DFECE7C98CA}"/>
          </ac:spMkLst>
        </pc:spChg>
        <pc:spChg chg="del">
          <ac:chgData name="Cristian Chilipirea" userId="34ab170da5908fc4" providerId="LiveId" clId="{DFE5141E-F98E-42EA-B1E4-556BAE62F36F}" dt="2019-10-13T10:24:20.803" v="94" actId="478"/>
          <ac:spMkLst>
            <pc:docMk/>
            <pc:sldMk cId="82765791" sldId="486"/>
            <ac:spMk id="3" creationId="{65158ABA-7A89-4FD2-8D33-7467F3EBF555}"/>
          </ac:spMkLst>
        </pc:spChg>
        <pc:spChg chg="add del">
          <ac:chgData name="Cristian Chilipirea" userId="34ab170da5908fc4" providerId="LiveId" clId="{DFE5141E-F98E-42EA-B1E4-556BAE62F36F}" dt="2019-10-13T10:24:26.055" v="96"/>
          <ac:spMkLst>
            <pc:docMk/>
            <pc:sldMk cId="82765791" sldId="486"/>
            <ac:spMk id="4" creationId="{881FFC41-C164-40C4-9EF8-521D0F6458E6}"/>
          </ac:spMkLst>
        </pc:spChg>
        <pc:spChg chg="add mod">
          <ac:chgData name="Cristian Chilipirea" userId="34ab170da5908fc4" providerId="LiveId" clId="{DFE5141E-F98E-42EA-B1E4-556BAE62F36F}" dt="2019-10-13T10:24:27.796" v="98" actId="1076"/>
          <ac:spMkLst>
            <pc:docMk/>
            <pc:sldMk cId="82765791" sldId="486"/>
            <ac:spMk id="5" creationId="{7CE00BC2-ED1E-49EC-B741-046D0AB914E5}"/>
          </ac:spMkLst>
        </pc:spChg>
      </pc:sldChg>
      <pc:sldChg chg="del">
        <pc:chgData name="Cristian Chilipirea" userId="34ab170da5908fc4" providerId="LiveId" clId="{DFE5141E-F98E-42EA-B1E4-556BAE62F36F}" dt="2019-10-13T10:23:37.122" v="0" actId="2696"/>
        <pc:sldMkLst>
          <pc:docMk/>
          <pc:sldMk cId="888006219" sldId="486"/>
        </pc:sldMkLst>
      </pc:sldChg>
      <pc:sldChg chg="del">
        <pc:chgData name="Cristian Chilipirea" userId="34ab170da5908fc4" providerId="LiveId" clId="{DFE5141E-F98E-42EA-B1E4-556BAE62F36F}" dt="2019-10-13T10:23:37.615" v="1" actId="2696"/>
        <pc:sldMkLst>
          <pc:docMk/>
          <pc:sldMk cId="2528767456" sldId="487"/>
        </pc:sldMkLst>
      </pc:sldChg>
      <pc:sldChg chg="addSp delSp modSp add">
        <pc:chgData name="Cristian Chilipirea" userId="34ab170da5908fc4" providerId="LiveId" clId="{DFE5141E-F98E-42EA-B1E4-556BAE62F36F}" dt="2019-10-13T10:24:40.528" v="104"/>
        <pc:sldMkLst>
          <pc:docMk/>
          <pc:sldMk cId="3808378620" sldId="487"/>
        </pc:sldMkLst>
        <pc:spChg chg="mod">
          <ac:chgData name="Cristian Chilipirea" userId="34ab170da5908fc4" providerId="LiveId" clId="{DFE5141E-F98E-42EA-B1E4-556BAE62F36F}" dt="2019-10-13T10:24:33.555" v="100"/>
          <ac:spMkLst>
            <pc:docMk/>
            <pc:sldMk cId="3808378620" sldId="487"/>
            <ac:spMk id="2" creationId="{FFAB6AD0-B6B4-434F-B82D-4ED63A4A3B08}"/>
          </ac:spMkLst>
        </pc:spChg>
        <pc:spChg chg="del">
          <ac:chgData name="Cristian Chilipirea" userId="34ab170da5908fc4" providerId="LiveId" clId="{DFE5141E-F98E-42EA-B1E4-556BAE62F36F}" dt="2019-10-13T10:24:38.422" v="101" actId="478"/>
          <ac:spMkLst>
            <pc:docMk/>
            <pc:sldMk cId="3808378620" sldId="487"/>
            <ac:spMk id="3" creationId="{E3F7CAF9-E427-4CE1-8CDE-D1DF07E731F8}"/>
          </ac:spMkLst>
        </pc:spChg>
        <pc:spChg chg="add del">
          <ac:chgData name="Cristian Chilipirea" userId="34ab170da5908fc4" providerId="LiveId" clId="{DFE5141E-F98E-42EA-B1E4-556BAE62F36F}" dt="2019-10-13T10:24:40.520" v="103"/>
          <ac:spMkLst>
            <pc:docMk/>
            <pc:sldMk cId="3808378620" sldId="487"/>
            <ac:spMk id="4" creationId="{9FC5CA0C-768C-49D7-AFE2-22564BD864DA}"/>
          </ac:spMkLst>
        </pc:spChg>
        <pc:spChg chg="add">
          <ac:chgData name="Cristian Chilipirea" userId="34ab170da5908fc4" providerId="LiveId" clId="{DFE5141E-F98E-42EA-B1E4-556BAE62F36F}" dt="2019-10-13T10:24:40.528" v="104"/>
          <ac:spMkLst>
            <pc:docMk/>
            <pc:sldMk cId="3808378620" sldId="487"/>
            <ac:spMk id="5" creationId="{49054887-C3DD-4394-A855-C5173CD0BD2C}"/>
          </ac:spMkLst>
        </pc:spChg>
      </pc:sldChg>
      <pc:sldChg chg="addSp delSp modSp add">
        <pc:chgData name="Cristian Chilipirea" userId="34ab170da5908fc4" providerId="LiveId" clId="{DFE5141E-F98E-42EA-B1E4-556BAE62F36F}" dt="2019-10-13T10:24:54.557" v="110"/>
        <pc:sldMkLst>
          <pc:docMk/>
          <pc:sldMk cId="2485176181" sldId="488"/>
        </pc:sldMkLst>
        <pc:spChg chg="mod">
          <ac:chgData name="Cristian Chilipirea" userId="34ab170da5908fc4" providerId="LiveId" clId="{DFE5141E-F98E-42EA-B1E4-556BAE62F36F}" dt="2019-10-13T10:24:46.208" v="106"/>
          <ac:spMkLst>
            <pc:docMk/>
            <pc:sldMk cId="2485176181" sldId="488"/>
            <ac:spMk id="2" creationId="{05E937C2-C932-46A2-B93B-492E17E50E68}"/>
          </ac:spMkLst>
        </pc:spChg>
        <pc:spChg chg="del">
          <ac:chgData name="Cristian Chilipirea" userId="34ab170da5908fc4" providerId="LiveId" clId="{DFE5141E-F98E-42EA-B1E4-556BAE62F36F}" dt="2019-10-13T10:24:52.414" v="107" actId="478"/>
          <ac:spMkLst>
            <pc:docMk/>
            <pc:sldMk cId="2485176181" sldId="488"/>
            <ac:spMk id="3" creationId="{35D18CAA-D400-4B58-812E-E412A87DD4C8}"/>
          </ac:spMkLst>
        </pc:spChg>
        <pc:spChg chg="add del">
          <ac:chgData name="Cristian Chilipirea" userId="34ab170da5908fc4" providerId="LiveId" clId="{DFE5141E-F98E-42EA-B1E4-556BAE62F36F}" dt="2019-10-13T10:24:54.546" v="109"/>
          <ac:spMkLst>
            <pc:docMk/>
            <pc:sldMk cId="2485176181" sldId="488"/>
            <ac:spMk id="4" creationId="{5994F374-79EA-4196-ABB8-3E5CD370FD49}"/>
          </ac:spMkLst>
        </pc:spChg>
        <pc:spChg chg="add">
          <ac:chgData name="Cristian Chilipirea" userId="34ab170da5908fc4" providerId="LiveId" clId="{DFE5141E-F98E-42EA-B1E4-556BAE62F36F}" dt="2019-10-13T10:24:54.557" v="110"/>
          <ac:spMkLst>
            <pc:docMk/>
            <pc:sldMk cId="2485176181" sldId="488"/>
            <ac:spMk id="40" creationId="{2EF96A35-178C-4B61-B42D-1DCBFF984B52}"/>
          </ac:spMkLst>
        </pc:spChg>
        <pc:grpChg chg="add del">
          <ac:chgData name="Cristian Chilipirea" userId="34ab170da5908fc4" providerId="LiveId" clId="{DFE5141E-F98E-42EA-B1E4-556BAE62F36F}" dt="2019-10-13T10:24:54.546" v="109"/>
          <ac:grpSpMkLst>
            <pc:docMk/>
            <pc:sldMk cId="2485176181" sldId="488"/>
            <ac:grpSpMk id="5" creationId="{9A119605-7426-4444-B330-7C2458CEBFAF}"/>
          </ac:grpSpMkLst>
        </pc:grpChg>
        <pc:grpChg chg="add">
          <ac:chgData name="Cristian Chilipirea" userId="34ab170da5908fc4" providerId="LiveId" clId="{DFE5141E-F98E-42EA-B1E4-556BAE62F36F}" dt="2019-10-13T10:24:54.557" v="110"/>
          <ac:grpSpMkLst>
            <pc:docMk/>
            <pc:sldMk cId="2485176181" sldId="488"/>
            <ac:grpSpMk id="41" creationId="{88B00FAB-7B34-4DA0-9CD5-C344F04BBD6E}"/>
          </ac:grpSpMkLst>
        </pc:grpChg>
      </pc:sldChg>
      <pc:sldChg chg="del">
        <pc:chgData name="Cristian Chilipirea" userId="34ab170da5908fc4" providerId="LiveId" clId="{DFE5141E-F98E-42EA-B1E4-556BAE62F36F}" dt="2019-10-13T10:23:37.657" v="2" actId="2696"/>
        <pc:sldMkLst>
          <pc:docMk/>
          <pc:sldMk cId="3588683514" sldId="488"/>
        </pc:sldMkLst>
      </pc:sldChg>
      <pc:sldChg chg="addSp delSp modSp add modAnim">
        <pc:chgData name="Cristian Chilipirea" userId="34ab170da5908fc4" providerId="LiveId" clId="{DFE5141E-F98E-42EA-B1E4-556BAE62F36F}" dt="2019-10-13T10:25:07.764" v="116"/>
        <pc:sldMkLst>
          <pc:docMk/>
          <pc:sldMk cId="153538803" sldId="489"/>
        </pc:sldMkLst>
        <pc:spChg chg="mod">
          <ac:chgData name="Cristian Chilipirea" userId="34ab170da5908fc4" providerId="LiveId" clId="{DFE5141E-F98E-42EA-B1E4-556BAE62F36F}" dt="2019-10-13T10:25:00.902" v="112"/>
          <ac:spMkLst>
            <pc:docMk/>
            <pc:sldMk cId="153538803" sldId="489"/>
            <ac:spMk id="2" creationId="{ECCC51BA-C2AA-4B7C-A59B-B4C296554003}"/>
          </ac:spMkLst>
        </pc:spChg>
        <pc:spChg chg="del">
          <ac:chgData name="Cristian Chilipirea" userId="34ab170da5908fc4" providerId="LiveId" clId="{DFE5141E-F98E-42EA-B1E4-556BAE62F36F}" dt="2019-10-13T10:25:02.502" v="113" actId="478"/>
          <ac:spMkLst>
            <pc:docMk/>
            <pc:sldMk cId="153538803" sldId="489"/>
            <ac:spMk id="3" creationId="{060B2BEF-3EDB-48ED-BB2E-D15A76663D12}"/>
          </ac:spMkLst>
        </pc:spChg>
        <pc:spChg chg="add del">
          <ac:chgData name="Cristian Chilipirea" userId="34ab170da5908fc4" providerId="LiveId" clId="{DFE5141E-F98E-42EA-B1E4-556BAE62F36F}" dt="2019-10-13T10:25:07.756" v="115"/>
          <ac:spMkLst>
            <pc:docMk/>
            <pc:sldMk cId="153538803" sldId="489"/>
            <ac:spMk id="4" creationId="{CC33B0FC-952E-49E4-9FCD-7C32A1E84807}"/>
          </ac:spMkLst>
        </pc:spChg>
        <pc:spChg chg="add del">
          <ac:chgData name="Cristian Chilipirea" userId="34ab170da5908fc4" providerId="LiveId" clId="{DFE5141E-F98E-42EA-B1E4-556BAE62F36F}" dt="2019-10-13T10:25:07.756" v="115"/>
          <ac:spMkLst>
            <pc:docMk/>
            <pc:sldMk cId="153538803" sldId="489"/>
            <ac:spMk id="10" creationId="{1F8C8832-150B-4B14-804E-E4C8FBB14913}"/>
          </ac:spMkLst>
        </pc:spChg>
        <pc:spChg chg="add del">
          <ac:chgData name="Cristian Chilipirea" userId="34ab170da5908fc4" providerId="LiveId" clId="{DFE5141E-F98E-42EA-B1E4-556BAE62F36F}" dt="2019-10-13T10:25:07.756" v="115"/>
          <ac:spMkLst>
            <pc:docMk/>
            <pc:sldMk cId="153538803" sldId="489"/>
            <ac:spMk id="11" creationId="{758FA3BE-A7DB-4364-B8CB-2E2A23079F25}"/>
          </ac:spMkLst>
        </pc:spChg>
        <pc:spChg chg="add del">
          <ac:chgData name="Cristian Chilipirea" userId="34ab170da5908fc4" providerId="LiveId" clId="{DFE5141E-F98E-42EA-B1E4-556BAE62F36F}" dt="2019-10-13T10:25:07.756" v="115"/>
          <ac:spMkLst>
            <pc:docMk/>
            <pc:sldMk cId="153538803" sldId="489"/>
            <ac:spMk id="12" creationId="{457AC18D-9DFC-45BC-85C0-373ADDA8CA08}"/>
          </ac:spMkLst>
        </pc:spChg>
        <pc:spChg chg="add del">
          <ac:chgData name="Cristian Chilipirea" userId="34ab170da5908fc4" providerId="LiveId" clId="{DFE5141E-F98E-42EA-B1E4-556BAE62F36F}" dt="2019-10-13T10:25:07.756" v="115"/>
          <ac:spMkLst>
            <pc:docMk/>
            <pc:sldMk cId="153538803" sldId="489"/>
            <ac:spMk id="13" creationId="{8D2C2B09-A76C-4229-BCCF-3DCC0F873B1A}"/>
          </ac:spMkLst>
        </pc:spChg>
        <pc:spChg chg="add del">
          <ac:chgData name="Cristian Chilipirea" userId="34ab170da5908fc4" providerId="LiveId" clId="{DFE5141E-F98E-42EA-B1E4-556BAE62F36F}" dt="2019-10-13T10:25:07.756" v="115"/>
          <ac:spMkLst>
            <pc:docMk/>
            <pc:sldMk cId="153538803" sldId="489"/>
            <ac:spMk id="14" creationId="{BC1401E5-AE9D-4BFE-9E83-914050C0DCDF}"/>
          </ac:spMkLst>
        </pc:spChg>
        <pc:spChg chg="add del">
          <ac:chgData name="Cristian Chilipirea" userId="34ab170da5908fc4" providerId="LiveId" clId="{DFE5141E-F98E-42EA-B1E4-556BAE62F36F}" dt="2019-10-13T10:25:07.756" v="115"/>
          <ac:spMkLst>
            <pc:docMk/>
            <pc:sldMk cId="153538803" sldId="489"/>
            <ac:spMk id="15" creationId="{E58AF6DB-2E91-412C-A29B-AC63E640C1EF}"/>
          </ac:spMkLst>
        </pc:spChg>
        <pc:spChg chg="add del">
          <ac:chgData name="Cristian Chilipirea" userId="34ab170da5908fc4" providerId="LiveId" clId="{DFE5141E-F98E-42EA-B1E4-556BAE62F36F}" dt="2019-10-13T10:25:07.756" v="115"/>
          <ac:spMkLst>
            <pc:docMk/>
            <pc:sldMk cId="153538803" sldId="489"/>
            <ac:spMk id="16" creationId="{2C59F816-E939-4C3C-9680-259185A610BE}"/>
          </ac:spMkLst>
        </pc:spChg>
        <pc:spChg chg="add del">
          <ac:chgData name="Cristian Chilipirea" userId="34ab170da5908fc4" providerId="LiveId" clId="{DFE5141E-F98E-42EA-B1E4-556BAE62F36F}" dt="2019-10-13T10:25:07.756" v="115"/>
          <ac:spMkLst>
            <pc:docMk/>
            <pc:sldMk cId="153538803" sldId="489"/>
            <ac:spMk id="17" creationId="{A49E3053-574B-4B9C-AD5E-980A7890D99E}"/>
          </ac:spMkLst>
        </pc:spChg>
        <pc:spChg chg="add">
          <ac:chgData name="Cristian Chilipirea" userId="34ab170da5908fc4" providerId="LiveId" clId="{DFE5141E-F98E-42EA-B1E4-556BAE62F36F}" dt="2019-10-13T10:25:07.764" v="116"/>
          <ac:spMkLst>
            <pc:docMk/>
            <pc:sldMk cId="153538803" sldId="489"/>
            <ac:spMk id="18" creationId="{3FE1A59B-4AF7-4F64-BFBB-1009318F755A}"/>
          </ac:spMkLst>
        </pc:spChg>
        <pc:spChg chg="add">
          <ac:chgData name="Cristian Chilipirea" userId="34ab170da5908fc4" providerId="LiveId" clId="{DFE5141E-F98E-42EA-B1E4-556BAE62F36F}" dt="2019-10-13T10:25:07.764" v="116"/>
          <ac:spMkLst>
            <pc:docMk/>
            <pc:sldMk cId="153538803" sldId="489"/>
            <ac:spMk id="24" creationId="{5A5160AD-0AF3-4669-A0F6-3FC16CFB67DA}"/>
          </ac:spMkLst>
        </pc:spChg>
        <pc:spChg chg="add">
          <ac:chgData name="Cristian Chilipirea" userId="34ab170da5908fc4" providerId="LiveId" clId="{DFE5141E-F98E-42EA-B1E4-556BAE62F36F}" dt="2019-10-13T10:25:07.764" v="116"/>
          <ac:spMkLst>
            <pc:docMk/>
            <pc:sldMk cId="153538803" sldId="489"/>
            <ac:spMk id="25" creationId="{27F9D283-4E2B-4031-B006-BC30FD087DEF}"/>
          </ac:spMkLst>
        </pc:spChg>
        <pc:spChg chg="add">
          <ac:chgData name="Cristian Chilipirea" userId="34ab170da5908fc4" providerId="LiveId" clId="{DFE5141E-F98E-42EA-B1E4-556BAE62F36F}" dt="2019-10-13T10:25:07.764" v="116"/>
          <ac:spMkLst>
            <pc:docMk/>
            <pc:sldMk cId="153538803" sldId="489"/>
            <ac:spMk id="26" creationId="{6E306DD1-D163-48AD-BBE9-D911B91229E0}"/>
          </ac:spMkLst>
        </pc:spChg>
        <pc:spChg chg="add">
          <ac:chgData name="Cristian Chilipirea" userId="34ab170da5908fc4" providerId="LiveId" clId="{DFE5141E-F98E-42EA-B1E4-556BAE62F36F}" dt="2019-10-13T10:25:07.764" v="116"/>
          <ac:spMkLst>
            <pc:docMk/>
            <pc:sldMk cId="153538803" sldId="489"/>
            <ac:spMk id="27" creationId="{577B3011-B52B-46F3-8142-13D9FD4C3DD7}"/>
          </ac:spMkLst>
        </pc:spChg>
        <pc:spChg chg="add">
          <ac:chgData name="Cristian Chilipirea" userId="34ab170da5908fc4" providerId="LiveId" clId="{DFE5141E-F98E-42EA-B1E4-556BAE62F36F}" dt="2019-10-13T10:25:07.764" v="116"/>
          <ac:spMkLst>
            <pc:docMk/>
            <pc:sldMk cId="153538803" sldId="489"/>
            <ac:spMk id="28" creationId="{1999091C-6793-470B-A097-6596F6E9771D}"/>
          </ac:spMkLst>
        </pc:spChg>
        <pc:spChg chg="add">
          <ac:chgData name="Cristian Chilipirea" userId="34ab170da5908fc4" providerId="LiveId" clId="{DFE5141E-F98E-42EA-B1E4-556BAE62F36F}" dt="2019-10-13T10:25:07.764" v="116"/>
          <ac:spMkLst>
            <pc:docMk/>
            <pc:sldMk cId="153538803" sldId="489"/>
            <ac:spMk id="29" creationId="{0266AFFD-D620-4E78-9A73-1C61E968F0C3}"/>
          </ac:spMkLst>
        </pc:spChg>
        <pc:spChg chg="add">
          <ac:chgData name="Cristian Chilipirea" userId="34ab170da5908fc4" providerId="LiveId" clId="{DFE5141E-F98E-42EA-B1E4-556BAE62F36F}" dt="2019-10-13T10:25:07.764" v="116"/>
          <ac:spMkLst>
            <pc:docMk/>
            <pc:sldMk cId="153538803" sldId="489"/>
            <ac:spMk id="30" creationId="{DB4D12BF-3A13-4DAB-AA5E-C7AB005BEC6A}"/>
          </ac:spMkLst>
        </pc:spChg>
        <pc:spChg chg="add">
          <ac:chgData name="Cristian Chilipirea" userId="34ab170da5908fc4" providerId="LiveId" clId="{DFE5141E-F98E-42EA-B1E4-556BAE62F36F}" dt="2019-10-13T10:25:07.764" v="116"/>
          <ac:spMkLst>
            <pc:docMk/>
            <pc:sldMk cId="153538803" sldId="489"/>
            <ac:spMk id="31" creationId="{654135EF-154B-468F-BB5C-14706DF19117}"/>
          </ac:spMkLst>
        </pc:spChg>
        <pc:cxnChg chg="add del">
          <ac:chgData name="Cristian Chilipirea" userId="34ab170da5908fc4" providerId="LiveId" clId="{DFE5141E-F98E-42EA-B1E4-556BAE62F36F}" dt="2019-10-13T10:25:07.756" v="115"/>
          <ac:cxnSpMkLst>
            <pc:docMk/>
            <pc:sldMk cId="153538803" sldId="489"/>
            <ac:cxnSpMk id="5" creationId="{3EA584C2-21F3-4AED-A231-324D49911CBC}"/>
          </ac:cxnSpMkLst>
        </pc:cxnChg>
        <pc:cxnChg chg="add del">
          <ac:chgData name="Cristian Chilipirea" userId="34ab170da5908fc4" providerId="LiveId" clId="{DFE5141E-F98E-42EA-B1E4-556BAE62F36F}" dt="2019-10-13T10:25:07.756" v="115"/>
          <ac:cxnSpMkLst>
            <pc:docMk/>
            <pc:sldMk cId="153538803" sldId="489"/>
            <ac:cxnSpMk id="6" creationId="{B1D580BB-E39D-41C0-80E0-91ABFDB61F77}"/>
          </ac:cxnSpMkLst>
        </pc:cxnChg>
        <pc:cxnChg chg="add del">
          <ac:chgData name="Cristian Chilipirea" userId="34ab170da5908fc4" providerId="LiveId" clId="{DFE5141E-F98E-42EA-B1E4-556BAE62F36F}" dt="2019-10-13T10:25:07.756" v="115"/>
          <ac:cxnSpMkLst>
            <pc:docMk/>
            <pc:sldMk cId="153538803" sldId="489"/>
            <ac:cxnSpMk id="7" creationId="{5B9CB8D7-9466-43DF-B957-31F849C9BEBE}"/>
          </ac:cxnSpMkLst>
        </pc:cxnChg>
        <pc:cxnChg chg="add del">
          <ac:chgData name="Cristian Chilipirea" userId="34ab170da5908fc4" providerId="LiveId" clId="{DFE5141E-F98E-42EA-B1E4-556BAE62F36F}" dt="2019-10-13T10:25:07.756" v="115"/>
          <ac:cxnSpMkLst>
            <pc:docMk/>
            <pc:sldMk cId="153538803" sldId="489"/>
            <ac:cxnSpMk id="8" creationId="{6FCDE2DE-0938-4429-85FD-E5651CDE5BA1}"/>
          </ac:cxnSpMkLst>
        </pc:cxnChg>
        <pc:cxnChg chg="add del">
          <ac:chgData name="Cristian Chilipirea" userId="34ab170da5908fc4" providerId="LiveId" clId="{DFE5141E-F98E-42EA-B1E4-556BAE62F36F}" dt="2019-10-13T10:25:07.756" v="115"/>
          <ac:cxnSpMkLst>
            <pc:docMk/>
            <pc:sldMk cId="153538803" sldId="489"/>
            <ac:cxnSpMk id="9" creationId="{09BD8C5C-AAF4-418E-A49C-348F1D211AD8}"/>
          </ac:cxnSpMkLst>
        </pc:cxnChg>
        <pc:cxnChg chg="add">
          <ac:chgData name="Cristian Chilipirea" userId="34ab170da5908fc4" providerId="LiveId" clId="{DFE5141E-F98E-42EA-B1E4-556BAE62F36F}" dt="2019-10-13T10:25:07.764" v="116"/>
          <ac:cxnSpMkLst>
            <pc:docMk/>
            <pc:sldMk cId="153538803" sldId="489"/>
            <ac:cxnSpMk id="19" creationId="{11CC321D-53EB-41D6-84AC-51DEED98C922}"/>
          </ac:cxnSpMkLst>
        </pc:cxnChg>
        <pc:cxnChg chg="add">
          <ac:chgData name="Cristian Chilipirea" userId="34ab170da5908fc4" providerId="LiveId" clId="{DFE5141E-F98E-42EA-B1E4-556BAE62F36F}" dt="2019-10-13T10:25:07.764" v="116"/>
          <ac:cxnSpMkLst>
            <pc:docMk/>
            <pc:sldMk cId="153538803" sldId="489"/>
            <ac:cxnSpMk id="20" creationId="{10AB0608-E2BD-447B-905C-FCBE10E1E504}"/>
          </ac:cxnSpMkLst>
        </pc:cxnChg>
        <pc:cxnChg chg="add">
          <ac:chgData name="Cristian Chilipirea" userId="34ab170da5908fc4" providerId="LiveId" clId="{DFE5141E-F98E-42EA-B1E4-556BAE62F36F}" dt="2019-10-13T10:25:07.764" v="116"/>
          <ac:cxnSpMkLst>
            <pc:docMk/>
            <pc:sldMk cId="153538803" sldId="489"/>
            <ac:cxnSpMk id="21" creationId="{E9DB0262-D07B-42C9-8FC7-7FE763508BDE}"/>
          </ac:cxnSpMkLst>
        </pc:cxnChg>
        <pc:cxnChg chg="add">
          <ac:chgData name="Cristian Chilipirea" userId="34ab170da5908fc4" providerId="LiveId" clId="{DFE5141E-F98E-42EA-B1E4-556BAE62F36F}" dt="2019-10-13T10:25:07.764" v="116"/>
          <ac:cxnSpMkLst>
            <pc:docMk/>
            <pc:sldMk cId="153538803" sldId="489"/>
            <ac:cxnSpMk id="22" creationId="{83D0030E-849E-4263-AB40-DEC018EC0B5F}"/>
          </ac:cxnSpMkLst>
        </pc:cxnChg>
        <pc:cxnChg chg="add">
          <ac:chgData name="Cristian Chilipirea" userId="34ab170da5908fc4" providerId="LiveId" clId="{DFE5141E-F98E-42EA-B1E4-556BAE62F36F}" dt="2019-10-13T10:25:07.764" v="116"/>
          <ac:cxnSpMkLst>
            <pc:docMk/>
            <pc:sldMk cId="153538803" sldId="489"/>
            <ac:cxnSpMk id="23" creationId="{6A260F96-783D-43B0-83F0-E6A600D74D8D}"/>
          </ac:cxnSpMkLst>
        </pc:cxnChg>
      </pc:sldChg>
      <pc:sldChg chg="del">
        <pc:chgData name="Cristian Chilipirea" userId="34ab170da5908fc4" providerId="LiveId" clId="{DFE5141E-F98E-42EA-B1E4-556BAE62F36F}" dt="2019-10-13T10:23:37.685" v="3" actId="2696"/>
        <pc:sldMkLst>
          <pc:docMk/>
          <pc:sldMk cId="1042344470" sldId="489"/>
        </pc:sldMkLst>
      </pc:sldChg>
      <pc:sldChg chg="del">
        <pc:chgData name="Cristian Chilipirea" userId="34ab170da5908fc4" providerId="LiveId" clId="{DFE5141E-F98E-42EA-B1E4-556BAE62F36F}" dt="2019-10-13T10:23:37.729" v="4" actId="2696"/>
        <pc:sldMkLst>
          <pc:docMk/>
          <pc:sldMk cId="3615780848" sldId="490"/>
        </pc:sldMkLst>
      </pc:sldChg>
      <pc:sldChg chg="addSp delSp modSp add modAnim">
        <pc:chgData name="Cristian Chilipirea" userId="34ab170da5908fc4" providerId="LiveId" clId="{DFE5141E-F98E-42EA-B1E4-556BAE62F36F}" dt="2019-10-13T10:25:50.406" v="123" actId="1076"/>
        <pc:sldMkLst>
          <pc:docMk/>
          <pc:sldMk cId="4285981982" sldId="490"/>
        </pc:sldMkLst>
        <pc:spChg chg="mod">
          <ac:chgData name="Cristian Chilipirea" userId="34ab170da5908fc4" providerId="LiveId" clId="{DFE5141E-F98E-42EA-B1E4-556BAE62F36F}" dt="2019-10-13T10:25:37.527" v="118"/>
          <ac:spMkLst>
            <pc:docMk/>
            <pc:sldMk cId="4285981982" sldId="490"/>
            <ac:spMk id="2" creationId="{1D712282-8BB2-44E5-8E6C-EF1031A84986}"/>
          </ac:spMkLst>
        </pc:spChg>
        <pc:spChg chg="del">
          <ac:chgData name="Cristian Chilipirea" userId="34ab170da5908fc4" providerId="LiveId" clId="{DFE5141E-F98E-42EA-B1E4-556BAE62F36F}" dt="2019-10-13T10:25:39.127" v="119" actId="478"/>
          <ac:spMkLst>
            <pc:docMk/>
            <pc:sldMk cId="4285981982" sldId="490"/>
            <ac:spMk id="3" creationId="{53161AF4-BBF6-49F2-8D85-9A430FEB415C}"/>
          </ac:spMkLst>
        </pc:spChg>
        <pc:spChg chg="add del">
          <ac:chgData name="Cristian Chilipirea" userId="34ab170da5908fc4" providerId="LiveId" clId="{DFE5141E-F98E-42EA-B1E4-556BAE62F36F}" dt="2019-10-13T10:25:44.410" v="121"/>
          <ac:spMkLst>
            <pc:docMk/>
            <pc:sldMk cId="4285981982" sldId="490"/>
            <ac:spMk id="4" creationId="{C973A657-56CA-4339-9A6B-6BDCAE0AFCEE}"/>
          </ac:spMkLst>
        </pc:spChg>
        <pc:spChg chg="add del">
          <ac:chgData name="Cristian Chilipirea" userId="34ab170da5908fc4" providerId="LiveId" clId="{DFE5141E-F98E-42EA-B1E4-556BAE62F36F}" dt="2019-10-13T10:25:44.410" v="121"/>
          <ac:spMkLst>
            <pc:docMk/>
            <pc:sldMk cId="4285981982" sldId="490"/>
            <ac:spMk id="13" creationId="{DC43CA10-810C-4205-81DA-DA243D32ED1C}"/>
          </ac:spMkLst>
        </pc:spChg>
        <pc:spChg chg="add del">
          <ac:chgData name="Cristian Chilipirea" userId="34ab170da5908fc4" providerId="LiveId" clId="{DFE5141E-F98E-42EA-B1E4-556BAE62F36F}" dt="2019-10-13T10:25:44.410" v="121"/>
          <ac:spMkLst>
            <pc:docMk/>
            <pc:sldMk cId="4285981982" sldId="490"/>
            <ac:spMk id="14" creationId="{6225D415-18C9-4D82-9FAF-65C7563BFE7E}"/>
          </ac:spMkLst>
        </pc:spChg>
        <pc:spChg chg="add del">
          <ac:chgData name="Cristian Chilipirea" userId="34ab170da5908fc4" providerId="LiveId" clId="{DFE5141E-F98E-42EA-B1E4-556BAE62F36F}" dt="2019-10-13T10:25:44.410" v="121"/>
          <ac:spMkLst>
            <pc:docMk/>
            <pc:sldMk cId="4285981982" sldId="490"/>
            <ac:spMk id="15" creationId="{42B28CE6-948E-4DC6-A68F-685684578AC0}"/>
          </ac:spMkLst>
        </pc:spChg>
        <pc:spChg chg="add del">
          <ac:chgData name="Cristian Chilipirea" userId="34ab170da5908fc4" providerId="LiveId" clId="{DFE5141E-F98E-42EA-B1E4-556BAE62F36F}" dt="2019-10-13T10:25:44.410" v="121"/>
          <ac:spMkLst>
            <pc:docMk/>
            <pc:sldMk cId="4285981982" sldId="490"/>
            <ac:spMk id="16" creationId="{70233A84-2EE3-4DF3-AE4D-395715B64F46}"/>
          </ac:spMkLst>
        </pc:spChg>
        <pc:spChg chg="add del">
          <ac:chgData name="Cristian Chilipirea" userId="34ab170da5908fc4" providerId="LiveId" clId="{DFE5141E-F98E-42EA-B1E4-556BAE62F36F}" dt="2019-10-13T10:25:44.410" v="121"/>
          <ac:spMkLst>
            <pc:docMk/>
            <pc:sldMk cId="4285981982" sldId="490"/>
            <ac:spMk id="17" creationId="{B861533C-D479-4EC1-813D-AB8BC6A647FA}"/>
          </ac:spMkLst>
        </pc:spChg>
        <pc:spChg chg="add del">
          <ac:chgData name="Cristian Chilipirea" userId="34ab170da5908fc4" providerId="LiveId" clId="{DFE5141E-F98E-42EA-B1E4-556BAE62F36F}" dt="2019-10-13T10:25:44.410" v="121"/>
          <ac:spMkLst>
            <pc:docMk/>
            <pc:sldMk cId="4285981982" sldId="490"/>
            <ac:spMk id="18" creationId="{C18820F5-AD01-42A1-A45D-972395640428}"/>
          </ac:spMkLst>
        </pc:spChg>
        <pc:spChg chg="add del">
          <ac:chgData name="Cristian Chilipirea" userId="34ab170da5908fc4" providerId="LiveId" clId="{DFE5141E-F98E-42EA-B1E4-556BAE62F36F}" dt="2019-10-13T10:25:44.410" v="121"/>
          <ac:spMkLst>
            <pc:docMk/>
            <pc:sldMk cId="4285981982" sldId="490"/>
            <ac:spMk id="19" creationId="{4FC23F1C-CBB6-4D4A-BF10-52F97E242962}"/>
          </ac:spMkLst>
        </pc:spChg>
        <pc:spChg chg="add del">
          <ac:chgData name="Cristian Chilipirea" userId="34ab170da5908fc4" providerId="LiveId" clId="{DFE5141E-F98E-42EA-B1E4-556BAE62F36F}" dt="2019-10-13T10:25:44.410" v="121"/>
          <ac:spMkLst>
            <pc:docMk/>
            <pc:sldMk cId="4285981982" sldId="490"/>
            <ac:spMk id="20" creationId="{E1D777A5-E43C-4767-9476-2A25D1A2BB8D}"/>
          </ac:spMkLst>
        </pc:spChg>
        <pc:spChg chg="add mod">
          <ac:chgData name="Cristian Chilipirea" userId="34ab170da5908fc4" providerId="LiveId" clId="{DFE5141E-F98E-42EA-B1E4-556BAE62F36F}" dt="2019-10-13T10:25:50.406" v="123" actId="1076"/>
          <ac:spMkLst>
            <pc:docMk/>
            <pc:sldMk cId="4285981982" sldId="490"/>
            <ac:spMk id="21" creationId="{26E94B1C-A175-436B-AE36-94430F05FCF8}"/>
          </ac:spMkLst>
        </pc:spChg>
        <pc:spChg chg="add mod">
          <ac:chgData name="Cristian Chilipirea" userId="34ab170da5908fc4" providerId="LiveId" clId="{DFE5141E-F98E-42EA-B1E4-556BAE62F36F}" dt="2019-10-13T10:25:50.406" v="123" actId="1076"/>
          <ac:spMkLst>
            <pc:docMk/>
            <pc:sldMk cId="4285981982" sldId="490"/>
            <ac:spMk id="30" creationId="{AEB23449-5CF4-467E-BC70-6CBB7DF3B393}"/>
          </ac:spMkLst>
        </pc:spChg>
        <pc:spChg chg="add mod">
          <ac:chgData name="Cristian Chilipirea" userId="34ab170da5908fc4" providerId="LiveId" clId="{DFE5141E-F98E-42EA-B1E4-556BAE62F36F}" dt="2019-10-13T10:25:50.406" v="123" actId="1076"/>
          <ac:spMkLst>
            <pc:docMk/>
            <pc:sldMk cId="4285981982" sldId="490"/>
            <ac:spMk id="31" creationId="{2739CC86-6DBC-4173-88CA-5F6F22DB91EF}"/>
          </ac:spMkLst>
        </pc:spChg>
        <pc:spChg chg="add mod">
          <ac:chgData name="Cristian Chilipirea" userId="34ab170da5908fc4" providerId="LiveId" clId="{DFE5141E-F98E-42EA-B1E4-556BAE62F36F}" dt="2019-10-13T10:25:50.406" v="123" actId="1076"/>
          <ac:spMkLst>
            <pc:docMk/>
            <pc:sldMk cId="4285981982" sldId="490"/>
            <ac:spMk id="32" creationId="{41B20980-538C-4A7E-B56A-C8FE48CEE86A}"/>
          </ac:spMkLst>
        </pc:spChg>
        <pc:spChg chg="add mod">
          <ac:chgData name="Cristian Chilipirea" userId="34ab170da5908fc4" providerId="LiveId" clId="{DFE5141E-F98E-42EA-B1E4-556BAE62F36F}" dt="2019-10-13T10:25:50.406" v="123" actId="1076"/>
          <ac:spMkLst>
            <pc:docMk/>
            <pc:sldMk cId="4285981982" sldId="490"/>
            <ac:spMk id="33" creationId="{0F7AAE87-E93D-4915-B905-3B7AD34F54E7}"/>
          </ac:spMkLst>
        </pc:spChg>
        <pc:spChg chg="add mod">
          <ac:chgData name="Cristian Chilipirea" userId="34ab170da5908fc4" providerId="LiveId" clId="{DFE5141E-F98E-42EA-B1E4-556BAE62F36F}" dt="2019-10-13T10:25:50.406" v="123" actId="1076"/>
          <ac:spMkLst>
            <pc:docMk/>
            <pc:sldMk cId="4285981982" sldId="490"/>
            <ac:spMk id="34" creationId="{DE48FD56-56C6-43BF-B179-2FDBD4D73C27}"/>
          </ac:spMkLst>
        </pc:spChg>
        <pc:spChg chg="add mod">
          <ac:chgData name="Cristian Chilipirea" userId="34ab170da5908fc4" providerId="LiveId" clId="{DFE5141E-F98E-42EA-B1E4-556BAE62F36F}" dt="2019-10-13T10:25:50.406" v="123" actId="1076"/>
          <ac:spMkLst>
            <pc:docMk/>
            <pc:sldMk cId="4285981982" sldId="490"/>
            <ac:spMk id="35" creationId="{2B33A2CB-8532-4ED7-A78E-3F7763619FE7}"/>
          </ac:spMkLst>
        </pc:spChg>
        <pc:spChg chg="add mod">
          <ac:chgData name="Cristian Chilipirea" userId="34ab170da5908fc4" providerId="LiveId" clId="{DFE5141E-F98E-42EA-B1E4-556BAE62F36F}" dt="2019-10-13T10:25:50.406" v="123" actId="1076"/>
          <ac:spMkLst>
            <pc:docMk/>
            <pc:sldMk cId="4285981982" sldId="490"/>
            <ac:spMk id="36" creationId="{FC2C1647-CB1E-406A-9993-C99F72933501}"/>
          </ac:spMkLst>
        </pc:spChg>
        <pc:spChg chg="add mod">
          <ac:chgData name="Cristian Chilipirea" userId="34ab170da5908fc4" providerId="LiveId" clId="{DFE5141E-F98E-42EA-B1E4-556BAE62F36F}" dt="2019-10-13T10:25:50.406" v="123" actId="1076"/>
          <ac:spMkLst>
            <pc:docMk/>
            <pc:sldMk cId="4285981982" sldId="490"/>
            <ac:spMk id="37" creationId="{9A9F601B-2888-4196-8663-38DBCD1E6AFC}"/>
          </ac:spMkLst>
        </pc:spChg>
        <pc:cxnChg chg="add del">
          <ac:chgData name="Cristian Chilipirea" userId="34ab170da5908fc4" providerId="LiveId" clId="{DFE5141E-F98E-42EA-B1E4-556BAE62F36F}" dt="2019-10-13T10:25:44.410" v="121"/>
          <ac:cxnSpMkLst>
            <pc:docMk/>
            <pc:sldMk cId="4285981982" sldId="490"/>
            <ac:cxnSpMk id="5" creationId="{A647E1C1-61AE-4264-8FCF-B0AB9BB4ED15}"/>
          </ac:cxnSpMkLst>
        </pc:cxnChg>
        <pc:cxnChg chg="add del">
          <ac:chgData name="Cristian Chilipirea" userId="34ab170da5908fc4" providerId="LiveId" clId="{DFE5141E-F98E-42EA-B1E4-556BAE62F36F}" dt="2019-10-13T10:25:44.410" v="121"/>
          <ac:cxnSpMkLst>
            <pc:docMk/>
            <pc:sldMk cId="4285981982" sldId="490"/>
            <ac:cxnSpMk id="6" creationId="{EF8E79DB-4BB1-494E-BA10-BF08332C2A3C}"/>
          </ac:cxnSpMkLst>
        </pc:cxnChg>
        <pc:cxnChg chg="add del">
          <ac:chgData name="Cristian Chilipirea" userId="34ab170da5908fc4" providerId="LiveId" clId="{DFE5141E-F98E-42EA-B1E4-556BAE62F36F}" dt="2019-10-13T10:25:44.410" v="121"/>
          <ac:cxnSpMkLst>
            <pc:docMk/>
            <pc:sldMk cId="4285981982" sldId="490"/>
            <ac:cxnSpMk id="7" creationId="{D86A009A-D174-4B6A-B3AD-82D84D40CA2B}"/>
          </ac:cxnSpMkLst>
        </pc:cxnChg>
        <pc:cxnChg chg="add del">
          <ac:chgData name="Cristian Chilipirea" userId="34ab170da5908fc4" providerId="LiveId" clId="{DFE5141E-F98E-42EA-B1E4-556BAE62F36F}" dt="2019-10-13T10:25:44.410" v="121"/>
          <ac:cxnSpMkLst>
            <pc:docMk/>
            <pc:sldMk cId="4285981982" sldId="490"/>
            <ac:cxnSpMk id="8" creationId="{76AD5936-9E9F-4AA6-B28D-BA679639C3DE}"/>
          </ac:cxnSpMkLst>
        </pc:cxnChg>
        <pc:cxnChg chg="add del">
          <ac:chgData name="Cristian Chilipirea" userId="34ab170da5908fc4" providerId="LiveId" clId="{DFE5141E-F98E-42EA-B1E4-556BAE62F36F}" dt="2019-10-13T10:25:44.410" v="121"/>
          <ac:cxnSpMkLst>
            <pc:docMk/>
            <pc:sldMk cId="4285981982" sldId="490"/>
            <ac:cxnSpMk id="9" creationId="{8BE91592-C6BB-4758-9690-C646D522B014}"/>
          </ac:cxnSpMkLst>
        </pc:cxnChg>
        <pc:cxnChg chg="add del">
          <ac:chgData name="Cristian Chilipirea" userId="34ab170da5908fc4" providerId="LiveId" clId="{DFE5141E-F98E-42EA-B1E4-556BAE62F36F}" dt="2019-10-13T10:25:44.410" v="121"/>
          <ac:cxnSpMkLst>
            <pc:docMk/>
            <pc:sldMk cId="4285981982" sldId="490"/>
            <ac:cxnSpMk id="10" creationId="{15DABEB2-5DEE-4D6E-8011-DDBFCC0CAA9D}"/>
          </ac:cxnSpMkLst>
        </pc:cxnChg>
        <pc:cxnChg chg="add del">
          <ac:chgData name="Cristian Chilipirea" userId="34ab170da5908fc4" providerId="LiveId" clId="{DFE5141E-F98E-42EA-B1E4-556BAE62F36F}" dt="2019-10-13T10:25:44.410" v="121"/>
          <ac:cxnSpMkLst>
            <pc:docMk/>
            <pc:sldMk cId="4285981982" sldId="490"/>
            <ac:cxnSpMk id="11" creationId="{F97D4CE5-C87A-40D0-B2C8-ED3C93105C38}"/>
          </ac:cxnSpMkLst>
        </pc:cxnChg>
        <pc:cxnChg chg="add del">
          <ac:chgData name="Cristian Chilipirea" userId="34ab170da5908fc4" providerId="LiveId" clId="{DFE5141E-F98E-42EA-B1E4-556BAE62F36F}" dt="2019-10-13T10:25:44.410" v="121"/>
          <ac:cxnSpMkLst>
            <pc:docMk/>
            <pc:sldMk cId="4285981982" sldId="490"/>
            <ac:cxnSpMk id="12" creationId="{B2E6CD2B-A391-455D-AE9D-807247E8A480}"/>
          </ac:cxnSpMkLst>
        </pc:cxnChg>
        <pc:cxnChg chg="add mod">
          <ac:chgData name="Cristian Chilipirea" userId="34ab170da5908fc4" providerId="LiveId" clId="{DFE5141E-F98E-42EA-B1E4-556BAE62F36F}" dt="2019-10-13T10:25:50.406" v="123" actId="1076"/>
          <ac:cxnSpMkLst>
            <pc:docMk/>
            <pc:sldMk cId="4285981982" sldId="490"/>
            <ac:cxnSpMk id="22" creationId="{494656C8-C331-4A3D-B215-E9BDCA661F44}"/>
          </ac:cxnSpMkLst>
        </pc:cxnChg>
        <pc:cxnChg chg="add mod">
          <ac:chgData name="Cristian Chilipirea" userId="34ab170da5908fc4" providerId="LiveId" clId="{DFE5141E-F98E-42EA-B1E4-556BAE62F36F}" dt="2019-10-13T10:25:50.406" v="123" actId="1076"/>
          <ac:cxnSpMkLst>
            <pc:docMk/>
            <pc:sldMk cId="4285981982" sldId="490"/>
            <ac:cxnSpMk id="23" creationId="{573403A8-C64E-4491-BF0F-29387DCE993C}"/>
          </ac:cxnSpMkLst>
        </pc:cxnChg>
        <pc:cxnChg chg="add mod">
          <ac:chgData name="Cristian Chilipirea" userId="34ab170da5908fc4" providerId="LiveId" clId="{DFE5141E-F98E-42EA-B1E4-556BAE62F36F}" dt="2019-10-13T10:25:50.406" v="123" actId="1076"/>
          <ac:cxnSpMkLst>
            <pc:docMk/>
            <pc:sldMk cId="4285981982" sldId="490"/>
            <ac:cxnSpMk id="24" creationId="{EC8463F1-B55E-4529-8CCA-5B12C8B64554}"/>
          </ac:cxnSpMkLst>
        </pc:cxnChg>
        <pc:cxnChg chg="add mod">
          <ac:chgData name="Cristian Chilipirea" userId="34ab170da5908fc4" providerId="LiveId" clId="{DFE5141E-F98E-42EA-B1E4-556BAE62F36F}" dt="2019-10-13T10:25:50.406" v="123" actId="1076"/>
          <ac:cxnSpMkLst>
            <pc:docMk/>
            <pc:sldMk cId="4285981982" sldId="490"/>
            <ac:cxnSpMk id="25" creationId="{FCCC0866-EBCF-4680-B745-69CCB322D12F}"/>
          </ac:cxnSpMkLst>
        </pc:cxnChg>
        <pc:cxnChg chg="add mod">
          <ac:chgData name="Cristian Chilipirea" userId="34ab170da5908fc4" providerId="LiveId" clId="{DFE5141E-F98E-42EA-B1E4-556BAE62F36F}" dt="2019-10-13T10:25:50.406" v="123" actId="1076"/>
          <ac:cxnSpMkLst>
            <pc:docMk/>
            <pc:sldMk cId="4285981982" sldId="490"/>
            <ac:cxnSpMk id="26" creationId="{9E75F131-9F43-4ECC-97AD-AB47260D44C9}"/>
          </ac:cxnSpMkLst>
        </pc:cxnChg>
        <pc:cxnChg chg="add mod">
          <ac:chgData name="Cristian Chilipirea" userId="34ab170da5908fc4" providerId="LiveId" clId="{DFE5141E-F98E-42EA-B1E4-556BAE62F36F}" dt="2019-10-13T10:25:50.406" v="123" actId="1076"/>
          <ac:cxnSpMkLst>
            <pc:docMk/>
            <pc:sldMk cId="4285981982" sldId="490"/>
            <ac:cxnSpMk id="27" creationId="{0CD9F236-1A82-48DC-B18E-70D29589E5E1}"/>
          </ac:cxnSpMkLst>
        </pc:cxnChg>
        <pc:cxnChg chg="add mod">
          <ac:chgData name="Cristian Chilipirea" userId="34ab170da5908fc4" providerId="LiveId" clId="{DFE5141E-F98E-42EA-B1E4-556BAE62F36F}" dt="2019-10-13T10:25:50.406" v="123" actId="1076"/>
          <ac:cxnSpMkLst>
            <pc:docMk/>
            <pc:sldMk cId="4285981982" sldId="490"/>
            <ac:cxnSpMk id="28" creationId="{1410B7CF-2A76-4486-B71E-4576E895BEC5}"/>
          </ac:cxnSpMkLst>
        </pc:cxnChg>
        <pc:cxnChg chg="add mod">
          <ac:chgData name="Cristian Chilipirea" userId="34ab170da5908fc4" providerId="LiveId" clId="{DFE5141E-F98E-42EA-B1E4-556BAE62F36F}" dt="2019-10-13T10:25:50.406" v="123" actId="1076"/>
          <ac:cxnSpMkLst>
            <pc:docMk/>
            <pc:sldMk cId="4285981982" sldId="490"/>
            <ac:cxnSpMk id="29" creationId="{9FB4D010-A5AE-4309-9B3D-4513784CF334}"/>
          </ac:cxnSpMkLst>
        </pc:cxnChg>
      </pc:sldChg>
      <pc:sldChg chg="addSp delSp modSp add">
        <pc:chgData name="Cristian Chilipirea" userId="34ab170da5908fc4" providerId="LiveId" clId="{DFE5141E-F98E-42EA-B1E4-556BAE62F36F}" dt="2019-10-13T10:26:12.890" v="130" actId="1076"/>
        <pc:sldMkLst>
          <pc:docMk/>
          <pc:sldMk cId="568663443" sldId="491"/>
        </pc:sldMkLst>
        <pc:spChg chg="mod">
          <ac:chgData name="Cristian Chilipirea" userId="34ab170da5908fc4" providerId="LiveId" clId="{DFE5141E-F98E-42EA-B1E4-556BAE62F36F}" dt="2019-10-13T10:26:02.303" v="125"/>
          <ac:spMkLst>
            <pc:docMk/>
            <pc:sldMk cId="568663443" sldId="491"/>
            <ac:spMk id="2" creationId="{EB2087D5-3B90-467F-8128-1B9C901C8563}"/>
          </ac:spMkLst>
        </pc:spChg>
        <pc:spChg chg="del">
          <ac:chgData name="Cristian Chilipirea" userId="34ab170da5908fc4" providerId="LiveId" clId="{DFE5141E-F98E-42EA-B1E4-556BAE62F36F}" dt="2019-10-13T10:26:03.989" v="126" actId="478"/>
          <ac:spMkLst>
            <pc:docMk/>
            <pc:sldMk cId="568663443" sldId="491"/>
            <ac:spMk id="3" creationId="{525E4C54-9C07-4AC9-82D4-2B566A679E82}"/>
          </ac:spMkLst>
        </pc:spChg>
        <pc:spChg chg="add del">
          <ac:chgData name="Cristian Chilipirea" userId="34ab170da5908fc4" providerId="LiveId" clId="{DFE5141E-F98E-42EA-B1E4-556BAE62F36F}" dt="2019-10-13T10:26:10.229" v="128"/>
          <ac:spMkLst>
            <pc:docMk/>
            <pc:sldMk cId="568663443" sldId="491"/>
            <ac:spMk id="4" creationId="{6B17255D-73F2-44E0-8794-74A8214AA639}"/>
          </ac:spMkLst>
        </pc:spChg>
        <pc:spChg chg="add del">
          <ac:chgData name="Cristian Chilipirea" userId="34ab170da5908fc4" providerId="LiveId" clId="{DFE5141E-F98E-42EA-B1E4-556BAE62F36F}" dt="2019-10-13T10:26:10.229" v="128"/>
          <ac:spMkLst>
            <pc:docMk/>
            <pc:sldMk cId="568663443" sldId="491"/>
            <ac:spMk id="5" creationId="{4450DF14-1135-48BA-B751-D9C11F3A4043}"/>
          </ac:spMkLst>
        </pc:spChg>
        <pc:spChg chg="add del">
          <ac:chgData name="Cristian Chilipirea" userId="34ab170da5908fc4" providerId="LiveId" clId="{DFE5141E-F98E-42EA-B1E4-556BAE62F36F}" dt="2019-10-13T10:26:10.229" v="128"/>
          <ac:spMkLst>
            <pc:docMk/>
            <pc:sldMk cId="568663443" sldId="491"/>
            <ac:spMk id="6" creationId="{72284777-8359-477D-ACA9-F0FF74DFF96D}"/>
          </ac:spMkLst>
        </pc:spChg>
        <pc:spChg chg="add del">
          <ac:chgData name="Cristian Chilipirea" userId="34ab170da5908fc4" providerId="LiveId" clId="{DFE5141E-F98E-42EA-B1E4-556BAE62F36F}" dt="2019-10-13T10:26:10.229" v="128"/>
          <ac:spMkLst>
            <pc:docMk/>
            <pc:sldMk cId="568663443" sldId="491"/>
            <ac:spMk id="87" creationId="{4E44C354-EC85-4E2A-8637-8F504B822ED8}"/>
          </ac:spMkLst>
        </pc:spChg>
        <pc:spChg chg="add del">
          <ac:chgData name="Cristian Chilipirea" userId="34ab170da5908fc4" providerId="LiveId" clId="{DFE5141E-F98E-42EA-B1E4-556BAE62F36F}" dt="2019-10-13T10:26:10.229" v="128"/>
          <ac:spMkLst>
            <pc:docMk/>
            <pc:sldMk cId="568663443" sldId="491"/>
            <ac:spMk id="88" creationId="{FC12EF51-325D-48C3-B8E5-6FFF1AAC450B}"/>
          </ac:spMkLst>
        </pc:spChg>
        <pc:spChg chg="add del">
          <ac:chgData name="Cristian Chilipirea" userId="34ab170da5908fc4" providerId="LiveId" clId="{DFE5141E-F98E-42EA-B1E4-556BAE62F36F}" dt="2019-10-13T10:26:10.229" v="128"/>
          <ac:spMkLst>
            <pc:docMk/>
            <pc:sldMk cId="568663443" sldId="491"/>
            <ac:spMk id="89" creationId="{7AAF3B43-A4A2-478F-952D-7F1F1BFD590F}"/>
          </ac:spMkLst>
        </pc:spChg>
        <pc:spChg chg="add del">
          <ac:chgData name="Cristian Chilipirea" userId="34ab170da5908fc4" providerId="LiveId" clId="{DFE5141E-F98E-42EA-B1E4-556BAE62F36F}" dt="2019-10-13T10:26:10.229" v="128"/>
          <ac:spMkLst>
            <pc:docMk/>
            <pc:sldMk cId="568663443" sldId="491"/>
            <ac:spMk id="90" creationId="{52BB587C-6757-411D-B6CA-99CFB91E05A9}"/>
          </ac:spMkLst>
        </pc:spChg>
        <pc:spChg chg="add del">
          <ac:chgData name="Cristian Chilipirea" userId="34ab170da5908fc4" providerId="LiveId" clId="{DFE5141E-F98E-42EA-B1E4-556BAE62F36F}" dt="2019-10-13T10:26:10.229" v="128"/>
          <ac:spMkLst>
            <pc:docMk/>
            <pc:sldMk cId="568663443" sldId="491"/>
            <ac:spMk id="91" creationId="{334F8C88-245E-4399-A4A3-3F281119C734}"/>
          </ac:spMkLst>
        </pc:spChg>
        <pc:spChg chg="add del">
          <ac:chgData name="Cristian Chilipirea" userId="34ab170da5908fc4" providerId="LiveId" clId="{DFE5141E-F98E-42EA-B1E4-556BAE62F36F}" dt="2019-10-13T10:26:10.229" v="128"/>
          <ac:spMkLst>
            <pc:docMk/>
            <pc:sldMk cId="568663443" sldId="491"/>
            <ac:spMk id="92" creationId="{F207B7D8-0273-4FD7-825D-F9F22E897B28}"/>
          </ac:spMkLst>
        </pc:spChg>
        <pc:spChg chg="add del">
          <ac:chgData name="Cristian Chilipirea" userId="34ab170da5908fc4" providerId="LiveId" clId="{DFE5141E-F98E-42EA-B1E4-556BAE62F36F}" dt="2019-10-13T10:26:10.229" v="128"/>
          <ac:spMkLst>
            <pc:docMk/>
            <pc:sldMk cId="568663443" sldId="491"/>
            <ac:spMk id="93" creationId="{62A2C491-CEB9-4122-A849-598B4A1E49C8}"/>
          </ac:spMkLst>
        </pc:spChg>
        <pc:spChg chg="add del">
          <ac:chgData name="Cristian Chilipirea" userId="34ab170da5908fc4" providerId="LiveId" clId="{DFE5141E-F98E-42EA-B1E4-556BAE62F36F}" dt="2019-10-13T10:26:10.229" v="128"/>
          <ac:spMkLst>
            <pc:docMk/>
            <pc:sldMk cId="568663443" sldId="491"/>
            <ac:spMk id="94" creationId="{B1AD9931-1713-49BE-A4A4-AB6D24F5013A}"/>
          </ac:spMkLst>
        </pc:spChg>
        <pc:spChg chg="add del">
          <ac:chgData name="Cristian Chilipirea" userId="34ab170da5908fc4" providerId="LiveId" clId="{DFE5141E-F98E-42EA-B1E4-556BAE62F36F}" dt="2019-10-13T10:26:10.229" v="128"/>
          <ac:spMkLst>
            <pc:docMk/>
            <pc:sldMk cId="568663443" sldId="491"/>
            <ac:spMk id="138" creationId="{1937E753-B7F9-4A69-A854-E2EB4EB407BC}"/>
          </ac:spMkLst>
        </pc:spChg>
        <pc:spChg chg="add del">
          <ac:chgData name="Cristian Chilipirea" userId="34ab170da5908fc4" providerId="LiveId" clId="{DFE5141E-F98E-42EA-B1E4-556BAE62F36F}" dt="2019-10-13T10:26:10.229" v="128"/>
          <ac:spMkLst>
            <pc:docMk/>
            <pc:sldMk cId="568663443" sldId="491"/>
            <ac:spMk id="139" creationId="{ED4E46BE-F3A6-47FA-9344-B75246B7104D}"/>
          </ac:spMkLst>
        </pc:spChg>
        <pc:spChg chg="add del">
          <ac:chgData name="Cristian Chilipirea" userId="34ab170da5908fc4" providerId="LiveId" clId="{DFE5141E-F98E-42EA-B1E4-556BAE62F36F}" dt="2019-10-13T10:26:10.229" v="128"/>
          <ac:spMkLst>
            <pc:docMk/>
            <pc:sldMk cId="568663443" sldId="491"/>
            <ac:spMk id="140" creationId="{362830F8-97FF-4BDE-8AE6-8747C257F7FF}"/>
          </ac:spMkLst>
        </pc:spChg>
        <pc:spChg chg="add del">
          <ac:chgData name="Cristian Chilipirea" userId="34ab170da5908fc4" providerId="LiveId" clId="{DFE5141E-F98E-42EA-B1E4-556BAE62F36F}" dt="2019-10-13T10:26:10.229" v="128"/>
          <ac:spMkLst>
            <pc:docMk/>
            <pc:sldMk cId="568663443" sldId="491"/>
            <ac:spMk id="141" creationId="{DEFA41FD-82A6-41D7-9DA2-CC1A110335B6}"/>
          </ac:spMkLst>
        </pc:spChg>
        <pc:spChg chg="add mod">
          <ac:chgData name="Cristian Chilipirea" userId="34ab170da5908fc4" providerId="LiveId" clId="{DFE5141E-F98E-42EA-B1E4-556BAE62F36F}" dt="2019-10-13T10:26:12.890" v="130" actId="1076"/>
          <ac:spMkLst>
            <pc:docMk/>
            <pc:sldMk cId="568663443" sldId="491"/>
            <ac:spMk id="142" creationId="{08E2C053-43B5-4412-8C0C-06DA5065FCF1}"/>
          </ac:spMkLst>
        </pc:spChg>
        <pc:spChg chg="add mod">
          <ac:chgData name="Cristian Chilipirea" userId="34ab170da5908fc4" providerId="LiveId" clId="{DFE5141E-F98E-42EA-B1E4-556BAE62F36F}" dt="2019-10-13T10:26:12.890" v="130" actId="1076"/>
          <ac:spMkLst>
            <pc:docMk/>
            <pc:sldMk cId="568663443" sldId="491"/>
            <ac:spMk id="143" creationId="{32196EA8-62B8-4B11-A60D-D61E05A62656}"/>
          </ac:spMkLst>
        </pc:spChg>
        <pc:spChg chg="add mod">
          <ac:chgData name="Cristian Chilipirea" userId="34ab170da5908fc4" providerId="LiveId" clId="{DFE5141E-F98E-42EA-B1E4-556BAE62F36F}" dt="2019-10-13T10:26:12.890" v="130" actId="1076"/>
          <ac:spMkLst>
            <pc:docMk/>
            <pc:sldMk cId="568663443" sldId="491"/>
            <ac:spMk id="144" creationId="{A3848A59-3562-4047-AC42-96BB68BBFEBB}"/>
          </ac:spMkLst>
        </pc:spChg>
        <pc:spChg chg="add mod">
          <ac:chgData name="Cristian Chilipirea" userId="34ab170da5908fc4" providerId="LiveId" clId="{DFE5141E-F98E-42EA-B1E4-556BAE62F36F}" dt="2019-10-13T10:26:12.890" v="130" actId="1076"/>
          <ac:spMkLst>
            <pc:docMk/>
            <pc:sldMk cId="568663443" sldId="491"/>
            <ac:spMk id="225" creationId="{526813ED-7881-4EE2-A29E-1865B6367073}"/>
          </ac:spMkLst>
        </pc:spChg>
        <pc:spChg chg="add mod">
          <ac:chgData name="Cristian Chilipirea" userId="34ab170da5908fc4" providerId="LiveId" clId="{DFE5141E-F98E-42EA-B1E4-556BAE62F36F}" dt="2019-10-13T10:26:12.890" v="130" actId="1076"/>
          <ac:spMkLst>
            <pc:docMk/>
            <pc:sldMk cId="568663443" sldId="491"/>
            <ac:spMk id="226" creationId="{5F6B6344-0BD0-465F-A59E-C236DC44CF1C}"/>
          </ac:spMkLst>
        </pc:spChg>
        <pc:spChg chg="add mod">
          <ac:chgData name="Cristian Chilipirea" userId="34ab170da5908fc4" providerId="LiveId" clId="{DFE5141E-F98E-42EA-B1E4-556BAE62F36F}" dt="2019-10-13T10:26:12.890" v="130" actId="1076"/>
          <ac:spMkLst>
            <pc:docMk/>
            <pc:sldMk cId="568663443" sldId="491"/>
            <ac:spMk id="227" creationId="{650B1E44-EE36-4194-8F7F-56305A8A54AC}"/>
          </ac:spMkLst>
        </pc:spChg>
        <pc:spChg chg="add mod">
          <ac:chgData name="Cristian Chilipirea" userId="34ab170da5908fc4" providerId="LiveId" clId="{DFE5141E-F98E-42EA-B1E4-556BAE62F36F}" dt="2019-10-13T10:26:12.890" v="130" actId="1076"/>
          <ac:spMkLst>
            <pc:docMk/>
            <pc:sldMk cId="568663443" sldId="491"/>
            <ac:spMk id="228" creationId="{A4D38CBB-4DEE-4459-B6CB-7638C7323965}"/>
          </ac:spMkLst>
        </pc:spChg>
        <pc:spChg chg="add mod">
          <ac:chgData name="Cristian Chilipirea" userId="34ab170da5908fc4" providerId="LiveId" clId="{DFE5141E-F98E-42EA-B1E4-556BAE62F36F}" dt="2019-10-13T10:26:12.890" v="130" actId="1076"/>
          <ac:spMkLst>
            <pc:docMk/>
            <pc:sldMk cId="568663443" sldId="491"/>
            <ac:spMk id="229" creationId="{E1961374-C0B6-4ED2-AC3F-774E99B1DC36}"/>
          </ac:spMkLst>
        </pc:spChg>
        <pc:spChg chg="add mod">
          <ac:chgData name="Cristian Chilipirea" userId="34ab170da5908fc4" providerId="LiveId" clId="{DFE5141E-F98E-42EA-B1E4-556BAE62F36F}" dt="2019-10-13T10:26:12.890" v="130" actId="1076"/>
          <ac:spMkLst>
            <pc:docMk/>
            <pc:sldMk cId="568663443" sldId="491"/>
            <ac:spMk id="230" creationId="{CE8719BF-8E9F-407A-A950-1C24EB88D305}"/>
          </ac:spMkLst>
        </pc:spChg>
        <pc:spChg chg="add mod">
          <ac:chgData name="Cristian Chilipirea" userId="34ab170da5908fc4" providerId="LiveId" clId="{DFE5141E-F98E-42EA-B1E4-556BAE62F36F}" dt="2019-10-13T10:26:12.890" v="130" actId="1076"/>
          <ac:spMkLst>
            <pc:docMk/>
            <pc:sldMk cId="568663443" sldId="491"/>
            <ac:spMk id="231" creationId="{3EDD44CA-4600-4262-A105-AB3706DB71F3}"/>
          </ac:spMkLst>
        </pc:spChg>
        <pc:spChg chg="add mod">
          <ac:chgData name="Cristian Chilipirea" userId="34ab170da5908fc4" providerId="LiveId" clId="{DFE5141E-F98E-42EA-B1E4-556BAE62F36F}" dt="2019-10-13T10:26:12.890" v="130" actId="1076"/>
          <ac:spMkLst>
            <pc:docMk/>
            <pc:sldMk cId="568663443" sldId="491"/>
            <ac:spMk id="232" creationId="{EFBDF15B-A9CD-4C5D-8805-85A833E4E18F}"/>
          </ac:spMkLst>
        </pc:spChg>
        <pc:spChg chg="add mod">
          <ac:chgData name="Cristian Chilipirea" userId="34ab170da5908fc4" providerId="LiveId" clId="{DFE5141E-F98E-42EA-B1E4-556BAE62F36F}" dt="2019-10-13T10:26:12.890" v="130" actId="1076"/>
          <ac:spMkLst>
            <pc:docMk/>
            <pc:sldMk cId="568663443" sldId="491"/>
            <ac:spMk id="276" creationId="{0CD376F0-906A-420A-B6F2-F145A210FA90}"/>
          </ac:spMkLst>
        </pc:spChg>
        <pc:spChg chg="add mod">
          <ac:chgData name="Cristian Chilipirea" userId="34ab170da5908fc4" providerId="LiveId" clId="{DFE5141E-F98E-42EA-B1E4-556BAE62F36F}" dt="2019-10-13T10:26:12.890" v="130" actId="1076"/>
          <ac:spMkLst>
            <pc:docMk/>
            <pc:sldMk cId="568663443" sldId="491"/>
            <ac:spMk id="277" creationId="{5DC59037-669B-402B-9B9C-87079857D4CC}"/>
          </ac:spMkLst>
        </pc:spChg>
        <pc:spChg chg="add mod">
          <ac:chgData name="Cristian Chilipirea" userId="34ab170da5908fc4" providerId="LiveId" clId="{DFE5141E-F98E-42EA-B1E4-556BAE62F36F}" dt="2019-10-13T10:26:12.890" v="130" actId="1076"/>
          <ac:spMkLst>
            <pc:docMk/>
            <pc:sldMk cId="568663443" sldId="491"/>
            <ac:spMk id="278" creationId="{DA5F81AE-9305-48D7-8418-096DF96E837F}"/>
          </ac:spMkLst>
        </pc:spChg>
        <pc:spChg chg="add mod">
          <ac:chgData name="Cristian Chilipirea" userId="34ab170da5908fc4" providerId="LiveId" clId="{DFE5141E-F98E-42EA-B1E4-556BAE62F36F}" dt="2019-10-13T10:26:12.890" v="130" actId="1076"/>
          <ac:spMkLst>
            <pc:docMk/>
            <pc:sldMk cId="568663443" sldId="491"/>
            <ac:spMk id="279" creationId="{5E48568B-47D2-43C1-8CE6-FF10F078D4CB}"/>
          </ac:spMkLst>
        </pc:spChg>
        <pc:grpChg chg="add del">
          <ac:chgData name="Cristian Chilipirea" userId="34ab170da5908fc4" providerId="LiveId" clId="{DFE5141E-F98E-42EA-B1E4-556BAE62F36F}" dt="2019-10-13T10:26:10.229" v="128"/>
          <ac:grpSpMkLst>
            <pc:docMk/>
            <pc:sldMk cId="568663443" sldId="491"/>
            <ac:grpSpMk id="7" creationId="{66CAE91A-FD91-420A-B945-5DA954271027}"/>
          </ac:grpSpMkLst>
        </pc:grpChg>
        <pc:grpChg chg="add del">
          <ac:chgData name="Cristian Chilipirea" userId="34ab170da5908fc4" providerId="LiveId" clId="{DFE5141E-F98E-42EA-B1E4-556BAE62F36F}" dt="2019-10-13T10:26:10.229" v="128"/>
          <ac:grpSpMkLst>
            <pc:docMk/>
            <pc:sldMk cId="568663443" sldId="491"/>
            <ac:grpSpMk id="53" creationId="{473427C0-3BA0-46FA-90F0-53454A049DCE}"/>
          </ac:grpSpMkLst>
        </pc:grpChg>
        <pc:grpChg chg="add del">
          <ac:chgData name="Cristian Chilipirea" userId="34ab170da5908fc4" providerId="LiveId" clId="{DFE5141E-F98E-42EA-B1E4-556BAE62F36F}" dt="2019-10-13T10:26:10.229" v="128"/>
          <ac:grpSpMkLst>
            <pc:docMk/>
            <pc:sldMk cId="568663443" sldId="491"/>
            <ac:grpSpMk id="67" creationId="{B7F7261A-2B22-4560-821B-2DA97EBC236E}"/>
          </ac:grpSpMkLst>
        </pc:grpChg>
        <pc:grpChg chg="add del">
          <ac:chgData name="Cristian Chilipirea" userId="34ab170da5908fc4" providerId="LiveId" clId="{DFE5141E-F98E-42EA-B1E4-556BAE62F36F}" dt="2019-10-13T10:26:10.229" v="128"/>
          <ac:grpSpMkLst>
            <pc:docMk/>
            <pc:sldMk cId="568663443" sldId="491"/>
            <ac:grpSpMk id="77" creationId="{4DEEF369-DF4D-409A-AE72-A70DD7596CE6}"/>
          </ac:grpSpMkLst>
        </pc:grpChg>
        <pc:grpChg chg="add del">
          <ac:chgData name="Cristian Chilipirea" userId="34ab170da5908fc4" providerId="LiveId" clId="{DFE5141E-F98E-42EA-B1E4-556BAE62F36F}" dt="2019-10-13T10:26:10.229" v="128"/>
          <ac:grpSpMkLst>
            <pc:docMk/>
            <pc:sldMk cId="568663443" sldId="491"/>
            <ac:grpSpMk id="95" creationId="{8C8D8FA9-2332-47A6-9B4E-E04B77D049B8}"/>
          </ac:grpSpMkLst>
        </pc:grpChg>
        <pc:grpChg chg="add mod">
          <ac:chgData name="Cristian Chilipirea" userId="34ab170da5908fc4" providerId="LiveId" clId="{DFE5141E-F98E-42EA-B1E4-556BAE62F36F}" dt="2019-10-13T10:26:12.890" v="130" actId="1076"/>
          <ac:grpSpMkLst>
            <pc:docMk/>
            <pc:sldMk cId="568663443" sldId="491"/>
            <ac:grpSpMk id="145" creationId="{6FC44104-A5F3-4EF4-93BB-E8D41FCA71A5}"/>
          </ac:grpSpMkLst>
        </pc:grpChg>
        <pc:grpChg chg="mod">
          <ac:chgData name="Cristian Chilipirea" userId="34ab170da5908fc4" providerId="LiveId" clId="{DFE5141E-F98E-42EA-B1E4-556BAE62F36F}" dt="2019-10-13T10:26:12.890" v="130" actId="1076"/>
          <ac:grpSpMkLst>
            <pc:docMk/>
            <pc:sldMk cId="568663443" sldId="491"/>
            <ac:grpSpMk id="146" creationId="{9D4742F6-A6AB-4B98-BD4A-0D17991962F4}"/>
          </ac:grpSpMkLst>
        </pc:grpChg>
        <pc:grpChg chg="mod">
          <ac:chgData name="Cristian Chilipirea" userId="34ab170da5908fc4" providerId="LiveId" clId="{DFE5141E-F98E-42EA-B1E4-556BAE62F36F}" dt="2019-10-13T10:26:12.890" v="130" actId="1076"/>
          <ac:grpSpMkLst>
            <pc:docMk/>
            <pc:sldMk cId="568663443" sldId="491"/>
            <ac:grpSpMk id="151" creationId="{E1748621-6DBD-4B63-91AD-F406757E8347}"/>
          </ac:grpSpMkLst>
        </pc:grpChg>
        <pc:grpChg chg="mod">
          <ac:chgData name="Cristian Chilipirea" userId="34ab170da5908fc4" providerId="LiveId" clId="{DFE5141E-F98E-42EA-B1E4-556BAE62F36F}" dt="2019-10-13T10:26:12.890" v="130" actId="1076"/>
          <ac:grpSpMkLst>
            <pc:docMk/>
            <pc:sldMk cId="568663443" sldId="491"/>
            <ac:grpSpMk id="152" creationId="{F930FE9B-4B64-4104-A69D-7764AFFB35E2}"/>
          </ac:grpSpMkLst>
        </pc:grpChg>
        <pc:grpChg chg="mod">
          <ac:chgData name="Cristian Chilipirea" userId="34ab170da5908fc4" providerId="LiveId" clId="{DFE5141E-F98E-42EA-B1E4-556BAE62F36F}" dt="2019-10-13T10:26:12.890" v="130" actId="1076"/>
          <ac:grpSpMkLst>
            <pc:docMk/>
            <pc:sldMk cId="568663443" sldId="491"/>
            <ac:grpSpMk id="170" creationId="{E69BEC41-3289-4635-A177-087776E53E94}"/>
          </ac:grpSpMkLst>
        </pc:grpChg>
        <pc:grpChg chg="mod">
          <ac:chgData name="Cristian Chilipirea" userId="34ab170da5908fc4" providerId="LiveId" clId="{DFE5141E-F98E-42EA-B1E4-556BAE62F36F}" dt="2019-10-13T10:26:12.890" v="130" actId="1076"/>
          <ac:grpSpMkLst>
            <pc:docMk/>
            <pc:sldMk cId="568663443" sldId="491"/>
            <ac:grpSpMk id="179" creationId="{1B473C35-A8DC-45AC-9D80-27B435D41D32}"/>
          </ac:grpSpMkLst>
        </pc:grpChg>
        <pc:grpChg chg="mod">
          <ac:chgData name="Cristian Chilipirea" userId="34ab170da5908fc4" providerId="LiveId" clId="{DFE5141E-F98E-42EA-B1E4-556BAE62F36F}" dt="2019-10-13T10:26:12.890" v="130" actId="1076"/>
          <ac:grpSpMkLst>
            <pc:docMk/>
            <pc:sldMk cId="568663443" sldId="491"/>
            <ac:grpSpMk id="188" creationId="{492CF745-9771-40A1-B867-64CD0EBB4769}"/>
          </ac:grpSpMkLst>
        </pc:grpChg>
        <pc:grpChg chg="add mod">
          <ac:chgData name="Cristian Chilipirea" userId="34ab170da5908fc4" providerId="LiveId" clId="{DFE5141E-F98E-42EA-B1E4-556BAE62F36F}" dt="2019-10-13T10:26:12.890" v="130" actId="1076"/>
          <ac:grpSpMkLst>
            <pc:docMk/>
            <pc:sldMk cId="568663443" sldId="491"/>
            <ac:grpSpMk id="191" creationId="{09584877-32E5-4BE8-973C-2FF35AAB49DD}"/>
          </ac:grpSpMkLst>
        </pc:grpChg>
        <pc:grpChg chg="mod">
          <ac:chgData name="Cristian Chilipirea" userId="34ab170da5908fc4" providerId="LiveId" clId="{DFE5141E-F98E-42EA-B1E4-556BAE62F36F}" dt="2019-10-13T10:26:12.890" v="130" actId="1076"/>
          <ac:grpSpMkLst>
            <pc:docMk/>
            <pc:sldMk cId="568663443" sldId="491"/>
            <ac:grpSpMk id="198" creationId="{A9F97EB2-673D-4D4E-9B3F-079BC6880318}"/>
          </ac:grpSpMkLst>
        </pc:grpChg>
        <pc:grpChg chg="add mod">
          <ac:chgData name="Cristian Chilipirea" userId="34ab170da5908fc4" providerId="LiveId" clId="{DFE5141E-F98E-42EA-B1E4-556BAE62F36F}" dt="2019-10-13T10:26:12.890" v="130" actId="1076"/>
          <ac:grpSpMkLst>
            <pc:docMk/>
            <pc:sldMk cId="568663443" sldId="491"/>
            <ac:grpSpMk id="205" creationId="{B6E002DD-6358-48ED-A7CE-5519130FDCE3}"/>
          </ac:grpSpMkLst>
        </pc:grpChg>
        <pc:grpChg chg="mod">
          <ac:chgData name="Cristian Chilipirea" userId="34ab170da5908fc4" providerId="LiveId" clId="{DFE5141E-F98E-42EA-B1E4-556BAE62F36F}" dt="2019-10-13T10:26:12.890" v="130" actId="1076"/>
          <ac:grpSpMkLst>
            <pc:docMk/>
            <pc:sldMk cId="568663443" sldId="491"/>
            <ac:grpSpMk id="212" creationId="{3D38C211-DEB2-49AB-83C6-02FA45BA7667}"/>
          </ac:grpSpMkLst>
        </pc:grpChg>
        <pc:grpChg chg="add mod">
          <ac:chgData name="Cristian Chilipirea" userId="34ab170da5908fc4" providerId="LiveId" clId="{DFE5141E-F98E-42EA-B1E4-556BAE62F36F}" dt="2019-10-13T10:26:12.890" v="130" actId="1076"/>
          <ac:grpSpMkLst>
            <pc:docMk/>
            <pc:sldMk cId="568663443" sldId="491"/>
            <ac:grpSpMk id="215" creationId="{C82D118C-7EE1-4AEA-8713-2EF31C15957F}"/>
          </ac:grpSpMkLst>
        </pc:grpChg>
        <pc:grpChg chg="mod">
          <ac:chgData name="Cristian Chilipirea" userId="34ab170da5908fc4" providerId="LiveId" clId="{DFE5141E-F98E-42EA-B1E4-556BAE62F36F}" dt="2019-10-13T10:26:12.890" v="130" actId="1076"/>
          <ac:grpSpMkLst>
            <pc:docMk/>
            <pc:sldMk cId="568663443" sldId="491"/>
            <ac:grpSpMk id="222" creationId="{A04F24C5-BBC4-4C21-AC43-CCD92EB5B91A}"/>
          </ac:grpSpMkLst>
        </pc:grpChg>
        <pc:grpChg chg="add mod">
          <ac:chgData name="Cristian Chilipirea" userId="34ab170da5908fc4" providerId="LiveId" clId="{DFE5141E-F98E-42EA-B1E4-556BAE62F36F}" dt="2019-10-13T10:26:12.890" v="130" actId="1076"/>
          <ac:grpSpMkLst>
            <pc:docMk/>
            <pc:sldMk cId="568663443" sldId="491"/>
            <ac:grpSpMk id="233" creationId="{0843C9DB-6585-410A-8F38-F0FCE5D841A3}"/>
          </ac:grpSpMkLst>
        </pc:grpChg>
        <pc:grpChg chg="mod">
          <ac:chgData name="Cristian Chilipirea" userId="34ab170da5908fc4" providerId="LiveId" clId="{DFE5141E-F98E-42EA-B1E4-556BAE62F36F}" dt="2019-10-13T10:26:12.890" v="130" actId="1076"/>
          <ac:grpSpMkLst>
            <pc:docMk/>
            <pc:sldMk cId="568663443" sldId="491"/>
            <ac:grpSpMk id="234" creationId="{6277F8F9-E650-4A90-A529-F56DBCDE5F89}"/>
          </ac:grpSpMkLst>
        </pc:grpChg>
        <pc:grpChg chg="mod">
          <ac:chgData name="Cristian Chilipirea" userId="34ab170da5908fc4" providerId="LiveId" clId="{DFE5141E-F98E-42EA-B1E4-556BAE62F36F}" dt="2019-10-13T10:26:12.890" v="130" actId="1076"/>
          <ac:grpSpMkLst>
            <pc:docMk/>
            <pc:sldMk cId="568663443" sldId="491"/>
            <ac:grpSpMk id="239" creationId="{0DB54165-15EB-4AC1-967B-55E6AC58C80D}"/>
          </ac:grpSpMkLst>
        </pc:grpChg>
        <pc:grpChg chg="mod">
          <ac:chgData name="Cristian Chilipirea" userId="34ab170da5908fc4" providerId="LiveId" clId="{DFE5141E-F98E-42EA-B1E4-556BAE62F36F}" dt="2019-10-13T10:26:12.890" v="130" actId="1076"/>
          <ac:grpSpMkLst>
            <pc:docMk/>
            <pc:sldMk cId="568663443" sldId="491"/>
            <ac:grpSpMk id="240" creationId="{ECD6D8D4-B562-4E51-A517-6D7A6BA8E683}"/>
          </ac:grpSpMkLst>
        </pc:grpChg>
        <pc:grpChg chg="mod">
          <ac:chgData name="Cristian Chilipirea" userId="34ab170da5908fc4" providerId="LiveId" clId="{DFE5141E-F98E-42EA-B1E4-556BAE62F36F}" dt="2019-10-13T10:26:12.890" v="130" actId="1076"/>
          <ac:grpSpMkLst>
            <pc:docMk/>
            <pc:sldMk cId="568663443" sldId="491"/>
            <ac:grpSpMk id="255" creationId="{82DA8295-5B20-4652-B420-022C0AA62D16}"/>
          </ac:grpSpMkLst>
        </pc:grpChg>
        <pc:grpChg chg="mod">
          <ac:chgData name="Cristian Chilipirea" userId="34ab170da5908fc4" providerId="LiveId" clId="{DFE5141E-F98E-42EA-B1E4-556BAE62F36F}" dt="2019-10-13T10:26:12.890" v="130" actId="1076"/>
          <ac:grpSpMkLst>
            <pc:docMk/>
            <pc:sldMk cId="568663443" sldId="491"/>
            <ac:grpSpMk id="264" creationId="{2D4BF284-BFE8-4981-853C-4C9E44881FD0}"/>
          </ac:grpSpMkLst>
        </pc:grpChg>
        <pc:grpChg chg="mod">
          <ac:chgData name="Cristian Chilipirea" userId="34ab170da5908fc4" providerId="LiveId" clId="{DFE5141E-F98E-42EA-B1E4-556BAE62F36F}" dt="2019-10-13T10:26:12.890" v="130" actId="1076"/>
          <ac:grpSpMkLst>
            <pc:docMk/>
            <pc:sldMk cId="568663443" sldId="491"/>
            <ac:grpSpMk id="273" creationId="{D4ED8B65-41F6-41FC-A49E-21A6FE00D348}"/>
          </ac:grpSpMkLst>
        </pc:grpChg>
        <pc:cxnChg chg="add del">
          <ac:chgData name="Cristian Chilipirea" userId="34ab170da5908fc4" providerId="LiveId" clId="{DFE5141E-F98E-42EA-B1E4-556BAE62F36F}" dt="2019-10-13T10:26:10.229" v="128"/>
          <ac:cxnSpMkLst>
            <pc:docMk/>
            <pc:sldMk cId="568663443" sldId="491"/>
            <ac:cxnSpMk id="63" creationId="{E1776A04-593F-40C5-B6FB-ADEE90ABCAAF}"/>
          </ac:cxnSpMkLst>
        </pc:cxnChg>
        <pc:cxnChg chg="add del">
          <ac:chgData name="Cristian Chilipirea" userId="34ab170da5908fc4" providerId="LiveId" clId="{DFE5141E-F98E-42EA-B1E4-556BAE62F36F}" dt="2019-10-13T10:26:10.229" v="128"/>
          <ac:cxnSpMkLst>
            <pc:docMk/>
            <pc:sldMk cId="568663443" sldId="491"/>
            <ac:cxnSpMk id="64" creationId="{B1D0D899-520D-4832-8E4B-62114690AD04}"/>
          </ac:cxnSpMkLst>
        </pc:cxnChg>
        <pc:cxnChg chg="add del">
          <ac:chgData name="Cristian Chilipirea" userId="34ab170da5908fc4" providerId="LiveId" clId="{DFE5141E-F98E-42EA-B1E4-556BAE62F36F}" dt="2019-10-13T10:26:10.229" v="128"/>
          <ac:cxnSpMkLst>
            <pc:docMk/>
            <pc:sldMk cId="568663443" sldId="491"/>
            <ac:cxnSpMk id="65" creationId="{456F48C2-B868-4EF4-BB48-C4E83DA5BB52}"/>
          </ac:cxnSpMkLst>
        </pc:cxnChg>
        <pc:cxnChg chg="add del">
          <ac:chgData name="Cristian Chilipirea" userId="34ab170da5908fc4" providerId="LiveId" clId="{DFE5141E-F98E-42EA-B1E4-556BAE62F36F}" dt="2019-10-13T10:26:10.229" v="128"/>
          <ac:cxnSpMkLst>
            <pc:docMk/>
            <pc:sldMk cId="568663443" sldId="491"/>
            <ac:cxnSpMk id="66" creationId="{22B4E8D3-F8E7-4858-BFD4-2FE4AFE2F644}"/>
          </ac:cxnSpMkLst>
        </pc:cxnChg>
        <pc:cxnChg chg="add mod">
          <ac:chgData name="Cristian Chilipirea" userId="34ab170da5908fc4" providerId="LiveId" clId="{DFE5141E-F98E-42EA-B1E4-556BAE62F36F}" dt="2019-10-13T10:26:12.890" v="130" actId="1076"/>
          <ac:cxnSpMkLst>
            <pc:docMk/>
            <pc:sldMk cId="568663443" sldId="491"/>
            <ac:cxnSpMk id="201" creationId="{C1587EA8-6392-4F6A-963E-EDB422FB7FB3}"/>
          </ac:cxnSpMkLst>
        </pc:cxnChg>
        <pc:cxnChg chg="add mod">
          <ac:chgData name="Cristian Chilipirea" userId="34ab170da5908fc4" providerId="LiveId" clId="{DFE5141E-F98E-42EA-B1E4-556BAE62F36F}" dt="2019-10-13T10:26:12.890" v="130" actId="1076"/>
          <ac:cxnSpMkLst>
            <pc:docMk/>
            <pc:sldMk cId="568663443" sldId="491"/>
            <ac:cxnSpMk id="202" creationId="{BD666681-0D57-4C95-963F-F259A79D117E}"/>
          </ac:cxnSpMkLst>
        </pc:cxnChg>
        <pc:cxnChg chg="add mod">
          <ac:chgData name="Cristian Chilipirea" userId="34ab170da5908fc4" providerId="LiveId" clId="{DFE5141E-F98E-42EA-B1E4-556BAE62F36F}" dt="2019-10-13T10:26:12.890" v="130" actId="1076"/>
          <ac:cxnSpMkLst>
            <pc:docMk/>
            <pc:sldMk cId="568663443" sldId="491"/>
            <ac:cxnSpMk id="203" creationId="{8FF419A3-1D65-427A-BAC9-FB22932EAB2E}"/>
          </ac:cxnSpMkLst>
        </pc:cxnChg>
        <pc:cxnChg chg="add mod">
          <ac:chgData name="Cristian Chilipirea" userId="34ab170da5908fc4" providerId="LiveId" clId="{DFE5141E-F98E-42EA-B1E4-556BAE62F36F}" dt="2019-10-13T10:26:12.890" v="130" actId="1076"/>
          <ac:cxnSpMkLst>
            <pc:docMk/>
            <pc:sldMk cId="568663443" sldId="491"/>
            <ac:cxnSpMk id="204" creationId="{CECF2008-8812-4011-B88C-2ACA6D5905B2}"/>
          </ac:cxnSpMkLst>
        </pc:cxnChg>
      </pc:sldChg>
      <pc:sldChg chg="del">
        <pc:chgData name="Cristian Chilipirea" userId="34ab170da5908fc4" providerId="LiveId" clId="{DFE5141E-F98E-42EA-B1E4-556BAE62F36F}" dt="2019-10-13T10:23:38.754" v="5" actId="2696"/>
        <pc:sldMkLst>
          <pc:docMk/>
          <pc:sldMk cId="2896181746" sldId="491"/>
        </pc:sldMkLst>
      </pc:sldChg>
      <pc:sldChg chg="del">
        <pc:chgData name="Cristian Chilipirea" userId="34ab170da5908fc4" providerId="LiveId" clId="{DFE5141E-F98E-42EA-B1E4-556BAE62F36F}" dt="2019-10-13T10:23:38.765" v="6" actId="2696"/>
        <pc:sldMkLst>
          <pc:docMk/>
          <pc:sldMk cId="2589180824" sldId="492"/>
        </pc:sldMkLst>
      </pc:sldChg>
      <pc:sldChg chg="addSp delSp modSp add">
        <pc:chgData name="Cristian Chilipirea" userId="34ab170da5908fc4" providerId="LiveId" clId="{DFE5141E-F98E-42EA-B1E4-556BAE62F36F}" dt="2019-10-13T10:26:33.781" v="137" actId="1076"/>
        <pc:sldMkLst>
          <pc:docMk/>
          <pc:sldMk cId="3792123901" sldId="492"/>
        </pc:sldMkLst>
        <pc:spChg chg="mod">
          <ac:chgData name="Cristian Chilipirea" userId="34ab170da5908fc4" providerId="LiveId" clId="{DFE5141E-F98E-42EA-B1E4-556BAE62F36F}" dt="2019-10-13T10:26:24.374" v="132"/>
          <ac:spMkLst>
            <pc:docMk/>
            <pc:sldMk cId="3792123901" sldId="492"/>
            <ac:spMk id="2" creationId="{F726DE59-0F97-4A61-A493-1BDABF1E32EE}"/>
          </ac:spMkLst>
        </pc:spChg>
        <pc:spChg chg="del">
          <ac:chgData name="Cristian Chilipirea" userId="34ab170da5908fc4" providerId="LiveId" clId="{DFE5141E-F98E-42EA-B1E4-556BAE62F36F}" dt="2019-10-13T10:26:25.991" v="133" actId="478"/>
          <ac:spMkLst>
            <pc:docMk/>
            <pc:sldMk cId="3792123901" sldId="492"/>
            <ac:spMk id="3" creationId="{AE9C4DD4-49B3-4D0B-8DA6-6A1AE6AEBF67}"/>
          </ac:spMkLst>
        </pc:spChg>
        <pc:spChg chg="add del">
          <ac:chgData name="Cristian Chilipirea" userId="34ab170da5908fc4" providerId="LiveId" clId="{DFE5141E-F98E-42EA-B1E4-556BAE62F36F}" dt="2019-10-13T10:26:31.566" v="135"/>
          <ac:spMkLst>
            <pc:docMk/>
            <pc:sldMk cId="3792123901" sldId="492"/>
            <ac:spMk id="4" creationId="{CAF34FB8-06DF-41AE-B848-8EF610825797}"/>
          </ac:spMkLst>
        </pc:spChg>
        <pc:spChg chg="add mod">
          <ac:chgData name="Cristian Chilipirea" userId="34ab170da5908fc4" providerId="LiveId" clId="{DFE5141E-F98E-42EA-B1E4-556BAE62F36F}" dt="2019-10-13T10:26:33.781" v="137" actId="1076"/>
          <ac:spMkLst>
            <pc:docMk/>
            <pc:sldMk cId="3792123901" sldId="492"/>
            <ac:spMk id="5" creationId="{D6AD37BA-FC42-49FA-8285-E6ED3D757876}"/>
          </ac:spMkLst>
        </pc:spChg>
      </pc:sldChg>
      <pc:sldChg chg="addSp delSp modSp add">
        <pc:chgData name="Cristian Chilipirea" userId="34ab170da5908fc4" providerId="LiveId" clId="{DFE5141E-F98E-42EA-B1E4-556BAE62F36F}" dt="2019-10-13T10:26:56.322" v="144" actId="1076"/>
        <pc:sldMkLst>
          <pc:docMk/>
          <pc:sldMk cId="1273241336" sldId="493"/>
        </pc:sldMkLst>
        <pc:spChg chg="mod">
          <ac:chgData name="Cristian Chilipirea" userId="34ab170da5908fc4" providerId="LiveId" clId="{DFE5141E-F98E-42EA-B1E4-556BAE62F36F}" dt="2019-10-13T10:26:45.579" v="139"/>
          <ac:spMkLst>
            <pc:docMk/>
            <pc:sldMk cId="1273241336" sldId="493"/>
            <ac:spMk id="2" creationId="{53AC4F7B-234F-4959-9954-874AA7372798}"/>
          </ac:spMkLst>
        </pc:spChg>
        <pc:spChg chg="del">
          <ac:chgData name="Cristian Chilipirea" userId="34ab170da5908fc4" providerId="LiveId" clId="{DFE5141E-F98E-42EA-B1E4-556BAE62F36F}" dt="2019-10-13T10:26:48.938" v="140" actId="478"/>
          <ac:spMkLst>
            <pc:docMk/>
            <pc:sldMk cId="1273241336" sldId="493"/>
            <ac:spMk id="3" creationId="{4C9F1AC7-723D-45FA-99B5-F12967C55B66}"/>
          </ac:spMkLst>
        </pc:spChg>
        <pc:spChg chg="add del">
          <ac:chgData name="Cristian Chilipirea" userId="34ab170da5908fc4" providerId="LiveId" clId="{DFE5141E-F98E-42EA-B1E4-556BAE62F36F}" dt="2019-10-13T10:26:54.242" v="142"/>
          <ac:spMkLst>
            <pc:docMk/>
            <pc:sldMk cId="1273241336" sldId="493"/>
            <ac:spMk id="4" creationId="{4CDB19C1-4318-4149-8F55-B61B8AE02A21}"/>
          </ac:spMkLst>
        </pc:spChg>
        <pc:spChg chg="add mod">
          <ac:chgData name="Cristian Chilipirea" userId="34ab170da5908fc4" providerId="LiveId" clId="{DFE5141E-F98E-42EA-B1E4-556BAE62F36F}" dt="2019-10-13T10:26:56.322" v="144" actId="1076"/>
          <ac:spMkLst>
            <pc:docMk/>
            <pc:sldMk cId="1273241336" sldId="493"/>
            <ac:spMk id="5" creationId="{430095F0-03E3-4259-92C2-9EACC9480B7F}"/>
          </ac:spMkLst>
        </pc:spChg>
      </pc:sldChg>
      <pc:sldChg chg="del">
        <pc:chgData name="Cristian Chilipirea" userId="34ab170da5908fc4" providerId="LiveId" clId="{DFE5141E-F98E-42EA-B1E4-556BAE62F36F}" dt="2019-10-13T10:23:38.802" v="7" actId="2696"/>
        <pc:sldMkLst>
          <pc:docMk/>
          <pc:sldMk cId="1487525830" sldId="493"/>
        </pc:sldMkLst>
      </pc:sldChg>
      <pc:sldChg chg="addSp delSp modSp add modAnim">
        <pc:chgData name="Cristian Chilipirea" userId="34ab170da5908fc4" providerId="LiveId" clId="{DFE5141E-F98E-42EA-B1E4-556BAE62F36F}" dt="2019-10-13T10:27:23.509" v="154" actId="1076"/>
        <pc:sldMkLst>
          <pc:docMk/>
          <pc:sldMk cId="3442169" sldId="494"/>
        </pc:sldMkLst>
        <pc:spChg chg="mod">
          <ac:chgData name="Cristian Chilipirea" userId="34ab170da5908fc4" providerId="LiveId" clId="{DFE5141E-F98E-42EA-B1E4-556BAE62F36F}" dt="2019-10-13T10:27:06.054" v="146"/>
          <ac:spMkLst>
            <pc:docMk/>
            <pc:sldMk cId="3442169" sldId="494"/>
            <ac:spMk id="2" creationId="{51B31077-22DB-4003-AF49-09433F9E5483}"/>
          </ac:spMkLst>
        </pc:spChg>
        <pc:spChg chg="del">
          <ac:chgData name="Cristian Chilipirea" userId="34ab170da5908fc4" providerId="LiveId" clId="{DFE5141E-F98E-42EA-B1E4-556BAE62F36F}" dt="2019-10-13T10:27:08.378" v="147" actId="478"/>
          <ac:spMkLst>
            <pc:docMk/>
            <pc:sldMk cId="3442169" sldId="494"/>
            <ac:spMk id="3" creationId="{58459DEC-633D-41DD-B5A7-B0BB9E1F463E}"/>
          </ac:spMkLst>
        </pc:spChg>
        <pc:spChg chg="add del">
          <ac:chgData name="Cristian Chilipirea" userId="34ab170da5908fc4" providerId="LiveId" clId="{DFE5141E-F98E-42EA-B1E4-556BAE62F36F}" dt="2019-10-13T10:27:15.243" v="149" actId="478"/>
          <ac:spMkLst>
            <pc:docMk/>
            <pc:sldMk cId="3442169" sldId="494"/>
            <ac:spMk id="5" creationId="{4D6B443D-1237-4F74-83E9-49CCB10BD097}"/>
          </ac:spMkLst>
        </pc:spChg>
        <pc:spChg chg="add del">
          <ac:chgData name="Cristian Chilipirea" userId="34ab170da5908fc4" providerId="LiveId" clId="{DFE5141E-F98E-42EA-B1E4-556BAE62F36F}" dt="2019-10-13T10:27:15.243" v="149" actId="478"/>
          <ac:spMkLst>
            <pc:docMk/>
            <pc:sldMk cId="3442169" sldId="494"/>
            <ac:spMk id="6" creationId="{6ECAFE86-B2F6-40D3-989A-A8A01026910F}"/>
          </ac:spMkLst>
        </pc:spChg>
        <pc:spChg chg="add del">
          <ac:chgData name="Cristian Chilipirea" userId="34ab170da5908fc4" providerId="LiveId" clId="{DFE5141E-F98E-42EA-B1E4-556BAE62F36F}" dt="2019-10-13T10:27:18.221" v="151"/>
          <ac:spMkLst>
            <pc:docMk/>
            <pc:sldMk cId="3442169" sldId="494"/>
            <ac:spMk id="8" creationId="{AFAD9669-E1FA-462C-813B-E71C537E1C7F}"/>
          </ac:spMkLst>
        </pc:spChg>
        <pc:spChg chg="add del">
          <ac:chgData name="Cristian Chilipirea" userId="34ab170da5908fc4" providerId="LiveId" clId="{DFE5141E-F98E-42EA-B1E4-556BAE62F36F}" dt="2019-10-13T10:27:18.221" v="151"/>
          <ac:spMkLst>
            <pc:docMk/>
            <pc:sldMk cId="3442169" sldId="494"/>
            <ac:spMk id="9" creationId="{6D033E9A-2F42-4261-AC20-CA065819FB5C}"/>
          </ac:spMkLst>
        </pc:spChg>
        <pc:spChg chg="add mod">
          <ac:chgData name="Cristian Chilipirea" userId="34ab170da5908fc4" providerId="LiveId" clId="{DFE5141E-F98E-42EA-B1E4-556BAE62F36F}" dt="2019-10-13T10:27:23.509" v="154" actId="1076"/>
          <ac:spMkLst>
            <pc:docMk/>
            <pc:sldMk cId="3442169" sldId="494"/>
            <ac:spMk id="11" creationId="{F0D416F7-8CC9-4429-906F-58E78C79DFFB}"/>
          </ac:spMkLst>
        </pc:spChg>
        <pc:spChg chg="add del">
          <ac:chgData name="Cristian Chilipirea" userId="34ab170da5908fc4" providerId="LiveId" clId="{DFE5141E-F98E-42EA-B1E4-556BAE62F36F}" dt="2019-10-13T10:27:20.198" v="153" actId="478"/>
          <ac:spMkLst>
            <pc:docMk/>
            <pc:sldMk cId="3442169" sldId="494"/>
            <ac:spMk id="12" creationId="{09DF73DC-E64D-4A82-8E80-340D6B960116}"/>
          </ac:spMkLst>
        </pc:spChg>
        <pc:picChg chg="add del">
          <ac:chgData name="Cristian Chilipirea" userId="34ab170da5908fc4" providerId="LiveId" clId="{DFE5141E-F98E-42EA-B1E4-556BAE62F36F}" dt="2019-10-13T10:27:15.243" v="149" actId="478"/>
          <ac:picMkLst>
            <pc:docMk/>
            <pc:sldMk cId="3442169" sldId="494"/>
            <ac:picMk id="4" creationId="{6B71A5E4-C510-4A77-83BF-DE90DBDE4A05}"/>
          </ac:picMkLst>
        </pc:picChg>
        <pc:picChg chg="add del">
          <ac:chgData name="Cristian Chilipirea" userId="34ab170da5908fc4" providerId="LiveId" clId="{DFE5141E-F98E-42EA-B1E4-556BAE62F36F}" dt="2019-10-13T10:27:18.221" v="151"/>
          <ac:picMkLst>
            <pc:docMk/>
            <pc:sldMk cId="3442169" sldId="494"/>
            <ac:picMk id="7" creationId="{57D8C17E-1B2B-441D-870C-ECF72AD200EE}"/>
          </ac:picMkLst>
        </pc:picChg>
        <pc:picChg chg="add mod">
          <ac:chgData name="Cristian Chilipirea" userId="34ab170da5908fc4" providerId="LiveId" clId="{DFE5141E-F98E-42EA-B1E4-556BAE62F36F}" dt="2019-10-13T10:27:23.509" v="154" actId="1076"/>
          <ac:picMkLst>
            <pc:docMk/>
            <pc:sldMk cId="3442169" sldId="494"/>
            <ac:picMk id="10" creationId="{34F409F3-D4F4-46D1-BF7A-411232F22343}"/>
          </ac:picMkLst>
        </pc:picChg>
      </pc:sldChg>
      <pc:sldChg chg="del">
        <pc:chgData name="Cristian Chilipirea" userId="34ab170da5908fc4" providerId="LiveId" clId="{DFE5141E-F98E-42EA-B1E4-556BAE62F36F}" dt="2019-10-13T10:23:38.821" v="8" actId="2696"/>
        <pc:sldMkLst>
          <pc:docMk/>
          <pc:sldMk cId="1914018507" sldId="494"/>
        </pc:sldMkLst>
      </pc:sldChg>
      <pc:sldChg chg="addSp delSp modSp add">
        <pc:chgData name="Cristian Chilipirea" userId="34ab170da5908fc4" providerId="LiveId" clId="{DFE5141E-F98E-42EA-B1E4-556BAE62F36F}" dt="2019-10-13T10:27:38.884" v="162" actId="1076"/>
        <pc:sldMkLst>
          <pc:docMk/>
          <pc:sldMk cId="83170459" sldId="495"/>
        </pc:sldMkLst>
        <pc:spChg chg="mod">
          <ac:chgData name="Cristian Chilipirea" userId="34ab170da5908fc4" providerId="LiveId" clId="{DFE5141E-F98E-42EA-B1E4-556BAE62F36F}" dt="2019-10-13T10:27:30.227" v="156"/>
          <ac:spMkLst>
            <pc:docMk/>
            <pc:sldMk cId="83170459" sldId="495"/>
            <ac:spMk id="2" creationId="{0C919ECE-6785-4BD3-8F7F-776F2886F318}"/>
          </ac:spMkLst>
        </pc:spChg>
        <pc:spChg chg="del">
          <ac:chgData name="Cristian Chilipirea" userId="34ab170da5908fc4" providerId="LiveId" clId="{DFE5141E-F98E-42EA-B1E4-556BAE62F36F}" dt="2019-10-13T10:27:32.015" v="157" actId="478"/>
          <ac:spMkLst>
            <pc:docMk/>
            <pc:sldMk cId="83170459" sldId="495"/>
            <ac:spMk id="3" creationId="{90585261-FCB7-4B99-911D-1A72DBB95E09}"/>
          </ac:spMkLst>
        </pc:spChg>
        <pc:spChg chg="add del mod">
          <ac:chgData name="Cristian Chilipirea" userId="34ab170da5908fc4" providerId="LiveId" clId="{DFE5141E-F98E-42EA-B1E4-556BAE62F36F}" dt="2019-10-13T10:27:37.064" v="160"/>
          <ac:spMkLst>
            <pc:docMk/>
            <pc:sldMk cId="83170459" sldId="495"/>
            <ac:spMk id="4" creationId="{B11CC675-A1CB-4754-8FC1-C73CAC430197}"/>
          </ac:spMkLst>
        </pc:spChg>
        <pc:spChg chg="add mod">
          <ac:chgData name="Cristian Chilipirea" userId="34ab170da5908fc4" providerId="LiveId" clId="{DFE5141E-F98E-42EA-B1E4-556BAE62F36F}" dt="2019-10-13T10:27:38.884" v="162" actId="1076"/>
          <ac:spMkLst>
            <pc:docMk/>
            <pc:sldMk cId="83170459" sldId="495"/>
            <ac:spMk id="5" creationId="{289D398E-9914-466B-BDB7-CE17F9915A88}"/>
          </ac:spMkLst>
        </pc:spChg>
      </pc:sldChg>
      <pc:sldChg chg="del">
        <pc:chgData name="Cristian Chilipirea" userId="34ab170da5908fc4" providerId="LiveId" clId="{DFE5141E-F98E-42EA-B1E4-556BAE62F36F}" dt="2019-10-13T10:23:38.847" v="9" actId="2696"/>
        <pc:sldMkLst>
          <pc:docMk/>
          <pc:sldMk cId="4207083548" sldId="495"/>
        </pc:sldMkLst>
      </pc:sldChg>
      <pc:sldChg chg="addSp delSp modSp add modAnim">
        <pc:chgData name="Cristian Chilipirea" userId="34ab170da5908fc4" providerId="LiveId" clId="{DFE5141E-F98E-42EA-B1E4-556BAE62F36F}" dt="2019-10-13T10:27:57.587" v="169" actId="1076"/>
        <pc:sldMkLst>
          <pc:docMk/>
          <pc:sldMk cId="1630810243" sldId="496"/>
        </pc:sldMkLst>
        <pc:spChg chg="mod">
          <ac:chgData name="Cristian Chilipirea" userId="34ab170da5908fc4" providerId="LiveId" clId="{DFE5141E-F98E-42EA-B1E4-556BAE62F36F}" dt="2019-10-13T10:27:47.659" v="164"/>
          <ac:spMkLst>
            <pc:docMk/>
            <pc:sldMk cId="1630810243" sldId="496"/>
            <ac:spMk id="2" creationId="{89B2906F-17BD-4A14-81D7-21B2DE3F0828}"/>
          </ac:spMkLst>
        </pc:spChg>
        <pc:spChg chg="del">
          <ac:chgData name="Cristian Chilipirea" userId="34ab170da5908fc4" providerId="LiveId" clId="{DFE5141E-F98E-42EA-B1E4-556BAE62F36F}" dt="2019-10-13T10:27:49.251" v="165" actId="478"/>
          <ac:spMkLst>
            <pc:docMk/>
            <pc:sldMk cId="1630810243" sldId="496"/>
            <ac:spMk id="3" creationId="{E12B7BA7-4F5A-463D-9E6C-54FED62E9721}"/>
          </ac:spMkLst>
        </pc:spChg>
        <pc:spChg chg="add del">
          <ac:chgData name="Cristian Chilipirea" userId="34ab170da5908fc4" providerId="LiveId" clId="{DFE5141E-F98E-42EA-B1E4-556BAE62F36F}" dt="2019-10-13T10:27:54.360" v="167"/>
          <ac:spMkLst>
            <pc:docMk/>
            <pc:sldMk cId="1630810243" sldId="496"/>
            <ac:spMk id="4" creationId="{7327BFE4-57CD-4D15-9669-0BFD7B452B8A}"/>
          </ac:spMkLst>
        </pc:spChg>
        <pc:spChg chg="add del">
          <ac:chgData name="Cristian Chilipirea" userId="34ab170da5908fc4" providerId="LiveId" clId="{DFE5141E-F98E-42EA-B1E4-556BAE62F36F}" dt="2019-10-13T10:27:54.360" v="167"/>
          <ac:spMkLst>
            <pc:docMk/>
            <pc:sldMk cId="1630810243" sldId="496"/>
            <ac:spMk id="9" creationId="{F45AD7FF-FDDB-4A60-981D-806E8DD1204D}"/>
          </ac:spMkLst>
        </pc:spChg>
        <pc:spChg chg="add del">
          <ac:chgData name="Cristian Chilipirea" userId="34ab170da5908fc4" providerId="LiveId" clId="{DFE5141E-F98E-42EA-B1E4-556BAE62F36F}" dt="2019-10-13T10:27:54.360" v="167"/>
          <ac:spMkLst>
            <pc:docMk/>
            <pc:sldMk cId="1630810243" sldId="496"/>
            <ac:spMk id="10" creationId="{82ADB599-A3AA-4C55-A669-26B4641C819F}"/>
          </ac:spMkLst>
        </pc:spChg>
        <pc:spChg chg="add del">
          <ac:chgData name="Cristian Chilipirea" userId="34ab170da5908fc4" providerId="LiveId" clId="{DFE5141E-F98E-42EA-B1E4-556BAE62F36F}" dt="2019-10-13T10:27:54.360" v="167"/>
          <ac:spMkLst>
            <pc:docMk/>
            <pc:sldMk cId="1630810243" sldId="496"/>
            <ac:spMk id="11" creationId="{ACC333FE-076C-4134-91F5-CB35AB5E820F}"/>
          </ac:spMkLst>
        </pc:spChg>
        <pc:spChg chg="add del">
          <ac:chgData name="Cristian Chilipirea" userId="34ab170da5908fc4" providerId="LiveId" clId="{DFE5141E-F98E-42EA-B1E4-556BAE62F36F}" dt="2019-10-13T10:27:54.360" v="167"/>
          <ac:spMkLst>
            <pc:docMk/>
            <pc:sldMk cId="1630810243" sldId="496"/>
            <ac:spMk id="12" creationId="{64930056-E538-4C15-8AFA-F69FE9767CAC}"/>
          </ac:spMkLst>
        </pc:spChg>
        <pc:spChg chg="add del">
          <ac:chgData name="Cristian Chilipirea" userId="34ab170da5908fc4" providerId="LiveId" clId="{DFE5141E-F98E-42EA-B1E4-556BAE62F36F}" dt="2019-10-13T10:27:54.360" v="167"/>
          <ac:spMkLst>
            <pc:docMk/>
            <pc:sldMk cId="1630810243" sldId="496"/>
            <ac:spMk id="13" creationId="{5D7F6FD6-B1D8-4064-B6CC-C48501123B1C}"/>
          </ac:spMkLst>
        </pc:spChg>
        <pc:spChg chg="add del">
          <ac:chgData name="Cristian Chilipirea" userId="34ab170da5908fc4" providerId="LiveId" clId="{DFE5141E-F98E-42EA-B1E4-556BAE62F36F}" dt="2019-10-13T10:27:54.360" v="167"/>
          <ac:spMkLst>
            <pc:docMk/>
            <pc:sldMk cId="1630810243" sldId="496"/>
            <ac:spMk id="14" creationId="{911074EF-E4D8-4B55-BB6D-174E15D49C81}"/>
          </ac:spMkLst>
        </pc:spChg>
        <pc:spChg chg="add del">
          <ac:chgData name="Cristian Chilipirea" userId="34ab170da5908fc4" providerId="LiveId" clId="{DFE5141E-F98E-42EA-B1E4-556BAE62F36F}" dt="2019-10-13T10:27:54.360" v="167"/>
          <ac:spMkLst>
            <pc:docMk/>
            <pc:sldMk cId="1630810243" sldId="496"/>
            <ac:spMk id="15" creationId="{51A3016C-7841-4F31-8FA1-0E773C98CAA2}"/>
          </ac:spMkLst>
        </pc:spChg>
        <pc:spChg chg="add del">
          <ac:chgData name="Cristian Chilipirea" userId="34ab170da5908fc4" providerId="LiveId" clId="{DFE5141E-F98E-42EA-B1E4-556BAE62F36F}" dt="2019-10-13T10:27:54.360" v="167"/>
          <ac:spMkLst>
            <pc:docMk/>
            <pc:sldMk cId="1630810243" sldId="496"/>
            <ac:spMk id="16" creationId="{4C0D2EE6-C208-450A-A23B-BCE7D15AB690}"/>
          </ac:spMkLst>
        </pc:spChg>
        <pc:spChg chg="add del">
          <ac:chgData name="Cristian Chilipirea" userId="34ab170da5908fc4" providerId="LiveId" clId="{DFE5141E-F98E-42EA-B1E4-556BAE62F36F}" dt="2019-10-13T10:27:54.360" v="167"/>
          <ac:spMkLst>
            <pc:docMk/>
            <pc:sldMk cId="1630810243" sldId="496"/>
            <ac:spMk id="17" creationId="{D8D78C2B-AAE0-47EC-B4BD-35DC4A951909}"/>
          </ac:spMkLst>
        </pc:spChg>
        <pc:spChg chg="add del">
          <ac:chgData name="Cristian Chilipirea" userId="34ab170da5908fc4" providerId="LiveId" clId="{DFE5141E-F98E-42EA-B1E4-556BAE62F36F}" dt="2019-10-13T10:27:54.360" v="167"/>
          <ac:spMkLst>
            <pc:docMk/>
            <pc:sldMk cId="1630810243" sldId="496"/>
            <ac:spMk id="18" creationId="{75BA681B-0CE6-4936-ABEB-58A88FE8C79B}"/>
          </ac:spMkLst>
        </pc:spChg>
        <pc:spChg chg="add del">
          <ac:chgData name="Cristian Chilipirea" userId="34ab170da5908fc4" providerId="LiveId" clId="{DFE5141E-F98E-42EA-B1E4-556BAE62F36F}" dt="2019-10-13T10:27:54.360" v="167"/>
          <ac:spMkLst>
            <pc:docMk/>
            <pc:sldMk cId="1630810243" sldId="496"/>
            <ac:spMk id="19" creationId="{71653887-138D-4138-BFC0-FD114391008E}"/>
          </ac:spMkLst>
        </pc:spChg>
        <pc:spChg chg="add del">
          <ac:chgData name="Cristian Chilipirea" userId="34ab170da5908fc4" providerId="LiveId" clId="{DFE5141E-F98E-42EA-B1E4-556BAE62F36F}" dt="2019-10-13T10:27:54.360" v="167"/>
          <ac:spMkLst>
            <pc:docMk/>
            <pc:sldMk cId="1630810243" sldId="496"/>
            <ac:spMk id="20" creationId="{951C232A-51CC-4D00-A041-DC277FD164DD}"/>
          </ac:spMkLst>
        </pc:spChg>
        <pc:spChg chg="add del">
          <ac:chgData name="Cristian Chilipirea" userId="34ab170da5908fc4" providerId="LiveId" clId="{DFE5141E-F98E-42EA-B1E4-556BAE62F36F}" dt="2019-10-13T10:27:54.360" v="167"/>
          <ac:spMkLst>
            <pc:docMk/>
            <pc:sldMk cId="1630810243" sldId="496"/>
            <ac:spMk id="21" creationId="{82FEFF32-B82C-4E23-B4E9-5597233D256F}"/>
          </ac:spMkLst>
        </pc:spChg>
        <pc:spChg chg="add del">
          <ac:chgData name="Cristian Chilipirea" userId="34ab170da5908fc4" providerId="LiveId" clId="{DFE5141E-F98E-42EA-B1E4-556BAE62F36F}" dt="2019-10-13T10:27:54.360" v="167"/>
          <ac:spMkLst>
            <pc:docMk/>
            <pc:sldMk cId="1630810243" sldId="496"/>
            <ac:spMk id="22" creationId="{4F9343DF-5311-421B-A86A-02B63C0E6A56}"/>
          </ac:spMkLst>
        </pc:spChg>
        <pc:spChg chg="add del">
          <ac:chgData name="Cristian Chilipirea" userId="34ab170da5908fc4" providerId="LiveId" clId="{DFE5141E-F98E-42EA-B1E4-556BAE62F36F}" dt="2019-10-13T10:27:54.360" v="167"/>
          <ac:spMkLst>
            <pc:docMk/>
            <pc:sldMk cId="1630810243" sldId="496"/>
            <ac:spMk id="23" creationId="{F7C11D6C-BF46-4F12-B47B-DCA9F01CF074}"/>
          </ac:spMkLst>
        </pc:spChg>
        <pc:spChg chg="add del">
          <ac:chgData name="Cristian Chilipirea" userId="34ab170da5908fc4" providerId="LiveId" clId="{DFE5141E-F98E-42EA-B1E4-556BAE62F36F}" dt="2019-10-13T10:27:54.360" v="167"/>
          <ac:spMkLst>
            <pc:docMk/>
            <pc:sldMk cId="1630810243" sldId="496"/>
            <ac:spMk id="24" creationId="{729C2057-1FAD-42E3-BA8E-5371FCADD50E}"/>
          </ac:spMkLst>
        </pc:spChg>
        <pc:spChg chg="add del">
          <ac:chgData name="Cristian Chilipirea" userId="34ab170da5908fc4" providerId="LiveId" clId="{DFE5141E-F98E-42EA-B1E4-556BAE62F36F}" dt="2019-10-13T10:27:54.360" v="167"/>
          <ac:spMkLst>
            <pc:docMk/>
            <pc:sldMk cId="1630810243" sldId="496"/>
            <ac:spMk id="27" creationId="{538EA6A7-1F7D-46B2-B198-292471C9D851}"/>
          </ac:spMkLst>
        </pc:spChg>
        <pc:spChg chg="add del">
          <ac:chgData name="Cristian Chilipirea" userId="34ab170da5908fc4" providerId="LiveId" clId="{DFE5141E-F98E-42EA-B1E4-556BAE62F36F}" dt="2019-10-13T10:27:54.360" v="167"/>
          <ac:spMkLst>
            <pc:docMk/>
            <pc:sldMk cId="1630810243" sldId="496"/>
            <ac:spMk id="28" creationId="{130D10C0-DE1C-4411-8B24-B3487B597A58}"/>
          </ac:spMkLst>
        </pc:spChg>
        <pc:spChg chg="add del">
          <ac:chgData name="Cristian Chilipirea" userId="34ab170da5908fc4" providerId="LiveId" clId="{DFE5141E-F98E-42EA-B1E4-556BAE62F36F}" dt="2019-10-13T10:27:54.360" v="167"/>
          <ac:spMkLst>
            <pc:docMk/>
            <pc:sldMk cId="1630810243" sldId="496"/>
            <ac:spMk id="29" creationId="{84D3384A-7FF0-4E44-8975-A42FAE32107F}"/>
          </ac:spMkLst>
        </pc:spChg>
        <pc:spChg chg="add del">
          <ac:chgData name="Cristian Chilipirea" userId="34ab170da5908fc4" providerId="LiveId" clId="{DFE5141E-F98E-42EA-B1E4-556BAE62F36F}" dt="2019-10-13T10:27:54.360" v="167"/>
          <ac:spMkLst>
            <pc:docMk/>
            <pc:sldMk cId="1630810243" sldId="496"/>
            <ac:spMk id="30" creationId="{4EDAAC68-E5EE-4268-9289-F35AA3E1914E}"/>
          </ac:spMkLst>
        </pc:spChg>
        <pc:spChg chg="add del">
          <ac:chgData name="Cristian Chilipirea" userId="34ab170da5908fc4" providerId="LiveId" clId="{DFE5141E-F98E-42EA-B1E4-556BAE62F36F}" dt="2019-10-13T10:27:54.360" v="167"/>
          <ac:spMkLst>
            <pc:docMk/>
            <pc:sldMk cId="1630810243" sldId="496"/>
            <ac:spMk id="31" creationId="{BFEE4B12-B9D2-4C3C-A74E-88900614A2F6}"/>
          </ac:spMkLst>
        </pc:spChg>
        <pc:spChg chg="add del">
          <ac:chgData name="Cristian Chilipirea" userId="34ab170da5908fc4" providerId="LiveId" clId="{DFE5141E-F98E-42EA-B1E4-556BAE62F36F}" dt="2019-10-13T10:27:54.360" v="167"/>
          <ac:spMkLst>
            <pc:docMk/>
            <pc:sldMk cId="1630810243" sldId="496"/>
            <ac:spMk id="32" creationId="{723E644F-F1AC-4066-9104-8F6EA51DE902}"/>
          </ac:spMkLst>
        </pc:spChg>
        <pc:spChg chg="add del">
          <ac:chgData name="Cristian Chilipirea" userId="34ab170da5908fc4" providerId="LiveId" clId="{DFE5141E-F98E-42EA-B1E4-556BAE62F36F}" dt="2019-10-13T10:27:54.360" v="167"/>
          <ac:spMkLst>
            <pc:docMk/>
            <pc:sldMk cId="1630810243" sldId="496"/>
            <ac:spMk id="33" creationId="{B5CDFBCC-EE15-4AA8-AC86-A81652E1083D}"/>
          </ac:spMkLst>
        </pc:spChg>
        <pc:spChg chg="add mod">
          <ac:chgData name="Cristian Chilipirea" userId="34ab170da5908fc4" providerId="LiveId" clId="{DFE5141E-F98E-42EA-B1E4-556BAE62F36F}" dt="2019-10-13T10:27:57.587" v="169" actId="1076"/>
          <ac:spMkLst>
            <pc:docMk/>
            <pc:sldMk cId="1630810243" sldId="496"/>
            <ac:spMk id="34" creationId="{F1213F9E-DCE1-4653-9340-B4A3CED46C18}"/>
          </ac:spMkLst>
        </pc:spChg>
        <pc:spChg chg="add mod">
          <ac:chgData name="Cristian Chilipirea" userId="34ab170da5908fc4" providerId="LiveId" clId="{DFE5141E-F98E-42EA-B1E4-556BAE62F36F}" dt="2019-10-13T10:27:57.587" v="169" actId="1076"/>
          <ac:spMkLst>
            <pc:docMk/>
            <pc:sldMk cId="1630810243" sldId="496"/>
            <ac:spMk id="39" creationId="{65B93C8B-AD65-4B51-8EAF-958ADA3E4A0A}"/>
          </ac:spMkLst>
        </pc:spChg>
        <pc:spChg chg="add mod">
          <ac:chgData name="Cristian Chilipirea" userId="34ab170da5908fc4" providerId="LiveId" clId="{DFE5141E-F98E-42EA-B1E4-556BAE62F36F}" dt="2019-10-13T10:27:57.587" v="169" actId="1076"/>
          <ac:spMkLst>
            <pc:docMk/>
            <pc:sldMk cId="1630810243" sldId="496"/>
            <ac:spMk id="40" creationId="{0414AE12-66F5-40C8-89D6-EFB5456D39F2}"/>
          </ac:spMkLst>
        </pc:spChg>
        <pc:spChg chg="add mod">
          <ac:chgData name="Cristian Chilipirea" userId="34ab170da5908fc4" providerId="LiveId" clId="{DFE5141E-F98E-42EA-B1E4-556BAE62F36F}" dt="2019-10-13T10:27:57.587" v="169" actId="1076"/>
          <ac:spMkLst>
            <pc:docMk/>
            <pc:sldMk cId="1630810243" sldId="496"/>
            <ac:spMk id="41" creationId="{CB319788-0AA6-4B0C-91D9-43A3E31CBD90}"/>
          </ac:spMkLst>
        </pc:spChg>
        <pc:spChg chg="add mod">
          <ac:chgData name="Cristian Chilipirea" userId="34ab170da5908fc4" providerId="LiveId" clId="{DFE5141E-F98E-42EA-B1E4-556BAE62F36F}" dt="2019-10-13T10:27:57.587" v="169" actId="1076"/>
          <ac:spMkLst>
            <pc:docMk/>
            <pc:sldMk cId="1630810243" sldId="496"/>
            <ac:spMk id="42" creationId="{431CA54B-5C14-49C0-AFC1-BC7FC8EFD8C5}"/>
          </ac:spMkLst>
        </pc:spChg>
        <pc:spChg chg="add mod">
          <ac:chgData name="Cristian Chilipirea" userId="34ab170da5908fc4" providerId="LiveId" clId="{DFE5141E-F98E-42EA-B1E4-556BAE62F36F}" dt="2019-10-13T10:27:57.587" v="169" actId="1076"/>
          <ac:spMkLst>
            <pc:docMk/>
            <pc:sldMk cId="1630810243" sldId="496"/>
            <ac:spMk id="43" creationId="{E822D3F5-2B70-43D1-8696-3474E2B20770}"/>
          </ac:spMkLst>
        </pc:spChg>
        <pc:spChg chg="add mod">
          <ac:chgData name="Cristian Chilipirea" userId="34ab170da5908fc4" providerId="LiveId" clId="{DFE5141E-F98E-42EA-B1E4-556BAE62F36F}" dt="2019-10-13T10:27:57.587" v="169" actId="1076"/>
          <ac:spMkLst>
            <pc:docMk/>
            <pc:sldMk cId="1630810243" sldId="496"/>
            <ac:spMk id="44" creationId="{C8F4B4B0-CD4A-4F2B-A486-DB21E0F19C41}"/>
          </ac:spMkLst>
        </pc:spChg>
        <pc:spChg chg="add mod">
          <ac:chgData name="Cristian Chilipirea" userId="34ab170da5908fc4" providerId="LiveId" clId="{DFE5141E-F98E-42EA-B1E4-556BAE62F36F}" dt="2019-10-13T10:27:57.587" v="169" actId="1076"/>
          <ac:spMkLst>
            <pc:docMk/>
            <pc:sldMk cId="1630810243" sldId="496"/>
            <ac:spMk id="45" creationId="{553900ED-8A10-4771-AF02-E7D783828E46}"/>
          </ac:spMkLst>
        </pc:spChg>
        <pc:spChg chg="add mod">
          <ac:chgData name="Cristian Chilipirea" userId="34ab170da5908fc4" providerId="LiveId" clId="{DFE5141E-F98E-42EA-B1E4-556BAE62F36F}" dt="2019-10-13T10:27:57.587" v="169" actId="1076"/>
          <ac:spMkLst>
            <pc:docMk/>
            <pc:sldMk cId="1630810243" sldId="496"/>
            <ac:spMk id="46" creationId="{CBF22903-1F65-41AE-9D0F-77EDE62222FD}"/>
          </ac:spMkLst>
        </pc:spChg>
        <pc:spChg chg="add mod">
          <ac:chgData name="Cristian Chilipirea" userId="34ab170da5908fc4" providerId="LiveId" clId="{DFE5141E-F98E-42EA-B1E4-556BAE62F36F}" dt="2019-10-13T10:27:57.587" v="169" actId="1076"/>
          <ac:spMkLst>
            <pc:docMk/>
            <pc:sldMk cId="1630810243" sldId="496"/>
            <ac:spMk id="47" creationId="{63FA3A66-403E-4F0A-A3F9-3A5945738A5F}"/>
          </ac:spMkLst>
        </pc:spChg>
        <pc:spChg chg="add mod">
          <ac:chgData name="Cristian Chilipirea" userId="34ab170da5908fc4" providerId="LiveId" clId="{DFE5141E-F98E-42EA-B1E4-556BAE62F36F}" dt="2019-10-13T10:27:57.587" v="169" actId="1076"/>
          <ac:spMkLst>
            <pc:docMk/>
            <pc:sldMk cId="1630810243" sldId="496"/>
            <ac:spMk id="48" creationId="{94387AFA-FC5A-4722-85BC-E13D850B6CE0}"/>
          </ac:spMkLst>
        </pc:spChg>
        <pc:spChg chg="add mod">
          <ac:chgData name="Cristian Chilipirea" userId="34ab170da5908fc4" providerId="LiveId" clId="{DFE5141E-F98E-42EA-B1E4-556BAE62F36F}" dt="2019-10-13T10:27:57.587" v="169" actId="1076"/>
          <ac:spMkLst>
            <pc:docMk/>
            <pc:sldMk cId="1630810243" sldId="496"/>
            <ac:spMk id="49" creationId="{807455E8-20FC-4AAE-96B3-FC07868A34D1}"/>
          </ac:spMkLst>
        </pc:spChg>
        <pc:spChg chg="add mod">
          <ac:chgData name="Cristian Chilipirea" userId="34ab170da5908fc4" providerId="LiveId" clId="{DFE5141E-F98E-42EA-B1E4-556BAE62F36F}" dt="2019-10-13T10:27:57.587" v="169" actId="1076"/>
          <ac:spMkLst>
            <pc:docMk/>
            <pc:sldMk cId="1630810243" sldId="496"/>
            <ac:spMk id="50" creationId="{8B977918-07C9-4594-96DD-5A75EC6CC0E2}"/>
          </ac:spMkLst>
        </pc:spChg>
        <pc:spChg chg="add mod">
          <ac:chgData name="Cristian Chilipirea" userId="34ab170da5908fc4" providerId="LiveId" clId="{DFE5141E-F98E-42EA-B1E4-556BAE62F36F}" dt="2019-10-13T10:27:57.587" v="169" actId="1076"/>
          <ac:spMkLst>
            <pc:docMk/>
            <pc:sldMk cId="1630810243" sldId="496"/>
            <ac:spMk id="51" creationId="{F138C0BD-9A95-4795-B772-17C0C2E0C13A}"/>
          </ac:spMkLst>
        </pc:spChg>
        <pc:spChg chg="add mod">
          <ac:chgData name="Cristian Chilipirea" userId="34ab170da5908fc4" providerId="LiveId" clId="{DFE5141E-F98E-42EA-B1E4-556BAE62F36F}" dt="2019-10-13T10:27:57.587" v="169" actId="1076"/>
          <ac:spMkLst>
            <pc:docMk/>
            <pc:sldMk cId="1630810243" sldId="496"/>
            <ac:spMk id="52" creationId="{0680E8E7-9AC8-48A8-9A12-09EB7C6B9930}"/>
          </ac:spMkLst>
        </pc:spChg>
        <pc:spChg chg="add mod">
          <ac:chgData name="Cristian Chilipirea" userId="34ab170da5908fc4" providerId="LiveId" clId="{DFE5141E-F98E-42EA-B1E4-556BAE62F36F}" dt="2019-10-13T10:27:57.587" v="169" actId="1076"/>
          <ac:spMkLst>
            <pc:docMk/>
            <pc:sldMk cId="1630810243" sldId="496"/>
            <ac:spMk id="53" creationId="{01C2C9D7-C557-4E96-8DFF-E6AB852DBCF2}"/>
          </ac:spMkLst>
        </pc:spChg>
        <pc:spChg chg="add mod">
          <ac:chgData name="Cristian Chilipirea" userId="34ab170da5908fc4" providerId="LiveId" clId="{DFE5141E-F98E-42EA-B1E4-556BAE62F36F}" dt="2019-10-13T10:27:57.587" v="169" actId="1076"/>
          <ac:spMkLst>
            <pc:docMk/>
            <pc:sldMk cId="1630810243" sldId="496"/>
            <ac:spMk id="54" creationId="{56EBC777-AF88-454C-9E9D-137AC3778D47}"/>
          </ac:spMkLst>
        </pc:spChg>
        <pc:spChg chg="add mod">
          <ac:chgData name="Cristian Chilipirea" userId="34ab170da5908fc4" providerId="LiveId" clId="{DFE5141E-F98E-42EA-B1E4-556BAE62F36F}" dt="2019-10-13T10:27:57.587" v="169" actId="1076"/>
          <ac:spMkLst>
            <pc:docMk/>
            <pc:sldMk cId="1630810243" sldId="496"/>
            <ac:spMk id="57" creationId="{61442EB3-19C8-4A25-8D22-AB369B810EE1}"/>
          </ac:spMkLst>
        </pc:spChg>
        <pc:spChg chg="add mod">
          <ac:chgData name="Cristian Chilipirea" userId="34ab170da5908fc4" providerId="LiveId" clId="{DFE5141E-F98E-42EA-B1E4-556BAE62F36F}" dt="2019-10-13T10:27:57.587" v="169" actId="1076"/>
          <ac:spMkLst>
            <pc:docMk/>
            <pc:sldMk cId="1630810243" sldId="496"/>
            <ac:spMk id="58" creationId="{010414FC-CA11-4BE1-9990-02285FCE9635}"/>
          </ac:spMkLst>
        </pc:spChg>
        <pc:spChg chg="add mod">
          <ac:chgData name="Cristian Chilipirea" userId="34ab170da5908fc4" providerId="LiveId" clId="{DFE5141E-F98E-42EA-B1E4-556BAE62F36F}" dt="2019-10-13T10:27:57.587" v="169" actId="1076"/>
          <ac:spMkLst>
            <pc:docMk/>
            <pc:sldMk cId="1630810243" sldId="496"/>
            <ac:spMk id="59" creationId="{5D47573D-F1DC-497F-9017-6E95489F7B9C}"/>
          </ac:spMkLst>
        </pc:spChg>
        <pc:spChg chg="add mod">
          <ac:chgData name="Cristian Chilipirea" userId="34ab170da5908fc4" providerId="LiveId" clId="{DFE5141E-F98E-42EA-B1E4-556BAE62F36F}" dt="2019-10-13T10:27:57.587" v="169" actId="1076"/>
          <ac:spMkLst>
            <pc:docMk/>
            <pc:sldMk cId="1630810243" sldId="496"/>
            <ac:spMk id="60" creationId="{79D21D68-303B-4DD4-8B35-FD6B3424E7C2}"/>
          </ac:spMkLst>
        </pc:spChg>
        <pc:spChg chg="add mod">
          <ac:chgData name="Cristian Chilipirea" userId="34ab170da5908fc4" providerId="LiveId" clId="{DFE5141E-F98E-42EA-B1E4-556BAE62F36F}" dt="2019-10-13T10:27:57.587" v="169" actId="1076"/>
          <ac:spMkLst>
            <pc:docMk/>
            <pc:sldMk cId="1630810243" sldId="496"/>
            <ac:spMk id="61" creationId="{F8B6824A-4F65-4C12-A31B-215620717D5E}"/>
          </ac:spMkLst>
        </pc:spChg>
        <pc:spChg chg="add mod">
          <ac:chgData name="Cristian Chilipirea" userId="34ab170da5908fc4" providerId="LiveId" clId="{DFE5141E-F98E-42EA-B1E4-556BAE62F36F}" dt="2019-10-13T10:27:57.587" v="169" actId="1076"/>
          <ac:spMkLst>
            <pc:docMk/>
            <pc:sldMk cId="1630810243" sldId="496"/>
            <ac:spMk id="62" creationId="{16CBFD29-7799-468F-A29E-DEEC9791712A}"/>
          </ac:spMkLst>
        </pc:spChg>
        <pc:spChg chg="add mod">
          <ac:chgData name="Cristian Chilipirea" userId="34ab170da5908fc4" providerId="LiveId" clId="{DFE5141E-F98E-42EA-B1E4-556BAE62F36F}" dt="2019-10-13T10:27:57.587" v="169" actId="1076"/>
          <ac:spMkLst>
            <pc:docMk/>
            <pc:sldMk cId="1630810243" sldId="496"/>
            <ac:spMk id="63" creationId="{42AB9806-92B6-40F6-AACC-485F90C87DDD}"/>
          </ac:spMkLst>
        </pc:spChg>
        <pc:cxnChg chg="add del">
          <ac:chgData name="Cristian Chilipirea" userId="34ab170da5908fc4" providerId="LiveId" clId="{DFE5141E-F98E-42EA-B1E4-556BAE62F36F}" dt="2019-10-13T10:27:54.360" v="167"/>
          <ac:cxnSpMkLst>
            <pc:docMk/>
            <pc:sldMk cId="1630810243" sldId="496"/>
            <ac:cxnSpMk id="5" creationId="{AC1CC48F-C9C6-452B-ACD5-65CD0A5FE5CD}"/>
          </ac:cxnSpMkLst>
        </pc:cxnChg>
        <pc:cxnChg chg="add del">
          <ac:chgData name="Cristian Chilipirea" userId="34ab170da5908fc4" providerId="LiveId" clId="{DFE5141E-F98E-42EA-B1E4-556BAE62F36F}" dt="2019-10-13T10:27:54.360" v="167"/>
          <ac:cxnSpMkLst>
            <pc:docMk/>
            <pc:sldMk cId="1630810243" sldId="496"/>
            <ac:cxnSpMk id="6" creationId="{EF585B67-CAF1-4DB0-9CC2-76B7ABFD283D}"/>
          </ac:cxnSpMkLst>
        </pc:cxnChg>
        <pc:cxnChg chg="add del">
          <ac:chgData name="Cristian Chilipirea" userId="34ab170da5908fc4" providerId="LiveId" clId="{DFE5141E-F98E-42EA-B1E4-556BAE62F36F}" dt="2019-10-13T10:27:54.360" v="167"/>
          <ac:cxnSpMkLst>
            <pc:docMk/>
            <pc:sldMk cId="1630810243" sldId="496"/>
            <ac:cxnSpMk id="7" creationId="{80220FB2-C384-45FD-8121-AB05991D0406}"/>
          </ac:cxnSpMkLst>
        </pc:cxnChg>
        <pc:cxnChg chg="add del">
          <ac:chgData name="Cristian Chilipirea" userId="34ab170da5908fc4" providerId="LiveId" clId="{DFE5141E-F98E-42EA-B1E4-556BAE62F36F}" dt="2019-10-13T10:27:54.360" v="167"/>
          <ac:cxnSpMkLst>
            <pc:docMk/>
            <pc:sldMk cId="1630810243" sldId="496"/>
            <ac:cxnSpMk id="8" creationId="{0B0BA812-84A9-45C7-980C-9A7EE8212551}"/>
          </ac:cxnSpMkLst>
        </pc:cxnChg>
        <pc:cxnChg chg="add del">
          <ac:chgData name="Cristian Chilipirea" userId="34ab170da5908fc4" providerId="LiveId" clId="{DFE5141E-F98E-42EA-B1E4-556BAE62F36F}" dt="2019-10-13T10:27:54.360" v="167"/>
          <ac:cxnSpMkLst>
            <pc:docMk/>
            <pc:sldMk cId="1630810243" sldId="496"/>
            <ac:cxnSpMk id="25" creationId="{509656D8-023A-43BE-926E-6D27FEB0EEF6}"/>
          </ac:cxnSpMkLst>
        </pc:cxnChg>
        <pc:cxnChg chg="add del">
          <ac:chgData name="Cristian Chilipirea" userId="34ab170da5908fc4" providerId="LiveId" clId="{DFE5141E-F98E-42EA-B1E4-556BAE62F36F}" dt="2019-10-13T10:27:54.360" v="167"/>
          <ac:cxnSpMkLst>
            <pc:docMk/>
            <pc:sldMk cId="1630810243" sldId="496"/>
            <ac:cxnSpMk id="26" creationId="{B3BE0307-D443-4C92-A744-D24B3AAE5F3A}"/>
          </ac:cxnSpMkLst>
        </pc:cxnChg>
        <pc:cxnChg chg="add mod">
          <ac:chgData name="Cristian Chilipirea" userId="34ab170da5908fc4" providerId="LiveId" clId="{DFE5141E-F98E-42EA-B1E4-556BAE62F36F}" dt="2019-10-13T10:27:57.587" v="169" actId="1076"/>
          <ac:cxnSpMkLst>
            <pc:docMk/>
            <pc:sldMk cId="1630810243" sldId="496"/>
            <ac:cxnSpMk id="35" creationId="{51162729-22EB-49F1-96ED-9E0BBC6E6735}"/>
          </ac:cxnSpMkLst>
        </pc:cxnChg>
        <pc:cxnChg chg="add mod">
          <ac:chgData name="Cristian Chilipirea" userId="34ab170da5908fc4" providerId="LiveId" clId="{DFE5141E-F98E-42EA-B1E4-556BAE62F36F}" dt="2019-10-13T10:27:57.587" v="169" actId="1076"/>
          <ac:cxnSpMkLst>
            <pc:docMk/>
            <pc:sldMk cId="1630810243" sldId="496"/>
            <ac:cxnSpMk id="36" creationId="{8CD6492F-3C60-4EB4-B83A-06AA06770AAE}"/>
          </ac:cxnSpMkLst>
        </pc:cxnChg>
        <pc:cxnChg chg="add mod">
          <ac:chgData name="Cristian Chilipirea" userId="34ab170da5908fc4" providerId="LiveId" clId="{DFE5141E-F98E-42EA-B1E4-556BAE62F36F}" dt="2019-10-13T10:27:57.587" v="169" actId="1076"/>
          <ac:cxnSpMkLst>
            <pc:docMk/>
            <pc:sldMk cId="1630810243" sldId="496"/>
            <ac:cxnSpMk id="37" creationId="{C74C354C-7CAB-4BBF-B94A-5D7994B1F22B}"/>
          </ac:cxnSpMkLst>
        </pc:cxnChg>
        <pc:cxnChg chg="add mod">
          <ac:chgData name="Cristian Chilipirea" userId="34ab170da5908fc4" providerId="LiveId" clId="{DFE5141E-F98E-42EA-B1E4-556BAE62F36F}" dt="2019-10-13T10:27:57.587" v="169" actId="1076"/>
          <ac:cxnSpMkLst>
            <pc:docMk/>
            <pc:sldMk cId="1630810243" sldId="496"/>
            <ac:cxnSpMk id="38" creationId="{9B53DAF8-4119-4D60-998C-F6EBBD4DC143}"/>
          </ac:cxnSpMkLst>
        </pc:cxnChg>
        <pc:cxnChg chg="add mod">
          <ac:chgData name="Cristian Chilipirea" userId="34ab170da5908fc4" providerId="LiveId" clId="{DFE5141E-F98E-42EA-B1E4-556BAE62F36F}" dt="2019-10-13T10:27:57.587" v="169" actId="1076"/>
          <ac:cxnSpMkLst>
            <pc:docMk/>
            <pc:sldMk cId="1630810243" sldId="496"/>
            <ac:cxnSpMk id="55" creationId="{2B5C6F80-E0FB-4560-8FD5-1E78031C694D}"/>
          </ac:cxnSpMkLst>
        </pc:cxnChg>
        <pc:cxnChg chg="add mod">
          <ac:chgData name="Cristian Chilipirea" userId="34ab170da5908fc4" providerId="LiveId" clId="{DFE5141E-F98E-42EA-B1E4-556BAE62F36F}" dt="2019-10-13T10:27:57.587" v="169" actId="1076"/>
          <ac:cxnSpMkLst>
            <pc:docMk/>
            <pc:sldMk cId="1630810243" sldId="496"/>
            <ac:cxnSpMk id="56" creationId="{34E0BAC3-8860-4922-B076-0D416448B6A3}"/>
          </ac:cxnSpMkLst>
        </pc:cxnChg>
      </pc:sldChg>
      <pc:sldChg chg="del">
        <pc:chgData name="Cristian Chilipirea" userId="34ab170da5908fc4" providerId="LiveId" clId="{DFE5141E-F98E-42EA-B1E4-556BAE62F36F}" dt="2019-10-13T10:23:38.874" v="10" actId="2696"/>
        <pc:sldMkLst>
          <pc:docMk/>
          <pc:sldMk cId="3066028781" sldId="496"/>
        </pc:sldMkLst>
      </pc:sldChg>
      <pc:sldChg chg="addSp delSp modSp add">
        <pc:chgData name="Cristian Chilipirea" userId="34ab170da5908fc4" providerId="LiveId" clId="{DFE5141E-F98E-42EA-B1E4-556BAE62F36F}" dt="2019-10-13T10:28:13.933" v="176" actId="1076"/>
        <pc:sldMkLst>
          <pc:docMk/>
          <pc:sldMk cId="1486881486" sldId="497"/>
        </pc:sldMkLst>
        <pc:spChg chg="mod">
          <ac:chgData name="Cristian Chilipirea" userId="34ab170da5908fc4" providerId="LiveId" clId="{DFE5141E-F98E-42EA-B1E4-556BAE62F36F}" dt="2019-10-13T10:28:04.454" v="171"/>
          <ac:spMkLst>
            <pc:docMk/>
            <pc:sldMk cId="1486881486" sldId="497"/>
            <ac:spMk id="2" creationId="{5E45A31C-A474-4240-9371-97BAC45AE045}"/>
          </ac:spMkLst>
        </pc:spChg>
        <pc:spChg chg="del">
          <ac:chgData name="Cristian Chilipirea" userId="34ab170da5908fc4" providerId="LiveId" clId="{DFE5141E-F98E-42EA-B1E4-556BAE62F36F}" dt="2019-10-13T10:28:07.215" v="172" actId="478"/>
          <ac:spMkLst>
            <pc:docMk/>
            <pc:sldMk cId="1486881486" sldId="497"/>
            <ac:spMk id="3" creationId="{5CE3FC33-CB00-49A2-84CD-3913E0694A31}"/>
          </ac:spMkLst>
        </pc:spChg>
        <pc:spChg chg="add del">
          <ac:chgData name="Cristian Chilipirea" userId="34ab170da5908fc4" providerId="LiveId" clId="{DFE5141E-F98E-42EA-B1E4-556BAE62F36F}" dt="2019-10-13T10:28:12.276" v="174"/>
          <ac:spMkLst>
            <pc:docMk/>
            <pc:sldMk cId="1486881486" sldId="497"/>
            <ac:spMk id="4" creationId="{90B8FC75-0EEA-43A6-900F-741A68473684}"/>
          </ac:spMkLst>
        </pc:spChg>
        <pc:spChg chg="add mod">
          <ac:chgData name="Cristian Chilipirea" userId="34ab170da5908fc4" providerId="LiveId" clId="{DFE5141E-F98E-42EA-B1E4-556BAE62F36F}" dt="2019-10-13T10:28:13.933" v="176" actId="1076"/>
          <ac:spMkLst>
            <pc:docMk/>
            <pc:sldMk cId="1486881486" sldId="497"/>
            <ac:spMk id="5" creationId="{8E030392-B8BC-43AA-9347-0E6C00B5A612}"/>
          </ac:spMkLst>
        </pc:spChg>
      </pc:sldChg>
      <pc:sldChg chg="del">
        <pc:chgData name="Cristian Chilipirea" userId="34ab170da5908fc4" providerId="LiveId" clId="{DFE5141E-F98E-42EA-B1E4-556BAE62F36F}" dt="2019-10-13T10:23:38.886" v="11" actId="2696"/>
        <pc:sldMkLst>
          <pc:docMk/>
          <pc:sldMk cId="4098173307" sldId="497"/>
        </pc:sldMkLst>
      </pc:sldChg>
      <pc:sldChg chg="addSp delSp modSp add">
        <pc:chgData name="Cristian Chilipirea" userId="34ab170da5908fc4" providerId="LiveId" clId="{DFE5141E-F98E-42EA-B1E4-556BAE62F36F}" dt="2019-10-13T10:28:34.022" v="186"/>
        <pc:sldMkLst>
          <pc:docMk/>
          <pc:sldMk cId="2629326266" sldId="498"/>
        </pc:sldMkLst>
        <pc:spChg chg="mod">
          <ac:chgData name="Cristian Chilipirea" userId="34ab170da5908fc4" providerId="LiveId" clId="{DFE5141E-F98E-42EA-B1E4-556BAE62F36F}" dt="2019-10-13T10:28:20.119" v="178"/>
          <ac:spMkLst>
            <pc:docMk/>
            <pc:sldMk cId="2629326266" sldId="498"/>
            <ac:spMk id="2" creationId="{AAE7123C-11DF-42DA-AEA7-FAFFFB1A29D4}"/>
          </ac:spMkLst>
        </pc:spChg>
        <pc:spChg chg="del">
          <ac:chgData name="Cristian Chilipirea" userId="34ab170da5908fc4" providerId="LiveId" clId="{DFE5141E-F98E-42EA-B1E4-556BAE62F36F}" dt="2019-10-13T10:28:23.182" v="179" actId="478"/>
          <ac:spMkLst>
            <pc:docMk/>
            <pc:sldMk cId="2629326266" sldId="498"/>
            <ac:spMk id="3" creationId="{1A0D2660-9E09-4EF0-83A2-13B457ED09B2}"/>
          </ac:spMkLst>
        </pc:spChg>
        <pc:spChg chg="add del">
          <ac:chgData name="Cristian Chilipirea" userId="34ab170da5908fc4" providerId="LiveId" clId="{DFE5141E-F98E-42EA-B1E4-556BAE62F36F}" dt="2019-10-13T10:28:29.231" v="181"/>
          <ac:spMkLst>
            <pc:docMk/>
            <pc:sldMk cId="2629326266" sldId="498"/>
            <ac:spMk id="4" creationId="{9A23F952-28B9-4967-A00C-D04DD90819F6}"/>
          </ac:spMkLst>
        </pc:spChg>
        <pc:spChg chg="add del">
          <ac:chgData name="Cristian Chilipirea" userId="34ab170da5908fc4" providerId="LiveId" clId="{DFE5141E-F98E-42EA-B1E4-556BAE62F36F}" dt="2019-10-13T10:28:34.016" v="185"/>
          <ac:spMkLst>
            <pc:docMk/>
            <pc:sldMk cId="2629326266" sldId="498"/>
            <ac:spMk id="5" creationId="{C3BE2D1F-6207-4DA0-A3FD-558E9FD4D037}"/>
          </ac:spMkLst>
        </pc:spChg>
        <pc:spChg chg="add del">
          <ac:chgData name="Cristian Chilipirea" userId="34ab170da5908fc4" providerId="LiveId" clId="{DFE5141E-F98E-42EA-B1E4-556BAE62F36F}" dt="2019-10-13T10:28:34.016" v="185"/>
          <ac:spMkLst>
            <pc:docMk/>
            <pc:sldMk cId="2629326266" sldId="498"/>
            <ac:spMk id="6" creationId="{026EF972-B920-457E-8BC6-557CF3B563C6}"/>
          </ac:spMkLst>
        </pc:spChg>
        <pc:spChg chg="add del">
          <ac:chgData name="Cristian Chilipirea" userId="34ab170da5908fc4" providerId="LiveId" clId="{DFE5141E-F98E-42EA-B1E4-556BAE62F36F}" dt="2019-10-13T10:28:34.016" v="185"/>
          <ac:spMkLst>
            <pc:docMk/>
            <pc:sldMk cId="2629326266" sldId="498"/>
            <ac:spMk id="7" creationId="{C0242D7E-8062-4CAD-9252-9E7BE8297B7B}"/>
          </ac:spMkLst>
        </pc:spChg>
        <pc:spChg chg="add del">
          <ac:chgData name="Cristian Chilipirea" userId="34ab170da5908fc4" providerId="LiveId" clId="{DFE5141E-F98E-42EA-B1E4-556BAE62F36F}" dt="2019-10-13T10:28:34.016" v="185"/>
          <ac:spMkLst>
            <pc:docMk/>
            <pc:sldMk cId="2629326266" sldId="498"/>
            <ac:spMk id="8" creationId="{950DDD88-7FBA-47FB-B26C-9BFAA0A20F09}"/>
          </ac:spMkLst>
        </pc:spChg>
        <pc:spChg chg="add del">
          <ac:chgData name="Cristian Chilipirea" userId="34ab170da5908fc4" providerId="LiveId" clId="{DFE5141E-F98E-42EA-B1E4-556BAE62F36F}" dt="2019-10-13T10:28:34.016" v="185"/>
          <ac:spMkLst>
            <pc:docMk/>
            <pc:sldMk cId="2629326266" sldId="498"/>
            <ac:spMk id="9" creationId="{B83415F3-F76A-4781-8E55-D68FF5CEE2FC}"/>
          </ac:spMkLst>
        </pc:spChg>
        <pc:spChg chg="add del">
          <ac:chgData name="Cristian Chilipirea" userId="34ab170da5908fc4" providerId="LiveId" clId="{DFE5141E-F98E-42EA-B1E4-556BAE62F36F}" dt="2019-10-13T10:28:34.016" v="185"/>
          <ac:spMkLst>
            <pc:docMk/>
            <pc:sldMk cId="2629326266" sldId="498"/>
            <ac:spMk id="10" creationId="{5FBD0887-59F3-41AD-9522-34E9A2500691}"/>
          </ac:spMkLst>
        </pc:spChg>
        <pc:spChg chg="add del">
          <ac:chgData name="Cristian Chilipirea" userId="34ab170da5908fc4" providerId="LiveId" clId="{DFE5141E-F98E-42EA-B1E4-556BAE62F36F}" dt="2019-10-13T10:28:34.016" v="185"/>
          <ac:spMkLst>
            <pc:docMk/>
            <pc:sldMk cId="2629326266" sldId="498"/>
            <ac:spMk id="11" creationId="{74578CE7-001D-4B64-A924-17A24916A8ED}"/>
          </ac:spMkLst>
        </pc:spChg>
        <pc:spChg chg="add del">
          <ac:chgData name="Cristian Chilipirea" userId="34ab170da5908fc4" providerId="LiveId" clId="{DFE5141E-F98E-42EA-B1E4-556BAE62F36F}" dt="2019-10-13T10:28:34.016" v="185"/>
          <ac:spMkLst>
            <pc:docMk/>
            <pc:sldMk cId="2629326266" sldId="498"/>
            <ac:spMk id="16" creationId="{A6BACB83-C4D6-462C-93ED-8C73E5DAB045}"/>
          </ac:spMkLst>
        </pc:spChg>
        <pc:spChg chg="add">
          <ac:chgData name="Cristian Chilipirea" userId="34ab170da5908fc4" providerId="LiveId" clId="{DFE5141E-F98E-42EA-B1E4-556BAE62F36F}" dt="2019-10-13T10:28:34.022" v="186"/>
          <ac:spMkLst>
            <pc:docMk/>
            <pc:sldMk cId="2629326266" sldId="498"/>
            <ac:spMk id="18" creationId="{3DA3394C-688E-4318-B9F8-C65F3259968A}"/>
          </ac:spMkLst>
        </pc:spChg>
        <pc:spChg chg="add">
          <ac:chgData name="Cristian Chilipirea" userId="34ab170da5908fc4" providerId="LiveId" clId="{DFE5141E-F98E-42EA-B1E4-556BAE62F36F}" dt="2019-10-13T10:28:34.022" v="186"/>
          <ac:spMkLst>
            <pc:docMk/>
            <pc:sldMk cId="2629326266" sldId="498"/>
            <ac:spMk id="19" creationId="{EC91FB91-E04B-4B7E-9759-6F45FD65ACD9}"/>
          </ac:spMkLst>
        </pc:spChg>
        <pc:spChg chg="add">
          <ac:chgData name="Cristian Chilipirea" userId="34ab170da5908fc4" providerId="LiveId" clId="{DFE5141E-F98E-42EA-B1E4-556BAE62F36F}" dt="2019-10-13T10:28:34.022" v="186"/>
          <ac:spMkLst>
            <pc:docMk/>
            <pc:sldMk cId="2629326266" sldId="498"/>
            <ac:spMk id="20" creationId="{14C8C1E9-A28C-466A-B1C1-7201750D8E1C}"/>
          </ac:spMkLst>
        </pc:spChg>
        <pc:spChg chg="add">
          <ac:chgData name="Cristian Chilipirea" userId="34ab170da5908fc4" providerId="LiveId" clId="{DFE5141E-F98E-42EA-B1E4-556BAE62F36F}" dt="2019-10-13T10:28:34.022" v="186"/>
          <ac:spMkLst>
            <pc:docMk/>
            <pc:sldMk cId="2629326266" sldId="498"/>
            <ac:spMk id="21" creationId="{18CCA0C5-60AF-4C04-8E01-6DD1D7B997C1}"/>
          </ac:spMkLst>
        </pc:spChg>
        <pc:spChg chg="add">
          <ac:chgData name="Cristian Chilipirea" userId="34ab170da5908fc4" providerId="LiveId" clId="{DFE5141E-F98E-42EA-B1E4-556BAE62F36F}" dt="2019-10-13T10:28:34.022" v="186"/>
          <ac:spMkLst>
            <pc:docMk/>
            <pc:sldMk cId="2629326266" sldId="498"/>
            <ac:spMk id="22" creationId="{5E71B793-CA60-49E1-AF0D-0EE1423AD68D}"/>
          </ac:spMkLst>
        </pc:spChg>
        <pc:spChg chg="add">
          <ac:chgData name="Cristian Chilipirea" userId="34ab170da5908fc4" providerId="LiveId" clId="{DFE5141E-F98E-42EA-B1E4-556BAE62F36F}" dt="2019-10-13T10:28:34.022" v="186"/>
          <ac:spMkLst>
            <pc:docMk/>
            <pc:sldMk cId="2629326266" sldId="498"/>
            <ac:spMk id="23" creationId="{D5500221-9C88-452D-B8F1-3084A722094B}"/>
          </ac:spMkLst>
        </pc:spChg>
        <pc:spChg chg="add">
          <ac:chgData name="Cristian Chilipirea" userId="34ab170da5908fc4" providerId="LiveId" clId="{DFE5141E-F98E-42EA-B1E4-556BAE62F36F}" dt="2019-10-13T10:28:34.022" v="186"/>
          <ac:spMkLst>
            <pc:docMk/>
            <pc:sldMk cId="2629326266" sldId="498"/>
            <ac:spMk id="24" creationId="{68BCAE92-F490-4F61-A122-59E4DC6BEAF3}"/>
          </ac:spMkLst>
        </pc:spChg>
        <pc:spChg chg="add">
          <ac:chgData name="Cristian Chilipirea" userId="34ab170da5908fc4" providerId="LiveId" clId="{DFE5141E-F98E-42EA-B1E4-556BAE62F36F}" dt="2019-10-13T10:28:34.022" v="186"/>
          <ac:spMkLst>
            <pc:docMk/>
            <pc:sldMk cId="2629326266" sldId="498"/>
            <ac:spMk id="29" creationId="{88D4E187-6B9B-4169-A3B8-0D4AEDEC7927}"/>
          </ac:spMkLst>
        </pc:spChg>
        <pc:cxnChg chg="add del">
          <ac:chgData name="Cristian Chilipirea" userId="34ab170da5908fc4" providerId="LiveId" clId="{DFE5141E-F98E-42EA-B1E4-556BAE62F36F}" dt="2019-10-13T10:28:34.016" v="185"/>
          <ac:cxnSpMkLst>
            <pc:docMk/>
            <pc:sldMk cId="2629326266" sldId="498"/>
            <ac:cxnSpMk id="12" creationId="{15ABC223-EB82-45AE-8E19-8AE08B4B5131}"/>
          </ac:cxnSpMkLst>
        </pc:cxnChg>
        <pc:cxnChg chg="add del">
          <ac:chgData name="Cristian Chilipirea" userId="34ab170da5908fc4" providerId="LiveId" clId="{DFE5141E-F98E-42EA-B1E4-556BAE62F36F}" dt="2019-10-13T10:28:34.016" v="185"/>
          <ac:cxnSpMkLst>
            <pc:docMk/>
            <pc:sldMk cId="2629326266" sldId="498"/>
            <ac:cxnSpMk id="13" creationId="{56E9CEFB-6ADC-4141-B28C-DA467E6C6B05}"/>
          </ac:cxnSpMkLst>
        </pc:cxnChg>
        <pc:cxnChg chg="add del">
          <ac:chgData name="Cristian Chilipirea" userId="34ab170da5908fc4" providerId="LiveId" clId="{DFE5141E-F98E-42EA-B1E4-556BAE62F36F}" dt="2019-10-13T10:28:34.016" v="185"/>
          <ac:cxnSpMkLst>
            <pc:docMk/>
            <pc:sldMk cId="2629326266" sldId="498"/>
            <ac:cxnSpMk id="14" creationId="{606F354D-8F56-4985-9039-A1133D520E76}"/>
          </ac:cxnSpMkLst>
        </pc:cxnChg>
        <pc:cxnChg chg="add del">
          <ac:chgData name="Cristian Chilipirea" userId="34ab170da5908fc4" providerId="LiveId" clId="{DFE5141E-F98E-42EA-B1E4-556BAE62F36F}" dt="2019-10-13T10:28:34.016" v="185"/>
          <ac:cxnSpMkLst>
            <pc:docMk/>
            <pc:sldMk cId="2629326266" sldId="498"/>
            <ac:cxnSpMk id="15" creationId="{3C05CBC9-D0FD-46BD-BB40-1FB935E0430A}"/>
          </ac:cxnSpMkLst>
        </pc:cxnChg>
        <pc:cxnChg chg="add del">
          <ac:chgData name="Cristian Chilipirea" userId="34ab170da5908fc4" providerId="LiveId" clId="{DFE5141E-F98E-42EA-B1E4-556BAE62F36F}" dt="2019-10-13T10:28:34.016" v="185"/>
          <ac:cxnSpMkLst>
            <pc:docMk/>
            <pc:sldMk cId="2629326266" sldId="498"/>
            <ac:cxnSpMk id="17" creationId="{B20F90A5-EDEB-4A2B-8AB0-1BA954354FA1}"/>
          </ac:cxnSpMkLst>
        </pc:cxnChg>
        <pc:cxnChg chg="add">
          <ac:chgData name="Cristian Chilipirea" userId="34ab170da5908fc4" providerId="LiveId" clId="{DFE5141E-F98E-42EA-B1E4-556BAE62F36F}" dt="2019-10-13T10:28:34.022" v="186"/>
          <ac:cxnSpMkLst>
            <pc:docMk/>
            <pc:sldMk cId="2629326266" sldId="498"/>
            <ac:cxnSpMk id="25" creationId="{8B517026-36A6-4309-B11B-B8DC2BB8ED10}"/>
          </ac:cxnSpMkLst>
        </pc:cxnChg>
        <pc:cxnChg chg="add">
          <ac:chgData name="Cristian Chilipirea" userId="34ab170da5908fc4" providerId="LiveId" clId="{DFE5141E-F98E-42EA-B1E4-556BAE62F36F}" dt="2019-10-13T10:28:34.022" v="186"/>
          <ac:cxnSpMkLst>
            <pc:docMk/>
            <pc:sldMk cId="2629326266" sldId="498"/>
            <ac:cxnSpMk id="26" creationId="{DE4EE115-0E8F-43E6-AA3D-18DEE4CF1616}"/>
          </ac:cxnSpMkLst>
        </pc:cxnChg>
        <pc:cxnChg chg="add">
          <ac:chgData name="Cristian Chilipirea" userId="34ab170da5908fc4" providerId="LiveId" clId="{DFE5141E-F98E-42EA-B1E4-556BAE62F36F}" dt="2019-10-13T10:28:34.022" v="186"/>
          <ac:cxnSpMkLst>
            <pc:docMk/>
            <pc:sldMk cId="2629326266" sldId="498"/>
            <ac:cxnSpMk id="27" creationId="{ECF0CB4E-93CF-4E95-811C-C042810A3B2A}"/>
          </ac:cxnSpMkLst>
        </pc:cxnChg>
        <pc:cxnChg chg="add">
          <ac:chgData name="Cristian Chilipirea" userId="34ab170da5908fc4" providerId="LiveId" clId="{DFE5141E-F98E-42EA-B1E4-556BAE62F36F}" dt="2019-10-13T10:28:34.022" v="186"/>
          <ac:cxnSpMkLst>
            <pc:docMk/>
            <pc:sldMk cId="2629326266" sldId="498"/>
            <ac:cxnSpMk id="28" creationId="{7D33E52F-E501-4286-8042-692B1C7B332C}"/>
          </ac:cxnSpMkLst>
        </pc:cxnChg>
        <pc:cxnChg chg="add">
          <ac:chgData name="Cristian Chilipirea" userId="34ab170da5908fc4" providerId="LiveId" clId="{DFE5141E-F98E-42EA-B1E4-556BAE62F36F}" dt="2019-10-13T10:28:34.022" v="186"/>
          <ac:cxnSpMkLst>
            <pc:docMk/>
            <pc:sldMk cId="2629326266" sldId="498"/>
            <ac:cxnSpMk id="30" creationId="{E0EAE269-313C-44C8-84C9-0450E9B9AA92}"/>
          </ac:cxnSpMkLst>
        </pc:cxnChg>
      </pc:sldChg>
      <pc:sldChg chg="del">
        <pc:chgData name="Cristian Chilipirea" userId="34ab170da5908fc4" providerId="LiveId" clId="{DFE5141E-F98E-42EA-B1E4-556BAE62F36F}" dt="2019-10-13T10:23:38.962" v="12" actId="2696"/>
        <pc:sldMkLst>
          <pc:docMk/>
          <pc:sldMk cId="4024201569" sldId="498"/>
        </pc:sldMkLst>
      </pc:sldChg>
      <pc:sldChg chg="del">
        <pc:chgData name="Cristian Chilipirea" userId="34ab170da5908fc4" providerId="LiveId" clId="{DFE5141E-F98E-42EA-B1E4-556BAE62F36F}" dt="2019-10-13T10:23:38.988" v="13" actId="2696"/>
        <pc:sldMkLst>
          <pc:docMk/>
          <pc:sldMk cId="842792041" sldId="499"/>
        </pc:sldMkLst>
      </pc:sldChg>
      <pc:sldChg chg="addSp delSp modSp add">
        <pc:chgData name="Cristian Chilipirea" userId="34ab170da5908fc4" providerId="LiveId" clId="{DFE5141E-F98E-42EA-B1E4-556BAE62F36F}" dt="2019-10-13T10:28:49.159" v="193" actId="1076"/>
        <pc:sldMkLst>
          <pc:docMk/>
          <pc:sldMk cId="1164803092" sldId="499"/>
        </pc:sldMkLst>
        <pc:spChg chg="mod">
          <ac:chgData name="Cristian Chilipirea" userId="34ab170da5908fc4" providerId="LiveId" clId="{DFE5141E-F98E-42EA-B1E4-556BAE62F36F}" dt="2019-10-13T10:28:39.727" v="188"/>
          <ac:spMkLst>
            <pc:docMk/>
            <pc:sldMk cId="1164803092" sldId="499"/>
            <ac:spMk id="2" creationId="{F1FD68AE-A817-4099-B941-E37A89ABA0F5}"/>
          </ac:spMkLst>
        </pc:spChg>
        <pc:spChg chg="del">
          <ac:chgData name="Cristian Chilipirea" userId="34ab170da5908fc4" providerId="LiveId" clId="{DFE5141E-F98E-42EA-B1E4-556BAE62F36F}" dt="2019-10-13T10:28:41.975" v="189" actId="478"/>
          <ac:spMkLst>
            <pc:docMk/>
            <pc:sldMk cId="1164803092" sldId="499"/>
            <ac:spMk id="3" creationId="{208A82EC-AA62-4E37-B6AC-602EA85CB754}"/>
          </ac:spMkLst>
        </pc:spChg>
        <pc:spChg chg="add del">
          <ac:chgData name="Cristian Chilipirea" userId="34ab170da5908fc4" providerId="LiveId" clId="{DFE5141E-F98E-42EA-B1E4-556BAE62F36F}" dt="2019-10-13T10:28:46.791" v="191"/>
          <ac:spMkLst>
            <pc:docMk/>
            <pc:sldMk cId="1164803092" sldId="499"/>
            <ac:spMk id="4" creationId="{7BF342C7-CFFE-469B-B225-03578E0CC067}"/>
          </ac:spMkLst>
        </pc:spChg>
        <pc:spChg chg="add mod">
          <ac:chgData name="Cristian Chilipirea" userId="34ab170da5908fc4" providerId="LiveId" clId="{DFE5141E-F98E-42EA-B1E4-556BAE62F36F}" dt="2019-10-13T10:28:49.159" v="193" actId="1076"/>
          <ac:spMkLst>
            <pc:docMk/>
            <pc:sldMk cId="1164803092" sldId="499"/>
            <ac:spMk id="5" creationId="{31AD5518-DE2B-42A6-8512-4B99CBD803D6}"/>
          </ac:spMkLst>
        </pc:spChg>
      </pc:sldChg>
      <pc:sldChg chg="del">
        <pc:chgData name="Cristian Chilipirea" userId="34ab170da5908fc4" providerId="LiveId" clId="{DFE5141E-F98E-42EA-B1E4-556BAE62F36F}" dt="2019-10-13T10:23:39.019" v="14" actId="2696"/>
        <pc:sldMkLst>
          <pc:docMk/>
          <pc:sldMk cId="2705758714" sldId="500"/>
        </pc:sldMkLst>
      </pc:sldChg>
      <pc:sldChg chg="addSp delSp modSp add">
        <pc:chgData name="Cristian Chilipirea" userId="34ab170da5908fc4" providerId="LiveId" clId="{DFE5141E-F98E-42EA-B1E4-556BAE62F36F}" dt="2019-10-13T10:29:20.194" v="207" actId="1076"/>
        <pc:sldMkLst>
          <pc:docMk/>
          <pc:sldMk cId="3143592503" sldId="500"/>
        </pc:sldMkLst>
        <pc:spChg chg="mod">
          <ac:chgData name="Cristian Chilipirea" userId="34ab170da5908fc4" providerId="LiveId" clId="{DFE5141E-F98E-42EA-B1E4-556BAE62F36F}" dt="2019-10-13T10:29:20.194" v="207" actId="1076"/>
          <ac:spMkLst>
            <pc:docMk/>
            <pc:sldMk cId="3143592503" sldId="500"/>
            <ac:spMk id="2" creationId="{43FF6C61-7850-4A31-91F3-4708EA2852A2}"/>
          </ac:spMkLst>
        </pc:spChg>
        <pc:spChg chg="del">
          <ac:chgData name="Cristian Chilipirea" userId="34ab170da5908fc4" providerId="LiveId" clId="{DFE5141E-F98E-42EA-B1E4-556BAE62F36F}" dt="2019-10-13T10:28:57.719" v="196" actId="478"/>
          <ac:spMkLst>
            <pc:docMk/>
            <pc:sldMk cId="3143592503" sldId="500"/>
            <ac:spMk id="3" creationId="{FEEED583-3489-43EE-A27E-DF45B95A2E49}"/>
          </ac:spMkLst>
        </pc:spChg>
        <pc:spChg chg="add del">
          <ac:chgData name="Cristian Chilipirea" userId="34ab170da5908fc4" providerId="LiveId" clId="{DFE5141E-F98E-42EA-B1E4-556BAE62F36F}" dt="2019-10-13T10:29:03.364" v="198"/>
          <ac:spMkLst>
            <pc:docMk/>
            <pc:sldMk cId="3143592503" sldId="500"/>
            <ac:spMk id="4" creationId="{1B6563F1-4461-455C-BE0B-E3466925661D}"/>
          </ac:spMkLst>
        </pc:spChg>
        <pc:spChg chg="add del mod">
          <ac:chgData name="Cristian Chilipirea" userId="34ab170da5908fc4" providerId="LiveId" clId="{DFE5141E-F98E-42EA-B1E4-556BAE62F36F}" dt="2019-10-13T10:29:07.707" v="202"/>
          <ac:spMkLst>
            <pc:docMk/>
            <pc:sldMk cId="3143592503" sldId="500"/>
            <ac:spMk id="5" creationId="{CF21F983-FAFD-404C-BCBE-A54D6209CBCA}"/>
          </ac:spMkLst>
        </pc:spChg>
        <pc:spChg chg="add del">
          <ac:chgData name="Cristian Chilipirea" userId="34ab170da5908fc4" providerId="LiveId" clId="{DFE5141E-F98E-42EA-B1E4-556BAE62F36F}" dt="2019-10-13T10:29:12.639" v="204"/>
          <ac:spMkLst>
            <pc:docMk/>
            <pc:sldMk cId="3143592503" sldId="500"/>
            <ac:spMk id="6" creationId="{BA86191D-723A-44FB-A675-C2E5474BF7BD}"/>
          </ac:spMkLst>
        </pc:spChg>
        <pc:spChg chg="add mod">
          <ac:chgData name="Cristian Chilipirea" userId="34ab170da5908fc4" providerId="LiveId" clId="{DFE5141E-F98E-42EA-B1E4-556BAE62F36F}" dt="2019-10-13T10:29:17.366" v="206" actId="1076"/>
          <ac:spMkLst>
            <pc:docMk/>
            <pc:sldMk cId="3143592503" sldId="500"/>
            <ac:spMk id="7" creationId="{B6B324EB-EE9C-497C-A362-434FF6020CC2}"/>
          </ac:spMkLst>
        </pc:spChg>
      </pc:sldChg>
      <pc:sldChg chg="addSp delSp modSp add">
        <pc:chgData name="Cristian Chilipirea" userId="34ab170da5908fc4" providerId="LiveId" clId="{DFE5141E-F98E-42EA-B1E4-556BAE62F36F}" dt="2019-10-13T10:29:35.974" v="214" actId="1076"/>
        <pc:sldMkLst>
          <pc:docMk/>
          <pc:sldMk cId="323294095" sldId="501"/>
        </pc:sldMkLst>
        <pc:spChg chg="mod">
          <ac:chgData name="Cristian Chilipirea" userId="34ab170da5908fc4" providerId="LiveId" clId="{DFE5141E-F98E-42EA-B1E4-556BAE62F36F}" dt="2019-10-13T10:29:27.393" v="209"/>
          <ac:spMkLst>
            <pc:docMk/>
            <pc:sldMk cId="323294095" sldId="501"/>
            <ac:spMk id="2" creationId="{FCA28799-9726-4F8D-A547-BB3440B38A81}"/>
          </ac:spMkLst>
        </pc:spChg>
        <pc:spChg chg="del">
          <ac:chgData name="Cristian Chilipirea" userId="34ab170da5908fc4" providerId="LiveId" clId="{DFE5141E-F98E-42EA-B1E4-556BAE62F36F}" dt="2019-10-13T10:29:29.131" v="210" actId="478"/>
          <ac:spMkLst>
            <pc:docMk/>
            <pc:sldMk cId="323294095" sldId="501"/>
            <ac:spMk id="3" creationId="{1168FD15-559F-4EA7-8EE9-C6F0BCB711AD}"/>
          </ac:spMkLst>
        </pc:spChg>
        <pc:spChg chg="add del">
          <ac:chgData name="Cristian Chilipirea" userId="34ab170da5908fc4" providerId="LiveId" clId="{DFE5141E-F98E-42EA-B1E4-556BAE62F36F}" dt="2019-10-13T10:29:34.249" v="212"/>
          <ac:spMkLst>
            <pc:docMk/>
            <pc:sldMk cId="323294095" sldId="501"/>
            <ac:spMk id="4" creationId="{1E5B8B1B-3A10-4EE0-BD33-B2C292BE72E0}"/>
          </ac:spMkLst>
        </pc:spChg>
        <pc:spChg chg="add mod">
          <ac:chgData name="Cristian Chilipirea" userId="34ab170da5908fc4" providerId="LiveId" clId="{DFE5141E-F98E-42EA-B1E4-556BAE62F36F}" dt="2019-10-13T10:29:35.974" v="214" actId="1076"/>
          <ac:spMkLst>
            <pc:docMk/>
            <pc:sldMk cId="323294095" sldId="501"/>
            <ac:spMk id="38" creationId="{E5846FDE-FF80-42B2-8ADF-F5AFE4D8F5B3}"/>
          </ac:spMkLst>
        </pc:spChg>
        <pc:grpChg chg="add del">
          <ac:chgData name="Cristian Chilipirea" userId="34ab170da5908fc4" providerId="LiveId" clId="{DFE5141E-F98E-42EA-B1E4-556BAE62F36F}" dt="2019-10-13T10:29:34.249" v="212"/>
          <ac:grpSpMkLst>
            <pc:docMk/>
            <pc:sldMk cId="323294095" sldId="501"/>
            <ac:grpSpMk id="5" creationId="{1F6A18E7-0706-44D6-BD64-FC388715F2C2}"/>
          </ac:grpSpMkLst>
        </pc:grpChg>
        <pc:grpChg chg="add mod">
          <ac:chgData name="Cristian Chilipirea" userId="34ab170da5908fc4" providerId="LiveId" clId="{DFE5141E-F98E-42EA-B1E4-556BAE62F36F}" dt="2019-10-13T10:29:35.974" v="214" actId="1076"/>
          <ac:grpSpMkLst>
            <pc:docMk/>
            <pc:sldMk cId="323294095" sldId="501"/>
            <ac:grpSpMk id="39" creationId="{F1D507AB-C17C-4181-A1A3-C8983592C378}"/>
          </ac:grpSpMkLst>
        </pc:grpChg>
        <pc:grpChg chg="mod">
          <ac:chgData name="Cristian Chilipirea" userId="34ab170da5908fc4" providerId="LiveId" clId="{DFE5141E-F98E-42EA-B1E4-556BAE62F36F}" dt="2019-10-13T10:29:35.974" v="214" actId="1076"/>
          <ac:grpSpMkLst>
            <pc:docMk/>
            <pc:sldMk cId="323294095" sldId="501"/>
            <ac:grpSpMk id="40" creationId="{82B0D872-69DF-4936-ABDB-B80C1C6B296A}"/>
          </ac:grpSpMkLst>
        </pc:grpChg>
      </pc:sldChg>
      <pc:sldChg chg="del">
        <pc:chgData name="Cristian Chilipirea" userId="34ab170da5908fc4" providerId="LiveId" clId="{DFE5141E-F98E-42EA-B1E4-556BAE62F36F}" dt="2019-10-13T10:23:39.031" v="15" actId="2696"/>
        <pc:sldMkLst>
          <pc:docMk/>
          <pc:sldMk cId="3947385770" sldId="501"/>
        </pc:sldMkLst>
      </pc:sldChg>
      <pc:sldChg chg="addSp delSp modSp add">
        <pc:chgData name="Cristian Chilipirea" userId="34ab170da5908fc4" providerId="LiveId" clId="{DFE5141E-F98E-42EA-B1E4-556BAE62F36F}" dt="2019-10-13T10:29:50.840" v="221" actId="1076"/>
        <pc:sldMkLst>
          <pc:docMk/>
          <pc:sldMk cId="920455380" sldId="502"/>
        </pc:sldMkLst>
        <pc:spChg chg="mod">
          <ac:chgData name="Cristian Chilipirea" userId="34ab170da5908fc4" providerId="LiveId" clId="{DFE5141E-F98E-42EA-B1E4-556BAE62F36F}" dt="2019-10-13T10:29:41.578" v="216"/>
          <ac:spMkLst>
            <pc:docMk/>
            <pc:sldMk cId="920455380" sldId="502"/>
            <ac:spMk id="2" creationId="{2DA98B28-FCF4-43D3-AA84-66C69425D856}"/>
          </ac:spMkLst>
        </pc:spChg>
        <pc:spChg chg="del">
          <ac:chgData name="Cristian Chilipirea" userId="34ab170da5908fc4" providerId="LiveId" clId="{DFE5141E-F98E-42EA-B1E4-556BAE62F36F}" dt="2019-10-13T10:29:43.659" v="217" actId="478"/>
          <ac:spMkLst>
            <pc:docMk/>
            <pc:sldMk cId="920455380" sldId="502"/>
            <ac:spMk id="3" creationId="{F9F4BA08-8372-4276-8D37-E152DA100D3E}"/>
          </ac:spMkLst>
        </pc:spChg>
        <pc:spChg chg="add del">
          <ac:chgData name="Cristian Chilipirea" userId="34ab170da5908fc4" providerId="LiveId" clId="{DFE5141E-F98E-42EA-B1E4-556BAE62F36F}" dt="2019-10-13T10:29:49.001" v="219"/>
          <ac:spMkLst>
            <pc:docMk/>
            <pc:sldMk cId="920455380" sldId="502"/>
            <ac:spMk id="4" creationId="{3924CB4A-BB66-4C6B-B038-442447BDDCF2}"/>
          </ac:spMkLst>
        </pc:spChg>
        <pc:spChg chg="add mod">
          <ac:chgData name="Cristian Chilipirea" userId="34ab170da5908fc4" providerId="LiveId" clId="{DFE5141E-F98E-42EA-B1E4-556BAE62F36F}" dt="2019-10-13T10:29:50.840" v="221" actId="1076"/>
          <ac:spMkLst>
            <pc:docMk/>
            <pc:sldMk cId="920455380" sldId="502"/>
            <ac:spMk id="5" creationId="{03C64F42-A6A3-49AE-92F2-516F59DD2098}"/>
          </ac:spMkLst>
        </pc:spChg>
      </pc:sldChg>
      <pc:sldChg chg="del">
        <pc:chgData name="Cristian Chilipirea" userId="34ab170da5908fc4" providerId="LiveId" clId="{DFE5141E-F98E-42EA-B1E4-556BAE62F36F}" dt="2019-10-13T10:23:39.069" v="16" actId="2696"/>
        <pc:sldMkLst>
          <pc:docMk/>
          <pc:sldMk cId="4168258613" sldId="502"/>
        </pc:sldMkLst>
      </pc:sldChg>
      <pc:sldChg chg="addSp delSp modSp add">
        <pc:chgData name="Cristian Chilipirea" userId="34ab170da5908fc4" providerId="LiveId" clId="{DFE5141E-F98E-42EA-B1E4-556BAE62F36F}" dt="2019-10-13T10:30:07.743" v="228" actId="1076"/>
        <pc:sldMkLst>
          <pc:docMk/>
          <pc:sldMk cId="632472671" sldId="503"/>
        </pc:sldMkLst>
        <pc:spChg chg="mod">
          <ac:chgData name="Cristian Chilipirea" userId="34ab170da5908fc4" providerId="LiveId" clId="{DFE5141E-F98E-42EA-B1E4-556BAE62F36F}" dt="2019-10-13T10:29:58.050" v="223"/>
          <ac:spMkLst>
            <pc:docMk/>
            <pc:sldMk cId="632472671" sldId="503"/>
            <ac:spMk id="2" creationId="{A8188666-8820-4B3C-AEEF-71DFF421132D}"/>
          </ac:spMkLst>
        </pc:spChg>
        <pc:spChg chg="del">
          <ac:chgData name="Cristian Chilipirea" userId="34ab170da5908fc4" providerId="LiveId" clId="{DFE5141E-F98E-42EA-B1E4-556BAE62F36F}" dt="2019-10-13T10:29:59.795" v="224" actId="478"/>
          <ac:spMkLst>
            <pc:docMk/>
            <pc:sldMk cId="632472671" sldId="503"/>
            <ac:spMk id="3" creationId="{DAE85C53-CD7B-42F7-9874-EADC46B237E8}"/>
          </ac:spMkLst>
        </pc:spChg>
        <pc:spChg chg="add del">
          <ac:chgData name="Cristian Chilipirea" userId="34ab170da5908fc4" providerId="LiveId" clId="{DFE5141E-F98E-42EA-B1E4-556BAE62F36F}" dt="2019-10-13T10:30:04.788" v="226"/>
          <ac:spMkLst>
            <pc:docMk/>
            <pc:sldMk cId="632472671" sldId="503"/>
            <ac:spMk id="4" creationId="{47591B49-808D-4F55-A729-CA07ED93D54E}"/>
          </ac:spMkLst>
        </pc:spChg>
        <pc:spChg chg="add mod">
          <ac:chgData name="Cristian Chilipirea" userId="34ab170da5908fc4" providerId="LiveId" clId="{DFE5141E-F98E-42EA-B1E4-556BAE62F36F}" dt="2019-10-13T10:30:07.743" v="228" actId="1076"/>
          <ac:spMkLst>
            <pc:docMk/>
            <pc:sldMk cId="632472671" sldId="503"/>
            <ac:spMk id="38" creationId="{B425CCD1-E5F4-4AEC-A3B0-89A5ECC2568D}"/>
          </ac:spMkLst>
        </pc:spChg>
        <pc:grpChg chg="add del">
          <ac:chgData name="Cristian Chilipirea" userId="34ab170da5908fc4" providerId="LiveId" clId="{DFE5141E-F98E-42EA-B1E4-556BAE62F36F}" dt="2019-10-13T10:30:04.788" v="226"/>
          <ac:grpSpMkLst>
            <pc:docMk/>
            <pc:sldMk cId="632472671" sldId="503"/>
            <ac:grpSpMk id="5" creationId="{0DDCFFEF-2800-4767-AFF7-89C0767C9B0D}"/>
          </ac:grpSpMkLst>
        </pc:grpChg>
        <pc:grpChg chg="add mod">
          <ac:chgData name="Cristian Chilipirea" userId="34ab170da5908fc4" providerId="LiveId" clId="{DFE5141E-F98E-42EA-B1E4-556BAE62F36F}" dt="2019-10-13T10:30:07.743" v="228" actId="1076"/>
          <ac:grpSpMkLst>
            <pc:docMk/>
            <pc:sldMk cId="632472671" sldId="503"/>
            <ac:grpSpMk id="39" creationId="{D71C0C34-10DF-4B7D-B079-D0A2CB23D484}"/>
          </ac:grpSpMkLst>
        </pc:grpChg>
        <pc:grpChg chg="mod">
          <ac:chgData name="Cristian Chilipirea" userId="34ab170da5908fc4" providerId="LiveId" clId="{DFE5141E-F98E-42EA-B1E4-556BAE62F36F}" dt="2019-10-13T10:30:07.743" v="228" actId="1076"/>
          <ac:grpSpMkLst>
            <pc:docMk/>
            <pc:sldMk cId="632472671" sldId="503"/>
            <ac:grpSpMk id="40" creationId="{C4E44256-AB16-4B63-B985-184DB0A24EE4}"/>
          </ac:grpSpMkLst>
        </pc:grpChg>
        <pc:grpChg chg="mod">
          <ac:chgData name="Cristian Chilipirea" userId="34ab170da5908fc4" providerId="LiveId" clId="{DFE5141E-F98E-42EA-B1E4-556BAE62F36F}" dt="2019-10-13T10:30:07.743" v="228" actId="1076"/>
          <ac:grpSpMkLst>
            <pc:docMk/>
            <pc:sldMk cId="632472671" sldId="503"/>
            <ac:grpSpMk id="41" creationId="{7B3B10D9-2E94-4592-91E2-41B4C51DFA8A}"/>
          </ac:grpSpMkLst>
        </pc:grpChg>
      </pc:sldChg>
      <pc:sldChg chg="del">
        <pc:chgData name="Cristian Chilipirea" userId="34ab170da5908fc4" providerId="LiveId" clId="{DFE5141E-F98E-42EA-B1E4-556BAE62F36F}" dt="2019-10-13T10:23:39.100" v="17" actId="2696"/>
        <pc:sldMkLst>
          <pc:docMk/>
          <pc:sldMk cId="869789185" sldId="503"/>
        </pc:sldMkLst>
      </pc:sldChg>
      <pc:sldChg chg="addSp delSp modSp add">
        <pc:chgData name="Cristian Chilipirea" userId="34ab170da5908fc4" providerId="LiveId" clId="{DFE5141E-F98E-42EA-B1E4-556BAE62F36F}" dt="2019-10-13T10:30:24.011" v="235" actId="1076"/>
        <pc:sldMkLst>
          <pc:docMk/>
          <pc:sldMk cId="990531940" sldId="504"/>
        </pc:sldMkLst>
        <pc:spChg chg="mod">
          <ac:chgData name="Cristian Chilipirea" userId="34ab170da5908fc4" providerId="LiveId" clId="{DFE5141E-F98E-42EA-B1E4-556BAE62F36F}" dt="2019-10-13T10:30:15.779" v="230"/>
          <ac:spMkLst>
            <pc:docMk/>
            <pc:sldMk cId="990531940" sldId="504"/>
            <ac:spMk id="2" creationId="{0DBDA194-9F67-42A9-A741-90A57162F98C}"/>
          </ac:spMkLst>
        </pc:spChg>
        <pc:spChg chg="del">
          <ac:chgData name="Cristian Chilipirea" userId="34ab170da5908fc4" providerId="LiveId" clId="{DFE5141E-F98E-42EA-B1E4-556BAE62F36F}" dt="2019-10-13T10:30:17.123" v="231" actId="478"/>
          <ac:spMkLst>
            <pc:docMk/>
            <pc:sldMk cId="990531940" sldId="504"/>
            <ac:spMk id="3" creationId="{D73E6EFE-DFAB-4311-AA04-6228019223AE}"/>
          </ac:spMkLst>
        </pc:spChg>
        <pc:spChg chg="add del">
          <ac:chgData name="Cristian Chilipirea" userId="34ab170da5908fc4" providerId="LiveId" clId="{DFE5141E-F98E-42EA-B1E4-556BAE62F36F}" dt="2019-10-13T10:30:21.971" v="233"/>
          <ac:spMkLst>
            <pc:docMk/>
            <pc:sldMk cId="990531940" sldId="504"/>
            <ac:spMk id="4" creationId="{9A3C844D-9ED9-435C-A008-FBC3AECAE541}"/>
          </ac:spMkLst>
        </pc:spChg>
        <pc:spChg chg="add mod">
          <ac:chgData name="Cristian Chilipirea" userId="34ab170da5908fc4" providerId="LiveId" clId="{DFE5141E-F98E-42EA-B1E4-556BAE62F36F}" dt="2019-10-13T10:30:24.011" v="235" actId="1076"/>
          <ac:spMkLst>
            <pc:docMk/>
            <pc:sldMk cId="990531940" sldId="504"/>
            <ac:spMk id="5" creationId="{3416AC49-492E-412D-B4CF-DA49D0BCA179}"/>
          </ac:spMkLst>
        </pc:spChg>
      </pc:sldChg>
      <pc:sldChg chg="del">
        <pc:chgData name="Cristian Chilipirea" userId="34ab170da5908fc4" providerId="LiveId" clId="{DFE5141E-F98E-42EA-B1E4-556BAE62F36F}" dt="2019-10-13T10:23:39.145" v="18" actId="2696"/>
        <pc:sldMkLst>
          <pc:docMk/>
          <pc:sldMk cId="1043207232" sldId="504"/>
        </pc:sldMkLst>
      </pc:sldChg>
      <pc:sldChg chg="addSp delSp modSp add">
        <pc:chgData name="Cristian Chilipirea" userId="34ab170da5908fc4" providerId="LiveId" clId="{DFE5141E-F98E-42EA-B1E4-556BAE62F36F}" dt="2019-10-13T10:30:40.265" v="242" actId="1076"/>
        <pc:sldMkLst>
          <pc:docMk/>
          <pc:sldMk cId="376932228" sldId="505"/>
        </pc:sldMkLst>
        <pc:spChg chg="mod">
          <ac:chgData name="Cristian Chilipirea" userId="34ab170da5908fc4" providerId="LiveId" clId="{DFE5141E-F98E-42EA-B1E4-556BAE62F36F}" dt="2019-10-13T10:30:29.603" v="237"/>
          <ac:spMkLst>
            <pc:docMk/>
            <pc:sldMk cId="376932228" sldId="505"/>
            <ac:spMk id="2" creationId="{D98F2BD6-7F68-4B80-8386-4E3BB85CCCF1}"/>
          </ac:spMkLst>
        </pc:spChg>
        <pc:spChg chg="del">
          <ac:chgData name="Cristian Chilipirea" userId="34ab170da5908fc4" providerId="LiveId" clId="{DFE5141E-F98E-42EA-B1E4-556BAE62F36F}" dt="2019-10-13T10:30:31.866" v="238" actId="478"/>
          <ac:spMkLst>
            <pc:docMk/>
            <pc:sldMk cId="376932228" sldId="505"/>
            <ac:spMk id="3" creationId="{229064D9-34F3-4FC8-8854-67124A42B0E1}"/>
          </ac:spMkLst>
        </pc:spChg>
        <pc:spChg chg="add del">
          <ac:chgData name="Cristian Chilipirea" userId="34ab170da5908fc4" providerId="LiveId" clId="{DFE5141E-F98E-42EA-B1E4-556BAE62F36F}" dt="2019-10-13T10:30:37.724" v="240"/>
          <ac:spMkLst>
            <pc:docMk/>
            <pc:sldMk cId="376932228" sldId="505"/>
            <ac:spMk id="4" creationId="{D3C4E5DD-456C-4A4A-AC57-FE9CFC21E862}"/>
          </ac:spMkLst>
        </pc:spChg>
        <pc:spChg chg="add mod">
          <ac:chgData name="Cristian Chilipirea" userId="34ab170da5908fc4" providerId="LiveId" clId="{DFE5141E-F98E-42EA-B1E4-556BAE62F36F}" dt="2019-10-13T10:30:40.265" v="242" actId="1076"/>
          <ac:spMkLst>
            <pc:docMk/>
            <pc:sldMk cId="376932228" sldId="505"/>
            <ac:spMk id="5" creationId="{811956A4-5553-4B87-88A0-053009647898}"/>
          </ac:spMkLst>
        </pc:spChg>
      </pc:sldChg>
      <pc:sldChg chg="del">
        <pc:chgData name="Cristian Chilipirea" userId="34ab170da5908fc4" providerId="LiveId" clId="{DFE5141E-F98E-42EA-B1E4-556BAE62F36F}" dt="2019-10-13T10:23:39.160" v="19" actId="2696"/>
        <pc:sldMkLst>
          <pc:docMk/>
          <pc:sldMk cId="3765374340" sldId="505"/>
        </pc:sldMkLst>
      </pc:sldChg>
      <pc:sldChg chg="addSp delSp modSp add">
        <pc:chgData name="Cristian Chilipirea" userId="34ab170da5908fc4" providerId="LiveId" clId="{DFE5141E-F98E-42EA-B1E4-556BAE62F36F}" dt="2019-10-13T10:31:03.727" v="249" actId="1076"/>
        <pc:sldMkLst>
          <pc:docMk/>
          <pc:sldMk cId="2147758185" sldId="506"/>
        </pc:sldMkLst>
        <pc:spChg chg="mod">
          <ac:chgData name="Cristian Chilipirea" userId="34ab170da5908fc4" providerId="LiveId" clId="{DFE5141E-F98E-42EA-B1E4-556BAE62F36F}" dt="2019-10-13T10:30:53.076" v="244"/>
          <ac:spMkLst>
            <pc:docMk/>
            <pc:sldMk cId="2147758185" sldId="506"/>
            <ac:spMk id="2" creationId="{0C14981F-5051-4E6D-BE37-F7B02F5CF723}"/>
          </ac:spMkLst>
        </pc:spChg>
        <pc:spChg chg="del">
          <ac:chgData name="Cristian Chilipirea" userId="34ab170da5908fc4" providerId="LiveId" clId="{DFE5141E-F98E-42EA-B1E4-556BAE62F36F}" dt="2019-10-13T10:30:55.179" v="245" actId="478"/>
          <ac:spMkLst>
            <pc:docMk/>
            <pc:sldMk cId="2147758185" sldId="506"/>
            <ac:spMk id="3" creationId="{7759144D-7D88-41F8-AA1A-19C9789AD931}"/>
          </ac:spMkLst>
        </pc:spChg>
        <pc:spChg chg="add del">
          <ac:chgData name="Cristian Chilipirea" userId="34ab170da5908fc4" providerId="LiveId" clId="{DFE5141E-F98E-42EA-B1E4-556BAE62F36F}" dt="2019-10-13T10:31:00.689" v="247"/>
          <ac:spMkLst>
            <pc:docMk/>
            <pc:sldMk cId="2147758185" sldId="506"/>
            <ac:spMk id="4" creationId="{C1FBE294-19E6-4874-B893-866C2EFBD3DD}"/>
          </ac:spMkLst>
        </pc:spChg>
        <pc:spChg chg="add mod">
          <ac:chgData name="Cristian Chilipirea" userId="34ab170da5908fc4" providerId="LiveId" clId="{DFE5141E-F98E-42EA-B1E4-556BAE62F36F}" dt="2019-10-13T10:31:03.727" v="249" actId="1076"/>
          <ac:spMkLst>
            <pc:docMk/>
            <pc:sldMk cId="2147758185" sldId="506"/>
            <ac:spMk id="21" creationId="{27303EEB-7C5F-4382-A9ED-5273F80F8163}"/>
          </ac:spMkLst>
        </pc:spChg>
        <pc:grpChg chg="add del">
          <ac:chgData name="Cristian Chilipirea" userId="34ab170da5908fc4" providerId="LiveId" clId="{DFE5141E-F98E-42EA-B1E4-556BAE62F36F}" dt="2019-10-13T10:31:00.689" v="247"/>
          <ac:grpSpMkLst>
            <pc:docMk/>
            <pc:sldMk cId="2147758185" sldId="506"/>
            <ac:grpSpMk id="5" creationId="{1423AE58-CA32-4608-932A-A7B668BCAF7A}"/>
          </ac:grpSpMkLst>
        </pc:grpChg>
        <pc:grpChg chg="add mod">
          <ac:chgData name="Cristian Chilipirea" userId="34ab170da5908fc4" providerId="LiveId" clId="{DFE5141E-F98E-42EA-B1E4-556BAE62F36F}" dt="2019-10-13T10:31:03.727" v="249" actId="1076"/>
          <ac:grpSpMkLst>
            <pc:docMk/>
            <pc:sldMk cId="2147758185" sldId="506"/>
            <ac:grpSpMk id="22" creationId="{2CDBCEB4-708D-4D37-A552-8F3BC2662A92}"/>
          </ac:grpSpMkLst>
        </pc:grpChg>
      </pc:sldChg>
      <pc:sldChg chg="del">
        <pc:chgData name="Cristian Chilipirea" userId="34ab170da5908fc4" providerId="LiveId" clId="{DFE5141E-F98E-42EA-B1E4-556BAE62F36F}" dt="2019-10-13T10:23:39.192" v="20" actId="2696"/>
        <pc:sldMkLst>
          <pc:docMk/>
          <pc:sldMk cId="3220167743" sldId="506"/>
        </pc:sldMkLst>
      </pc:sldChg>
      <pc:sldChg chg="addSp delSp modSp add">
        <pc:chgData name="Cristian Chilipirea" userId="34ab170da5908fc4" providerId="LiveId" clId="{DFE5141E-F98E-42EA-B1E4-556BAE62F36F}" dt="2019-10-13T10:31:15.081" v="255"/>
        <pc:sldMkLst>
          <pc:docMk/>
          <pc:sldMk cId="3749414317" sldId="507"/>
        </pc:sldMkLst>
        <pc:spChg chg="mod">
          <ac:chgData name="Cristian Chilipirea" userId="34ab170da5908fc4" providerId="LiveId" clId="{DFE5141E-F98E-42EA-B1E4-556BAE62F36F}" dt="2019-10-13T10:31:09.098" v="251"/>
          <ac:spMkLst>
            <pc:docMk/>
            <pc:sldMk cId="3749414317" sldId="507"/>
            <ac:spMk id="2" creationId="{5C8C90A7-972C-4DA5-AF11-0A14E2A2E163}"/>
          </ac:spMkLst>
        </pc:spChg>
        <pc:spChg chg="del">
          <ac:chgData name="Cristian Chilipirea" userId="34ab170da5908fc4" providerId="LiveId" clId="{DFE5141E-F98E-42EA-B1E4-556BAE62F36F}" dt="2019-10-13T10:31:10.699" v="252" actId="478"/>
          <ac:spMkLst>
            <pc:docMk/>
            <pc:sldMk cId="3749414317" sldId="507"/>
            <ac:spMk id="3" creationId="{806C8C08-7F3C-432E-8021-6DC7260E8769}"/>
          </ac:spMkLst>
        </pc:spChg>
        <pc:spChg chg="add del">
          <ac:chgData name="Cristian Chilipirea" userId="34ab170da5908fc4" providerId="LiveId" clId="{DFE5141E-F98E-42EA-B1E4-556BAE62F36F}" dt="2019-10-13T10:31:15.073" v="254"/>
          <ac:spMkLst>
            <pc:docMk/>
            <pc:sldMk cId="3749414317" sldId="507"/>
            <ac:spMk id="4" creationId="{98C8BD62-A956-4C8B-83EA-97EE8FE3B2E7}"/>
          </ac:spMkLst>
        </pc:spChg>
        <pc:spChg chg="add">
          <ac:chgData name="Cristian Chilipirea" userId="34ab170da5908fc4" providerId="LiveId" clId="{DFE5141E-F98E-42EA-B1E4-556BAE62F36F}" dt="2019-10-13T10:31:15.081" v="255"/>
          <ac:spMkLst>
            <pc:docMk/>
            <pc:sldMk cId="3749414317" sldId="507"/>
            <ac:spMk id="5" creationId="{5D316576-5D21-49A8-A3A1-32FE7FEBA2A8}"/>
          </ac:spMkLst>
        </pc:spChg>
      </pc:sldChg>
      <pc:sldChg chg="del">
        <pc:chgData name="Cristian Chilipirea" userId="34ab170da5908fc4" providerId="LiveId" clId="{DFE5141E-F98E-42EA-B1E4-556BAE62F36F}" dt="2019-10-13T10:23:39.233" v="21" actId="2696"/>
        <pc:sldMkLst>
          <pc:docMk/>
          <pc:sldMk cId="4274709343" sldId="507"/>
        </pc:sldMkLst>
      </pc:sldChg>
      <pc:sldChg chg="addSp delSp add">
        <pc:chgData name="Cristian Chilipirea" userId="34ab170da5908fc4" providerId="LiveId" clId="{DFE5141E-F98E-42EA-B1E4-556BAE62F36F}" dt="2019-10-13T10:31:28.075" v="263"/>
        <pc:sldMkLst>
          <pc:docMk/>
          <pc:sldMk cId="167631976" sldId="508"/>
        </pc:sldMkLst>
        <pc:spChg chg="del">
          <ac:chgData name="Cristian Chilipirea" userId="34ab170da5908fc4" providerId="LiveId" clId="{DFE5141E-F98E-42EA-B1E4-556BAE62F36F}" dt="2019-10-13T10:31:25.214" v="260" actId="478"/>
          <ac:spMkLst>
            <pc:docMk/>
            <pc:sldMk cId="167631976" sldId="508"/>
            <ac:spMk id="2" creationId="{6037248B-6DCD-452C-89C7-3153215156E2}"/>
          </ac:spMkLst>
        </pc:spChg>
        <pc:spChg chg="add del">
          <ac:chgData name="Cristian Chilipirea" userId="34ab170da5908fc4" providerId="LiveId" clId="{DFE5141E-F98E-42EA-B1E4-556BAE62F36F}" dt="2019-10-13T10:31:23.782" v="259" actId="478"/>
          <ac:spMkLst>
            <pc:docMk/>
            <pc:sldMk cId="167631976" sldId="508"/>
            <ac:spMk id="3" creationId="{A43AF927-837F-4AA6-88B5-8766D6E8E362}"/>
          </ac:spMkLst>
        </pc:spChg>
        <pc:spChg chg="add del">
          <ac:chgData name="Cristian Chilipirea" userId="34ab170da5908fc4" providerId="LiveId" clId="{DFE5141E-F98E-42EA-B1E4-556BAE62F36F}" dt="2019-10-13T10:31:22.543" v="258"/>
          <ac:spMkLst>
            <pc:docMk/>
            <pc:sldMk cId="167631976" sldId="508"/>
            <ac:spMk id="4" creationId="{1ECD8B36-2A22-457A-B5F6-EE138D85D4A9}"/>
          </ac:spMkLst>
        </pc:spChg>
        <pc:spChg chg="add del">
          <ac:chgData name="Cristian Chilipirea" userId="34ab170da5908fc4" providerId="LiveId" clId="{DFE5141E-F98E-42EA-B1E4-556BAE62F36F}" dt="2019-10-13T10:31:28.068" v="262"/>
          <ac:spMkLst>
            <pc:docMk/>
            <pc:sldMk cId="167631976" sldId="508"/>
            <ac:spMk id="5" creationId="{21F7180F-FC41-4D10-B34D-7FECF6734FC7}"/>
          </ac:spMkLst>
        </pc:spChg>
        <pc:spChg chg="add">
          <ac:chgData name="Cristian Chilipirea" userId="34ab170da5908fc4" providerId="LiveId" clId="{DFE5141E-F98E-42EA-B1E4-556BAE62F36F}" dt="2019-10-13T10:31:28.075" v="263"/>
          <ac:spMkLst>
            <pc:docMk/>
            <pc:sldMk cId="167631976" sldId="508"/>
            <ac:spMk id="6" creationId="{0C0BEB09-7728-4028-B36F-A1A16589ED18}"/>
          </ac:spMkLst>
        </pc:spChg>
      </pc:sldChg>
      <pc:sldChg chg="del">
        <pc:chgData name="Cristian Chilipirea" userId="34ab170da5908fc4" providerId="LiveId" clId="{DFE5141E-F98E-42EA-B1E4-556BAE62F36F}" dt="2019-10-13T10:23:39.836" v="22" actId="2696"/>
        <pc:sldMkLst>
          <pc:docMk/>
          <pc:sldMk cId="359974745" sldId="508"/>
        </pc:sldMkLst>
      </pc:sldChg>
      <pc:sldChg chg="del">
        <pc:chgData name="Cristian Chilipirea" userId="34ab170da5908fc4" providerId="LiveId" clId="{DFE5141E-F98E-42EA-B1E4-556BAE62F36F}" dt="2019-10-13T10:23:40.456" v="23" actId="2696"/>
        <pc:sldMkLst>
          <pc:docMk/>
          <pc:sldMk cId="2579471092" sldId="509"/>
        </pc:sldMkLst>
      </pc:sldChg>
      <pc:sldChg chg="del">
        <pc:chgData name="Cristian Chilipirea" userId="34ab170da5908fc4" providerId="LiveId" clId="{DFE5141E-F98E-42EA-B1E4-556BAE62F36F}" dt="2019-10-13T10:23:40.476" v="24" actId="2696"/>
        <pc:sldMkLst>
          <pc:docMk/>
          <pc:sldMk cId="3318546952" sldId="510"/>
        </pc:sldMkLst>
      </pc:sldChg>
      <pc:sldChg chg="del">
        <pc:chgData name="Cristian Chilipirea" userId="34ab170da5908fc4" providerId="LiveId" clId="{DFE5141E-F98E-42EA-B1E4-556BAE62F36F}" dt="2019-10-13T10:23:40.501" v="25" actId="2696"/>
        <pc:sldMkLst>
          <pc:docMk/>
          <pc:sldMk cId="3843192485" sldId="511"/>
        </pc:sldMkLst>
      </pc:sldChg>
      <pc:sldChg chg="del">
        <pc:chgData name="Cristian Chilipirea" userId="34ab170da5908fc4" providerId="LiveId" clId="{DFE5141E-F98E-42EA-B1E4-556BAE62F36F}" dt="2019-10-13T10:23:40.522" v="26" actId="2696"/>
        <pc:sldMkLst>
          <pc:docMk/>
          <pc:sldMk cId="771270071" sldId="512"/>
        </pc:sldMkLst>
      </pc:sldChg>
      <pc:sldChg chg="del">
        <pc:chgData name="Cristian Chilipirea" userId="34ab170da5908fc4" providerId="LiveId" clId="{DFE5141E-F98E-42EA-B1E4-556BAE62F36F}" dt="2019-10-13T10:23:40.562" v="27" actId="2696"/>
        <pc:sldMkLst>
          <pc:docMk/>
          <pc:sldMk cId="3576737988" sldId="513"/>
        </pc:sldMkLst>
      </pc:sldChg>
      <pc:sldChg chg="del">
        <pc:chgData name="Cristian Chilipirea" userId="34ab170da5908fc4" providerId="LiveId" clId="{DFE5141E-F98E-42EA-B1E4-556BAE62F36F}" dt="2019-10-13T10:23:40.611" v="28" actId="2696"/>
        <pc:sldMkLst>
          <pc:docMk/>
          <pc:sldMk cId="3658999622" sldId="514"/>
        </pc:sldMkLst>
      </pc:sldChg>
      <pc:sldChg chg="del">
        <pc:chgData name="Cristian Chilipirea" userId="34ab170da5908fc4" providerId="LiveId" clId="{DFE5141E-F98E-42EA-B1E4-556BAE62F36F}" dt="2019-10-13T10:23:40.653" v="29" actId="2696"/>
        <pc:sldMkLst>
          <pc:docMk/>
          <pc:sldMk cId="3052788892" sldId="515"/>
        </pc:sldMkLst>
      </pc:sldChg>
      <pc:sldChg chg="del">
        <pc:chgData name="Cristian Chilipirea" userId="34ab170da5908fc4" providerId="LiveId" clId="{DFE5141E-F98E-42EA-B1E4-556BAE62F36F}" dt="2019-10-13T10:23:40.671" v="30" actId="2696"/>
        <pc:sldMkLst>
          <pc:docMk/>
          <pc:sldMk cId="428624982" sldId="516"/>
        </pc:sldMkLst>
      </pc:sldChg>
      <pc:sldChg chg="del">
        <pc:chgData name="Cristian Chilipirea" userId="34ab170da5908fc4" providerId="LiveId" clId="{DFE5141E-F98E-42EA-B1E4-556BAE62F36F}" dt="2019-10-13T10:23:40.692" v="31" actId="2696"/>
        <pc:sldMkLst>
          <pc:docMk/>
          <pc:sldMk cId="1708359677" sldId="517"/>
        </pc:sldMkLst>
      </pc:sldChg>
      <pc:sldChg chg="del">
        <pc:chgData name="Cristian Chilipirea" userId="34ab170da5908fc4" providerId="LiveId" clId="{DFE5141E-F98E-42EA-B1E4-556BAE62F36F}" dt="2019-10-13T10:23:40.778" v="32" actId="2696"/>
        <pc:sldMkLst>
          <pc:docMk/>
          <pc:sldMk cId="515006025" sldId="518"/>
        </pc:sldMkLst>
      </pc:sldChg>
      <pc:sldChg chg="del">
        <pc:chgData name="Cristian Chilipirea" userId="34ab170da5908fc4" providerId="LiveId" clId="{DFE5141E-F98E-42EA-B1E4-556BAE62F36F}" dt="2019-10-13T10:23:40.807" v="33" actId="2696"/>
        <pc:sldMkLst>
          <pc:docMk/>
          <pc:sldMk cId="4258076731" sldId="519"/>
        </pc:sldMkLst>
      </pc:sldChg>
      <pc:sldChg chg="del">
        <pc:chgData name="Cristian Chilipirea" userId="34ab170da5908fc4" providerId="LiveId" clId="{DFE5141E-F98E-42EA-B1E4-556BAE62F36F}" dt="2019-10-13T10:23:40.835" v="34" actId="2696"/>
        <pc:sldMkLst>
          <pc:docMk/>
          <pc:sldMk cId="1530226798" sldId="520"/>
        </pc:sldMkLst>
      </pc:sldChg>
      <pc:sldChg chg="del">
        <pc:chgData name="Cristian Chilipirea" userId="34ab170da5908fc4" providerId="LiveId" clId="{DFE5141E-F98E-42EA-B1E4-556BAE62F36F}" dt="2019-10-13T10:23:40.870" v="35" actId="2696"/>
        <pc:sldMkLst>
          <pc:docMk/>
          <pc:sldMk cId="103493448" sldId="521"/>
        </pc:sldMkLst>
      </pc:sldChg>
      <pc:sldChg chg="del">
        <pc:chgData name="Cristian Chilipirea" userId="34ab170da5908fc4" providerId="LiveId" clId="{DFE5141E-F98E-42EA-B1E4-556BAE62F36F}" dt="2019-10-13T10:23:40.885" v="36" actId="2696"/>
        <pc:sldMkLst>
          <pc:docMk/>
          <pc:sldMk cId="2419727947" sldId="522"/>
        </pc:sldMkLst>
      </pc:sldChg>
      <pc:sldChg chg="del">
        <pc:chgData name="Cristian Chilipirea" userId="34ab170da5908fc4" providerId="LiveId" clId="{DFE5141E-F98E-42EA-B1E4-556BAE62F36F}" dt="2019-10-13T10:23:40.962" v="37" actId="2696"/>
        <pc:sldMkLst>
          <pc:docMk/>
          <pc:sldMk cId="568674813" sldId="523"/>
        </pc:sldMkLst>
      </pc:sldChg>
      <pc:sldChg chg="del">
        <pc:chgData name="Cristian Chilipirea" userId="34ab170da5908fc4" providerId="LiveId" clId="{DFE5141E-F98E-42EA-B1E4-556BAE62F36F}" dt="2019-10-13T10:23:41.501" v="38" actId="2696"/>
        <pc:sldMkLst>
          <pc:docMk/>
          <pc:sldMk cId="1987589617" sldId="524"/>
        </pc:sldMkLst>
      </pc:sldChg>
      <pc:sldChg chg="del">
        <pc:chgData name="Cristian Chilipirea" userId="34ab170da5908fc4" providerId="LiveId" clId="{DFE5141E-F98E-42EA-B1E4-556BAE62F36F}" dt="2019-10-13T10:23:41.983" v="39" actId="2696"/>
        <pc:sldMkLst>
          <pc:docMk/>
          <pc:sldMk cId="674383854" sldId="525"/>
        </pc:sldMkLst>
      </pc:sldChg>
      <pc:sldChg chg="del">
        <pc:chgData name="Cristian Chilipirea" userId="34ab170da5908fc4" providerId="LiveId" clId="{DFE5141E-F98E-42EA-B1E4-556BAE62F36F}" dt="2019-10-13T10:23:42.022" v="40" actId="2696"/>
        <pc:sldMkLst>
          <pc:docMk/>
          <pc:sldMk cId="3106075938" sldId="526"/>
        </pc:sldMkLst>
      </pc:sldChg>
      <pc:sldChg chg="del">
        <pc:chgData name="Cristian Chilipirea" userId="34ab170da5908fc4" providerId="LiveId" clId="{DFE5141E-F98E-42EA-B1E4-556BAE62F36F}" dt="2019-10-13T10:23:42.109" v="41" actId="2696"/>
        <pc:sldMkLst>
          <pc:docMk/>
          <pc:sldMk cId="2086232142" sldId="527"/>
        </pc:sldMkLst>
      </pc:sldChg>
      <pc:sldChg chg="del">
        <pc:chgData name="Cristian Chilipirea" userId="34ab170da5908fc4" providerId="LiveId" clId="{DFE5141E-F98E-42EA-B1E4-556BAE62F36F}" dt="2019-10-13T10:23:42.316" v="42" actId="2696"/>
        <pc:sldMkLst>
          <pc:docMk/>
          <pc:sldMk cId="724292230" sldId="528"/>
        </pc:sldMkLst>
      </pc:sldChg>
      <pc:sldChg chg="del">
        <pc:chgData name="Cristian Chilipirea" userId="34ab170da5908fc4" providerId="LiveId" clId="{DFE5141E-F98E-42EA-B1E4-556BAE62F36F}" dt="2019-10-13T10:23:42.658" v="43" actId="2696"/>
        <pc:sldMkLst>
          <pc:docMk/>
          <pc:sldMk cId="443805341" sldId="529"/>
        </pc:sldMkLst>
      </pc:sldChg>
      <pc:sldChg chg="del">
        <pc:chgData name="Cristian Chilipirea" userId="34ab170da5908fc4" providerId="LiveId" clId="{DFE5141E-F98E-42EA-B1E4-556BAE62F36F}" dt="2019-10-13T10:23:42.933" v="44" actId="2696"/>
        <pc:sldMkLst>
          <pc:docMk/>
          <pc:sldMk cId="1533201253" sldId="530"/>
        </pc:sldMkLst>
      </pc:sldChg>
      <pc:sldChg chg="del">
        <pc:chgData name="Cristian Chilipirea" userId="34ab170da5908fc4" providerId="LiveId" clId="{DFE5141E-F98E-42EA-B1E4-556BAE62F36F}" dt="2019-10-13T10:23:43.046" v="45" actId="2696"/>
        <pc:sldMkLst>
          <pc:docMk/>
          <pc:sldMk cId="3758586578" sldId="531"/>
        </pc:sldMkLst>
      </pc:sldChg>
      <pc:sldChg chg="del">
        <pc:chgData name="Cristian Chilipirea" userId="34ab170da5908fc4" providerId="LiveId" clId="{DFE5141E-F98E-42EA-B1E4-556BAE62F36F}" dt="2019-10-13T10:23:43.088" v="46" actId="2696"/>
        <pc:sldMkLst>
          <pc:docMk/>
          <pc:sldMk cId="2994853658" sldId="532"/>
        </pc:sldMkLst>
      </pc:sldChg>
      <pc:sldChg chg="del">
        <pc:chgData name="Cristian Chilipirea" userId="34ab170da5908fc4" providerId="LiveId" clId="{DFE5141E-F98E-42EA-B1E4-556BAE62F36F}" dt="2019-10-13T10:23:43.164" v="47" actId="2696"/>
        <pc:sldMkLst>
          <pc:docMk/>
          <pc:sldMk cId="186630438" sldId="533"/>
        </pc:sldMkLst>
      </pc:sldChg>
      <pc:sldChg chg="del">
        <pc:chgData name="Cristian Chilipirea" userId="34ab170da5908fc4" providerId="LiveId" clId="{DFE5141E-F98E-42EA-B1E4-556BAE62F36F}" dt="2019-10-13T10:23:43.318" v="48" actId="2696"/>
        <pc:sldMkLst>
          <pc:docMk/>
          <pc:sldMk cId="174604596" sldId="534"/>
        </pc:sldMkLst>
      </pc:sldChg>
    </pc:docChg>
  </pc:docChgLst>
  <pc:docChgLst>
    <pc:chgData name="Cristian Chilipirea" userId="34ab170da5908fc4" providerId="LiveId" clId="{3FC1AD1A-0CD5-4685-A3F8-1E28A16C15C9}"/>
    <pc:docChg chg="undo custSel addSld delSld modSld sldOrd modSection modNotesMaster modHandout">
      <pc:chgData name="Cristian Chilipirea" userId="34ab170da5908fc4" providerId="LiveId" clId="{3FC1AD1A-0CD5-4685-A3F8-1E28A16C15C9}" dt="2019-09-30T13:16:17.198" v="8831"/>
      <pc:docMkLst>
        <pc:docMk/>
      </pc:docMkLst>
      <pc:sldChg chg="modNotes">
        <pc:chgData name="Cristian Chilipirea" userId="34ab170da5908fc4" providerId="LiveId" clId="{3FC1AD1A-0CD5-4685-A3F8-1E28A16C15C9}" dt="2019-09-24T17:19:27.629" v="8540"/>
        <pc:sldMkLst>
          <pc:docMk/>
          <pc:sldMk cId="0" sldId="485"/>
        </pc:sldMkLst>
      </pc:sldChg>
      <pc:sldChg chg="modSp">
        <pc:chgData name="Cristian Chilipirea" userId="34ab170da5908fc4" providerId="LiveId" clId="{3FC1AD1A-0CD5-4685-A3F8-1E28A16C15C9}" dt="2019-09-30T13:16:17.198" v="8831"/>
        <pc:sldMkLst>
          <pc:docMk/>
          <pc:sldMk cId="2850693201" sldId="498"/>
        </pc:sldMkLst>
        <pc:spChg chg="mod">
          <ac:chgData name="Cristian Chilipirea" userId="34ab170da5908fc4" providerId="LiveId" clId="{3FC1AD1A-0CD5-4685-A3F8-1E28A16C15C9}" dt="2019-09-24T15:40:02.507" v="8" actId="6549"/>
          <ac:spMkLst>
            <pc:docMk/>
            <pc:sldMk cId="2850693201" sldId="498"/>
            <ac:spMk id="2" creationId="{A2E1C21B-F1D3-4170-A890-B8691890E8EF}"/>
          </ac:spMkLst>
        </pc:spChg>
        <pc:spChg chg="mod">
          <ac:chgData name="Cristian Chilipirea" userId="34ab170da5908fc4" providerId="LiveId" clId="{3FC1AD1A-0CD5-4685-A3F8-1E28A16C15C9}" dt="2019-09-30T13:16:17.198" v="8831"/>
          <ac:spMkLst>
            <pc:docMk/>
            <pc:sldMk cId="2850693201" sldId="498"/>
            <ac:spMk id="6" creationId="{2C5AF5A1-152F-40ED-B651-F253C2928CAA}"/>
          </ac:spMkLst>
        </pc:spChg>
      </pc:sldChg>
      <pc:sldChg chg="add ord">
        <pc:chgData name="Cristian Chilipirea" userId="34ab170da5908fc4" providerId="LiveId" clId="{3FC1AD1A-0CD5-4685-A3F8-1E28A16C15C9}" dt="2019-09-30T12:47:17.747" v="8823"/>
        <pc:sldMkLst>
          <pc:docMk/>
          <pc:sldMk cId="1523895393" sldId="500"/>
        </pc:sldMkLst>
      </pc:sldChg>
      <pc:sldChg chg="add del">
        <pc:chgData name="Cristian Chilipirea" userId="34ab170da5908fc4" providerId="LiveId" clId="{3FC1AD1A-0CD5-4685-A3F8-1E28A16C15C9}" dt="2019-09-30T12:47:04.728" v="8821"/>
        <pc:sldMkLst>
          <pc:docMk/>
          <pc:sldMk cId="3294659851" sldId="500"/>
        </pc:sldMkLst>
      </pc:sldChg>
      <pc:sldChg chg="del">
        <pc:chgData name="Cristian Chilipirea" userId="34ab170da5908fc4" providerId="LiveId" clId="{3FC1AD1A-0CD5-4685-A3F8-1E28A16C15C9}" dt="2019-09-30T12:46:49.772" v="8814" actId="2696"/>
        <pc:sldMkLst>
          <pc:docMk/>
          <pc:sldMk cId="3805068390" sldId="500"/>
        </pc:sldMkLst>
      </pc:sldChg>
      <pc:sldChg chg="add ord">
        <pc:chgData name="Cristian Chilipirea" userId="34ab170da5908fc4" providerId="LiveId" clId="{3FC1AD1A-0CD5-4685-A3F8-1E28A16C15C9}" dt="2019-09-30T12:47:17.747" v="8823"/>
        <pc:sldMkLst>
          <pc:docMk/>
          <pc:sldMk cId="1501301851" sldId="501"/>
        </pc:sldMkLst>
      </pc:sldChg>
      <pc:sldChg chg="del modNotes">
        <pc:chgData name="Cristian Chilipirea" userId="34ab170da5908fc4" providerId="LiveId" clId="{3FC1AD1A-0CD5-4685-A3F8-1E28A16C15C9}" dt="2019-09-30T12:46:49.784" v="8815" actId="2696"/>
        <pc:sldMkLst>
          <pc:docMk/>
          <pc:sldMk cId="2240204320" sldId="501"/>
        </pc:sldMkLst>
      </pc:sldChg>
      <pc:sldChg chg="add del">
        <pc:chgData name="Cristian Chilipirea" userId="34ab170da5908fc4" providerId="LiveId" clId="{3FC1AD1A-0CD5-4685-A3F8-1E28A16C15C9}" dt="2019-09-30T12:47:04.728" v="8821"/>
        <pc:sldMkLst>
          <pc:docMk/>
          <pc:sldMk cId="3472965487" sldId="501"/>
        </pc:sldMkLst>
      </pc:sldChg>
      <pc:sldChg chg="modSp">
        <pc:chgData name="Cristian Chilipirea" userId="34ab170da5908fc4" providerId="LiveId" clId="{3FC1AD1A-0CD5-4685-A3F8-1E28A16C15C9}" dt="2019-09-24T15:41:53.126" v="18" actId="20577"/>
        <pc:sldMkLst>
          <pc:docMk/>
          <pc:sldMk cId="3057009429" sldId="502"/>
        </pc:sldMkLst>
        <pc:spChg chg="mod">
          <ac:chgData name="Cristian Chilipirea" userId="34ab170da5908fc4" providerId="LiveId" clId="{3FC1AD1A-0CD5-4685-A3F8-1E28A16C15C9}" dt="2019-09-24T15:41:53.126" v="18" actId="20577"/>
          <ac:spMkLst>
            <pc:docMk/>
            <pc:sldMk cId="3057009429" sldId="502"/>
            <ac:spMk id="3" creationId="{C6AC5461-4988-4C29-BC47-C5E3192A3CAC}"/>
          </ac:spMkLst>
        </pc:spChg>
      </pc:sldChg>
      <pc:sldChg chg="modNotesTx">
        <pc:chgData name="Cristian Chilipirea" userId="34ab170da5908fc4" providerId="LiveId" clId="{3FC1AD1A-0CD5-4685-A3F8-1E28A16C15C9}" dt="2019-09-24T15:53:28.079" v="673" actId="6549"/>
        <pc:sldMkLst>
          <pc:docMk/>
          <pc:sldMk cId="3381332427" sldId="506"/>
        </pc:sldMkLst>
      </pc:sldChg>
      <pc:sldChg chg="modNotes modNotesTx">
        <pc:chgData name="Cristian Chilipirea" userId="34ab170da5908fc4" providerId="LiveId" clId="{3FC1AD1A-0CD5-4685-A3F8-1E28A16C15C9}" dt="2019-09-24T17:27:27.663" v="8645" actId="403"/>
        <pc:sldMkLst>
          <pc:docMk/>
          <pc:sldMk cId="3608127337" sldId="510"/>
        </pc:sldMkLst>
      </pc:sldChg>
      <pc:sldChg chg="modSp ord">
        <pc:chgData name="Cristian Chilipirea" userId="34ab170da5908fc4" providerId="LiveId" clId="{3FC1AD1A-0CD5-4685-A3F8-1E28A16C15C9}" dt="2019-09-30T12:48:55.131" v="8828" actId="6549"/>
        <pc:sldMkLst>
          <pc:docMk/>
          <pc:sldMk cId="4042985229" sldId="511"/>
        </pc:sldMkLst>
        <pc:spChg chg="mod">
          <ac:chgData name="Cristian Chilipirea" userId="34ab170da5908fc4" providerId="LiveId" clId="{3FC1AD1A-0CD5-4685-A3F8-1E28A16C15C9}" dt="2019-09-30T12:48:55.131" v="8828" actId="6549"/>
          <ac:spMkLst>
            <pc:docMk/>
            <pc:sldMk cId="4042985229" sldId="511"/>
            <ac:spMk id="2" creationId="{2AC95419-3022-427B-A37A-0984E7167BD1}"/>
          </ac:spMkLst>
        </pc:spChg>
      </pc:sldChg>
      <pc:sldChg chg="ord">
        <pc:chgData name="Cristian Chilipirea" userId="34ab170da5908fc4" providerId="LiveId" clId="{3FC1AD1A-0CD5-4685-A3F8-1E28A16C15C9}" dt="2019-09-30T12:49:24.346" v="8830"/>
        <pc:sldMkLst>
          <pc:docMk/>
          <pc:sldMk cId="2727535347" sldId="512"/>
        </pc:sldMkLst>
      </pc:sldChg>
      <pc:sldChg chg="modNotesTx">
        <pc:chgData name="Cristian Chilipirea" userId="34ab170da5908fc4" providerId="LiveId" clId="{3FC1AD1A-0CD5-4685-A3F8-1E28A16C15C9}" dt="2019-09-24T16:12:34.159" v="1296" actId="20577"/>
        <pc:sldMkLst>
          <pc:docMk/>
          <pc:sldMk cId="3285445849" sldId="513"/>
        </pc:sldMkLst>
      </pc:sldChg>
      <pc:sldChg chg="modNotes modNotesTx">
        <pc:chgData name="Cristian Chilipirea" userId="34ab170da5908fc4" providerId="LiveId" clId="{3FC1AD1A-0CD5-4685-A3F8-1E28A16C15C9}" dt="2019-09-24T17:36:34.741" v="8774" actId="403"/>
        <pc:sldMkLst>
          <pc:docMk/>
          <pc:sldMk cId="650840403" sldId="514"/>
        </pc:sldMkLst>
      </pc:sldChg>
      <pc:sldChg chg="modNotes modNotesTx">
        <pc:chgData name="Cristian Chilipirea" userId="34ab170da5908fc4" providerId="LiveId" clId="{3FC1AD1A-0CD5-4685-A3F8-1E28A16C15C9}" dt="2019-09-24T17:38:22.281" v="8789" actId="403"/>
        <pc:sldMkLst>
          <pc:docMk/>
          <pc:sldMk cId="2095946675" sldId="515"/>
        </pc:sldMkLst>
      </pc:sldChg>
      <pc:sldChg chg="modNotes modNotesTx">
        <pc:chgData name="Cristian Chilipirea" userId="34ab170da5908fc4" providerId="LiveId" clId="{3FC1AD1A-0CD5-4685-A3F8-1E28A16C15C9}" dt="2019-09-24T17:38:29.637" v="8793" actId="403"/>
        <pc:sldMkLst>
          <pc:docMk/>
          <pc:sldMk cId="1633443332" sldId="516"/>
        </pc:sldMkLst>
      </pc:sldChg>
      <pc:sldChg chg="modNotesTx">
        <pc:chgData name="Cristian Chilipirea" userId="34ab170da5908fc4" providerId="LiveId" clId="{3FC1AD1A-0CD5-4685-A3F8-1E28A16C15C9}" dt="2019-09-24T16:24:32.296" v="2353" actId="6549"/>
        <pc:sldMkLst>
          <pc:docMk/>
          <pc:sldMk cId="3859228379" sldId="518"/>
        </pc:sldMkLst>
      </pc:sldChg>
      <pc:sldChg chg="modNotes modNotesTx">
        <pc:chgData name="Cristian Chilipirea" userId="34ab170da5908fc4" providerId="LiveId" clId="{3FC1AD1A-0CD5-4685-A3F8-1E28A16C15C9}" dt="2019-09-24T17:24:06.722" v="8561" actId="108"/>
        <pc:sldMkLst>
          <pc:docMk/>
          <pc:sldMk cId="1223463397" sldId="520"/>
        </pc:sldMkLst>
      </pc:sldChg>
      <pc:sldChg chg="modNotesTx">
        <pc:chgData name="Cristian Chilipirea" userId="34ab170da5908fc4" providerId="LiveId" clId="{3FC1AD1A-0CD5-4685-A3F8-1E28A16C15C9}" dt="2019-09-24T15:53:35.019" v="674" actId="6549"/>
        <pc:sldMkLst>
          <pc:docMk/>
          <pc:sldMk cId="193191226" sldId="523"/>
        </pc:sldMkLst>
      </pc:sldChg>
      <pc:sldChg chg="modNotesTx">
        <pc:chgData name="Cristian Chilipirea" userId="34ab170da5908fc4" providerId="LiveId" clId="{3FC1AD1A-0CD5-4685-A3F8-1E28A16C15C9}" dt="2019-09-24T15:54:05.167" v="675" actId="6549"/>
        <pc:sldMkLst>
          <pc:docMk/>
          <pc:sldMk cId="761323086" sldId="524"/>
        </pc:sldMkLst>
      </pc:sldChg>
      <pc:sldChg chg="modNotes modNotesTx">
        <pc:chgData name="Cristian Chilipirea" userId="34ab170da5908fc4" providerId="LiveId" clId="{3FC1AD1A-0CD5-4685-A3F8-1E28A16C15C9}" dt="2019-09-24T17:24:15.162" v="8563" actId="403"/>
        <pc:sldMkLst>
          <pc:docMk/>
          <pc:sldMk cId="2128174877" sldId="525"/>
        </pc:sldMkLst>
      </pc:sldChg>
      <pc:sldChg chg="modNotes modNotesTx">
        <pc:chgData name="Cristian Chilipirea" userId="34ab170da5908fc4" providerId="LiveId" clId="{3FC1AD1A-0CD5-4685-A3F8-1E28A16C15C9}" dt="2019-09-24T17:38:59.517" v="8797" actId="1076"/>
        <pc:sldMkLst>
          <pc:docMk/>
          <pc:sldMk cId="384922801" sldId="526"/>
        </pc:sldMkLst>
      </pc:sldChg>
      <pc:sldChg chg="modNotes modNotesTx">
        <pc:chgData name="Cristian Chilipirea" userId="34ab170da5908fc4" providerId="LiveId" clId="{3FC1AD1A-0CD5-4685-A3F8-1E28A16C15C9}" dt="2019-09-24T17:25:03.603" v="8576" actId="403"/>
        <pc:sldMkLst>
          <pc:docMk/>
          <pc:sldMk cId="3314915467" sldId="527"/>
        </pc:sldMkLst>
      </pc:sldChg>
      <pc:sldChg chg="modNotes modNotesTx">
        <pc:chgData name="Cristian Chilipirea" userId="34ab170da5908fc4" providerId="LiveId" clId="{3FC1AD1A-0CD5-4685-A3F8-1E28A16C15C9}" dt="2019-09-24T17:24:44.100" v="8570" actId="113"/>
        <pc:sldMkLst>
          <pc:docMk/>
          <pc:sldMk cId="2683223940" sldId="528"/>
        </pc:sldMkLst>
      </pc:sldChg>
      <pc:sldChg chg="modNotesTx">
        <pc:chgData name="Cristian Chilipirea" userId="34ab170da5908fc4" providerId="LiveId" clId="{3FC1AD1A-0CD5-4685-A3F8-1E28A16C15C9}" dt="2019-09-24T17:18:03.944" v="8538" actId="6549"/>
        <pc:sldMkLst>
          <pc:docMk/>
          <pc:sldMk cId="617174008" sldId="529"/>
        </pc:sldMkLst>
      </pc:sldChg>
      <pc:sldChg chg="modNotes modNotesTx">
        <pc:chgData name="Cristian Chilipirea" userId="34ab170da5908fc4" providerId="LiveId" clId="{3FC1AD1A-0CD5-4685-A3F8-1E28A16C15C9}" dt="2019-09-24T17:27:38.931" v="8647" actId="403"/>
        <pc:sldMkLst>
          <pc:docMk/>
          <pc:sldMk cId="2619967694" sldId="531"/>
        </pc:sldMkLst>
      </pc:sldChg>
      <pc:sldChg chg="del">
        <pc:chgData name="Cristian Chilipirea" userId="34ab170da5908fc4" providerId="LiveId" clId="{3FC1AD1A-0CD5-4685-A3F8-1E28A16C15C9}" dt="2019-09-30T12:46:49.793" v="8816" actId="2696"/>
        <pc:sldMkLst>
          <pc:docMk/>
          <pc:sldMk cId="238918458" sldId="533"/>
        </pc:sldMkLst>
      </pc:sldChg>
      <pc:sldChg chg="add">
        <pc:chgData name="Cristian Chilipirea" userId="34ab170da5908fc4" providerId="LiveId" clId="{3FC1AD1A-0CD5-4685-A3F8-1E28A16C15C9}" dt="2019-09-30T12:47:08.880" v="8822"/>
        <pc:sldMkLst>
          <pc:docMk/>
          <pc:sldMk cId="2286012924" sldId="533"/>
        </pc:sldMkLst>
      </pc:sldChg>
      <pc:sldChg chg="add del">
        <pc:chgData name="Cristian Chilipirea" userId="34ab170da5908fc4" providerId="LiveId" clId="{3FC1AD1A-0CD5-4685-A3F8-1E28A16C15C9}" dt="2019-09-30T12:47:04.728" v="8821"/>
        <pc:sldMkLst>
          <pc:docMk/>
          <pc:sldMk cId="3026372988" sldId="533"/>
        </pc:sldMkLst>
      </pc:sldChg>
      <pc:sldChg chg="del">
        <pc:chgData name="Cristian Chilipirea" userId="34ab170da5908fc4" providerId="LiveId" clId="{3FC1AD1A-0CD5-4685-A3F8-1E28A16C15C9}" dt="2019-09-30T12:46:49.801" v="8817" actId="2696"/>
        <pc:sldMkLst>
          <pc:docMk/>
          <pc:sldMk cId="162901516" sldId="534"/>
        </pc:sldMkLst>
      </pc:sldChg>
      <pc:sldChg chg="add">
        <pc:chgData name="Cristian Chilipirea" userId="34ab170da5908fc4" providerId="LiveId" clId="{3FC1AD1A-0CD5-4685-A3F8-1E28A16C15C9}" dt="2019-09-30T12:47:08.880" v="8822"/>
        <pc:sldMkLst>
          <pc:docMk/>
          <pc:sldMk cId="733346778" sldId="534"/>
        </pc:sldMkLst>
      </pc:sldChg>
      <pc:sldChg chg="add del">
        <pc:chgData name="Cristian Chilipirea" userId="34ab170da5908fc4" providerId="LiveId" clId="{3FC1AD1A-0CD5-4685-A3F8-1E28A16C15C9}" dt="2019-09-30T12:47:04.728" v="8821"/>
        <pc:sldMkLst>
          <pc:docMk/>
          <pc:sldMk cId="2232483699" sldId="534"/>
        </pc:sldMkLst>
      </pc:sldChg>
      <pc:sldChg chg="del">
        <pc:chgData name="Cristian Chilipirea" userId="34ab170da5908fc4" providerId="LiveId" clId="{3FC1AD1A-0CD5-4685-A3F8-1E28A16C15C9}" dt="2019-09-30T12:46:49.825" v="8819" actId="2696"/>
        <pc:sldMkLst>
          <pc:docMk/>
          <pc:sldMk cId="2632471956" sldId="535"/>
        </pc:sldMkLst>
      </pc:sldChg>
      <pc:sldChg chg="add del">
        <pc:chgData name="Cristian Chilipirea" userId="34ab170da5908fc4" providerId="LiveId" clId="{3FC1AD1A-0CD5-4685-A3F8-1E28A16C15C9}" dt="2019-09-30T12:47:04.728" v="8821"/>
        <pc:sldMkLst>
          <pc:docMk/>
          <pc:sldMk cId="2997100639" sldId="535"/>
        </pc:sldMkLst>
      </pc:sldChg>
      <pc:sldChg chg="add">
        <pc:chgData name="Cristian Chilipirea" userId="34ab170da5908fc4" providerId="LiveId" clId="{3FC1AD1A-0CD5-4685-A3F8-1E28A16C15C9}" dt="2019-09-30T12:47:08.880" v="8822"/>
        <pc:sldMkLst>
          <pc:docMk/>
          <pc:sldMk cId="3424030094" sldId="535"/>
        </pc:sldMkLst>
      </pc:sldChg>
      <pc:sldChg chg="add del">
        <pc:chgData name="Cristian Chilipirea" userId="34ab170da5908fc4" providerId="LiveId" clId="{3FC1AD1A-0CD5-4685-A3F8-1E28A16C15C9}" dt="2019-09-30T12:47:04.728" v="8821"/>
        <pc:sldMkLst>
          <pc:docMk/>
          <pc:sldMk cId="863235364" sldId="536"/>
        </pc:sldMkLst>
      </pc:sldChg>
      <pc:sldChg chg="add">
        <pc:chgData name="Cristian Chilipirea" userId="34ab170da5908fc4" providerId="LiveId" clId="{3FC1AD1A-0CD5-4685-A3F8-1E28A16C15C9}" dt="2019-09-30T12:47:08.880" v="8822"/>
        <pc:sldMkLst>
          <pc:docMk/>
          <pc:sldMk cId="1635445270" sldId="536"/>
        </pc:sldMkLst>
      </pc:sldChg>
      <pc:sldChg chg="del">
        <pc:chgData name="Cristian Chilipirea" userId="34ab170da5908fc4" providerId="LiveId" clId="{3FC1AD1A-0CD5-4685-A3F8-1E28A16C15C9}" dt="2019-09-30T12:46:49.812" v="8818" actId="2696"/>
        <pc:sldMkLst>
          <pc:docMk/>
          <pc:sldMk cId="2927050837" sldId="536"/>
        </pc:sldMkLst>
      </pc:sldChg>
      <pc:sldChg chg="addSp delSp modSp ord">
        <pc:chgData name="Cristian Chilipirea" userId="34ab170da5908fc4" providerId="LiveId" clId="{3FC1AD1A-0CD5-4685-A3F8-1E28A16C15C9}" dt="2019-09-30T12:47:41.092" v="8824"/>
        <pc:sldMkLst>
          <pc:docMk/>
          <pc:sldMk cId="1741540215" sldId="538"/>
        </pc:sldMkLst>
        <pc:spChg chg="add mod">
          <ac:chgData name="Cristian Chilipirea" userId="34ab170da5908fc4" providerId="LiveId" clId="{3FC1AD1A-0CD5-4685-A3F8-1E28A16C15C9}" dt="2019-09-24T15:53:09.996" v="667" actId="207"/>
          <ac:spMkLst>
            <pc:docMk/>
            <pc:sldMk cId="1741540215" sldId="538"/>
            <ac:spMk id="7" creationId="{99E00E50-CBD8-46EF-809B-D92379B3BFB9}"/>
          </ac:spMkLst>
        </pc:spChg>
        <pc:spChg chg="add mod">
          <ac:chgData name="Cristian Chilipirea" userId="34ab170da5908fc4" providerId="LiveId" clId="{3FC1AD1A-0CD5-4685-A3F8-1E28A16C15C9}" dt="2019-09-24T15:53:19.151" v="671" actId="20577"/>
          <ac:spMkLst>
            <pc:docMk/>
            <pc:sldMk cId="1741540215" sldId="538"/>
            <ac:spMk id="11" creationId="{360056B9-6E5E-4906-AA34-0757C0313507}"/>
          </ac:spMkLst>
        </pc:spChg>
        <pc:picChg chg="add del mod">
          <ac:chgData name="Cristian Chilipirea" userId="34ab170da5908fc4" providerId="LiveId" clId="{3FC1AD1A-0CD5-4685-A3F8-1E28A16C15C9}" dt="2019-09-24T15:52:11.286" v="644" actId="478"/>
          <ac:picMkLst>
            <pc:docMk/>
            <pc:sldMk cId="1741540215" sldId="538"/>
            <ac:picMk id="3" creationId="{C1690EC4-54BF-43AD-A358-45B619E4A916}"/>
          </ac:picMkLst>
        </pc:picChg>
        <pc:picChg chg="add mod">
          <ac:chgData name="Cristian Chilipirea" userId="34ab170da5908fc4" providerId="LiveId" clId="{3FC1AD1A-0CD5-4685-A3F8-1E28A16C15C9}" dt="2019-09-24T15:52:38.235" v="652" actId="1076"/>
          <ac:picMkLst>
            <pc:docMk/>
            <pc:sldMk cId="1741540215" sldId="538"/>
            <ac:picMk id="6" creationId="{EF5F908D-6009-4DEE-B529-81B9E7D722C7}"/>
          </ac:picMkLst>
        </pc:picChg>
        <pc:picChg chg="mod">
          <ac:chgData name="Cristian Chilipirea" userId="34ab170da5908fc4" providerId="LiveId" clId="{3FC1AD1A-0CD5-4685-A3F8-1E28A16C15C9}" dt="2019-09-24T15:52:48.441" v="656" actId="1076"/>
          <ac:picMkLst>
            <pc:docMk/>
            <pc:sldMk cId="1741540215" sldId="538"/>
            <ac:picMk id="10" creationId="{3F38ED30-6807-4C93-B632-3C556619CC34}"/>
          </ac:picMkLst>
        </pc:picChg>
      </pc:sldChg>
      <pc:sldChg chg="modSp">
        <pc:chgData name="Cristian Chilipirea" userId="34ab170da5908fc4" providerId="LiveId" clId="{3FC1AD1A-0CD5-4685-A3F8-1E28A16C15C9}" dt="2019-09-30T12:48:16.761" v="8826" actId="6549"/>
        <pc:sldMkLst>
          <pc:docMk/>
          <pc:sldMk cId="2002666867" sldId="540"/>
        </pc:sldMkLst>
        <pc:spChg chg="mod">
          <ac:chgData name="Cristian Chilipirea" userId="34ab170da5908fc4" providerId="LiveId" clId="{3FC1AD1A-0CD5-4685-A3F8-1E28A16C15C9}" dt="2019-09-30T12:48:16.761" v="8826" actId="6549"/>
          <ac:spMkLst>
            <pc:docMk/>
            <pc:sldMk cId="2002666867" sldId="540"/>
            <ac:spMk id="3" creationId="{D8E55A74-EA14-488A-A45A-25C1A867A44B}"/>
          </ac:spMkLst>
        </pc:spChg>
      </pc:sldChg>
      <pc:sldChg chg="modNotes modNotesTx">
        <pc:chgData name="Cristian Chilipirea" userId="34ab170da5908fc4" providerId="LiveId" clId="{3FC1AD1A-0CD5-4685-A3F8-1E28A16C15C9}" dt="2019-09-24T17:24:55.930" v="8574" actId="404"/>
        <pc:sldMkLst>
          <pc:docMk/>
          <pc:sldMk cId="1462569323" sldId="541"/>
        </pc:sldMkLst>
      </pc:sldChg>
      <pc:sldChg chg="modNotes">
        <pc:chgData name="Cristian Chilipirea" userId="34ab170da5908fc4" providerId="LiveId" clId="{3FC1AD1A-0CD5-4685-A3F8-1E28A16C15C9}" dt="2019-09-24T17:25:09.405" v="8578" actId="403"/>
        <pc:sldMkLst>
          <pc:docMk/>
          <pc:sldMk cId="3728125730" sldId="542"/>
        </pc:sldMkLst>
      </pc:sldChg>
      <pc:sldChg chg="modNotes modNotesTx">
        <pc:chgData name="Cristian Chilipirea" userId="34ab170da5908fc4" providerId="LiveId" clId="{3FC1AD1A-0CD5-4685-A3F8-1E28A16C15C9}" dt="2019-09-24T17:39:30.093" v="8799" actId="403"/>
        <pc:sldMkLst>
          <pc:docMk/>
          <pc:sldMk cId="1289218972" sldId="543"/>
        </pc:sldMkLst>
      </pc:sldChg>
      <pc:sldChg chg="modNotesTx">
        <pc:chgData name="Cristian Chilipirea" userId="34ab170da5908fc4" providerId="LiveId" clId="{3FC1AD1A-0CD5-4685-A3F8-1E28A16C15C9}" dt="2019-09-24T16:57:23.730" v="6850" actId="20577"/>
        <pc:sldMkLst>
          <pc:docMk/>
          <pc:sldMk cId="1882107523" sldId="546"/>
        </pc:sldMkLst>
      </pc:sldChg>
      <pc:sldChg chg="modSp modNotesTx">
        <pc:chgData name="Cristian Chilipirea" userId="34ab170da5908fc4" providerId="LiveId" clId="{3FC1AD1A-0CD5-4685-A3F8-1E28A16C15C9}" dt="2019-09-24T15:39:58.547" v="4" actId="20577"/>
        <pc:sldMkLst>
          <pc:docMk/>
          <pc:sldMk cId="2016561363" sldId="555"/>
        </pc:sldMkLst>
        <pc:spChg chg="mod">
          <ac:chgData name="Cristian Chilipirea" userId="34ab170da5908fc4" providerId="LiveId" clId="{3FC1AD1A-0CD5-4685-A3F8-1E28A16C15C9}" dt="2019-09-24T15:39:58.547" v="4" actId="20577"/>
          <ac:spMkLst>
            <pc:docMk/>
            <pc:sldMk cId="2016561363" sldId="555"/>
            <ac:spMk id="2" creationId="{E2184C26-7E72-43C1-B904-1CE15EE6D549}"/>
          </ac:spMkLst>
        </pc:spChg>
      </pc:sldChg>
      <pc:sldChg chg="modNotesTx">
        <pc:chgData name="Cristian Chilipirea" userId="34ab170da5908fc4" providerId="LiveId" clId="{3FC1AD1A-0CD5-4685-A3F8-1E28A16C15C9}" dt="2019-09-24T15:40:39.211" v="16" actId="6549"/>
        <pc:sldMkLst>
          <pc:docMk/>
          <pc:sldMk cId="278542565" sldId="556"/>
        </pc:sldMkLst>
      </pc:sldChg>
      <pc:sldChg chg="modSp modNotes modNotesTx">
        <pc:chgData name="Cristian Chilipirea" userId="34ab170da5908fc4" providerId="LiveId" clId="{3FC1AD1A-0CD5-4685-A3F8-1E28A16C15C9}" dt="2019-09-24T17:39:38.091" v="8800" actId="404"/>
        <pc:sldMkLst>
          <pc:docMk/>
          <pc:sldMk cId="3440455392" sldId="586"/>
        </pc:sldMkLst>
        <pc:spChg chg="mod">
          <ac:chgData name="Cristian Chilipirea" userId="34ab170da5908fc4" providerId="LiveId" clId="{3FC1AD1A-0CD5-4685-A3F8-1E28A16C15C9}" dt="2019-09-24T17:05:23.048" v="7631" actId="20577"/>
          <ac:spMkLst>
            <pc:docMk/>
            <pc:sldMk cId="3440455392" sldId="586"/>
            <ac:spMk id="12" creationId="{443D66CC-3E91-4403-9048-BA23C1B3ED8E}"/>
          </ac:spMkLst>
        </pc:spChg>
      </pc:sldChg>
      <pc:sldChg chg="modSp">
        <pc:chgData name="Cristian Chilipirea" userId="34ab170da5908fc4" providerId="LiveId" clId="{3FC1AD1A-0CD5-4685-A3F8-1E28A16C15C9}" dt="2019-09-24T16:28:16.742" v="2581" actId="790"/>
        <pc:sldMkLst>
          <pc:docMk/>
          <pc:sldMk cId="1004568210" sldId="587"/>
        </pc:sldMkLst>
        <pc:spChg chg="mod">
          <ac:chgData name="Cristian Chilipirea" userId="34ab170da5908fc4" providerId="LiveId" clId="{3FC1AD1A-0CD5-4685-A3F8-1E28A16C15C9}" dt="2019-09-24T16:28:16.742" v="2581" actId="790"/>
          <ac:spMkLst>
            <pc:docMk/>
            <pc:sldMk cId="1004568210" sldId="587"/>
            <ac:spMk id="2" creationId="{C77EA277-0F09-4B32-8D70-DF7DAF34BF19}"/>
          </ac:spMkLst>
        </pc:spChg>
        <pc:spChg chg="mod">
          <ac:chgData name="Cristian Chilipirea" userId="34ab170da5908fc4" providerId="LiveId" clId="{3FC1AD1A-0CD5-4685-A3F8-1E28A16C15C9}" dt="2019-09-24T16:26:39.366" v="2566" actId="1076"/>
          <ac:spMkLst>
            <pc:docMk/>
            <pc:sldMk cId="1004568210" sldId="587"/>
            <ac:spMk id="3" creationId="{339551E0-5B4F-468D-A5F2-74EA52B6C9FD}"/>
          </ac:spMkLst>
        </pc:spChg>
      </pc:sldChg>
      <pc:sldChg chg="addSp delSp modSp modNotes modNotesTx">
        <pc:chgData name="Cristian Chilipirea" userId="34ab170da5908fc4" providerId="LiveId" clId="{3FC1AD1A-0CD5-4685-A3F8-1E28A16C15C9}" dt="2019-09-24T17:38:35.308" v="8794" actId="404"/>
        <pc:sldMkLst>
          <pc:docMk/>
          <pc:sldMk cId="2844747525" sldId="588"/>
        </pc:sldMkLst>
        <pc:spChg chg="mod">
          <ac:chgData name="Cristian Chilipirea" userId="34ab170da5908fc4" providerId="LiveId" clId="{3FC1AD1A-0CD5-4685-A3F8-1E28A16C15C9}" dt="2019-09-24T16:28:20.292" v="2582"/>
          <ac:spMkLst>
            <pc:docMk/>
            <pc:sldMk cId="2844747525" sldId="588"/>
            <ac:spMk id="2" creationId="{C77EA277-0F09-4B32-8D70-DF7DAF34BF19}"/>
          </ac:spMkLst>
        </pc:spChg>
        <pc:spChg chg="del">
          <ac:chgData name="Cristian Chilipirea" userId="34ab170da5908fc4" providerId="LiveId" clId="{3FC1AD1A-0CD5-4685-A3F8-1E28A16C15C9}" dt="2019-09-24T16:26:04.128" v="2556" actId="478"/>
          <ac:spMkLst>
            <pc:docMk/>
            <pc:sldMk cId="2844747525" sldId="588"/>
            <ac:spMk id="3" creationId="{339551E0-5B4F-468D-A5F2-74EA52B6C9FD}"/>
          </ac:spMkLst>
        </pc:spChg>
        <pc:spChg chg="add del mod">
          <ac:chgData name="Cristian Chilipirea" userId="34ab170da5908fc4" providerId="LiveId" clId="{3FC1AD1A-0CD5-4685-A3F8-1E28A16C15C9}" dt="2019-09-24T16:26:10.609" v="2560" actId="478"/>
          <ac:spMkLst>
            <pc:docMk/>
            <pc:sldMk cId="2844747525" sldId="588"/>
            <ac:spMk id="5" creationId="{1BF94628-EAD7-40A3-AA02-65310483AFB3}"/>
          </ac:spMkLst>
        </pc:spChg>
        <pc:spChg chg="add del mod">
          <ac:chgData name="Cristian Chilipirea" userId="34ab170da5908fc4" providerId="LiveId" clId="{3FC1AD1A-0CD5-4685-A3F8-1E28A16C15C9}" dt="2019-09-24T16:26:20.288" v="2562" actId="478"/>
          <ac:spMkLst>
            <pc:docMk/>
            <pc:sldMk cId="2844747525" sldId="588"/>
            <ac:spMk id="29" creationId="{CD0097D9-F498-4D2D-9D4D-1E2633316BE8}"/>
          </ac:spMkLst>
        </pc:spChg>
        <pc:spChg chg="add mod">
          <ac:chgData name="Cristian Chilipirea" userId="34ab170da5908fc4" providerId="LiveId" clId="{3FC1AD1A-0CD5-4685-A3F8-1E28A16C15C9}" dt="2019-09-24T16:29:06.641" v="2592" actId="207"/>
          <ac:spMkLst>
            <pc:docMk/>
            <pc:sldMk cId="2844747525" sldId="588"/>
            <ac:spMk id="30" creationId="{C07107BC-7CE4-4821-8323-7B0291925005}"/>
          </ac:spMkLst>
        </pc:spChg>
      </pc:sldChg>
      <pc:sldChg chg="modSp">
        <pc:chgData name="Cristian Chilipirea" userId="34ab170da5908fc4" providerId="LiveId" clId="{3FC1AD1A-0CD5-4685-A3F8-1E28A16C15C9}" dt="2019-09-24T17:05:29.912" v="7632"/>
        <pc:sldMkLst>
          <pc:docMk/>
          <pc:sldMk cId="3229519859" sldId="589"/>
        </pc:sldMkLst>
        <pc:spChg chg="mod">
          <ac:chgData name="Cristian Chilipirea" userId="34ab170da5908fc4" providerId="LiveId" clId="{3FC1AD1A-0CD5-4685-A3F8-1E28A16C15C9}" dt="2019-09-24T17:05:29.912" v="7632"/>
          <ac:spMkLst>
            <pc:docMk/>
            <pc:sldMk cId="3229519859" sldId="589"/>
            <ac:spMk id="12" creationId="{443D66CC-3E91-4403-9048-BA23C1B3ED8E}"/>
          </ac:spMkLst>
        </pc:spChg>
      </pc:sldChg>
      <pc:sldChg chg="modNotes modNotesTx">
        <pc:chgData name="Cristian Chilipirea" userId="34ab170da5908fc4" providerId="LiveId" clId="{3FC1AD1A-0CD5-4685-A3F8-1E28A16C15C9}" dt="2019-09-24T17:39:42.791" v="8801" actId="404"/>
        <pc:sldMkLst>
          <pc:docMk/>
          <pc:sldMk cId="2934982308" sldId="590"/>
        </pc:sldMkLst>
      </pc:sldChg>
      <pc:sldChg chg="modSp modNotes">
        <pc:chgData name="Cristian Chilipirea" userId="34ab170da5908fc4" providerId="LiveId" clId="{3FC1AD1A-0CD5-4685-A3F8-1E28A16C15C9}" dt="2019-09-24T17:40:33.268" v="8811" actId="403"/>
        <pc:sldMkLst>
          <pc:docMk/>
          <pc:sldMk cId="1602396881" sldId="619"/>
        </pc:sldMkLst>
        <pc:spChg chg="mod">
          <ac:chgData name="Cristian Chilipirea" userId="34ab170da5908fc4" providerId="LiveId" clId="{3FC1AD1A-0CD5-4685-A3F8-1E28A16C15C9}" dt="2019-09-24T17:32:52.578" v="8681" actId="6549"/>
          <ac:spMkLst>
            <pc:docMk/>
            <pc:sldMk cId="1602396881" sldId="619"/>
            <ac:spMk id="2" creationId="{B0F8045F-D2E2-4E31-A51B-741DA9153BC1}"/>
          </ac:spMkLst>
        </pc:spChg>
      </pc:sldChg>
      <pc:sldChg chg="modSp modNotes">
        <pc:chgData name="Cristian Chilipirea" userId="34ab170da5908fc4" providerId="LiveId" clId="{3FC1AD1A-0CD5-4685-A3F8-1E28A16C15C9}" dt="2019-09-24T17:40:25.315" v="8807" actId="403"/>
        <pc:sldMkLst>
          <pc:docMk/>
          <pc:sldMk cId="983254241" sldId="620"/>
        </pc:sldMkLst>
        <pc:spChg chg="mod">
          <ac:chgData name="Cristian Chilipirea" userId="34ab170da5908fc4" providerId="LiveId" clId="{3FC1AD1A-0CD5-4685-A3F8-1E28A16C15C9}" dt="2019-09-24T17:33:05.509" v="8702" actId="6549"/>
          <ac:spMkLst>
            <pc:docMk/>
            <pc:sldMk cId="983254241" sldId="620"/>
            <ac:spMk id="2" creationId="{02B187E2-E616-44AA-8E0C-EB3ADDF9FE1C}"/>
          </ac:spMkLst>
        </pc:spChg>
      </pc:sldChg>
      <pc:sldChg chg="modSp modNotes modNotesTx">
        <pc:chgData name="Cristian Chilipirea" userId="34ab170da5908fc4" providerId="LiveId" clId="{3FC1AD1A-0CD5-4685-A3F8-1E28A16C15C9}" dt="2019-09-24T17:40:47.404" v="8812" actId="2711"/>
        <pc:sldMkLst>
          <pc:docMk/>
          <pc:sldMk cId="1693112902" sldId="621"/>
        </pc:sldMkLst>
        <pc:spChg chg="mod">
          <ac:chgData name="Cristian Chilipirea" userId="34ab170da5908fc4" providerId="LiveId" clId="{3FC1AD1A-0CD5-4685-A3F8-1E28A16C15C9}" dt="2019-09-24T17:33:02.460" v="8700" actId="20577"/>
          <ac:spMkLst>
            <pc:docMk/>
            <pc:sldMk cId="1693112902" sldId="621"/>
            <ac:spMk id="2" creationId="{677B85C4-3976-4151-B392-7DED9C4A96F0}"/>
          </ac:spMkLst>
        </pc:spChg>
        <pc:spChg chg="mod">
          <ac:chgData name="Cristian Chilipirea" userId="34ab170da5908fc4" providerId="LiveId" clId="{3FC1AD1A-0CD5-4685-A3F8-1E28A16C15C9}" dt="2019-09-24T17:12:21.327" v="8227" actId="207"/>
          <ac:spMkLst>
            <pc:docMk/>
            <pc:sldMk cId="1693112902" sldId="621"/>
            <ac:spMk id="3" creationId="{85B9BB59-F4D4-4C6D-8853-EF9A3D38746A}"/>
          </ac:spMkLst>
        </pc:spChg>
      </pc:sldChg>
      <pc:sldChg chg="modSp">
        <pc:chgData name="Cristian Chilipirea" userId="34ab170da5908fc4" providerId="LiveId" clId="{3FC1AD1A-0CD5-4685-A3F8-1E28A16C15C9}" dt="2019-09-24T17:33:16.513" v="8704" actId="20577"/>
        <pc:sldMkLst>
          <pc:docMk/>
          <pc:sldMk cId="3591667173" sldId="622"/>
        </pc:sldMkLst>
        <pc:spChg chg="mod">
          <ac:chgData name="Cristian Chilipirea" userId="34ab170da5908fc4" providerId="LiveId" clId="{3FC1AD1A-0CD5-4685-A3F8-1E28A16C15C9}" dt="2019-09-24T17:33:16.513" v="8704" actId="20577"/>
          <ac:spMkLst>
            <pc:docMk/>
            <pc:sldMk cId="3591667173" sldId="622"/>
            <ac:spMk id="2" creationId="{056CC90E-4F61-494B-ACAA-B5755CBE42F2}"/>
          </ac:spMkLst>
        </pc:spChg>
        <pc:spChg chg="mod">
          <ac:chgData name="Cristian Chilipirea" userId="34ab170da5908fc4" providerId="LiveId" clId="{3FC1AD1A-0CD5-4685-A3F8-1E28A16C15C9}" dt="2019-09-24T17:15:42.088" v="8443" actId="20577"/>
          <ac:spMkLst>
            <pc:docMk/>
            <pc:sldMk cId="3591667173" sldId="622"/>
            <ac:spMk id="27" creationId="{0CFE6B87-818E-4402-B9FE-24D2E21F15B4}"/>
          </ac:spMkLst>
        </pc:spChg>
        <pc:spChg chg="mod">
          <ac:chgData name="Cristian Chilipirea" userId="34ab170da5908fc4" providerId="LiveId" clId="{3FC1AD1A-0CD5-4685-A3F8-1E28A16C15C9}" dt="2019-09-24T17:15:32.928" v="8432" actId="20577"/>
          <ac:spMkLst>
            <pc:docMk/>
            <pc:sldMk cId="3591667173" sldId="622"/>
            <ac:spMk id="28" creationId="{93DB4A33-87D9-4939-A54F-2D384FABDFC2}"/>
          </ac:spMkLst>
        </pc:spChg>
      </pc:sldChg>
      <pc:sldChg chg="modSp">
        <pc:chgData name="Cristian Chilipirea" userId="34ab170da5908fc4" providerId="LiveId" clId="{3FC1AD1A-0CD5-4685-A3F8-1E28A16C15C9}" dt="2019-09-24T17:33:25.672" v="8717" actId="6549"/>
        <pc:sldMkLst>
          <pc:docMk/>
          <pc:sldMk cId="3871055158" sldId="623"/>
        </pc:sldMkLst>
        <pc:spChg chg="mod">
          <ac:chgData name="Cristian Chilipirea" userId="34ab170da5908fc4" providerId="LiveId" clId="{3FC1AD1A-0CD5-4685-A3F8-1E28A16C15C9}" dt="2019-09-24T17:33:25.672" v="8717" actId="6549"/>
          <ac:spMkLst>
            <pc:docMk/>
            <pc:sldMk cId="3871055158" sldId="623"/>
            <ac:spMk id="2" creationId="{52115EA3-378D-419B-BD59-46FA6FCA5D34}"/>
          </ac:spMkLst>
        </pc:spChg>
      </pc:sldChg>
      <pc:sldChg chg="modSp">
        <pc:chgData name="Cristian Chilipirea" userId="34ab170da5908fc4" providerId="LiveId" clId="{3FC1AD1A-0CD5-4685-A3F8-1E28A16C15C9}" dt="2019-09-24T17:33:45.686" v="8748" actId="6549"/>
        <pc:sldMkLst>
          <pc:docMk/>
          <pc:sldMk cId="1035402042" sldId="624"/>
        </pc:sldMkLst>
        <pc:spChg chg="mod">
          <ac:chgData name="Cristian Chilipirea" userId="34ab170da5908fc4" providerId="LiveId" clId="{3FC1AD1A-0CD5-4685-A3F8-1E28A16C15C9}" dt="2019-09-24T17:33:45.686" v="8748" actId="6549"/>
          <ac:spMkLst>
            <pc:docMk/>
            <pc:sldMk cId="1035402042" sldId="624"/>
            <ac:spMk id="2" creationId="{53B358CF-D4C1-47E6-AC13-13EBA8BA6221}"/>
          </ac:spMkLst>
        </pc:spChg>
      </pc:sldChg>
      <pc:sldChg chg="modSp">
        <pc:chgData name="Cristian Chilipirea" userId="34ab170da5908fc4" providerId="LiveId" clId="{3FC1AD1A-0CD5-4685-A3F8-1E28A16C15C9}" dt="2019-09-24T17:11:12.582" v="8208" actId="20577"/>
        <pc:sldMkLst>
          <pc:docMk/>
          <pc:sldMk cId="2430536616" sldId="625"/>
        </pc:sldMkLst>
        <pc:spChg chg="mod">
          <ac:chgData name="Cristian Chilipirea" userId="34ab170da5908fc4" providerId="LiveId" clId="{3FC1AD1A-0CD5-4685-A3F8-1E28A16C15C9}" dt="2019-09-24T17:11:12.582" v="8208" actId="20577"/>
          <ac:spMkLst>
            <pc:docMk/>
            <pc:sldMk cId="2430536616" sldId="625"/>
            <ac:spMk id="2" creationId="{F44AF469-0428-4B36-B337-459EB5267A8F}"/>
          </ac:spMkLst>
        </pc:spChg>
      </pc:sldChg>
      <pc:sldChg chg="modSp modNotes modNotesTx">
        <pc:chgData name="Cristian Chilipirea" userId="34ab170da5908fc4" providerId="LiveId" clId="{3FC1AD1A-0CD5-4685-A3F8-1E28A16C15C9}" dt="2019-09-24T17:40:54.479" v="8813" actId="404"/>
        <pc:sldMkLst>
          <pc:docMk/>
          <pc:sldMk cId="1092089267" sldId="626"/>
        </pc:sldMkLst>
        <pc:spChg chg="mod">
          <ac:chgData name="Cristian Chilipirea" userId="34ab170da5908fc4" providerId="LiveId" clId="{3FC1AD1A-0CD5-4685-A3F8-1E28A16C15C9}" dt="2019-09-24T17:33:55.491" v="8754" actId="20577"/>
          <ac:spMkLst>
            <pc:docMk/>
            <pc:sldMk cId="1092089267" sldId="626"/>
            <ac:spMk id="2" creationId="{F4212CFE-B372-4D06-B535-CD906B2AC07A}"/>
          </ac:spMkLst>
        </pc:spChg>
      </pc:sldChg>
      <pc:sldChg chg="modSp">
        <pc:chgData name="Cristian Chilipirea" userId="34ab170da5908fc4" providerId="LiveId" clId="{3FC1AD1A-0CD5-4685-A3F8-1E28A16C15C9}" dt="2019-09-24T17:33:59.116" v="8755"/>
        <pc:sldMkLst>
          <pc:docMk/>
          <pc:sldMk cId="2157519186" sldId="627"/>
        </pc:sldMkLst>
        <pc:spChg chg="mod">
          <ac:chgData name="Cristian Chilipirea" userId="34ab170da5908fc4" providerId="LiveId" clId="{3FC1AD1A-0CD5-4685-A3F8-1E28A16C15C9}" dt="2019-09-24T17:33:59.116" v="8755"/>
          <ac:spMkLst>
            <pc:docMk/>
            <pc:sldMk cId="2157519186" sldId="627"/>
            <ac:spMk id="2" creationId="{F4212CFE-B372-4D06-B535-CD906B2AC07A}"/>
          </ac:spMkLst>
        </pc:spChg>
      </pc:sldChg>
      <pc:sldChg chg="modSp">
        <pc:chgData name="Cristian Chilipirea" userId="34ab170da5908fc4" providerId="LiveId" clId="{3FC1AD1A-0CD5-4685-A3F8-1E28A16C15C9}" dt="2019-09-24T17:34:04.416" v="8757"/>
        <pc:sldMkLst>
          <pc:docMk/>
          <pc:sldMk cId="3475865016" sldId="628"/>
        </pc:sldMkLst>
        <pc:spChg chg="mod">
          <ac:chgData name="Cristian Chilipirea" userId="34ab170da5908fc4" providerId="LiveId" clId="{3FC1AD1A-0CD5-4685-A3F8-1E28A16C15C9}" dt="2019-09-24T17:34:04.416" v="8757"/>
          <ac:spMkLst>
            <pc:docMk/>
            <pc:sldMk cId="3475865016" sldId="628"/>
            <ac:spMk id="2" creationId="{F4212CFE-B372-4D06-B535-CD906B2AC07A}"/>
          </ac:spMkLst>
        </pc:spChg>
      </pc:sldChg>
      <pc:sldChg chg="modSp">
        <pc:chgData name="Cristian Chilipirea" userId="34ab170da5908fc4" providerId="LiveId" clId="{3FC1AD1A-0CD5-4685-A3F8-1E28A16C15C9}" dt="2019-09-24T17:34:10.648" v="8759"/>
        <pc:sldMkLst>
          <pc:docMk/>
          <pc:sldMk cId="399722945" sldId="629"/>
        </pc:sldMkLst>
        <pc:spChg chg="mod">
          <ac:chgData name="Cristian Chilipirea" userId="34ab170da5908fc4" providerId="LiveId" clId="{3FC1AD1A-0CD5-4685-A3F8-1E28A16C15C9}" dt="2019-09-24T17:34:10.648" v="8759"/>
          <ac:spMkLst>
            <pc:docMk/>
            <pc:sldMk cId="399722945" sldId="629"/>
            <ac:spMk id="2" creationId="{F4212CFE-B372-4D06-B535-CD906B2AC07A}"/>
          </ac:spMkLst>
        </pc:spChg>
      </pc:sldChg>
      <pc:sldChg chg="modSp">
        <pc:chgData name="Cristian Chilipirea" userId="34ab170da5908fc4" providerId="LiveId" clId="{3FC1AD1A-0CD5-4685-A3F8-1E28A16C15C9}" dt="2019-09-24T17:34:17.168" v="8761"/>
        <pc:sldMkLst>
          <pc:docMk/>
          <pc:sldMk cId="415877145" sldId="630"/>
        </pc:sldMkLst>
        <pc:spChg chg="mod">
          <ac:chgData name="Cristian Chilipirea" userId="34ab170da5908fc4" providerId="LiveId" clId="{3FC1AD1A-0CD5-4685-A3F8-1E28A16C15C9}" dt="2019-09-24T17:34:17.168" v="8761"/>
          <ac:spMkLst>
            <pc:docMk/>
            <pc:sldMk cId="415877145" sldId="630"/>
            <ac:spMk id="2" creationId="{F4212CFE-B372-4D06-B535-CD906B2AC07A}"/>
          </ac:spMkLst>
        </pc:spChg>
      </pc:sldChg>
      <pc:sldChg chg="modSp">
        <pc:chgData name="Cristian Chilipirea" userId="34ab170da5908fc4" providerId="LiveId" clId="{3FC1AD1A-0CD5-4685-A3F8-1E28A16C15C9}" dt="2019-09-24T17:35:08.393" v="8772" actId="1076"/>
        <pc:sldMkLst>
          <pc:docMk/>
          <pc:sldMk cId="2256760796" sldId="631"/>
        </pc:sldMkLst>
        <pc:spChg chg="mod">
          <ac:chgData name="Cristian Chilipirea" userId="34ab170da5908fc4" providerId="LiveId" clId="{3FC1AD1A-0CD5-4685-A3F8-1E28A16C15C9}" dt="2019-09-24T17:34:34.733" v="8766"/>
          <ac:spMkLst>
            <pc:docMk/>
            <pc:sldMk cId="2256760796" sldId="631"/>
            <ac:spMk id="2" creationId="{F4212CFE-B372-4D06-B535-CD906B2AC07A}"/>
          </ac:spMkLst>
        </pc:spChg>
        <pc:spChg chg="mod">
          <ac:chgData name="Cristian Chilipirea" userId="34ab170da5908fc4" providerId="LiveId" clId="{3FC1AD1A-0CD5-4685-A3F8-1E28A16C15C9}" dt="2019-09-24T17:35:08.393" v="8772" actId="1076"/>
          <ac:spMkLst>
            <pc:docMk/>
            <pc:sldMk cId="2256760796" sldId="631"/>
            <ac:spMk id="5" creationId="{07EBA214-5BF7-424C-81EF-F3445E9A9D6D}"/>
          </ac:spMkLst>
        </pc:spChg>
      </pc:sldChg>
      <pc:sldChg chg="modSp">
        <pc:chgData name="Cristian Chilipirea" userId="34ab170da5908fc4" providerId="LiveId" clId="{3FC1AD1A-0CD5-4685-A3F8-1E28A16C15C9}" dt="2019-09-24T17:34:31.498" v="8765"/>
        <pc:sldMkLst>
          <pc:docMk/>
          <pc:sldMk cId="3056894308" sldId="632"/>
        </pc:sldMkLst>
        <pc:spChg chg="mod">
          <ac:chgData name="Cristian Chilipirea" userId="34ab170da5908fc4" providerId="LiveId" clId="{3FC1AD1A-0CD5-4685-A3F8-1E28A16C15C9}" dt="2019-09-24T17:34:31.498" v="8765"/>
          <ac:spMkLst>
            <pc:docMk/>
            <pc:sldMk cId="3056894308" sldId="632"/>
            <ac:spMk id="2" creationId="{F4212CFE-B372-4D06-B535-CD906B2AC07A}"/>
          </ac:spMkLst>
        </pc:spChg>
      </pc:sldChg>
      <pc:sldChg chg="modSp">
        <pc:chgData name="Cristian Chilipirea" userId="34ab170da5908fc4" providerId="LiveId" clId="{3FC1AD1A-0CD5-4685-A3F8-1E28A16C15C9}" dt="2019-09-24T17:34:23.929" v="8763"/>
        <pc:sldMkLst>
          <pc:docMk/>
          <pc:sldMk cId="1561823746" sldId="633"/>
        </pc:sldMkLst>
        <pc:spChg chg="mod">
          <ac:chgData name="Cristian Chilipirea" userId="34ab170da5908fc4" providerId="LiveId" clId="{3FC1AD1A-0CD5-4685-A3F8-1E28A16C15C9}" dt="2019-09-24T17:34:23.929" v="8763"/>
          <ac:spMkLst>
            <pc:docMk/>
            <pc:sldMk cId="1561823746" sldId="633"/>
            <ac:spMk id="2" creationId="{F4212CFE-B372-4D06-B535-CD906B2AC07A}"/>
          </ac:spMkLst>
        </pc:spChg>
      </pc:sldChg>
      <pc:sldChg chg="modSp">
        <pc:chgData name="Cristian Chilipirea" userId="34ab170da5908fc4" providerId="LiveId" clId="{3FC1AD1A-0CD5-4685-A3F8-1E28A16C15C9}" dt="2019-09-24T17:34:02.060" v="8756"/>
        <pc:sldMkLst>
          <pc:docMk/>
          <pc:sldMk cId="696013976" sldId="634"/>
        </pc:sldMkLst>
        <pc:spChg chg="mod">
          <ac:chgData name="Cristian Chilipirea" userId="34ab170da5908fc4" providerId="LiveId" clId="{3FC1AD1A-0CD5-4685-A3F8-1E28A16C15C9}" dt="2019-09-24T17:34:02.060" v="8756"/>
          <ac:spMkLst>
            <pc:docMk/>
            <pc:sldMk cId="696013976" sldId="634"/>
            <ac:spMk id="2" creationId="{F4212CFE-B372-4D06-B535-CD906B2AC07A}"/>
          </ac:spMkLst>
        </pc:spChg>
      </pc:sldChg>
      <pc:sldChg chg="modSp">
        <pc:chgData name="Cristian Chilipirea" userId="34ab170da5908fc4" providerId="LiveId" clId="{3FC1AD1A-0CD5-4685-A3F8-1E28A16C15C9}" dt="2019-09-24T17:34:07.439" v="8758"/>
        <pc:sldMkLst>
          <pc:docMk/>
          <pc:sldMk cId="4191572566" sldId="635"/>
        </pc:sldMkLst>
        <pc:spChg chg="mod">
          <ac:chgData name="Cristian Chilipirea" userId="34ab170da5908fc4" providerId="LiveId" clId="{3FC1AD1A-0CD5-4685-A3F8-1E28A16C15C9}" dt="2019-09-24T17:34:07.439" v="8758"/>
          <ac:spMkLst>
            <pc:docMk/>
            <pc:sldMk cId="4191572566" sldId="635"/>
            <ac:spMk id="2" creationId="{F4212CFE-B372-4D06-B535-CD906B2AC07A}"/>
          </ac:spMkLst>
        </pc:spChg>
      </pc:sldChg>
      <pc:sldChg chg="modSp">
        <pc:chgData name="Cristian Chilipirea" userId="34ab170da5908fc4" providerId="LiveId" clId="{3FC1AD1A-0CD5-4685-A3F8-1E28A16C15C9}" dt="2019-09-24T17:34:13.593" v="8760"/>
        <pc:sldMkLst>
          <pc:docMk/>
          <pc:sldMk cId="807977974" sldId="636"/>
        </pc:sldMkLst>
        <pc:spChg chg="mod">
          <ac:chgData name="Cristian Chilipirea" userId="34ab170da5908fc4" providerId="LiveId" clId="{3FC1AD1A-0CD5-4685-A3F8-1E28A16C15C9}" dt="2019-09-24T17:34:13.593" v="8760"/>
          <ac:spMkLst>
            <pc:docMk/>
            <pc:sldMk cId="807977974" sldId="636"/>
            <ac:spMk id="2" creationId="{F4212CFE-B372-4D06-B535-CD906B2AC07A}"/>
          </ac:spMkLst>
        </pc:spChg>
      </pc:sldChg>
      <pc:sldChg chg="modSp">
        <pc:chgData name="Cristian Chilipirea" userId="34ab170da5908fc4" providerId="LiveId" clId="{3FC1AD1A-0CD5-4685-A3F8-1E28A16C15C9}" dt="2019-09-24T17:34:20.465" v="8762"/>
        <pc:sldMkLst>
          <pc:docMk/>
          <pc:sldMk cId="2574714365" sldId="637"/>
        </pc:sldMkLst>
        <pc:spChg chg="mod">
          <ac:chgData name="Cristian Chilipirea" userId="34ab170da5908fc4" providerId="LiveId" clId="{3FC1AD1A-0CD5-4685-A3F8-1E28A16C15C9}" dt="2019-09-24T17:34:20.465" v="8762"/>
          <ac:spMkLst>
            <pc:docMk/>
            <pc:sldMk cId="2574714365" sldId="637"/>
            <ac:spMk id="2" creationId="{F4212CFE-B372-4D06-B535-CD906B2AC07A}"/>
          </ac:spMkLst>
        </pc:spChg>
      </pc:sldChg>
      <pc:sldChg chg="modSp">
        <pc:chgData name="Cristian Chilipirea" userId="34ab170da5908fc4" providerId="LiveId" clId="{3FC1AD1A-0CD5-4685-A3F8-1E28A16C15C9}" dt="2019-09-24T17:34:27.393" v="8764"/>
        <pc:sldMkLst>
          <pc:docMk/>
          <pc:sldMk cId="3652549265" sldId="638"/>
        </pc:sldMkLst>
        <pc:spChg chg="mod">
          <ac:chgData name="Cristian Chilipirea" userId="34ab170da5908fc4" providerId="LiveId" clId="{3FC1AD1A-0CD5-4685-A3F8-1E28A16C15C9}" dt="2019-09-24T17:34:27.393" v="8764"/>
          <ac:spMkLst>
            <pc:docMk/>
            <pc:sldMk cId="3652549265" sldId="638"/>
            <ac:spMk id="2" creationId="{F4212CFE-B372-4D06-B535-CD906B2AC07A}"/>
          </ac:spMkLst>
        </pc:spChg>
      </pc:sldChg>
      <pc:sldChg chg="addSp delSp modSp modNotes modNotesTx">
        <pc:chgData name="Cristian Chilipirea" userId="34ab170da5908fc4" providerId="LiveId" clId="{3FC1AD1A-0CD5-4685-A3F8-1E28A16C15C9}" dt="2019-09-24T17:38:39.140" v="8795" actId="404"/>
        <pc:sldMkLst>
          <pc:docMk/>
          <pc:sldMk cId="2226103853" sldId="674"/>
        </pc:sldMkLst>
        <pc:spChg chg="mod">
          <ac:chgData name="Cristian Chilipirea" userId="34ab170da5908fc4" providerId="LiveId" clId="{3FC1AD1A-0CD5-4685-A3F8-1E28A16C15C9}" dt="2019-09-24T16:28:22.341" v="2583"/>
          <ac:spMkLst>
            <pc:docMk/>
            <pc:sldMk cId="2226103853" sldId="674"/>
            <ac:spMk id="2" creationId="{C77EA277-0F09-4B32-8D70-DF7DAF34BF19}"/>
          </ac:spMkLst>
        </pc:spChg>
        <pc:spChg chg="del">
          <ac:chgData name="Cristian Chilipirea" userId="34ab170da5908fc4" providerId="LiveId" clId="{3FC1AD1A-0CD5-4685-A3F8-1E28A16C15C9}" dt="2019-09-24T16:26:51.693" v="2567" actId="478"/>
          <ac:spMkLst>
            <pc:docMk/>
            <pc:sldMk cId="2226103853" sldId="674"/>
            <ac:spMk id="3" creationId="{339551E0-5B4F-468D-A5F2-74EA52B6C9FD}"/>
          </ac:spMkLst>
        </pc:spChg>
        <pc:spChg chg="add del mod">
          <ac:chgData name="Cristian Chilipirea" userId="34ab170da5908fc4" providerId="LiveId" clId="{3FC1AD1A-0CD5-4685-A3F8-1E28A16C15C9}" dt="2019-09-24T16:26:53.996" v="2568" actId="478"/>
          <ac:spMkLst>
            <pc:docMk/>
            <pc:sldMk cId="2226103853" sldId="674"/>
            <ac:spMk id="16" creationId="{68CC01C2-FCD1-4D33-9C0B-C08A0C8F4A6A}"/>
          </ac:spMkLst>
        </pc:spChg>
        <pc:spChg chg="add mod">
          <ac:chgData name="Cristian Chilipirea" userId="34ab170da5908fc4" providerId="LiveId" clId="{3FC1AD1A-0CD5-4685-A3F8-1E28A16C15C9}" dt="2019-09-24T16:29:01.218" v="2591" actId="207"/>
          <ac:spMkLst>
            <pc:docMk/>
            <pc:sldMk cId="2226103853" sldId="674"/>
            <ac:spMk id="17" creationId="{E5FB73C2-8DFF-415A-BA5E-2AF67DAC5EE0}"/>
          </ac:spMkLst>
        </pc:spChg>
      </pc:sldChg>
      <pc:sldChg chg="addSp delSp modSp">
        <pc:chgData name="Cristian Chilipirea" userId="34ab170da5908fc4" providerId="LiveId" clId="{3FC1AD1A-0CD5-4685-A3F8-1E28A16C15C9}" dt="2019-09-24T16:28:57.232" v="2590" actId="207"/>
        <pc:sldMkLst>
          <pc:docMk/>
          <pc:sldMk cId="3773405892" sldId="675"/>
        </pc:sldMkLst>
        <pc:spChg chg="mod">
          <ac:chgData name="Cristian Chilipirea" userId="34ab170da5908fc4" providerId="LiveId" clId="{3FC1AD1A-0CD5-4685-A3F8-1E28A16C15C9}" dt="2019-09-24T16:28:24.876" v="2584"/>
          <ac:spMkLst>
            <pc:docMk/>
            <pc:sldMk cId="3773405892" sldId="675"/>
            <ac:spMk id="2" creationId="{C77EA277-0F09-4B32-8D70-DF7DAF34BF19}"/>
          </ac:spMkLst>
        </pc:spChg>
        <pc:spChg chg="del mod">
          <ac:chgData name="Cristian Chilipirea" userId="34ab170da5908fc4" providerId="LiveId" clId="{3FC1AD1A-0CD5-4685-A3F8-1E28A16C15C9}" dt="2019-09-24T16:27:26.673" v="2573" actId="478"/>
          <ac:spMkLst>
            <pc:docMk/>
            <pc:sldMk cId="3773405892" sldId="675"/>
            <ac:spMk id="3" creationId="{339551E0-5B4F-468D-A5F2-74EA52B6C9FD}"/>
          </ac:spMkLst>
        </pc:spChg>
        <pc:spChg chg="add del mod">
          <ac:chgData name="Cristian Chilipirea" userId="34ab170da5908fc4" providerId="LiveId" clId="{3FC1AD1A-0CD5-4685-A3F8-1E28A16C15C9}" dt="2019-09-24T16:27:36.772" v="2574" actId="478"/>
          <ac:spMkLst>
            <pc:docMk/>
            <pc:sldMk cId="3773405892" sldId="675"/>
            <ac:spMk id="5" creationId="{54B2EB04-97B8-4E64-8527-8B741BCA4E52}"/>
          </ac:spMkLst>
        </pc:spChg>
        <pc:spChg chg="add mod">
          <ac:chgData name="Cristian Chilipirea" userId="34ab170da5908fc4" providerId="LiveId" clId="{3FC1AD1A-0CD5-4685-A3F8-1E28A16C15C9}" dt="2019-09-24T16:28:57.232" v="2590" actId="207"/>
          <ac:spMkLst>
            <pc:docMk/>
            <pc:sldMk cId="3773405892" sldId="675"/>
            <ac:spMk id="6" creationId="{5DAFDE3C-2EB9-472E-92BD-4E4FAF3E9091}"/>
          </ac:spMkLst>
        </pc:spChg>
      </pc:sldChg>
      <pc:sldChg chg="modSp modNotes modNotesTx">
        <pc:chgData name="Cristian Chilipirea" userId="34ab170da5908fc4" providerId="LiveId" clId="{3FC1AD1A-0CD5-4685-A3F8-1E28A16C15C9}" dt="2019-09-24T17:37:03.807" v="8776" actId="404"/>
        <pc:sldMkLst>
          <pc:docMk/>
          <pc:sldMk cId="1837309573" sldId="676"/>
        </pc:sldMkLst>
        <pc:spChg chg="mod">
          <ac:chgData name="Cristian Chilipirea" userId="34ab170da5908fc4" providerId="LiveId" clId="{3FC1AD1A-0CD5-4685-A3F8-1E28A16C15C9}" dt="2019-09-24T16:28:27.219" v="2585"/>
          <ac:spMkLst>
            <pc:docMk/>
            <pc:sldMk cId="1837309573" sldId="676"/>
            <ac:spMk id="2" creationId="{C77EA277-0F09-4B32-8D70-DF7DAF34BF19}"/>
          </ac:spMkLst>
        </pc:spChg>
        <pc:spChg chg="mod">
          <ac:chgData name="Cristian Chilipirea" userId="34ab170da5908fc4" providerId="LiveId" clId="{3FC1AD1A-0CD5-4685-A3F8-1E28A16C15C9}" dt="2019-09-24T16:29:17.712" v="2593" actId="1076"/>
          <ac:spMkLst>
            <pc:docMk/>
            <pc:sldMk cId="1837309573" sldId="676"/>
            <ac:spMk id="3" creationId="{339551E0-5B4F-468D-A5F2-74EA52B6C9FD}"/>
          </ac:spMkLst>
        </pc:spChg>
      </pc:sldChg>
      <pc:sldChg chg="modNotes modNotesTx">
        <pc:chgData name="Cristian Chilipirea" userId="34ab170da5908fc4" providerId="LiveId" clId="{3FC1AD1A-0CD5-4685-A3F8-1E28A16C15C9}" dt="2019-09-24T17:25:46.678" v="8589" actId="403"/>
        <pc:sldMkLst>
          <pc:docMk/>
          <pc:sldMk cId="1429318266" sldId="697"/>
        </pc:sldMkLst>
      </pc:sldChg>
      <pc:sldChg chg="modNotes modNotesTx">
        <pc:chgData name="Cristian Chilipirea" userId="34ab170da5908fc4" providerId="LiveId" clId="{3FC1AD1A-0CD5-4685-A3F8-1E28A16C15C9}" dt="2019-09-24T17:39:57.152" v="8802" actId="404"/>
        <pc:sldMkLst>
          <pc:docMk/>
          <pc:sldMk cId="656273675" sldId="698"/>
        </pc:sldMkLst>
      </pc:sldChg>
      <pc:sldChg chg="modSp modNotes modNotesTx">
        <pc:chgData name="Cristian Chilipirea" userId="34ab170da5908fc4" providerId="LiveId" clId="{3FC1AD1A-0CD5-4685-A3F8-1E28A16C15C9}" dt="2019-09-24T17:40:01.952" v="8803" actId="404"/>
        <pc:sldMkLst>
          <pc:docMk/>
          <pc:sldMk cId="3053016918" sldId="699"/>
        </pc:sldMkLst>
        <pc:spChg chg="mod">
          <ac:chgData name="Cristian Chilipirea" userId="34ab170da5908fc4" providerId="LiveId" clId="{3FC1AD1A-0CD5-4685-A3F8-1E28A16C15C9}" dt="2019-09-24T17:09:34.274" v="8066" actId="20577"/>
          <ac:spMkLst>
            <pc:docMk/>
            <pc:sldMk cId="3053016918" sldId="699"/>
            <ac:spMk id="3" creationId="{CDF460C6-039B-43E4-ADE4-1756021EA5EB}"/>
          </ac:spMkLst>
        </pc:spChg>
        <pc:spChg chg="mod">
          <ac:chgData name="Cristian Chilipirea" userId="34ab170da5908fc4" providerId="LiveId" clId="{3FC1AD1A-0CD5-4685-A3F8-1E28A16C15C9}" dt="2019-09-24T17:09:53.836" v="8076" actId="20577"/>
          <ac:spMkLst>
            <pc:docMk/>
            <pc:sldMk cId="3053016918" sldId="699"/>
            <ac:spMk id="6" creationId="{FFBD14EC-D791-488A-8EB7-EEDFC2A13D5F}"/>
          </ac:spMkLst>
        </pc:spChg>
        <pc:cxnChg chg="mod">
          <ac:chgData name="Cristian Chilipirea" userId="34ab170da5908fc4" providerId="LiveId" clId="{3FC1AD1A-0CD5-4685-A3F8-1E28A16C15C9}" dt="2019-09-24T17:10:50.540" v="8189" actId="692"/>
          <ac:cxnSpMkLst>
            <pc:docMk/>
            <pc:sldMk cId="3053016918" sldId="699"/>
            <ac:cxnSpMk id="7" creationId="{C49D712F-36CB-4EBD-BC32-73083F7A1E6A}"/>
          </ac:cxnSpMkLst>
        </pc:cxnChg>
        <pc:cxnChg chg="mod">
          <ac:chgData name="Cristian Chilipirea" userId="34ab170da5908fc4" providerId="LiveId" clId="{3FC1AD1A-0CD5-4685-A3F8-1E28A16C15C9}" dt="2019-09-24T17:10:50.540" v="8189" actId="692"/>
          <ac:cxnSpMkLst>
            <pc:docMk/>
            <pc:sldMk cId="3053016918" sldId="699"/>
            <ac:cxnSpMk id="9" creationId="{0CECAE2B-B1C7-4CD3-A733-7EE3399B3E77}"/>
          </ac:cxnSpMkLst>
        </pc:cxnChg>
        <pc:cxnChg chg="mod">
          <ac:chgData name="Cristian Chilipirea" userId="34ab170da5908fc4" providerId="LiveId" clId="{3FC1AD1A-0CD5-4685-A3F8-1E28A16C15C9}" dt="2019-09-24T17:10:50.540" v="8189" actId="692"/>
          <ac:cxnSpMkLst>
            <pc:docMk/>
            <pc:sldMk cId="3053016918" sldId="699"/>
            <ac:cxnSpMk id="10" creationId="{407BFCDF-CF91-49AD-A2C0-D066CE06FEB5}"/>
          </ac:cxnSpMkLst>
        </pc:cxnChg>
        <pc:cxnChg chg="mod">
          <ac:chgData name="Cristian Chilipirea" userId="34ab170da5908fc4" providerId="LiveId" clId="{3FC1AD1A-0CD5-4685-A3F8-1E28A16C15C9}" dt="2019-09-24T17:10:50.540" v="8189" actId="692"/>
          <ac:cxnSpMkLst>
            <pc:docMk/>
            <pc:sldMk cId="3053016918" sldId="699"/>
            <ac:cxnSpMk id="11" creationId="{B3E65BA6-8E51-4843-9A0F-93C2BD344EAE}"/>
          </ac:cxnSpMkLst>
        </pc:cxnChg>
      </pc:sldChg>
      <pc:sldChg chg="modSp">
        <pc:chgData name="Cristian Chilipirea" userId="34ab170da5908fc4" providerId="LiveId" clId="{3FC1AD1A-0CD5-4685-A3F8-1E28A16C15C9}" dt="2019-09-24T17:11:01.394" v="8190" actId="692"/>
        <pc:sldMkLst>
          <pc:docMk/>
          <pc:sldMk cId="4067465942" sldId="700"/>
        </pc:sldMkLst>
        <pc:spChg chg="mod">
          <ac:chgData name="Cristian Chilipirea" userId="34ab170da5908fc4" providerId="LiveId" clId="{3FC1AD1A-0CD5-4685-A3F8-1E28A16C15C9}" dt="2019-09-24T17:10:28.571" v="8188"/>
          <ac:spMkLst>
            <pc:docMk/>
            <pc:sldMk cId="4067465942" sldId="700"/>
            <ac:spMk id="3" creationId="{CDF460C6-039B-43E4-ADE4-1756021EA5EB}"/>
          </ac:spMkLst>
        </pc:spChg>
        <pc:cxnChg chg="mod">
          <ac:chgData name="Cristian Chilipirea" userId="34ab170da5908fc4" providerId="LiveId" clId="{3FC1AD1A-0CD5-4685-A3F8-1E28A16C15C9}" dt="2019-09-24T17:11:01.394" v="8190" actId="692"/>
          <ac:cxnSpMkLst>
            <pc:docMk/>
            <pc:sldMk cId="4067465942" sldId="700"/>
            <ac:cxnSpMk id="12" creationId="{798FB1BC-B407-49E8-8CC1-4C0B13E5490D}"/>
          </ac:cxnSpMkLst>
        </pc:cxnChg>
        <pc:cxnChg chg="mod">
          <ac:chgData name="Cristian Chilipirea" userId="34ab170da5908fc4" providerId="LiveId" clId="{3FC1AD1A-0CD5-4685-A3F8-1E28A16C15C9}" dt="2019-09-24T17:11:01.394" v="8190" actId="692"/>
          <ac:cxnSpMkLst>
            <pc:docMk/>
            <pc:sldMk cId="4067465942" sldId="700"/>
            <ac:cxnSpMk id="13" creationId="{2659945C-D509-4DD9-8106-2FCC0FA821D9}"/>
          </ac:cxnSpMkLst>
        </pc:cxnChg>
      </pc:sldChg>
      <pc:sldChg chg="modSp">
        <pc:chgData name="Cristian Chilipirea" userId="34ab170da5908fc4" providerId="LiveId" clId="{3FC1AD1A-0CD5-4685-A3F8-1E28A16C15C9}" dt="2019-09-24T16:37:25.369" v="3959" actId="20577"/>
        <pc:sldMkLst>
          <pc:docMk/>
          <pc:sldMk cId="2042151825" sldId="702"/>
        </pc:sldMkLst>
        <pc:spChg chg="mod">
          <ac:chgData name="Cristian Chilipirea" userId="34ab170da5908fc4" providerId="LiveId" clId="{3FC1AD1A-0CD5-4685-A3F8-1E28A16C15C9}" dt="2019-09-24T16:37:25.369" v="3959" actId="20577"/>
          <ac:spMkLst>
            <pc:docMk/>
            <pc:sldMk cId="2042151825" sldId="702"/>
            <ac:spMk id="2" creationId="{602CF468-4162-4F1C-899C-F51AB0C45CF3}"/>
          </ac:spMkLst>
        </pc:spChg>
      </pc:sldChg>
      <pc:sldChg chg="modSp">
        <pc:chgData name="Cristian Chilipirea" userId="34ab170da5908fc4" providerId="LiveId" clId="{3FC1AD1A-0CD5-4685-A3F8-1E28A16C15C9}" dt="2019-09-24T16:45:01.057" v="4589" actId="20577"/>
        <pc:sldMkLst>
          <pc:docMk/>
          <pc:sldMk cId="1836877158" sldId="703"/>
        </pc:sldMkLst>
        <pc:spChg chg="mod">
          <ac:chgData name="Cristian Chilipirea" userId="34ab170da5908fc4" providerId="LiveId" clId="{3FC1AD1A-0CD5-4685-A3F8-1E28A16C15C9}" dt="2019-09-24T16:45:01.057" v="4589" actId="20577"/>
          <ac:spMkLst>
            <pc:docMk/>
            <pc:sldMk cId="1836877158" sldId="703"/>
            <ac:spMk id="2" creationId="{24502244-D4E3-4B53-92A5-1D8E0E325BEA}"/>
          </ac:spMkLst>
        </pc:spChg>
      </pc:sldChg>
      <pc:sldChg chg="modSp modNotes modNotesTx">
        <pc:chgData name="Cristian Chilipirea" userId="34ab170da5908fc4" providerId="LiveId" clId="{3FC1AD1A-0CD5-4685-A3F8-1E28A16C15C9}" dt="2019-09-24T17:39:06.591" v="8798" actId="404"/>
        <pc:sldMkLst>
          <pc:docMk/>
          <pc:sldMk cId="3594135705" sldId="705"/>
        </pc:sldMkLst>
        <pc:spChg chg="mod">
          <ac:chgData name="Cristian Chilipirea" userId="34ab170da5908fc4" providerId="LiveId" clId="{3FC1AD1A-0CD5-4685-A3F8-1E28A16C15C9}" dt="2019-09-24T16:46:16.926" v="4608" actId="20577"/>
          <ac:spMkLst>
            <pc:docMk/>
            <pc:sldMk cId="3594135705" sldId="705"/>
            <ac:spMk id="82" creationId="{BB5A04D1-A5F3-4810-B8F0-97FE71D28633}"/>
          </ac:spMkLst>
        </pc:spChg>
        <pc:spChg chg="mod">
          <ac:chgData name="Cristian Chilipirea" userId="34ab170da5908fc4" providerId="LiveId" clId="{3FC1AD1A-0CD5-4685-A3F8-1E28A16C15C9}" dt="2019-09-24T16:46:27.721" v="4614" actId="20577"/>
          <ac:spMkLst>
            <pc:docMk/>
            <pc:sldMk cId="3594135705" sldId="705"/>
            <ac:spMk id="83" creationId="{752D0931-25E0-4127-82B1-C258751CCB45}"/>
          </ac:spMkLst>
        </pc:spChg>
      </pc:sldChg>
    </pc:docChg>
  </pc:docChgLst>
  <pc:docChgLst>
    <pc:chgData name="Cristian Chilipirea" userId="34ab170da5908fc4" providerId="LiveId" clId="{657DC964-B470-42A9-AA52-9F1F849BFB76}"/>
    <pc:docChg chg="addSld delSld modSld modSection">
      <pc:chgData name="Cristian Chilipirea" userId="34ab170da5908fc4" providerId="LiveId" clId="{657DC964-B470-42A9-AA52-9F1F849BFB76}" dt="2019-10-13T10:20:53.316" v="437"/>
      <pc:docMkLst>
        <pc:docMk/>
      </pc:docMkLst>
      <pc:sldChg chg="add del">
        <pc:chgData name="Cristian Chilipirea" userId="34ab170da5908fc4" providerId="LiveId" clId="{657DC964-B470-42A9-AA52-9F1F849BFB76}" dt="2019-10-13T10:08:05.802" v="139"/>
        <pc:sldMkLst>
          <pc:docMk/>
          <pc:sldMk cId="463421347" sldId="324"/>
        </pc:sldMkLst>
      </pc:sldChg>
      <pc:sldChg chg="add del">
        <pc:chgData name="Cristian Chilipirea" userId="34ab170da5908fc4" providerId="LiveId" clId="{657DC964-B470-42A9-AA52-9F1F849BFB76}" dt="2019-10-13T10:08:05.802" v="139"/>
        <pc:sldMkLst>
          <pc:docMk/>
          <pc:sldMk cId="3717464123" sldId="325"/>
        </pc:sldMkLst>
      </pc:sldChg>
      <pc:sldChg chg="add del">
        <pc:chgData name="Cristian Chilipirea" userId="34ab170da5908fc4" providerId="LiveId" clId="{657DC964-B470-42A9-AA52-9F1F849BFB76}" dt="2019-10-13T10:08:05.802" v="139"/>
        <pc:sldMkLst>
          <pc:docMk/>
          <pc:sldMk cId="278263934" sldId="326"/>
        </pc:sldMkLst>
      </pc:sldChg>
      <pc:sldChg chg="modSp">
        <pc:chgData name="Cristian Chilipirea" userId="34ab170da5908fc4" providerId="LiveId" clId="{657DC964-B470-42A9-AA52-9F1F849BFB76}" dt="2019-10-13T10:02:45.239" v="35" actId="20577"/>
        <pc:sldMkLst>
          <pc:docMk/>
          <pc:sldMk cId="0" sldId="485"/>
        </pc:sldMkLst>
        <pc:spChg chg="mod">
          <ac:chgData name="Cristian Chilipirea" userId="34ab170da5908fc4" providerId="LiveId" clId="{657DC964-B470-42A9-AA52-9F1F849BFB76}" dt="2019-10-13T10:02:45.239" v="35" actId="20577"/>
          <ac:spMkLst>
            <pc:docMk/>
            <pc:sldMk cId="0" sldId="485"/>
            <ac:spMk id="15361" creationId="{B7373C27-AE51-474E-BA1F-0C5F0233AACE}"/>
          </ac:spMkLst>
        </pc:spChg>
      </pc:sldChg>
      <pc:sldChg chg="addSp delSp modSp add">
        <pc:chgData name="Cristian Chilipirea" userId="34ab170da5908fc4" providerId="LiveId" clId="{657DC964-B470-42A9-AA52-9F1F849BFB76}" dt="2019-10-13T10:03:09.207" v="42" actId="1076"/>
        <pc:sldMkLst>
          <pc:docMk/>
          <pc:sldMk cId="888006219" sldId="486"/>
        </pc:sldMkLst>
        <pc:spChg chg="mod">
          <ac:chgData name="Cristian Chilipirea" userId="34ab170da5908fc4" providerId="LiveId" clId="{657DC964-B470-42A9-AA52-9F1F849BFB76}" dt="2019-10-13T10:02:54.432" v="37"/>
          <ac:spMkLst>
            <pc:docMk/>
            <pc:sldMk cId="888006219" sldId="486"/>
            <ac:spMk id="2" creationId="{966FAC1E-B041-406A-83FA-2B8C6F0C094B}"/>
          </ac:spMkLst>
        </pc:spChg>
        <pc:spChg chg="del">
          <ac:chgData name="Cristian Chilipirea" userId="34ab170da5908fc4" providerId="LiveId" clId="{657DC964-B470-42A9-AA52-9F1F849BFB76}" dt="2019-10-13T10:02:57.164" v="38" actId="478"/>
          <ac:spMkLst>
            <pc:docMk/>
            <pc:sldMk cId="888006219" sldId="486"/>
            <ac:spMk id="3" creationId="{9217E3FE-5AB1-4122-A3A5-8D66114A74DD}"/>
          </ac:spMkLst>
        </pc:spChg>
        <pc:spChg chg="add del">
          <ac:chgData name="Cristian Chilipirea" userId="34ab170da5908fc4" providerId="LiveId" clId="{657DC964-B470-42A9-AA52-9F1F849BFB76}" dt="2019-10-13T10:03:04.110" v="40"/>
          <ac:spMkLst>
            <pc:docMk/>
            <pc:sldMk cId="888006219" sldId="486"/>
            <ac:spMk id="4" creationId="{5B5FC0B9-20ED-4C38-92AC-89306C99B0BA}"/>
          </ac:spMkLst>
        </pc:spChg>
        <pc:spChg chg="add mod">
          <ac:chgData name="Cristian Chilipirea" userId="34ab170da5908fc4" providerId="LiveId" clId="{657DC964-B470-42A9-AA52-9F1F849BFB76}" dt="2019-10-13T10:03:09.207" v="42" actId="1076"/>
          <ac:spMkLst>
            <pc:docMk/>
            <pc:sldMk cId="888006219" sldId="486"/>
            <ac:spMk id="5" creationId="{DE4C5B01-DB05-4606-8199-B2AF1A8F89B4}"/>
          </ac:spMkLst>
        </pc:spChg>
      </pc:sldChg>
      <pc:sldChg chg="del">
        <pc:chgData name="Cristian Chilipirea" userId="34ab170da5908fc4" providerId="LiveId" clId="{657DC964-B470-42A9-AA52-9F1F849BFB76}" dt="2019-10-13T10:02:32.411" v="0" actId="2696"/>
        <pc:sldMkLst>
          <pc:docMk/>
          <pc:sldMk cId="1011767499" sldId="486"/>
        </pc:sldMkLst>
      </pc:sldChg>
      <pc:sldChg chg="addSp delSp modSp add">
        <pc:chgData name="Cristian Chilipirea" userId="34ab170da5908fc4" providerId="LiveId" clId="{657DC964-B470-42A9-AA52-9F1F849BFB76}" dt="2019-10-13T10:03:51.778" v="51" actId="1076"/>
        <pc:sldMkLst>
          <pc:docMk/>
          <pc:sldMk cId="2528767456" sldId="487"/>
        </pc:sldMkLst>
        <pc:spChg chg="mod">
          <ac:chgData name="Cristian Chilipirea" userId="34ab170da5908fc4" providerId="LiveId" clId="{657DC964-B470-42A9-AA52-9F1F849BFB76}" dt="2019-10-13T10:03:39.900" v="44"/>
          <ac:spMkLst>
            <pc:docMk/>
            <pc:sldMk cId="2528767456" sldId="487"/>
            <ac:spMk id="2" creationId="{4BE815B8-380C-41A9-A90D-BEB06E061BCC}"/>
          </ac:spMkLst>
        </pc:spChg>
        <pc:spChg chg="del">
          <ac:chgData name="Cristian Chilipirea" userId="34ab170da5908fc4" providerId="LiveId" clId="{657DC964-B470-42A9-AA52-9F1F849BFB76}" dt="2019-10-13T10:03:42.115" v="45" actId="478"/>
          <ac:spMkLst>
            <pc:docMk/>
            <pc:sldMk cId="2528767456" sldId="487"/>
            <ac:spMk id="3" creationId="{3EB69F34-FCA2-480B-80C4-781E9686087F}"/>
          </ac:spMkLst>
        </pc:spChg>
        <pc:spChg chg="add del">
          <ac:chgData name="Cristian Chilipirea" userId="34ab170da5908fc4" providerId="LiveId" clId="{657DC964-B470-42A9-AA52-9F1F849BFB76}" dt="2019-10-13T10:03:49.147" v="49"/>
          <ac:spMkLst>
            <pc:docMk/>
            <pc:sldMk cId="2528767456" sldId="487"/>
            <ac:spMk id="4" creationId="{148D50BD-5D11-492B-A8C7-F972EEBB4C5A}"/>
          </ac:spMkLst>
        </pc:spChg>
        <pc:spChg chg="add mod">
          <ac:chgData name="Cristian Chilipirea" userId="34ab170da5908fc4" providerId="LiveId" clId="{657DC964-B470-42A9-AA52-9F1F849BFB76}" dt="2019-10-13T10:03:51.778" v="51" actId="1076"/>
          <ac:spMkLst>
            <pc:docMk/>
            <pc:sldMk cId="2528767456" sldId="487"/>
            <ac:spMk id="5" creationId="{F01CE2D8-01FE-4720-9952-56C58194B3C7}"/>
          </ac:spMkLst>
        </pc:spChg>
      </pc:sldChg>
      <pc:sldChg chg="del">
        <pc:chgData name="Cristian Chilipirea" userId="34ab170da5908fc4" providerId="LiveId" clId="{657DC964-B470-42A9-AA52-9F1F849BFB76}" dt="2019-10-13T10:02:32.906" v="1" actId="2696"/>
        <pc:sldMkLst>
          <pc:docMk/>
          <pc:sldMk cId="3224258351" sldId="487"/>
        </pc:sldMkLst>
      </pc:sldChg>
      <pc:sldChg chg="del">
        <pc:chgData name="Cristian Chilipirea" userId="34ab170da5908fc4" providerId="LiveId" clId="{657DC964-B470-42A9-AA52-9F1F849BFB76}" dt="2019-10-13T10:02:32.949" v="2" actId="2696"/>
        <pc:sldMkLst>
          <pc:docMk/>
          <pc:sldMk cId="2593252418" sldId="488"/>
        </pc:sldMkLst>
      </pc:sldChg>
      <pc:sldChg chg="addSp delSp modSp add">
        <pc:chgData name="Cristian Chilipirea" userId="34ab170da5908fc4" providerId="LiveId" clId="{657DC964-B470-42A9-AA52-9F1F849BFB76}" dt="2019-10-13T10:04:08.738" v="60" actId="1076"/>
        <pc:sldMkLst>
          <pc:docMk/>
          <pc:sldMk cId="3588683514" sldId="488"/>
        </pc:sldMkLst>
        <pc:spChg chg="mod">
          <ac:chgData name="Cristian Chilipirea" userId="34ab170da5908fc4" providerId="LiveId" clId="{657DC964-B470-42A9-AA52-9F1F849BFB76}" dt="2019-10-13T10:03:58.159" v="53"/>
          <ac:spMkLst>
            <pc:docMk/>
            <pc:sldMk cId="3588683514" sldId="488"/>
            <ac:spMk id="2" creationId="{54FC6CDF-35B3-4DED-B98A-F7D3F341C365}"/>
          </ac:spMkLst>
        </pc:spChg>
        <pc:spChg chg="del">
          <ac:chgData name="Cristian Chilipirea" userId="34ab170da5908fc4" providerId="LiveId" clId="{657DC964-B470-42A9-AA52-9F1F849BFB76}" dt="2019-10-13T10:04:00.079" v="54" actId="478"/>
          <ac:spMkLst>
            <pc:docMk/>
            <pc:sldMk cId="3588683514" sldId="488"/>
            <ac:spMk id="3" creationId="{48D12FC1-2B53-466D-A107-D86CE93C28D0}"/>
          </ac:spMkLst>
        </pc:spChg>
        <pc:spChg chg="add del">
          <ac:chgData name="Cristian Chilipirea" userId="34ab170da5908fc4" providerId="LiveId" clId="{657DC964-B470-42A9-AA52-9F1F849BFB76}" dt="2019-10-13T10:04:05.557" v="58"/>
          <ac:spMkLst>
            <pc:docMk/>
            <pc:sldMk cId="3588683514" sldId="488"/>
            <ac:spMk id="4" creationId="{54A5220D-6947-4B80-B79E-8E06096E4A0E}"/>
          </ac:spMkLst>
        </pc:spChg>
        <pc:spChg chg="add mod">
          <ac:chgData name="Cristian Chilipirea" userId="34ab170da5908fc4" providerId="LiveId" clId="{657DC964-B470-42A9-AA52-9F1F849BFB76}" dt="2019-10-13T10:04:08.738" v="60" actId="1076"/>
          <ac:spMkLst>
            <pc:docMk/>
            <pc:sldMk cId="3588683514" sldId="488"/>
            <ac:spMk id="5" creationId="{BAD02686-6772-4FD7-9DC0-752DBDF41091}"/>
          </ac:spMkLst>
        </pc:spChg>
      </pc:sldChg>
      <pc:sldChg chg="addSp delSp modSp add">
        <pc:chgData name="Cristian Chilipirea" userId="34ab170da5908fc4" providerId="LiveId" clId="{657DC964-B470-42A9-AA52-9F1F849BFB76}" dt="2019-10-13T10:04:29.704" v="69" actId="1076"/>
        <pc:sldMkLst>
          <pc:docMk/>
          <pc:sldMk cId="1042344470" sldId="489"/>
        </pc:sldMkLst>
        <pc:spChg chg="mod">
          <ac:chgData name="Cristian Chilipirea" userId="34ab170da5908fc4" providerId="LiveId" clId="{657DC964-B470-42A9-AA52-9F1F849BFB76}" dt="2019-10-13T10:04:18.847" v="62"/>
          <ac:spMkLst>
            <pc:docMk/>
            <pc:sldMk cId="1042344470" sldId="489"/>
            <ac:spMk id="2" creationId="{696E3C94-6CAD-427E-A873-66C3C96EE5BF}"/>
          </ac:spMkLst>
        </pc:spChg>
        <pc:spChg chg="del">
          <ac:chgData name="Cristian Chilipirea" userId="34ab170da5908fc4" providerId="LiveId" clId="{657DC964-B470-42A9-AA52-9F1F849BFB76}" dt="2019-10-13T10:04:20.611" v="63" actId="478"/>
          <ac:spMkLst>
            <pc:docMk/>
            <pc:sldMk cId="1042344470" sldId="489"/>
            <ac:spMk id="3" creationId="{D27B579F-9E31-4385-9372-0C79B2246712}"/>
          </ac:spMkLst>
        </pc:spChg>
        <pc:spChg chg="add del">
          <ac:chgData name="Cristian Chilipirea" userId="34ab170da5908fc4" providerId="LiveId" clId="{657DC964-B470-42A9-AA52-9F1F849BFB76}" dt="2019-10-13T10:04:26.072" v="67"/>
          <ac:spMkLst>
            <pc:docMk/>
            <pc:sldMk cId="1042344470" sldId="489"/>
            <ac:spMk id="4" creationId="{6FD5B1C1-4219-408C-A993-A2D66CE2BB8E}"/>
          </ac:spMkLst>
        </pc:spChg>
        <pc:spChg chg="add mod">
          <ac:chgData name="Cristian Chilipirea" userId="34ab170da5908fc4" providerId="LiveId" clId="{657DC964-B470-42A9-AA52-9F1F849BFB76}" dt="2019-10-13T10:04:29.704" v="69" actId="1076"/>
          <ac:spMkLst>
            <pc:docMk/>
            <pc:sldMk cId="1042344470" sldId="489"/>
            <ac:spMk id="5" creationId="{47BB7D58-866D-4F86-BFAB-B629FAB3D12F}"/>
          </ac:spMkLst>
        </pc:spChg>
      </pc:sldChg>
      <pc:sldChg chg="del">
        <pc:chgData name="Cristian Chilipirea" userId="34ab170da5908fc4" providerId="LiveId" clId="{657DC964-B470-42A9-AA52-9F1F849BFB76}" dt="2019-10-13T10:02:33.013" v="3" actId="2696"/>
        <pc:sldMkLst>
          <pc:docMk/>
          <pc:sldMk cId="3875688009" sldId="489"/>
        </pc:sldMkLst>
      </pc:sldChg>
      <pc:sldChg chg="addSp delSp modSp add">
        <pc:chgData name="Cristian Chilipirea" userId="34ab170da5908fc4" providerId="LiveId" clId="{657DC964-B470-42A9-AA52-9F1F849BFB76}" dt="2019-10-13T10:04:50.083" v="77"/>
        <pc:sldMkLst>
          <pc:docMk/>
          <pc:sldMk cId="3615780848" sldId="490"/>
        </pc:sldMkLst>
        <pc:spChg chg="mod">
          <ac:chgData name="Cristian Chilipirea" userId="34ab170da5908fc4" providerId="LiveId" clId="{657DC964-B470-42A9-AA52-9F1F849BFB76}" dt="2019-10-13T10:04:40.159" v="71"/>
          <ac:spMkLst>
            <pc:docMk/>
            <pc:sldMk cId="3615780848" sldId="490"/>
            <ac:spMk id="2" creationId="{C06EEB06-3EA4-49FB-BB27-723A6011C78C}"/>
          </ac:spMkLst>
        </pc:spChg>
        <pc:spChg chg="del">
          <ac:chgData name="Cristian Chilipirea" userId="34ab170da5908fc4" providerId="LiveId" clId="{657DC964-B470-42A9-AA52-9F1F849BFB76}" dt="2019-10-13T10:04:42.207" v="72" actId="478"/>
          <ac:spMkLst>
            <pc:docMk/>
            <pc:sldMk cId="3615780848" sldId="490"/>
            <ac:spMk id="3" creationId="{2D5D2DA4-E0CF-4CE4-8256-7E9D1180E3C5}"/>
          </ac:spMkLst>
        </pc:spChg>
        <pc:spChg chg="add del">
          <ac:chgData name="Cristian Chilipirea" userId="34ab170da5908fc4" providerId="LiveId" clId="{657DC964-B470-42A9-AA52-9F1F849BFB76}" dt="2019-10-13T10:04:50.077" v="76"/>
          <ac:spMkLst>
            <pc:docMk/>
            <pc:sldMk cId="3615780848" sldId="490"/>
            <ac:spMk id="4" creationId="{7C432E84-AAC2-492E-A836-201711F97701}"/>
          </ac:spMkLst>
        </pc:spChg>
        <pc:spChg chg="add del">
          <ac:chgData name="Cristian Chilipirea" userId="34ab170da5908fc4" providerId="LiveId" clId="{657DC964-B470-42A9-AA52-9F1F849BFB76}" dt="2019-10-13T10:04:50.077" v="76"/>
          <ac:spMkLst>
            <pc:docMk/>
            <pc:sldMk cId="3615780848" sldId="490"/>
            <ac:spMk id="5" creationId="{615CA723-35E6-406C-8220-87ADB8DECB1B}"/>
          </ac:spMkLst>
        </pc:spChg>
        <pc:spChg chg="add del">
          <ac:chgData name="Cristian Chilipirea" userId="34ab170da5908fc4" providerId="LiveId" clId="{657DC964-B470-42A9-AA52-9F1F849BFB76}" dt="2019-10-13T10:04:50.077" v="76"/>
          <ac:spMkLst>
            <pc:docMk/>
            <pc:sldMk cId="3615780848" sldId="490"/>
            <ac:spMk id="6" creationId="{B3CDA196-8EEB-4B2F-9AC7-056DD35BDA6E}"/>
          </ac:spMkLst>
        </pc:spChg>
        <pc:spChg chg="add del">
          <ac:chgData name="Cristian Chilipirea" userId="34ab170da5908fc4" providerId="LiveId" clId="{657DC964-B470-42A9-AA52-9F1F849BFB76}" dt="2019-10-13T10:04:50.077" v="76"/>
          <ac:spMkLst>
            <pc:docMk/>
            <pc:sldMk cId="3615780848" sldId="490"/>
            <ac:spMk id="7" creationId="{4C998218-6542-4402-9DA7-581A2DE19439}"/>
          </ac:spMkLst>
        </pc:spChg>
        <pc:spChg chg="add del">
          <ac:chgData name="Cristian Chilipirea" userId="34ab170da5908fc4" providerId="LiveId" clId="{657DC964-B470-42A9-AA52-9F1F849BFB76}" dt="2019-10-13T10:04:50.077" v="76"/>
          <ac:spMkLst>
            <pc:docMk/>
            <pc:sldMk cId="3615780848" sldId="490"/>
            <ac:spMk id="8" creationId="{2AEDA111-45D3-4008-A0A5-29FB65C287D0}"/>
          </ac:spMkLst>
        </pc:spChg>
        <pc:spChg chg="add del">
          <ac:chgData name="Cristian Chilipirea" userId="34ab170da5908fc4" providerId="LiveId" clId="{657DC964-B470-42A9-AA52-9F1F849BFB76}" dt="2019-10-13T10:04:50.077" v="76"/>
          <ac:spMkLst>
            <pc:docMk/>
            <pc:sldMk cId="3615780848" sldId="490"/>
            <ac:spMk id="9" creationId="{8F2D48B1-6254-4D8A-BFEF-0C608604A814}"/>
          </ac:spMkLst>
        </pc:spChg>
        <pc:spChg chg="add del">
          <ac:chgData name="Cristian Chilipirea" userId="34ab170da5908fc4" providerId="LiveId" clId="{657DC964-B470-42A9-AA52-9F1F849BFB76}" dt="2019-10-13T10:04:50.077" v="76"/>
          <ac:spMkLst>
            <pc:docMk/>
            <pc:sldMk cId="3615780848" sldId="490"/>
            <ac:spMk id="10" creationId="{629A2F10-DA02-46F7-8179-D71A024D0E48}"/>
          </ac:spMkLst>
        </pc:spChg>
        <pc:spChg chg="add del">
          <ac:chgData name="Cristian Chilipirea" userId="34ab170da5908fc4" providerId="LiveId" clId="{657DC964-B470-42A9-AA52-9F1F849BFB76}" dt="2019-10-13T10:04:50.077" v="76"/>
          <ac:spMkLst>
            <pc:docMk/>
            <pc:sldMk cId="3615780848" sldId="490"/>
            <ac:spMk id="11" creationId="{94B02FD3-1C3E-4751-950F-70D0976EBB50}"/>
          </ac:spMkLst>
        </pc:spChg>
        <pc:spChg chg="add del">
          <ac:chgData name="Cristian Chilipirea" userId="34ab170da5908fc4" providerId="LiveId" clId="{657DC964-B470-42A9-AA52-9F1F849BFB76}" dt="2019-10-13T10:04:50.077" v="76"/>
          <ac:spMkLst>
            <pc:docMk/>
            <pc:sldMk cId="3615780848" sldId="490"/>
            <ac:spMk id="12" creationId="{965553B1-9C60-47EE-8986-1D0D90FA7128}"/>
          </ac:spMkLst>
        </pc:spChg>
        <pc:spChg chg="add del">
          <ac:chgData name="Cristian Chilipirea" userId="34ab170da5908fc4" providerId="LiveId" clId="{657DC964-B470-42A9-AA52-9F1F849BFB76}" dt="2019-10-13T10:04:50.077" v="76"/>
          <ac:spMkLst>
            <pc:docMk/>
            <pc:sldMk cId="3615780848" sldId="490"/>
            <ac:spMk id="13" creationId="{BD4C66A9-1EC4-475A-A93D-F10C171F763C}"/>
          </ac:spMkLst>
        </pc:spChg>
        <pc:spChg chg="add">
          <ac:chgData name="Cristian Chilipirea" userId="34ab170da5908fc4" providerId="LiveId" clId="{657DC964-B470-42A9-AA52-9F1F849BFB76}" dt="2019-10-13T10:04:50.083" v="77"/>
          <ac:spMkLst>
            <pc:docMk/>
            <pc:sldMk cId="3615780848" sldId="490"/>
            <ac:spMk id="14" creationId="{4D0F544C-6819-4105-AE9A-540746658A7A}"/>
          </ac:spMkLst>
        </pc:spChg>
        <pc:spChg chg="add">
          <ac:chgData name="Cristian Chilipirea" userId="34ab170da5908fc4" providerId="LiveId" clId="{657DC964-B470-42A9-AA52-9F1F849BFB76}" dt="2019-10-13T10:04:50.083" v="77"/>
          <ac:spMkLst>
            <pc:docMk/>
            <pc:sldMk cId="3615780848" sldId="490"/>
            <ac:spMk id="15" creationId="{2EEA8DA8-CE0D-4A8D-BF3A-CA02CC4626EC}"/>
          </ac:spMkLst>
        </pc:spChg>
        <pc:spChg chg="add">
          <ac:chgData name="Cristian Chilipirea" userId="34ab170da5908fc4" providerId="LiveId" clId="{657DC964-B470-42A9-AA52-9F1F849BFB76}" dt="2019-10-13T10:04:50.083" v="77"/>
          <ac:spMkLst>
            <pc:docMk/>
            <pc:sldMk cId="3615780848" sldId="490"/>
            <ac:spMk id="16" creationId="{15A87478-2603-4B7E-8577-02F8C96BA25C}"/>
          </ac:spMkLst>
        </pc:spChg>
        <pc:spChg chg="add">
          <ac:chgData name="Cristian Chilipirea" userId="34ab170da5908fc4" providerId="LiveId" clId="{657DC964-B470-42A9-AA52-9F1F849BFB76}" dt="2019-10-13T10:04:50.083" v="77"/>
          <ac:spMkLst>
            <pc:docMk/>
            <pc:sldMk cId="3615780848" sldId="490"/>
            <ac:spMk id="17" creationId="{157A7CBD-F83D-4CBA-95D5-2FF0B9E56649}"/>
          </ac:spMkLst>
        </pc:spChg>
        <pc:spChg chg="add">
          <ac:chgData name="Cristian Chilipirea" userId="34ab170da5908fc4" providerId="LiveId" clId="{657DC964-B470-42A9-AA52-9F1F849BFB76}" dt="2019-10-13T10:04:50.083" v="77"/>
          <ac:spMkLst>
            <pc:docMk/>
            <pc:sldMk cId="3615780848" sldId="490"/>
            <ac:spMk id="18" creationId="{BA7D521F-8AA9-4DBF-A438-CB73BF010279}"/>
          </ac:spMkLst>
        </pc:spChg>
        <pc:spChg chg="add">
          <ac:chgData name="Cristian Chilipirea" userId="34ab170da5908fc4" providerId="LiveId" clId="{657DC964-B470-42A9-AA52-9F1F849BFB76}" dt="2019-10-13T10:04:50.083" v="77"/>
          <ac:spMkLst>
            <pc:docMk/>
            <pc:sldMk cId="3615780848" sldId="490"/>
            <ac:spMk id="19" creationId="{E86146EC-4AC9-4C0C-8F9E-238E3844AE8F}"/>
          </ac:spMkLst>
        </pc:spChg>
        <pc:spChg chg="add">
          <ac:chgData name="Cristian Chilipirea" userId="34ab170da5908fc4" providerId="LiveId" clId="{657DC964-B470-42A9-AA52-9F1F849BFB76}" dt="2019-10-13T10:04:50.083" v="77"/>
          <ac:spMkLst>
            <pc:docMk/>
            <pc:sldMk cId="3615780848" sldId="490"/>
            <ac:spMk id="20" creationId="{E5806872-F4EF-4787-9E07-CAECB8C74195}"/>
          </ac:spMkLst>
        </pc:spChg>
        <pc:spChg chg="add">
          <ac:chgData name="Cristian Chilipirea" userId="34ab170da5908fc4" providerId="LiveId" clId="{657DC964-B470-42A9-AA52-9F1F849BFB76}" dt="2019-10-13T10:04:50.083" v="77"/>
          <ac:spMkLst>
            <pc:docMk/>
            <pc:sldMk cId="3615780848" sldId="490"/>
            <ac:spMk id="21" creationId="{D411807C-7F84-4416-92B0-385B53744EDA}"/>
          </ac:spMkLst>
        </pc:spChg>
        <pc:spChg chg="add">
          <ac:chgData name="Cristian Chilipirea" userId="34ab170da5908fc4" providerId="LiveId" clId="{657DC964-B470-42A9-AA52-9F1F849BFB76}" dt="2019-10-13T10:04:50.083" v="77"/>
          <ac:spMkLst>
            <pc:docMk/>
            <pc:sldMk cId="3615780848" sldId="490"/>
            <ac:spMk id="22" creationId="{079FD60E-4A0F-4D25-8CC6-3F91252D26BB}"/>
          </ac:spMkLst>
        </pc:spChg>
        <pc:spChg chg="add">
          <ac:chgData name="Cristian Chilipirea" userId="34ab170da5908fc4" providerId="LiveId" clId="{657DC964-B470-42A9-AA52-9F1F849BFB76}" dt="2019-10-13T10:04:50.083" v="77"/>
          <ac:spMkLst>
            <pc:docMk/>
            <pc:sldMk cId="3615780848" sldId="490"/>
            <ac:spMk id="23" creationId="{4AECF0E3-F4DA-44A4-A60F-C189DFC964A6}"/>
          </ac:spMkLst>
        </pc:spChg>
      </pc:sldChg>
      <pc:sldChg chg="del">
        <pc:chgData name="Cristian Chilipirea" userId="34ab170da5908fc4" providerId="LiveId" clId="{657DC964-B470-42A9-AA52-9F1F849BFB76}" dt="2019-10-13T10:02:33.030" v="4" actId="2696"/>
        <pc:sldMkLst>
          <pc:docMk/>
          <pc:sldMk cId="4257711336" sldId="490"/>
        </pc:sldMkLst>
      </pc:sldChg>
      <pc:sldChg chg="addSp delSp modSp add">
        <pc:chgData name="Cristian Chilipirea" userId="34ab170da5908fc4" providerId="LiveId" clId="{657DC964-B470-42A9-AA52-9F1F849BFB76}" dt="2019-10-13T10:05:07.040" v="82" actId="1076"/>
        <pc:sldMkLst>
          <pc:docMk/>
          <pc:sldMk cId="2896181746" sldId="491"/>
        </pc:sldMkLst>
        <pc:spChg chg="mod">
          <ac:chgData name="Cristian Chilipirea" userId="34ab170da5908fc4" providerId="LiveId" clId="{657DC964-B470-42A9-AA52-9F1F849BFB76}" dt="2019-10-13T10:05:00.404" v="79"/>
          <ac:spMkLst>
            <pc:docMk/>
            <pc:sldMk cId="2896181746" sldId="491"/>
            <ac:spMk id="2" creationId="{C319DB88-1E29-4207-ACA1-555809FA604E}"/>
          </ac:spMkLst>
        </pc:spChg>
        <pc:spChg chg="del">
          <ac:chgData name="Cristian Chilipirea" userId="34ab170da5908fc4" providerId="LiveId" clId="{657DC964-B470-42A9-AA52-9F1F849BFB76}" dt="2019-10-13T10:05:02.020" v="80" actId="478"/>
          <ac:spMkLst>
            <pc:docMk/>
            <pc:sldMk cId="2896181746" sldId="491"/>
            <ac:spMk id="3" creationId="{055A5468-23AE-44E8-94A9-9D270109DC80}"/>
          </ac:spMkLst>
        </pc:spChg>
        <pc:graphicFrameChg chg="add mod">
          <ac:chgData name="Cristian Chilipirea" userId="34ab170da5908fc4" providerId="LiveId" clId="{657DC964-B470-42A9-AA52-9F1F849BFB76}" dt="2019-10-13T10:05:07.040" v="82" actId="1076"/>
          <ac:graphicFrameMkLst>
            <pc:docMk/>
            <pc:sldMk cId="2896181746" sldId="491"/>
            <ac:graphicFrameMk id="4" creationId="{D83DBF0C-8419-4309-ACA0-A9B09D634ADD}"/>
          </ac:graphicFrameMkLst>
        </pc:graphicFrameChg>
      </pc:sldChg>
      <pc:sldChg chg="del">
        <pc:chgData name="Cristian Chilipirea" userId="34ab170da5908fc4" providerId="LiveId" clId="{657DC964-B470-42A9-AA52-9F1F849BFB76}" dt="2019-10-13T10:02:33.050" v="5" actId="2696"/>
        <pc:sldMkLst>
          <pc:docMk/>
          <pc:sldMk cId="3240090476" sldId="491"/>
        </pc:sldMkLst>
      </pc:sldChg>
      <pc:sldChg chg="addSp delSp modSp add">
        <pc:chgData name="Cristian Chilipirea" userId="34ab170da5908fc4" providerId="LiveId" clId="{657DC964-B470-42A9-AA52-9F1F849BFB76}" dt="2019-10-13T10:05:40.879" v="92" actId="1076"/>
        <pc:sldMkLst>
          <pc:docMk/>
          <pc:sldMk cId="2589180824" sldId="492"/>
        </pc:sldMkLst>
        <pc:spChg chg="mod">
          <ac:chgData name="Cristian Chilipirea" userId="34ab170da5908fc4" providerId="LiveId" clId="{657DC964-B470-42A9-AA52-9F1F849BFB76}" dt="2019-10-13T10:05:27.241" v="84"/>
          <ac:spMkLst>
            <pc:docMk/>
            <pc:sldMk cId="2589180824" sldId="492"/>
            <ac:spMk id="2" creationId="{277A28C4-A662-41E2-8A7B-B582AECF5602}"/>
          </ac:spMkLst>
        </pc:spChg>
        <pc:spChg chg="del">
          <ac:chgData name="Cristian Chilipirea" userId="34ab170da5908fc4" providerId="LiveId" clId="{657DC964-B470-42A9-AA52-9F1F849BFB76}" dt="2019-10-13T10:05:30.631" v="85" actId="478"/>
          <ac:spMkLst>
            <pc:docMk/>
            <pc:sldMk cId="2589180824" sldId="492"/>
            <ac:spMk id="3" creationId="{BC00CF00-CD46-4E9C-BB3B-78F9A6794EAC}"/>
          </ac:spMkLst>
        </pc:spChg>
        <pc:spChg chg="add del mod">
          <ac:chgData name="Cristian Chilipirea" userId="34ab170da5908fc4" providerId="LiveId" clId="{657DC964-B470-42A9-AA52-9F1F849BFB76}" dt="2019-10-13T10:05:38.086" v="90"/>
          <ac:spMkLst>
            <pc:docMk/>
            <pc:sldMk cId="2589180824" sldId="492"/>
            <ac:spMk id="4" creationId="{A169190D-5508-45CC-BD5F-C10D1F8D9D99}"/>
          </ac:spMkLst>
        </pc:spChg>
        <pc:spChg chg="add mod">
          <ac:chgData name="Cristian Chilipirea" userId="34ab170da5908fc4" providerId="LiveId" clId="{657DC964-B470-42A9-AA52-9F1F849BFB76}" dt="2019-10-13T10:05:40.879" v="92" actId="1076"/>
          <ac:spMkLst>
            <pc:docMk/>
            <pc:sldMk cId="2589180824" sldId="492"/>
            <ac:spMk id="5" creationId="{3BA19818-63FF-4180-BC72-FBCAA5A2813C}"/>
          </ac:spMkLst>
        </pc:spChg>
      </pc:sldChg>
      <pc:sldChg chg="del">
        <pc:chgData name="Cristian Chilipirea" userId="34ab170da5908fc4" providerId="LiveId" clId="{657DC964-B470-42A9-AA52-9F1F849BFB76}" dt="2019-10-13T10:02:33.099" v="6" actId="2696"/>
        <pc:sldMkLst>
          <pc:docMk/>
          <pc:sldMk cId="2821618671" sldId="492"/>
        </pc:sldMkLst>
      </pc:sldChg>
      <pc:sldChg chg="modSp add del">
        <pc:chgData name="Cristian Chilipirea" userId="34ab170da5908fc4" providerId="LiveId" clId="{657DC964-B470-42A9-AA52-9F1F849BFB76}" dt="2019-10-13T10:06:10.359" v="98"/>
        <pc:sldMkLst>
          <pc:docMk/>
          <pc:sldMk cId="962078257" sldId="493"/>
        </pc:sldMkLst>
        <pc:spChg chg="mod">
          <ac:chgData name="Cristian Chilipirea" userId="34ab170da5908fc4" providerId="LiveId" clId="{657DC964-B470-42A9-AA52-9F1F849BFB76}" dt="2019-10-13T10:06:05.216" v="97"/>
          <ac:spMkLst>
            <pc:docMk/>
            <pc:sldMk cId="962078257" sldId="493"/>
            <ac:spMk id="2" creationId="{2F5F0F0A-E7A7-4FFC-954D-1E94FA2B5F36}"/>
          </ac:spMkLst>
        </pc:spChg>
      </pc:sldChg>
      <pc:sldChg chg="addSp delSp modSp add">
        <pc:chgData name="Cristian Chilipirea" userId="34ab170da5908fc4" providerId="LiveId" clId="{657DC964-B470-42A9-AA52-9F1F849BFB76}" dt="2019-10-13T10:06:26.401" v="110" actId="1076"/>
        <pc:sldMkLst>
          <pc:docMk/>
          <pc:sldMk cId="1487525830" sldId="493"/>
        </pc:sldMkLst>
        <pc:spChg chg="mod">
          <ac:chgData name="Cristian Chilipirea" userId="34ab170da5908fc4" providerId="LiveId" clId="{657DC964-B470-42A9-AA52-9F1F849BFB76}" dt="2019-10-13T10:06:19.367" v="107" actId="20577"/>
          <ac:spMkLst>
            <pc:docMk/>
            <pc:sldMk cId="1487525830" sldId="493"/>
            <ac:spMk id="2" creationId="{592DF46A-7B55-4C02-98F7-BFDEEFF88A70}"/>
          </ac:spMkLst>
        </pc:spChg>
        <pc:spChg chg="del">
          <ac:chgData name="Cristian Chilipirea" userId="34ab170da5908fc4" providerId="LiveId" clId="{657DC964-B470-42A9-AA52-9F1F849BFB76}" dt="2019-10-13T10:06:22.383" v="108" actId="478"/>
          <ac:spMkLst>
            <pc:docMk/>
            <pc:sldMk cId="1487525830" sldId="493"/>
            <ac:spMk id="3" creationId="{963BD946-33BA-464D-8F39-ED286732FDC8}"/>
          </ac:spMkLst>
        </pc:spChg>
        <pc:graphicFrameChg chg="add mod">
          <ac:chgData name="Cristian Chilipirea" userId="34ab170da5908fc4" providerId="LiveId" clId="{657DC964-B470-42A9-AA52-9F1F849BFB76}" dt="2019-10-13T10:06:26.401" v="110" actId="1076"/>
          <ac:graphicFrameMkLst>
            <pc:docMk/>
            <pc:sldMk cId="1487525830" sldId="493"/>
            <ac:graphicFrameMk id="4" creationId="{8D5B87FE-6345-495A-B409-D07F3601B05D}"/>
          </ac:graphicFrameMkLst>
        </pc:graphicFrameChg>
      </pc:sldChg>
      <pc:sldChg chg="del">
        <pc:chgData name="Cristian Chilipirea" userId="34ab170da5908fc4" providerId="LiveId" clId="{657DC964-B470-42A9-AA52-9F1F849BFB76}" dt="2019-10-13T10:02:33.115" v="7" actId="2696"/>
        <pc:sldMkLst>
          <pc:docMk/>
          <pc:sldMk cId="2594526626" sldId="493"/>
        </pc:sldMkLst>
      </pc:sldChg>
      <pc:sldChg chg="addSp delSp modSp add">
        <pc:chgData name="Cristian Chilipirea" userId="34ab170da5908fc4" providerId="LiveId" clId="{657DC964-B470-42A9-AA52-9F1F849BFB76}" dt="2019-10-13T10:06:45.950" v="117" actId="1076"/>
        <pc:sldMkLst>
          <pc:docMk/>
          <pc:sldMk cId="1914018507" sldId="494"/>
        </pc:sldMkLst>
        <pc:spChg chg="mod">
          <ac:chgData name="Cristian Chilipirea" userId="34ab170da5908fc4" providerId="LiveId" clId="{657DC964-B470-42A9-AA52-9F1F849BFB76}" dt="2019-10-13T10:06:34.335" v="112"/>
          <ac:spMkLst>
            <pc:docMk/>
            <pc:sldMk cId="1914018507" sldId="494"/>
            <ac:spMk id="2" creationId="{55339100-C470-4CF3-9DF4-2AB092957483}"/>
          </ac:spMkLst>
        </pc:spChg>
        <pc:spChg chg="del">
          <ac:chgData name="Cristian Chilipirea" userId="34ab170da5908fc4" providerId="LiveId" clId="{657DC964-B470-42A9-AA52-9F1F849BFB76}" dt="2019-10-13T10:06:36.187" v="113" actId="478"/>
          <ac:spMkLst>
            <pc:docMk/>
            <pc:sldMk cId="1914018507" sldId="494"/>
            <ac:spMk id="3" creationId="{289F84F8-67F4-4605-B0FB-9EB3784915F0}"/>
          </ac:spMkLst>
        </pc:spChg>
        <pc:spChg chg="add del">
          <ac:chgData name="Cristian Chilipirea" userId="34ab170da5908fc4" providerId="LiveId" clId="{657DC964-B470-42A9-AA52-9F1F849BFB76}" dt="2019-10-13T10:06:43.622" v="115"/>
          <ac:spMkLst>
            <pc:docMk/>
            <pc:sldMk cId="1914018507" sldId="494"/>
            <ac:spMk id="4" creationId="{BD3268DC-2EB6-4A38-942F-629E1E32DDA2}"/>
          </ac:spMkLst>
        </pc:spChg>
        <pc:spChg chg="add del">
          <ac:chgData name="Cristian Chilipirea" userId="34ab170da5908fc4" providerId="LiveId" clId="{657DC964-B470-42A9-AA52-9F1F849BFB76}" dt="2019-10-13T10:06:43.622" v="115"/>
          <ac:spMkLst>
            <pc:docMk/>
            <pc:sldMk cId="1914018507" sldId="494"/>
            <ac:spMk id="5" creationId="{1D5D2C9F-887C-412F-9047-3B51F02DE412}"/>
          </ac:spMkLst>
        </pc:spChg>
        <pc:spChg chg="add del">
          <ac:chgData name="Cristian Chilipirea" userId="34ab170da5908fc4" providerId="LiveId" clId="{657DC964-B470-42A9-AA52-9F1F849BFB76}" dt="2019-10-13T10:06:43.622" v="115"/>
          <ac:spMkLst>
            <pc:docMk/>
            <pc:sldMk cId="1914018507" sldId="494"/>
            <ac:spMk id="6" creationId="{78FC332A-D372-411A-94E0-E3569D0EEFE4}"/>
          </ac:spMkLst>
        </pc:spChg>
        <pc:spChg chg="add del">
          <ac:chgData name="Cristian Chilipirea" userId="34ab170da5908fc4" providerId="LiveId" clId="{657DC964-B470-42A9-AA52-9F1F849BFB76}" dt="2019-10-13T10:06:43.622" v="115"/>
          <ac:spMkLst>
            <pc:docMk/>
            <pc:sldMk cId="1914018507" sldId="494"/>
            <ac:spMk id="7" creationId="{16E8226E-F758-473F-A282-3612468F9256}"/>
          </ac:spMkLst>
        </pc:spChg>
        <pc:spChg chg="add del">
          <ac:chgData name="Cristian Chilipirea" userId="34ab170da5908fc4" providerId="LiveId" clId="{657DC964-B470-42A9-AA52-9F1F849BFB76}" dt="2019-10-13T10:06:43.622" v="115"/>
          <ac:spMkLst>
            <pc:docMk/>
            <pc:sldMk cId="1914018507" sldId="494"/>
            <ac:spMk id="8" creationId="{07C8A4F1-918D-40A0-B7E7-61E83E871B21}"/>
          </ac:spMkLst>
        </pc:spChg>
        <pc:spChg chg="add del">
          <ac:chgData name="Cristian Chilipirea" userId="34ab170da5908fc4" providerId="LiveId" clId="{657DC964-B470-42A9-AA52-9F1F849BFB76}" dt="2019-10-13T10:06:43.622" v="115"/>
          <ac:spMkLst>
            <pc:docMk/>
            <pc:sldMk cId="1914018507" sldId="494"/>
            <ac:spMk id="9" creationId="{045B00CC-0C46-4247-B0D8-85A20A9224C5}"/>
          </ac:spMkLst>
        </pc:spChg>
        <pc:spChg chg="add del">
          <ac:chgData name="Cristian Chilipirea" userId="34ab170da5908fc4" providerId="LiveId" clId="{657DC964-B470-42A9-AA52-9F1F849BFB76}" dt="2019-10-13T10:06:43.622" v="115"/>
          <ac:spMkLst>
            <pc:docMk/>
            <pc:sldMk cId="1914018507" sldId="494"/>
            <ac:spMk id="12" creationId="{28125474-35C1-43C5-81D0-1D483DEBC423}"/>
          </ac:spMkLst>
        </pc:spChg>
        <pc:spChg chg="add del">
          <ac:chgData name="Cristian Chilipirea" userId="34ab170da5908fc4" providerId="LiveId" clId="{657DC964-B470-42A9-AA52-9F1F849BFB76}" dt="2019-10-13T10:06:43.622" v="115"/>
          <ac:spMkLst>
            <pc:docMk/>
            <pc:sldMk cId="1914018507" sldId="494"/>
            <ac:spMk id="13" creationId="{C2A8D10F-183B-4282-AE8C-F7979C7A2939}"/>
          </ac:spMkLst>
        </pc:spChg>
        <pc:spChg chg="add del">
          <ac:chgData name="Cristian Chilipirea" userId="34ab170da5908fc4" providerId="LiveId" clId="{657DC964-B470-42A9-AA52-9F1F849BFB76}" dt="2019-10-13T10:06:43.622" v="115"/>
          <ac:spMkLst>
            <pc:docMk/>
            <pc:sldMk cId="1914018507" sldId="494"/>
            <ac:spMk id="14" creationId="{0325A3DA-2AA2-4E94-BE21-0036303ACAFB}"/>
          </ac:spMkLst>
        </pc:spChg>
        <pc:spChg chg="add del">
          <ac:chgData name="Cristian Chilipirea" userId="34ab170da5908fc4" providerId="LiveId" clId="{657DC964-B470-42A9-AA52-9F1F849BFB76}" dt="2019-10-13T10:06:43.622" v="115"/>
          <ac:spMkLst>
            <pc:docMk/>
            <pc:sldMk cId="1914018507" sldId="494"/>
            <ac:spMk id="16" creationId="{31E8D22B-9A08-40EE-AED9-C79454FB384A}"/>
          </ac:spMkLst>
        </pc:spChg>
        <pc:spChg chg="add del">
          <ac:chgData name="Cristian Chilipirea" userId="34ab170da5908fc4" providerId="LiveId" clId="{657DC964-B470-42A9-AA52-9F1F849BFB76}" dt="2019-10-13T10:06:43.622" v="115"/>
          <ac:spMkLst>
            <pc:docMk/>
            <pc:sldMk cId="1914018507" sldId="494"/>
            <ac:spMk id="17" creationId="{63E2D771-F7D5-45EE-9C3C-27BDE879ECDC}"/>
          </ac:spMkLst>
        </pc:spChg>
        <pc:spChg chg="add del">
          <ac:chgData name="Cristian Chilipirea" userId="34ab170da5908fc4" providerId="LiveId" clId="{657DC964-B470-42A9-AA52-9F1F849BFB76}" dt="2019-10-13T10:06:43.622" v="115"/>
          <ac:spMkLst>
            <pc:docMk/>
            <pc:sldMk cId="1914018507" sldId="494"/>
            <ac:spMk id="18" creationId="{769DCAF9-6974-4AF6-8D1E-D379B8C72223}"/>
          </ac:spMkLst>
        </pc:spChg>
        <pc:spChg chg="add mod">
          <ac:chgData name="Cristian Chilipirea" userId="34ab170da5908fc4" providerId="LiveId" clId="{657DC964-B470-42A9-AA52-9F1F849BFB76}" dt="2019-10-13T10:06:45.950" v="117" actId="1076"/>
          <ac:spMkLst>
            <pc:docMk/>
            <pc:sldMk cId="1914018507" sldId="494"/>
            <ac:spMk id="22" creationId="{8092A7DE-7CF4-45D1-9E38-0CF5CB10FFAB}"/>
          </ac:spMkLst>
        </pc:spChg>
        <pc:spChg chg="add mod">
          <ac:chgData name="Cristian Chilipirea" userId="34ab170da5908fc4" providerId="LiveId" clId="{657DC964-B470-42A9-AA52-9F1F849BFB76}" dt="2019-10-13T10:06:45.950" v="117" actId="1076"/>
          <ac:spMkLst>
            <pc:docMk/>
            <pc:sldMk cId="1914018507" sldId="494"/>
            <ac:spMk id="23" creationId="{98F86EBC-2B2C-4A9C-A16F-4D3B6BF8D165}"/>
          </ac:spMkLst>
        </pc:spChg>
        <pc:spChg chg="add mod">
          <ac:chgData name="Cristian Chilipirea" userId="34ab170da5908fc4" providerId="LiveId" clId="{657DC964-B470-42A9-AA52-9F1F849BFB76}" dt="2019-10-13T10:06:45.950" v="117" actId="1076"/>
          <ac:spMkLst>
            <pc:docMk/>
            <pc:sldMk cId="1914018507" sldId="494"/>
            <ac:spMk id="24" creationId="{98D4167C-FEF6-475A-A6CC-93C21390B33A}"/>
          </ac:spMkLst>
        </pc:spChg>
        <pc:spChg chg="add mod">
          <ac:chgData name="Cristian Chilipirea" userId="34ab170da5908fc4" providerId="LiveId" clId="{657DC964-B470-42A9-AA52-9F1F849BFB76}" dt="2019-10-13T10:06:45.950" v="117" actId="1076"/>
          <ac:spMkLst>
            <pc:docMk/>
            <pc:sldMk cId="1914018507" sldId="494"/>
            <ac:spMk id="25" creationId="{F7F6E64F-04C3-45C7-A409-DCA605DDD060}"/>
          </ac:spMkLst>
        </pc:spChg>
        <pc:spChg chg="add mod">
          <ac:chgData name="Cristian Chilipirea" userId="34ab170da5908fc4" providerId="LiveId" clId="{657DC964-B470-42A9-AA52-9F1F849BFB76}" dt="2019-10-13T10:06:45.950" v="117" actId="1076"/>
          <ac:spMkLst>
            <pc:docMk/>
            <pc:sldMk cId="1914018507" sldId="494"/>
            <ac:spMk id="26" creationId="{F4A0D315-C934-4B36-B81C-F46A4DDC9227}"/>
          </ac:spMkLst>
        </pc:spChg>
        <pc:spChg chg="add mod">
          <ac:chgData name="Cristian Chilipirea" userId="34ab170da5908fc4" providerId="LiveId" clId="{657DC964-B470-42A9-AA52-9F1F849BFB76}" dt="2019-10-13T10:06:45.950" v="117" actId="1076"/>
          <ac:spMkLst>
            <pc:docMk/>
            <pc:sldMk cId="1914018507" sldId="494"/>
            <ac:spMk id="27" creationId="{D1146612-93E7-43B1-B4F2-4EC6C9C29FDE}"/>
          </ac:spMkLst>
        </pc:spChg>
        <pc:spChg chg="add mod">
          <ac:chgData name="Cristian Chilipirea" userId="34ab170da5908fc4" providerId="LiveId" clId="{657DC964-B470-42A9-AA52-9F1F849BFB76}" dt="2019-10-13T10:06:45.950" v="117" actId="1076"/>
          <ac:spMkLst>
            <pc:docMk/>
            <pc:sldMk cId="1914018507" sldId="494"/>
            <ac:spMk id="30" creationId="{E0A32823-8852-42E8-8561-D7BE7E454C10}"/>
          </ac:spMkLst>
        </pc:spChg>
        <pc:spChg chg="add mod">
          <ac:chgData name="Cristian Chilipirea" userId="34ab170da5908fc4" providerId="LiveId" clId="{657DC964-B470-42A9-AA52-9F1F849BFB76}" dt="2019-10-13T10:06:45.950" v="117" actId="1076"/>
          <ac:spMkLst>
            <pc:docMk/>
            <pc:sldMk cId="1914018507" sldId="494"/>
            <ac:spMk id="31" creationId="{A4F4D4BF-0971-40F9-9A26-1001CA99790A}"/>
          </ac:spMkLst>
        </pc:spChg>
        <pc:spChg chg="add mod">
          <ac:chgData name="Cristian Chilipirea" userId="34ab170da5908fc4" providerId="LiveId" clId="{657DC964-B470-42A9-AA52-9F1F849BFB76}" dt="2019-10-13T10:06:45.950" v="117" actId="1076"/>
          <ac:spMkLst>
            <pc:docMk/>
            <pc:sldMk cId="1914018507" sldId="494"/>
            <ac:spMk id="32" creationId="{8ECF975A-8FB7-4204-9406-AF28299A9734}"/>
          </ac:spMkLst>
        </pc:spChg>
        <pc:spChg chg="add mod">
          <ac:chgData name="Cristian Chilipirea" userId="34ab170da5908fc4" providerId="LiveId" clId="{657DC964-B470-42A9-AA52-9F1F849BFB76}" dt="2019-10-13T10:06:45.950" v="117" actId="1076"/>
          <ac:spMkLst>
            <pc:docMk/>
            <pc:sldMk cId="1914018507" sldId="494"/>
            <ac:spMk id="34" creationId="{A68E5834-57CF-4569-BC2F-2C0E74E64935}"/>
          </ac:spMkLst>
        </pc:spChg>
        <pc:spChg chg="add mod">
          <ac:chgData name="Cristian Chilipirea" userId="34ab170da5908fc4" providerId="LiveId" clId="{657DC964-B470-42A9-AA52-9F1F849BFB76}" dt="2019-10-13T10:06:45.950" v="117" actId="1076"/>
          <ac:spMkLst>
            <pc:docMk/>
            <pc:sldMk cId="1914018507" sldId="494"/>
            <ac:spMk id="35" creationId="{0FDD586F-090A-4554-B429-6BDC621BB2E1}"/>
          </ac:spMkLst>
        </pc:spChg>
        <pc:spChg chg="add mod">
          <ac:chgData name="Cristian Chilipirea" userId="34ab170da5908fc4" providerId="LiveId" clId="{657DC964-B470-42A9-AA52-9F1F849BFB76}" dt="2019-10-13T10:06:45.950" v="117" actId="1076"/>
          <ac:spMkLst>
            <pc:docMk/>
            <pc:sldMk cId="1914018507" sldId="494"/>
            <ac:spMk id="36" creationId="{31985DC2-6A26-4C30-97A2-F9F4823D69F7}"/>
          </ac:spMkLst>
        </pc:spChg>
        <pc:cxnChg chg="add del">
          <ac:chgData name="Cristian Chilipirea" userId="34ab170da5908fc4" providerId="LiveId" clId="{657DC964-B470-42A9-AA52-9F1F849BFB76}" dt="2019-10-13T10:06:43.622" v="115"/>
          <ac:cxnSpMkLst>
            <pc:docMk/>
            <pc:sldMk cId="1914018507" sldId="494"/>
            <ac:cxnSpMk id="10" creationId="{ECFA9ED4-39B8-44E4-ADD9-3DDD54A3313B}"/>
          </ac:cxnSpMkLst>
        </pc:cxnChg>
        <pc:cxnChg chg="add del">
          <ac:chgData name="Cristian Chilipirea" userId="34ab170da5908fc4" providerId="LiveId" clId="{657DC964-B470-42A9-AA52-9F1F849BFB76}" dt="2019-10-13T10:06:43.622" v="115"/>
          <ac:cxnSpMkLst>
            <pc:docMk/>
            <pc:sldMk cId="1914018507" sldId="494"/>
            <ac:cxnSpMk id="11" creationId="{2BABAA9D-4BD1-4D97-B91C-9CC310F75A0F}"/>
          </ac:cxnSpMkLst>
        </pc:cxnChg>
        <pc:cxnChg chg="add del">
          <ac:chgData name="Cristian Chilipirea" userId="34ab170da5908fc4" providerId="LiveId" clId="{657DC964-B470-42A9-AA52-9F1F849BFB76}" dt="2019-10-13T10:06:43.622" v="115"/>
          <ac:cxnSpMkLst>
            <pc:docMk/>
            <pc:sldMk cId="1914018507" sldId="494"/>
            <ac:cxnSpMk id="15" creationId="{EA4F12E0-394C-483B-8643-DE642198A597}"/>
          </ac:cxnSpMkLst>
        </pc:cxnChg>
        <pc:cxnChg chg="add del">
          <ac:chgData name="Cristian Chilipirea" userId="34ab170da5908fc4" providerId="LiveId" clId="{657DC964-B470-42A9-AA52-9F1F849BFB76}" dt="2019-10-13T10:06:43.622" v="115"/>
          <ac:cxnSpMkLst>
            <pc:docMk/>
            <pc:sldMk cId="1914018507" sldId="494"/>
            <ac:cxnSpMk id="19" creationId="{B3CDF28C-8182-483D-B06C-FF59BC62FCBF}"/>
          </ac:cxnSpMkLst>
        </pc:cxnChg>
        <pc:cxnChg chg="add del">
          <ac:chgData name="Cristian Chilipirea" userId="34ab170da5908fc4" providerId="LiveId" clId="{657DC964-B470-42A9-AA52-9F1F849BFB76}" dt="2019-10-13T10:06:43.622" v="115"/>
          <ac:cxnSpMkLst>
            <pc:docMk/>
            <pc:sldMk cId="1914018507" sldId="494"/>
            <ac:cxnSpMk id="20" creationId="{CE1D1E59-1CA4-412C-94C7-F8AC9C4F1B87}"/>
          </ac:cxnSpMkLst>
        </pc:cxnChg>
        <pc:cxnChg chg="add del">
          <ac:chgData name="Cristian Chilipirea" userId="34ab170da5908fc4" providerId="LiveId" clId="{657DC964-B470-42A9-AA52-9F1F849BFB76}" dt="2019-10-13T10:06:43.622" v="115"/>
          <ac:cxnSpMkLst>
            <pc:docMk/>
            <pc:sldMk cId="1914018507" sldId="494"/>
            <ac:cxnSpMk id="21" creationId="{A90737EC-2A2B-4328-8454-141C352579A8}"/>
          </ac:cxnSpMkLst>
        </pc:cxnChg>
        <pc:cxnChg chg="add mod">
          <ac:chgData name="Cristian Chilipirea" userId="34ab170da5908fc4" providerId="LiveId" clId="{657DC964-B470-42A9-AA52-9F1F849BFB76}" dt="2019-10-13T10:06:45.950" v="117" actId="1076"/>
          <ac:cxnSpMkLst>
            <pc:docMk/>
            <pc:sldMk cId="1914018507" sldId="494"/>
            <ac:cxnSpMk id="28" creationId="{8B67C5E3-93D5-4180-BF41-F541A3619EE7}"/>
          </ac:cxnSpMkLst>
        </pc:cxnChg>
        <pc:cxnChg chg="add mod">
          <ac:chgData name="Cristian Chilipirea" userId="34ab170da5908fc4" providerId="LiveId" clId="{657DC964-B470-42A9-AA52-9F1F849BFB76}" dt="2019-10-13T10:06:45.950" v="117" actId="1076"/>
          <ac:cxnSpMkLst>
            <pc:docMk/>
            <pc:sldMk cId="1914018507" sldId="494"/>
            <ac:cxnSpMk id="29" creationId="{A5EC911E-F459-410F-9666-CB2EA75F29C6}"/>
          </ac:cxnSpMkLst>
        </pc:cxnChg>
        <pc:cxnChg chg="add mod">
          <ac:chgData name="Cristian Chilipirea" userId="34ab170da5908fc4" providerId="LiveId" clId="{657DC964-B470-42A9-AA52-9F1F849BFB76}" dt="2019-10-13T10:06:45.950" v="117" actId="1076"/>
          <ac:cxnSpMkLst>
            <pc:docMk/>
            <pc:sldMk cId="1914018507" sldId="494"/>
            <ac:cxnSpMk id="33" creationId="{6D0289F7-E1D5-4E49-A8E2-CB4348B9914E}"/>
          </ac:cxnSpMkLst>
        </pc:cxnChg>
        <pc:cxnChg chg="add mod">
          <ac:chgData name="Cristian Chilipirea" userId="34ab170da5908fc4" providerId="LiveId" clId="{657DC964-B470-42A9-AA52-9F1F849BFB76}" dt="2019-10-13T10:06:45.950" v="117" actId="1076"/>
          <ac:cxnSpMkLst>
            <pc:docMk/>
            <pc:sldMk cId="1914018507" sldId="494"/>
            <ac:cxnSpMk id="37" creationId="{6B32991D-E345-45D8-AD2A-677E80B9BBDE}"/>
          </ac:cxnSpMkLst>
        </pc:cxnChg>
        <pc:cxnChg chg="add mod">
          <ac:chgData name="Cristian Chilipirea" userId="34ab170da5908fc4" providerId="LiveId" clId="{657DC964-B470-42A9-AA52-9F1F849BFB76}" dt="2019-10-13T10:06:45.950" v="117" actId="1076"/>
          <ac:cxnSpMkLst>
            <pc:docMk/>
            <pc:sldMk cId="1914018507" sldId="494"/>
            <ac:cxnSpMk id="38" creationId="{816AD342-984B-4B54-84B8-909B402ECE2E}"/>
          </ac:cxnSpMkLst>
        </pc:cxnChg>
        <pc:cxnChg chg="add mod">
          <ac:chgData name="Cristian Chilipirea" userId="34ab170da5908fc4" providerId="LiveId" clId="{657DC964-B470-42A9-AA52-9F1F849BFB76}" dt="2019-10-13T10:06:45.950" v="117" actId="1076"/>
          <ac:cxnSpMkLst>
            <pc:docMk/>
            <pc:sldMk cId="1914018507" sldId="494"/>
            <ac:cxnSpMk id="39" creationId="{170E5244-CAEE-4E40-BCB3-62D9BCA24059}"/>
          </ac:cxnSpMkLst>
        </pc:cxnChg>
      </pc:sldChg>
      <pc:sldChg chg="del">
        <pc:chgData name="Cristian Chilipirea" userId="34ab170da5908fc4" providerId="LiveId" clId="{657DC964-B470-42A9-AA52-9F1F849BFB76}" dt="2019-10-13T10:02:33.161" v="8" actId="2696"/>
        <pc:sldMkLst>
          <pc:docMk/>
          <pc:sldMk cId="1937755242" sldId="494"/>
        </pc:sldMkLst>
      </pc:sldChg>
      <pc:sldChg chg="del">
        <pc:chgData name="Cristian Chilipirea" userId="34ab170da5908fc4" providerId="LiveId" clId="{657DC964-B470-42A9-AA52-9F1F849BFB76}" dt="2019-10-13T10:02:33.173" v="9" actId="2696"/>
        <pc:sldMkLst>
          <pc:docMk/>
          <pc:sldMk cId="487379393" sldId="495"/>
        </pc:sldMkLst>
      </pc:sldChg>
      <pc:sldChg chg="addSp delSp modSp add">
        <pc:chgData name="Cristian Chilipirea" userId="34ab170da5908fc4" providerId="LiveId" clId="{657DC964-B470-42A9-AA52-9F1F849BFB76}" dt="2019-10-13T10:07:11.232" v="124" actId="1076"/>
        <pc:sldMkLst>
          <pc:docMk/>
          <pc:sldMk cId="4207083548" sldId="495"/>
        </pc:sldMkLst>
        <pc:spChg chg="mod">
          <ac:chgData name="Cristian Chilipirea" userId="34ab170da5908fc4" providerId="LiveId" clId="{657DC964-B470-42A9-AA52-9F1F849BFB76}" dt="2019-10-13T10:06:57.267" v="119"/>
          <ac:spMkLst>
            <pc:docMk/>
            <pc:sldMk cId="4207083548" sldId="495"/>
            <ac:spMk id="2" creationId="{0C0DCC42-3C73-4B47-A6AC-DA7F6A9556C6}"/>
          </ac:spMkLst>
        </pc:spChg>
        <pc:spChg chg="del">
          <ac:chgData name="Cristian Chilipirea" userId="34ab170da5908fc4" providerId="LiveId" clId="{657DC964-B470-42A9-AA52-9F1F849BFB76}" dt="2019-10-13T10:06:59.247" v="120" actId="478"/>
          <ac:spMkLst>
            <pc:docMk/>
            <pc:sldMk cId="4207083548" sldId="495"/>
            <ac:spMk id="3" creationId="{5ADD4271-C1C9-4B23-865A-67F24E8E91DA}"/>
          </ac:spMkLst>
        </pc:spChg>
        <pc:graphicFrameChg chg="add del">
          <ac:chgData name="Cristian Chilipirea" userId="34ab170da5908fc4" providerId="LiveId" clId="{657DC964-B470-42A9-AA52-9F1F849BFB76}" dt="2019-10-13T10:07:05.577" v="122"/>
          <ac:graphicFrameMkLst>
            <pc:docMk/>
            <pc:sldMk cId="4207083548" sldId="495"/>
            <ac:graphicFrameMk id="4" creationId="{DA686E72-7792-43BC-9392-D99E190A952B}"/>
          </ac:graphicFrameMkLst>
        </pc:graphicFrameChg>
        <pc:graphicFrameChg chg="add mod">
          <ac:chgData name="Cristian Chilipirea" userId="34ab170da5908fc4" providerId="LiveId" clId="{657DC964-B470-42A9-AA52-9F1F849BFB76}" dt="2019-10-13T10:07:11.232" v="124" actId="1076"/>
          <ac:graphicFrameMkLst>
            <pc:docMk/>
            <pc:sldMk cId="4207083548" sldId="495"/>
            <ac:graphicFrameMk id="5" creationId="{A976663D-1590-49E5-9A41-DBA86731BC9B}"/>
          </ac:graphicFrameMkLst>
        </pc:graphicFrameChg>
      </pc:sldChg>
      <pc:sldChg chg="addSp delSp modSp add modAnim">
        <pc:chgData name="Cristian Chilipirea" userId="34ab170da5908fc4" providerId="LiveId" clId="{657DC964-B470-42A9-AA52-9F1F849BFB76}" dt="2019-10-13T10:07:32.929" v="133" actId="1076"/>
        <pc:sldMkLst>
          <pc:docMk/>
          <pc:sldMk cId="3066028781" sldId="496"/>
        </pc:sldMkLst>
        <pc:spChg chg="mod">
          <ac:chgData name="Cristian Chilipirea" userId="34ab170da5908fc4" providerId="LiveId" clId="{657DC964-B470-42A9-AA52-9F1F849BFB76}" dt="2019-10-13T10:07:17.908" v="126"/>
          <ac:spMkLst>
            <pc:docMk/>
            <pc:sldMk cId="3066028781" sldId="496"/>
            <ac:spMk id="2" creationId="{C13C82FB-F052-44CD-8BAA-2C000E450FBE}"/>
          </ac:spMkLst>
        </pc:spChg>
        <pc:spChg chg="del">
          <ac:chgData name="Cristian Chilipirea" userId="34ab170da5908fc4" providerId="LiveId" clId="{657DC964-B470-42A9-AA52-9F1F849BFB76}" dt="2019-10-13T10:07:20.843" v="127" actId="478"/>
          <ac:spMkLst>
            <pc:docMk/>
            <pc:sldMk cId="3066028781" sldId="496"/>
            <ac:spMk id="3" creationId="{A260EC97-1F40-41CA-B853-14474BFE430D}"/>
          </ac:spMkLst>
        </pc:spChg>
        <pc:spChg chg="add del">
          <ac:chgData name="Cristian Chilipirea" userId="34ab170da5908fc4" providerId="LiveId" clId="{657DC964-B470-42A9-AA52-9F1F849BFB76}" dt="2019-10-13T10:07:29.353" v="131"/>
          <ac:spMkLst>
            <pc:docMk/>
            <pc:sldMk cId="3066028781" sldId="496"/>
            <ac:spMk id="4" creationId="{455B2EE8-36CC-42F2-8055-202D83EB7EE0}"/>
          </ac:spMkLst>
        </pc:spChg>
        <pc:spChg chg="add del">
          <ac:chgData name="Cristian Chilipirea" userId="34ab170da5908fc4" providerId="LiveId" clId="{657DC964-B470-42A9-AA52-9F1F849BFB76}" dt="2019-10-13T10:07:29.353" v="131"/>
          <ac:spMkLst>
            <pc:docMk/>
            <pc:sldMk cId="3066028781" sldId="496"/>
            <ac:spMk id="6" creationId="{E8AAE867-D623-4E8C-9917-DCAEC14F3CCB}"/>
          </ac:spMkLst>
        </pc:spChg>
        <pc:spChg chg="add del">
          <ac:chgData name="Cristian Chilipirea" userId="34ab170da5908fc4" providerId="LiveId" clId="{657DC964-B470-42A9-AA52-9F1F849BFB76}" dt="2019-10-13T10:07:29.353" v="131"/>
          <ac:spMkLst>
            <pc:docMk/>
            <pc:sldMk cId="3066028781" sldId="496"/>
            <ac:spMk id="7" creationId="{B693BF61-92BD-4799-8064-B087FD8BB52D}"/>
          </ac:spMkLst>
        </pc:spChg>
        <pc:spChg chg="add del">
          <ac:chgData name="Cristian Chilipirea" userId="34ab170da5908fc4" providerId="LiveId" clId="{657DC964-B470-42A9-AA52-9F1F849BFB76}" dt="2019-10-13T10:07:29.353" v="131"/>
          <ac:spMkLst>
            <pc:docMk/>
            <pc:sldMk cId="3066028781" sldId="496"/>
            <ac:spMk id="8" creationId="{571D6763-4F05-4DD4-B558-F91B26DAFDFE}"/>
          </ac:spMkLst>
        </pc:spChg>
        <pc:spChg chg="add del">
          <ac:chgData name="Cristian Chilipirea" userId="34ab170da5908fc4" providerId="LiveId" clId="{657DC964-B470-42A9-AA52-9F1F849BFB76}" dt="2019-10-13T10:07:29.353" v="131"/>
          <ac:spMkLst>
            <pc:docMk/>
            <pc:sldMk cId="3066028781" sldId="496"/>
            <ac:spMk id="9" creationId="{256396F7-5406-405A-9F31-E8FA06443955}"/>
          </ac:spMkLst>
        </pc:spChg>
        <pc:spChg chg="add del">
          <ac:chgData name="Cristian Chilipirea" userId="34ab170da5908fc4" providerId="LiveId" clId="{657DC964-B470-42A9-AA52-9F1F849BFB76}" dt="2019-10-13T10:07:29.353" v="131"/>
          <ac:spMkLst>
            <pc:docMk/>
            <pc:sldMk cId="3066028781" sldId="496"/>
            <ac:spMk id="10" creationId="{7BA72143-50C2-4755-85F0-03D9B1A7FE4B}"/>
          </ac:spMkLst>
        </pc:spChg>
        <pc:spChg chg="add del">
          <ac:chgData name="Cristian Chilipirea" userId="34ab170da5908fc4" providerId="LiveId" clId="{657DC964-B470-42A9-AA52-9F1F849BFB76}" dt="2019-10-13T10:07:29.353" v="131"/>
          <ac:spMkLst>
            <pc:docMk/>
            <pc:sldMk cId="3066028781" sldId="496"/>
            <ac:spMk id="11" creationId="{3B92BA9C-B21B-4BE2-A1F6-AF2FC66F7B8D}"/>
          </ac:spMkLst>
        </pc:spChg>
        <pc:spChg chg="add del">
          <ac:chgData name="Cristian Chilipirea" userId="34ab170da5908fc4" providerId="LiveId" clId="{657DC964-B470-42A9-AA52-9F1F849BFB76}" dt="2019-10-13T10:07:29.353" v="131"/>
          <ac:spMkLst>
            <pc:docMk/>
            <pc:sldMk cId="3066028781" sldId="496"/>
            <ac:spMk id="12" creationId="{FFD59C01-009F-4A0E-BE6D-35FB67B06A3A}"/>
          </ac:spMkLst>
        </pc:spChg>
        <pc:spChg chg="add del">
          <ac:chgData name="Cristian Chilipirea" userId="34ab170da5908fc4" providerId="LiveId" clId="{657DC964-B470-42A9-AA52-9F1F849BFB76}" dt="2019-10-13T10:07:29.353" v="131"/>
          <ac:spMkLst>
            <pc:docMk/>
            <pc:sldMk cId="3066028781" sldId="496"/>
            <ac:spMk id="13" creationId="{686442B8-7D16-4190-B2DF-DCA07A5C801C}"/>
          </ac:spMkLst>
        </pc:spChg>
        <pc:spChg chg="add del">
          <ac:chgData name="Cristian Chilipirea" userId="34ab170da5908fc4" providerId="LiveId" clId="{657DC964-B470-42A9-AA52-9F1F849BFB76}" dt="2019-10-13T10:07:29.353" v="131"/>
          <ac:spMkLst>
            <pc:docMk/>
            <pc:sldMk cId="3066028781" sldId="496"/>
            <ac:spMk id="14" creationId="{5BC20DC9-F74D-4DB9-8B79-C082639A2184}"/>
          </ac:spMkLst>
        </pc:spChg>
        <pc:spChg chg="add del">
          <ac:chgData name="Cristian Chilipirea" userId="34ab170da5908fc4" providerId="LiveId" clId="{657DC964-B470-42A9-AA52-9F1F849BFB76}" dt="2019-10-13T10:07:29.353" v="131"/>
          <ac:spMkLst>
            <pc:docMk/>
            <pc:sldMk cId="3066028781" sldId="496"/>
            <ac:spMk id="15" creationId="{84DC7E2B-603B-47BB-A2FD-0B9F92BCB374}"/>
          </ac:spMkLst>
        </pc:spChg>
        <pc:spChg chg="add del">
          <ac:chgData name="Cristian Chilipirea" userId="34ab170da5908fc4" providerId="LiveId" clId="{657DC964-B470-42A9-AA52-9F1F849BFB76}" dt="2019-10-13T10:07:29.353" v="131"/>
          <ac:spMkLst>
            <pc:docMk/>
            <pc:sldMk cId="3066028781" sldId="496"/>
            <ac:spMk id="16" creationId="{8DC2FB98-70F8-4688-9AF5-0A019553F0ED}"/>
          </ac:spMkLst>
        </pc:spChg>
        <pc:spChg chg="add del">
          <ac:chgData name="Cristian Chilipirea" userId="34ab170da5908fc4" providerId="LiveId" clId="{657DC964-B470-42A9-AA52-9F1F849BFB76}" dt="2019-10-13T10:07:29.353" v="131"/>
          <ac:spMkLst>
            <pc:docMk/>
            <pc:sldMk cId="3066028781" sldId="496"/>
            <ac:spMk id="17" creationId="{E425B3DE-4689-4A9A-B219-65D986FDFAED}"/>
          </ac:spMkLst>
        </pc:spChg>
        <pc:spChg chg="add del">
          <ac:chgData name="Cristian Chilipirea" userId="34ab170da5908fc4" providerId="LiveId" clId="{657DC964-B470-42A9-AA52-9F1F849BFB76}" dt="2019-10-13T10:07:29.353" v="131"/>
          <ac:spMkLst>
            <pc:docMk/>
            <pc:sldMk cId="3066028781" sldId="496"/>
            <ac:spMk id="23" creationId="{165D00E4-155E-4BA2-8D22-453815615AEA}"/>
          </ac:spMkLst>
        </pc:spChg>
        <pc:spChg chg="add del">
          <ac:chgData name="Cristian Chilipirea" userId="34ab170da5908fc4" providerId="LiveId" clId="{657DC964-B470-42A9-AA52-9F1F849BFB76}" dt="2019-10-13T10:07:29.353" v="131"/>
          <ac:spMkLst>
            <pc:docMk/>
            <pc:sldMk cId="3066028781" sldId="496"/>
            <ac:spMk id="24" creationId="{E3C666DB-87A8-41ED-BA81-B8478BCF8BB6}"/>
          </ac:spMkLst>
        </pc:spChg>
        <pc:spChg chg="add del">
          <ac:chgData name="Cristian Chilipirea" userId="34ab170da5908fc4" providerId="LiveId" clId="{657DC964-B470-42A9-AA52-9F1F849BFB76}" dt="2019-10-13T10:07:29.353" v="131"/>
          <ac:spMkLst>
            <pc:docMk/>
            <pc:sldMk cId="3066028781" sldId="496"/>
            <ac:spMk id="25" creationId="{C8AA9C7E-C56D-4E1A-BC68-9AFDABA8371F}"/>
          </ac:spMkLst>
        </pc:spChg>
        <pc:spChg chg="add del">
          <ac:chgData name="Cristian Chilipirea" userId="34ab170da5908fc4" providerId="LiveId" clId="{657DC964-B470-42A9-AA52-9F1F849BFB76}" dt="2019-10-13T10:07:29.353" v="131"/>
          <ac:spMkLst>
            <pc:docMk/>
            <pc:sldMk cId="3066028781" sldId="496"/>
            <ac:spMk id="26" creationId="{9C15DB9D-D885-4B57-87AD-88E67A577581}"/>
          </ac:spMkLst>
        </pc:spChg>
        <pc:spChg chg="add del">
          <ac:chgData name="Cristian Chilipirea" userId="34ab170da5908fc4" providerId="LiveId" clId="{657DC964-B470-42A9-AA52-9F1F849BFB76}" dt="2019-10-13T10:07:29.353" v="131"/>
          <ac:spMkLst>
            <pc:docMk/>
            <pc:sldMk cId="3066028781" sldId="496"/>
            <ac:spMk id="27" creationId="{124C4FCE-9036-4E46-BCB5-867EC861AA45}"/>
          </ac:spMkLst>
        </pc:spChg>
        <pc:spChg chg="add del">
          <ac:chgData name="Cristian Chilipirea" userId="34ab170da5908fc4" providerId="LiveId" clId="{657DC964-B470-42A9-AA52-9F1F849BFB76}" dt="2019-10-13T10:07:29.353" v="131"/>
          <ac:spMkLst>
            <pc:docMk/>
            <pc:sldMk cId="3066028781" sldId="496"/>
            <ac:spMk id="28" creationId="{7BCC2654-390F-4611-BCAA-FEC220663CDE}"/>
          </ac:spMkLst>
        </pc:spChg>
        <pc:spChg chg="add del">
          <ac:chgData name="Cristian Chilipirea" userId="34ab170da5908fc4" providerId="LiveId" clId="{657DC964-B470-42A9-AA52-9F1F849BFB76}" dt="2019-10-13T10:07:29.353" v="131"/>
          <ac:spMkLst>
            <pc:docMk/>
            <pc:sldMk cId="3066028781" sldId="496"/>
            <ac:spMk id="29" creationId="{02D03DFC-64F2-4D42-9283-ADE05F2BB963}"/>
          </ac:spMkLst>
        </pc:spChg>
        <pc:spChg chg="add del">
          <ac:chgData name="Cristian Chilipirea" userId="34ab170da5908fc4" providerId="LiveId" clId="{657DC964-B470-42A9-AA52-9F1F849BFB76}" dt="2019-10-13T10:07:29.353" v="131"/>
          <ac:spMkLst>
            <pc:docMk/>
            <pc:sldMk cId="3066028781" sldId="496"/>
            <ac:spMk id="35" creationId="{BD9B3FFD-72CA-4E66-A8C0-3BAA235823AD}"/>
          </ac:spMkLst>
        </pc:spChg>
        <pc:spChg chg="add mod">
          <ac:chgData name="Cristian Chilipirea" userId="34ab170da5908fc4" providerId="LiveId" clId="{657DC964-B470-42A9-AA52-9F1F849BFB76}" dt="2019-10-13T10:07:32.929" v="133" actId="1076"/>
          <ac:spMkLst>
            <pc:docMk/>
            <pc:sldMk cId="3066028781" sldId="496"/>
            <ac:spMk id="36" creationId="{F2B37CAA-6273-4AE2-8125-457B1B28A52B}"/>
          </ac:spMkLst>
        </pc:spChg>
        <pc:spChg chg="add mod">
          <ac:chgData name="Cristian Chilipirea" userId="34ab170da5908fc4" providerId="LiveId" clId="{657DC964-B470-42A9-AA52-9F1F849BFB76}" dt="2019-10-13T10:07:32.929" v="133" actId="1076"/>
          <ac:spMkLst>
            <pc:docMk/>
            <pc:sldMk cId="3066028781" sldId="496"/>
            <ac:spMk id="38" creationId="{E3B9EE15-6EF9-4500-905B-B8ACE858F335}"/>
          </ac:spMkLst>
        </pc:spChg>
        <pc:spChg chg="add mod">
          <ac:chgData name="Cristian Chilipirea" userId="34ab170da5908fc4" providerId="LiveId" clId="{657DC964-B470-42A9-AA52-9F1F849BFB76}" dt="2019-10-13T10:07:32.929" v="133" actId="1076"/>
          <ac:spMkLst>
            <pc:docMk/>
            <pc:sldMk cId="3066028781" sldId="496"/>
            <ac:spMk id="39" creationId="{ED12F372-4362-46D5-89CB-06FA3095FDEB}"/>
          </ac:spMkLst>
        </pc:spChg>
        <pc:spChg chg="add mod">
          <ac:chgData name="Cristian Chilipirea" userId="34ab170da5908fc4" providerId="LiveId" clId="{657DC964-B470-42A9-AA52-9F1F849BFB76}" dt="2019-10-13T10:07:32.929" v="133" actId="1076"/>
          <ac:spMkLst>
            <pc:docMk/>
            <pc:sldMk cId="3066028781" sldId="496"/>
            <ac:spMk id="40" creationId="{6F7710E4-5690-4261-8044-3D031A7F4D4F}"/>
          </ac:spMkLst>
        </pc:spChg>
        <pc:spChg chg="add mod">
          <ac:chgData name="Cristian Chilipirea" userId="34ab170da5908fc4" providerId="LiveId" clId="{657DC964-B470-42A9-AA52-9F1F849BFB76}" dt="2019-10-13T10:07:32.929" v="133" actId="1076"/>
          <ac:spMkLst>
            <pc:docMk/>
            <pc:sldMk cId="3066028781" sldId="496"/>
            <ac:spMk id="41" creationId="{D6C951CB-E5BE-4324-9874-89897AAA8821}"/>
          </ac:spMkLst>
        </pc:spChg>
        <pc:spChg chg="add mod">
          <ac:chgData name="Cristian Chilipirea" userId="34ab170da5908fc4" providerId="LiveId" clId="{657DC964-B470-42A9-AA52-9F1F849BFB76}" dt="2019-10-13T10:07:32.929" v="133" actId="1076"/>
          <ac:spMkLst>
            <pc:docMk/>
            <pc:sldMk cId="3066028781" sldId="496"/>
            <ac:spMk id="42" creationId="{233D90C5-7782-4845-8B45-15198072DA59}"/>
          </ac:spMkLst>
        </pc:spChg>
        <pc:spChg chg="add mod">
          <ac:chgData name="Cristian Chilipirea" userId="34ab170da5908fc4" providerId="LiveId" clId="{657DC964-B470-42A9-AA52-9F1F849BFB76}" dt="2019-10-13T10:07:32.929" v="133" actId="1076"/>
          <ac:spMkLst>
            <pc:docMk/>
            <pc:sldMk cId="3066028781" sldId="496"/>
            <ac:spMk id="43" creationId="{1020BF1B-DB96-46F8-87EB-7060930D5830}"/>
          </ac:spMkLst>
        </pc:spChg>
        <pc:spChg chg="add mod">
          <ac:chgData name="Cristian Chilipirea" userId="34ab170da5908fc4" providerId="LiveId" clId="{657DC964-B470-42A9-AA52-9F1F849BFB76}" dt="2019-10-13T10:07:32.929" v="133" actId="1076"/>
          <ac:spMkLst>
            <pc:docMk/>
            <pc:sldMk cId="3066028781" sldId="496"/>
            <ac:spMk id="44" creationId="{81AB6F41-F711-471C-A4C8-18B40EDE8E26}"/>
          </ac:spMkLst>
        </pc:spChg>
        <pc:spChg chg="add mod">
          <ac:chgData name="Cristian Chilipirea" userId="34ab170da5908fc4" providerId="LiveId" clId="{657DC964-B470-42A9-AA52-9F1F849BFB76}" dt="2019-10-13T10:07:32.929" v="133" actId="1076"/>
          <ac:spMkLst>
            <pc:docMk/>
            <pc:sldMk cId="3066028781" sldId="496"/>
            <ac:spMk id="45" creationId="{470E29D1-A004-4D41-8460-4F44EA69047F}"/>
          </ac:spMkLst>
        </pc:spChg>
        <pc:spChg chg="add mod">
          <ac:chgData name="Cristian Chilipirea" userId="34ab170da5908fc4" providerId="LiveId" clId="{657DC964-B470-42A9-AA52-9F1F849BFB76}" dt="2019-10-13T10:07:32.929" v="133" actId="1076"/>
          <ac:spMkLst>
            <pc:docMk/>
            <pc:sldMk cId="3066028781" sldId="496"/>
            <ac:spMk id="46" creationId="{092BE21D-CECC-4C58-8270-2AE37535A9B8}"/>
          </ac:spMkLst>
        </pc:spChg>
        <pc:spChg chg="add mod">
          <ac:chgData name="Cristian Chilipirea" userId="34ab170da5908fc4" providerId="LiveId" clId="{657DC964-B470-42A9-AA52-9F1F849BFB76}" dt="2019-10-13T10:07:32.929" v="133" actId="1076"/>
          <ac:spMkLst>
            <pc:docMk/>
            <pc:sldMk cId="3066028781" sldId="496"/>
            <ac:spMk id="47" creationId="{B2472463-CAE1-4F85-ABD5-5990D1F0E279}"/>
          </ac:spMkLst>
        </pc:spChg>
        <pc:spChg chg="add mod">
          <ac:chgData name="Cristian Chilipirea" userId="34ab170da5908fc4" providerId="LiveId" clId="{657DC964-B470-42A9-AA52-9F1F849BFB76}" dt="2019-10-13T10:07:32.929" v="133" actId="1076"/>
          <ac:spMkLst>
            <pc:docMk/>
            <pc:sldMk cId="3066028781" sldId="496"/>
            <ac:spMk id="48" creationId="{CDB50B62-C4D7-4A39-866E-690985E7385B}"/>
          </ac:spMkLst>
        </pc:spChg>
        <pc:spChg chg="add mod">
          <ac:chgData name="Cristian Chilipirea" userId="34ab170da5908fc4" providerId="LiveId" clId="{657DC964-B470-42A9-AA52-9F1F849BFB76}" dt="2019-10-13T10:07:32.929" v="133" actId="1076"/>
          <ac:spMkLst>
            <pc:docMk/>
            <pc:sldMk cId="3066028781" sldId="496"/>
            <ac:spMk id="49" creationId="{88582247-10AB-417D-B834-C027BD45EC83}"/>
          </ac:spMkLst>
        </pc:spChg>
        <pc:spChg chg="add mod">
          <ac:chgData name="Cristian Chilipirea" userId="34ab170da5908fc4" providerId="LiveId" clId="{657DC964-B470-42A9-AA52-9F1F849BFB76}" dt="2019-10-13T10:07:32.929" v="133" actId="1076"/>
          <ac:spMkLst>
            <pc:docMk/>
            <pc:sldMk cId="3066028781" sldId="496"/>
            <ac:spMk id="55" creationId="{A2B277CE-6390-4F39-B087-467D4FE51031}"/>
          </ac:spMkLst>
        </pc:spChg>
        <pc:spChg chg="add mod">
          <ac:chgData name="Cristian Chilipirea" userId="34ab170da5908fc4" providerId="LiveId" clId="{657DC964-B470-42A9-AA52-9F1F849BFB76}" dt="2019-10-13T10:07:32.929" v="133" actId="1076"/>
          <ac:spMkLst>
            <pc:docMk/>
            <pc:sldMk cId="3066028781" sldId="496"/>
            <ac:spMk id="56" creationId="{C815E3EF-AFF9-4EBB-A784-1B8FF3C578D4}"/>
          </ac:spMkLst>
        </pc:spChg>
        <pc:spChg chg="add mod">
          <ac:chgData name="Cristian Chilipirea" userId="34ab170da5908fc4" providerId="LiveId" clId="{657DC964-B470-42A9-AA52-9F1F849BFB76}" dt="2019-10-13T10:07:32.929" v="133" actId="1076"/>
          <ac:spMkLst>
            <pc:docMk/>
            <pc:sldMk cId="3066028781" sldId="496"/>
            <ac:spMk id="57" creationId="{1D7F7F20-9DF2-44BA-9FF9-02A76667F4D5}"/>
          </ac:spMkLst>
        </pc:spChg>
        <pc:spChg chg="add mod">
          <ac:chgData name="Cristian Chilipirea" userId="34ab170da5908fc4" providerId="LiveId" clId="{657DC964-B470-42A9-AA52-9F1F849BFB76}" dt="2019-10-13T10:07:32.929" v="133" actId="1076"/>
          <ac:spMkLst>
            <pc:docMk/>
            <pc:sldMk cId="3066028781" sldId="496"/>
            <ac:spMk id="58" creationId="{F1432EA5-B9BB-4C73-8545-014DFA9D9FA4}"/>
          </ac:spMkLst>
        </pc:spChg>
        <pc:spChg chg="add mod">
          <ac:chgData name="Cristian Chilipirea" userId="34ab170da5908fc4" providerId="LiveId" clId="{657DC964-B470-42A9-AA52-9F1F849BFB76}" dt="2019-10-13T10:07:32.929" v="133" actId="1076"/>
          <ac:spMkLst>
            <pc:docMk/>
            <pc:sldMk cId="3066028781" sldId="496"/>
            <ac:spMk id="59" creationId="{4B4DCA5B-586C-48E8-B91B-3D870CA5D72F}"/>
          </ac:spMkLst>
        </pc:spChg>
        <pc:spChg chg="add mod">
          <ac:chgData name="Cristian Chilipirea" userId="34ab170da5908fc4" providerId="LiveId" clId="{657DC964-B470-42A9-AA52-9F1F849BFB76}" dt="2019-10-13T10:07:32.929" v="133" actId="1076"/>
          <ac:spMkLst>
            <pc:docMk/>
            <pc:sldMk cId="3066028781" sldId="496"/>
            <ac:spMk id="60" creationId="{2279A0CE-E3B9-4820-88E2-3C2AA17C5D66}"/>
          </ac:spMkLst>
        </pc:spChg>
        <pc:spChg chg="add mod">
          <ac:chgData name="Cristian Chilipirea" userId="34ab170da5908fc4" providerId="LiveId" clId="{657DC964-B470-42A9-AA52-9F1F849BFB76}" dt="2019-10-13T10:07:32.929" v="133" actId="1076"/>
          <ac:spMkLst>
            <pc:docMk/>
            <pc:sldMk cId="3066028781" sldId="496"/>
            <ac:spMk id="61" creationId="{F8BC5C8F-220C-4516-A53A-02C46F7BE81E}"/>
          </ac:spMkLst>
        </pc:spChg>
        <pc:spChg chg="add mod">
          <ac:chgData name="Cristian Chilipirea" userId="34ab170da5908fc4" providerId="LiveId" clId="{657DC964-B470-42A9-AA52-9F1F849BFB76}" dt="2019-10-13T10:07:32.929" v="133" actId="1076"/>
          <ac:spMkLst>
            <pc:docMk/>
            <pc:sldMk cId="3066028781" sldId="496"/>
            <ac:spMk id="67" creationId="{BE15A452-7837-4139-B6BF-D53B38FD1B78}"/>
          </ac:spMkLst>
        </pc:spChg>
        <pc:cxnChg chg="add del">
          <ac:chgData name="Cristian Chilipirea" userId="34ab170da5908fc4" providerId="LiveId" clId="{657DC964-B470-42A9-AA52-9F1F849BFB76}" dt="2019-10-13T10:07:29.353" v="131"/>
          <ac:cxnSpMkLst>
            <pc:docMk/>
            <pc:sldMk cId="3066028781" sldId="496"/>
            <ac:cxnSpMk id="5" creationId="{F96B0FB8-2F7C-410E-8A6A-11C751D2F989}"/>
          </ac:cxnSpMkLst>
        </pc:cxnChg>
        <pc:cxnChg chg="add del">
          <ac:chgData name="Cristian Chilipirea" userId="34ab170da5908fc4" providerId="LiveId" clId="{657DC964-B470-42A9-AA52-9F1F849BFB76}" dt="2019-10-13T10:07:29.353" v="131"/>
          <ac:cxnSpMkLst>
            <pc:docMk/>
            <pc:sldMk cId="3066028781" sldId="496"/>
            <ac:cxnSpMk id="18" creationId="{48F36267-69B9-4371-B5DE-0F46429D2E8E}"/>
          </ac:cxnSpMkLst>
        </pc:cxnChg>
        <pc:cxnChg chg="add del">
          <ac:chgData name="Cristian Chilipirea" userId="34ab170da5908fc4" providerId="LiveId" clId="{657DC964-B470-42A9-AA52-9F1F849BFB76}" dt="2019-10-13T10:07:29.353" v="131"/>
          <ac:cxnSpMkLst>
            <pc:docMk/>
            <pc:sldMk cId="3066028781" sldId="496"/>
            <ac:cxnSpMk id="19" creationId="{C8158126-434F-428C-8E0E-683160DDFB8B}"/>
          </ac:cxnSpMkLst>
        </pc:cxnChg>
        <pc:cxnChg chg="add del">
          <ac:chgData name="Cristian Chilipirea" userId="34ab170da5908fc4" providerId="LiveId" clId="{657DC964-B470-42A9-AA52-9F1F849BFB76}" dt="2019-10-13T10:07:29.353" v="131"/>
          <ac:cxnSpMkLst>
            <pc:docMk/>
            <pc:sldMk cId="3066028781" sldId="496"/>
            <ac:cxnSpMk id="20" creationId="{9AAA3456-FF9D-4DBF-BCCB-FF9706B78F09}"/>
          </ac:cxnSpMkLst>
        </pc:cxnChg>
        <pc:cxnChg chg="add del">
          <ac:chgData name="Cristian Chilipirea" userId="34ab170da5908fc4" providerId="LiveId" clId="{657DC964-B470-42A9-AA52-9F1F849BFB76}" dt="2019-10-13T10:07:29.353" v="131"/>
          <ac:cxnSpMkLst>
            <pc:docMk/>
            <pc:sldMk cId="3066028781" sldId="496"/>
            <ac:cxnSpMk id="21" creationId="{60466914-33B5-44B0-B421-BB97189E04A9}"/>
          </ac:cxnSpMkLst>
        </pc:cxnChg>
        <pc:cxnChg chg="add del">
          <ac:chgData name="Cristian Chilipirea" userId="34ab170da5908fc4" providerId="LiveId" clId="{657DC964-B470-42A9-AA52-9F1F849BFB76}" dt="2019-10-13T10:07:29.353" v="131"/>
          <ac:cxnSpMkLst>
            <pc:docMk/>
            <pc:sldMk cId="3066028781" sldId="496"/>
            <ac:cxnSpMk id="22" creationId="{E3B1175E-006A-4660-B015-EC0CBB5EB001}"/>
          </ac:cxnSpMkLst>
        </pc:cxnChg>
        <pc:cxnChg chg="add del">
          <ac:chgData name="Cristian Chilipirea" userId="34ab170da5908fc4" providerId="LiveId" clId="{657DC964-B470-42A9-AA52-9F1F849BFB76}" dt="2019-10-13T10:07:29.353" v="131"/>
          <ac:cxnSpMkLst>
            <pc:docMk/>
            <pc:sldMk cId="3066028781" sldId="496"/>
            <ac:cxnSpMk id="30" creationId="{41770D27-09C9-499D-8D66-250B56629328}"/>
          </ac:cxnSpMkLst>
        </pc:cxnChg>
        <pc:cxnChg chg="add del">
          <ac:chgData name="Cristian Chilipirea" userId="34ab170da5908fc4" providerId="LiveId" clId="{657DC964-B470-42A9-AA52-9F1F849BFB76}" dt="2019-10-13T10:07:29.353" v="131"/>
          <ac:cxnSpMkLst>
            <pc:docMk/>
            <pc:sldMk cId="3066028781" sldId="496"/>
            <ac:cxnSpMk id="31" creationId="{31D8A46E-45FD-4A59-BA5E-43A994770520}"/>
          </ac:cxnSpMkLst>
        </pc:cxnChg>
        <pc:cxnChg chg="add del">
          <ac:chgData name="Cristian Chilipirea" userId="34ab170da5908fc4" providerId="LiveId" clId="{657DC964-B470-42A9-AA52-9F1F849BFB76}" dt="2019-10-13T10:07:29.353" v="131"/>
          <ac:cxnSpMkLst>
            <pc:docMk/>
            <pc:sldMk cId="3066028781" sldId="496"/>
            <ac:cxnSpMk id="32" creationId="{3375BB11-85F5-40DE-AC28-2554AE790990}"/>
          </ac:cxnSpMkLst>
        </pc:cxnChg>
        <pc:cxnChg chg="add del">
          <ac:chgData name="Cristian Chilipirea" userId="34ab170da5908fc4" providerId="LiveId" clId="{657DC964-B470-42A9-AA52-9F1F849BFB76}" dt="2019-10-13T10:07:29.353" v="131"/>
          <ac:cxnSpMkLst>
            <pc:docMk/>
            <pc:sldMk cId="3066028781" sldId="496"/>
            <ac:cxnSpMk id="33" creationId="{E82ED1CC-AB2B-40B7-B71F-C856D94B1BD0}"/>
          </ac:cxnSpMkLst>
        </pc:cxnChg>
        <pc:cxnChg chg="add del">
          <ac:chgData name="Cristian Chilipirea" userId="34ab170da5908fc4" providerId="LiveId" clId="{657DC964-B470-42A9-AA52-9F1F849BFB76}" dt="2019-10-13T10:07:29.353" v="131"/>
          <ac:cxnSpMkLst>
            <pc:docMk/>
            <pc:sldMk cId="3066028781" sldId="496"/>
            <ac:cxnSpMk id="34" creationId="{BA72FEA1-520F-40E8-80E4-950F6CCB92AD}"/>
          </ac:cxnSpMkLst>
        </pc:cxnChg>
        <pc:cxnChg chg="add mod">
          <ac:chgData name="Cristian Chilipirea" userId="34ab170da5908fc4" providerId="LiveId" clId="{657DC964-B470-42A9-AA52-9F1F849BFB76}" dt="2019-10-13T10:07:32.929" v="133" actId="1076"/>
          <ac:cxnSpMkLst>
            <pc:docMk/>
            <pc:sldMk cId="3066028781" sldId="496"/>
            <ac:cxnSpMk id="37" creationId="{2811B142-9B21-4EB6-9C2B-3C92F419849C}"/>
          </ac:cxnSpMkLst>
        </pc:cxnChg>
        <pc:cxnChg chg="add mod">
          <ac:chgData name="Cristian Chilipirea" userId="34ab170da5908fc4" providerId="LiveId" clId="{657DC964-B470-42A9-AA52-9F1F849BFB76}" dt="2019-10-13T10:07:32.929" v="133" actId="1076"/>
          <ac:cxnSpMkLst>
            <pc:docMk/>
            <pc:sldMk cId="3066028781" sldId="496"/>
            <ac:cxnSpMk id="50" creationId="{CB06D8FA-17AF-461F-80A0-6E92450015BB}"/>
          </ac:cxnSpMkLst>
        </pc:cxnChg>
        <pc:cxnChg chg="add mod">
          <ac:chgData name="Cristian Chilipirea" userId="34ab170da5908fc4" providerId="LiveId" clId="{657DC964-B470-42A9-AA52-9F1F849BFB76}" dt="2019-10-13T10:07:32.929" v="133" actId="1076"/>
          <ac:cxnSpMkLst>
            <pc:docMk/>
            <pc:sldMk cId="3066028781" sldId="496"/>
            <ac:cxnSpMk id="51" creationId="{1BCD9F33-224D-420E-A923-B14E37E53CD7}"/>
          </ac:cxnSpMkLst>
        </pc:cxnChg>
        <pc:cxnChg chg="add mod">
          <ac:chgData name="Cristian Chilipirea" userId="34ab170da5908fc4" providerId="LiveId" clId="{657DC964-B470-42A9-AA52-9F1F849BFB76}" dt="2019-10-13T10:07:32.929" v="133" actId="1076"/>
          <ac:cxnSpMkLst>
            <pc:docMk/>
            <pc:sldMk cId="3066028781" sldId="496"/>
            <ac:cxnSpMk id="52" creationId="{4E00D739-B3BD-4347-BD98-7D061ECDE035}"/>
          </ac:cxnSpMkLst>
        </pc:cxnChg>
        <pc:cxnChg chg="add mod">
          <ac:chgData name="Cristian Chilipirea" userId="34ab170da5908fc4" providerId="LiveId" clId="{657DC964-B470-42A9-AA52-9F1F849BFB76}" dt="2019-10-13T10:07:32.929" v="133" actId="1076"/>
          <ac:cxnSpMkLst>
            <pc:docMk/>
            <pc:sldMk cId="3066028781" sldId="496"/>
            <ac:cxnSpMk id="53" creationId="{B071E4CC-7A4E-4ADA-97BE-07DEEF7DA30F}"/>
          </ac:cxnSpMkLst>
        </pc:cxnChg>
        <pc:cxnChg chg="add mod">
          <ac:chgData name="Cristian Chilipirea" userId="34ab170da5908fc4" providerId="LiveId" clId="{657DC964-B470-42A9-AA52-9F1F849BFB76}" dt="2019-10-13T10:07:32.929" v="133" actId="1076"/>
          <ac:cxnSpMkLst>
            <pc:docMk/>
            <pc:sldMk cId="3066028781" sldId="496"/>
            <ac:cxnSpMk id="54" creationId="{52FBF091-4931-4B5E-A9BB-E456FA13B841}"/>
          </ac:cxnSpMkLst>
        </pc:cxnChg>
        <pc:cxnChg chg="add mod">
          <ac:chgData name="Cristian Chilipirea" userId="34ab170da5908fc4" providerId="LiveId" clId="{657DC964-B470-42A9-AA52-9F1F849BFB76}" dt="2019-10-13T10:07:32.929" v="133" actId="1076"/>
          <ac:cxnSpMkLst>
            <pc:docMk/>
            <pc:sldMk cId="3066028781" sldId="496"/>
            <ac:cxnSpMk id="62" creationId="{315A03C1-BD75-40B3-A5F0-5E487A6F8AEA}"/>
          </ac:cxnSpMkLst>
        </pc:cxnChg>
        <pc:cxnChg chg="add mod">
          <ac:chgData name="Cristian Chilipirea" userId="34ab170da5908fc4" providerId="LiveId" clId="{657DC964-B470-42A9-AA52-9F1F849BFB76}" dt="2019-10-13T10:07:32.929" v="133" actId="1076"/>
          <ac:cxnSpMkLst>
            <pc:docMk/>
            <pc:sldMk cId="3066028781" sldId="496"/>
            <ac:cxnSpMk id="63" creationId="{9241295B-0BBC-4B51-BFB6-263BFEC1A2C6}"/>
          </ac:cxnSpMkLst>
        </pc:cxnChg>
        <pc:cxnChg chg="add mod">
          <ac:chgData name="Cristian Chilipirea" userId="34ab170da5908fc4" providerId="LiveId" clId="{657DC964-B470-42A9-AA52-9F1F849BFB76}" dt="2019-10-13T10:07:32.929" v="133" actId="1076"/>
          <ac:cxnSpMkLst>
            <pc:docMk/>
            <pc:sldMk cId="3066028781" sldId="496"/>
            <ac:cxnSpMk id="64" creationId="{C3EB69C1-E524-4FFA-9C3E-4703CEB8D165}"/>
          </ac:cxnSpMkLst>
        </pc:cxnChg>
        <pc:cxnChg chg="add mod">
          <ac:chgData name="Cristian Chilipirea" userId="34ab170da5908fc4" providerId="LiveId" clId="{657DC964-B470-42A9-AA52-9F1F849BFB76}" dt="2019-10-13T10:07:32.929" v="133" actId="1076"/>
          <ac:cxnSpMkLst>
            <pc:docMk/>
            <pc:sldMk cId="3066028781" sldId="496"/>
            <ac:cxnSpMk id="65" creationId="{69817E78-D67F-43BE-B08F-EEC20F6AF852}"/>
          </ac:cxnSpMkLst>
        </pc:cxnChg>
        <pc:cxnChg chg="add mod">
          <ac:chgData name="Cristian Chilipirea" userId="34ab170da5908fc4" providerId="LiveId" clId="{657DC964-B470-42A9-AA52-9F1F849BFB76}" dt="2019-10-13T10:07:32.929" v="133" actId="1076"/>
          <ac:cxnSpMkLst>
            <pc:docMk/>
            <pc:sldMk cId="3066028781" sldId="496"/>
            <ac:cxnSpMk id="66" creationId="{AC2D35EE-671B-4373-81D5-D1558A2530C7}"/>
          </ac:cxnSpMkLst>
        </pc:cxnChg>
      </pc:sldChg>
      <pc:sldChg chg="del">
        <pc:chgData name="Cristian Chilipirea" userId="34ab170da5908fc4" providerId="LiveId" clId="{657DC964-B470-42A9-AA52-9F1F849BFB76}" dt="2019-10-13T10:02:33.222" v="10" actId="2696"/>
        <pc:sldMkLst>
          <pc:docMk/>
          <pc:sldMk cId="3763663029" sldId="496"/>
        </pc:sldMkLst>
      </pc:sldChg>
      <pc:sldChg chg="del">
        <pc:chgData name="Cristian Chilipirea" userId="34ab170da5908fc4" providerId="LiveId" clId="{657DC964-B470-42A9-AA52-9F1F849BFB76}" dt="2019-10-13T10:02:33.311" v="11" actId="2696"/>
        <pc:sldMkLst>
          <pc:docMk/>
          <pc:sldMk cId="3065354528" sldId="497"/>
        </pc:sldMkLst>
      </pc:sldChg>
      <pc:sldChg chg="addSp delSp modSp add modAnim">
        <pc:chgData name="Cristian Chilipirea" userId="34ab170da5908fc4" providerId="LiveId" clId="{657DC964-B470-42A9-AA52-9F1F849BFB76}" dt="2019-10-13T10:08:27.818" v="147"/>
        <pc:sldMkLst>
          <pc:docMk/>
          <pc:sldMk cId="4098173307" sldId="497"/>
        </pc:sldMkLst>
        <pc:spChg chg="mod">
          <ac:chgData name="Cristian Chilipirea" userId="34ab170da5908fc4" providerId="LiveId" clId="{657DC964-B470-42A9-AA52-9F1F849BFB76}" dt="2019-10-13T10:08:17.576" v="141"/>
          <ac:spMkLst>
            <pc:docMk/>
            <pc:sldMk cId="4098173307" sldId="497"/>
            <ac:spMk id="2" creationId="{3F32CA8D-8CA5-4965-9735-BF30DD46B532}"/>
          </ac:spMkLst>
        </pc:spChg>
        <pc:spChg chg="del">
          <ac:chgData name="Cristian Chilipirea" userId="34ab170da5908fc4" providerId="LiveId" clId="{657DC964-B470-42A9-AA52-9F1F849BFB76}" dt="2019-10-13T10:08:19.907" v="142" actId="478"/>
          <ac:spMkLst>
            <pc:docMk/>
            <pc:sldMk cId="4098173307" sldId="497"/>
            <ac:spMk id="3" creationId="{2879EFDC-0F00-4CD0-8357-2BD7D22B9794}"/>
          </ac:spMkLst>
        </pc:spChg>
        <pc:spChg chg="add del">
          <ac:chgData name="Cristian Chilipirea" userId="34ab170da5908fc4" providerId="LiveId" clId="{657DC964-B470-42A9-AA52-9F1F849BFB76}" dt="2019-10-13T10:08:27.804" v="146"/>
          <ac:spMkLst>
            <pc:docMk/>
            <pc:sldMk cId="4098173307" sldId="497"/>
            <ac:spMk id="4" creationId="{22F98031-1347-4335-9FEE-D19A752D6A8B}"/>
          </ac:spMkLst>
        </pc:spChg>
        <pc:spChg chg="add del">
          <ac:chgData name="Cristian Chilipirea" userId="34ab170da5908fc4" providerId="LiveId" clId="{657DC964-B470-42A9-AA52-9F1F849BFB76}" dt="2019-10-13T10:08:27.804" v="146"/>
          <ac:spMkLst>
            <pc:docMk/>
            <pc:sldMk cId="4098173307" sldId="497"/>
            <ac:spMk id="6" creationId="{0C516A34-2546-4558-888A-E6ABD98A8844}"/>
          </ac:spMkLst>
        </pc:spChg>
        <pc:spChg chg="add del">
          <ac:chgData name="Cristian Chilipirea" userId="34ab170da5908fc4" providerId="LiveId" clId="{657DC964-B470-42A9-AA52-9F1F849BFB76}" dt="2019-10-13T10:08:27.804" v="146"/>
          <ac:spMkLst>
            <pc:docMk/>
            <pc:sldMk cId="4098173307" sldId="497"/>
            <ac:spMk id="7" creationId="{361F52CB-927C-4E07-A3A8-34F915E9B9EB}"/>
          </ac:spMkLst>
        </pc:spChg>
        <pc:spChg chg="add del">
          <ac:chgData name="Cristian Chilipirea" userId="34ab170da5908fc4" providerId="LiveId" clId="{657DC964-B470-42A9-AA52-9F1F849BFB76}" dt="2019-10-13T10:08:27.804" v="146"/>
          <ac:spMkLst>
            <pc:docMk/>
            <pc:sldMk cId="4098173307" sldId="497"/>
            <ac:spMk id="8" creationId="{86DD4B57-591A-4927-9DD5-A65EA9F09DA0}"/>
          </ac:spMkLst>
        </pc:spChg>
        <pc:spChg chg="add del">
          <ac:chgData name="Cristian Chilipirea" userId="34ab170da5908fc4" providerId="LiveId" clId="{657DC964-B470-42A9-AA52-9F1F849BFB76}" dt="2019-10-13T10:08:27.804" v="146"/>
          <ac:spMkLst>
            <pc:docMk/>
            <pc:sldMk cId="4098173307" sldId="497"/>
            <ac:spMk id="9" creationId="{48535AF1-0D1B-4C74-9A2C-066F4B851943}"/>
          </ac:spMkLst>
        </pc:spChg>
        <pc:spChg chg="add del">
          <ac:chgData name="Cristian Chilipirea" userId="34ab170da5908fc4" providerId="LiveId" clId="{657DC964-B470-42A9-AA52-9F1F849BFB76}" dt="2019-10-13T10:08:27.804" v="146"/>
          <ac:spMkLst>
            <pc:docMk/>
            <pc:sldMk cId="4098173307" sldId="497"/>
            <ac:spMk id="10" creationId="{C3525BC6-85BD-4ECC-B48F-2EEDD630B0E1}"/>
          </ac:spMkLst>
        </pc:spChg>
        <pc:spChg chg="add del">
          <ac:chgData name="Cristian Chilipirea" userId="34ab170da5908fc4" providerId="LiveId" clId="{657DC964-B470-42A9-AA52-9F1F849BFB76}" dt="2019-10-13T10:08:27.804" v="146"/>
          <ac:spMkLst>
            <pc:docMk/>
            <pc:sldMk cId="4098173307" sldId="497"/>
            <ac:spMk id="11" creationId="{64F59FA7-A14F-416D-BB7F-D71D470833B9}"/>
          </ac:spMkLst>
        </pc:spChg>
        <pc:spChg chg="add del">
          <ac:chgData name="Cristian Chilipirea" userId="34ab170da5908fc4" providerId="LiveId" clId="{657DC964-B470-42A9-AA52-9F1F849BFB76}" dt="2019-10-13T10:08:27.804" v="146"/>
          <ac:spMkLst>
            <pc:docMk/>
            <pc:sldMk cId="4098173307" sldId="497"/>
            <ac:spMk id="12" creationId="{5F0AF861-B55B-47B8-8B84-7D9C0EBAE657}"/>
          </ac:spMkLst>
        </pc:spChg>
        <pc:spChg chg="add del">
          <ac:chgData name="Cristian Chilipirea" userId="34ab170da5908fc4" providerId="LiveId" clId="{657DC964-B470-42A9-AA52-9F1F849BFB76}" dt="2019-10-13T10:08:27.804" v="146"/>
          <ac:spMkLst>
            <pc:docMk/>
            <pc:sldMk cId="4098173307" sldId="497"/>
            <ac:spMk id="13" creationId="{4994DC3F-4E77-40E8-8F82-DAA031F0184A}"/>
          </ac:spMkLst>
        </pc:spChg>
        <pc:spChg chg="add del">
          <ac:chgData name="Cristian Chilipirea" userId="34ab170da5908fc4" providerId="LiveId" clId="{657DC964-B470-42A9-AA52-9F1F849BFB76}" dt="2019-10-13T10:08:27.804" v="146"/>
          <ac:spMkLst>
            <pc:docMk/>
            <pc:sldMk cId="4098173307" sldId="497"/>
            <ac:spMk id="14" creationId="{BA9F08FD-1226-4CED-BD53-0D213FD4ABC6}"/>
          </ac:spMkLst>
        </pc:spChg>
        <pc:spChg chg="add del">
          <ac:chgData name="Cristian Chilipirea" userId="34ab170da5908fc4" providerId="LiveId" clId="{657DC964-B470-42A9-AA52-9F1F849BFB76}" dt="2019-10-13T10:08:27.804" v="146"/>
          <ac:spMkLst>
            <pc:docMk/>
            <pc:sldMk cId="4098173307" sldId="497"/>
            <ac:spMk id="15" creationId="{EB5BAE07-CF5E-4C09-9034-ECB7075AEF4E}"/>
          </ac:spMkLst>
        </pc:spChg>
        <pc:spChg chg="add del">
          <ac:chgData name="Cristian Chilipirea" userId="34ab170da5908fc4" providerId="LiveId" clId="{657DC964-B470-42A9-AA52-9F1F849BFB76}" dt="2019-10-13T10:08:27.804" v="146"/>
          <ac:spMkLst>
            <pc:docMk/>
            <pc:sldMk cId="4098173307" sldId="497"/>
            <ac:spMk id="16" creationId="{181EDD4B-79E1-4BE2-94FB-BA49D9AA31F2}"/>
          </ac:spMkLst>
        </pc:spChg>
        <pc:spChg chg="add del">
          <ac:chgData name="Cristian Chilipirea" userId="34ab170da5908fc4" providerId="LiveId" clId="{657DC964-B470-42A9-AA52-9F1F849BFB76}" dt="2019-10-13T10:08:27.804" v="146"/>
          <ac:spMkLst>
            <pc:docMk/>
            <pc:sldMk cId="4098173307" sldId="497"/>
            <ac:spMk id="25" creationId="{DA5E7085-9707-4C73-8C8D-5235BBEBE8EF}"/>
          </ac:spMkLst>
        </pc:spChg>
        <pc:spChg chg="add del">
          <ac:chgData name="Cristian Chilipirea" userId="34ab170da5908fc4" providerId="LiveId" clId="{657DC964-B470-42A9-AA52-9F1F849BFB76}" dt="2019-10-13T10:08:27.804" v="146"/>
          <ac:spMkLst>
            <pc:docMk/>
            <pc:sldMk cId="4098173307" sldId="497"/>
            <ac:spMk id="26" creationId="{2CB4C363-5D71-4088-96C2-9D55FE22C2D7}"/>
          </ac:spMkLst>
        </pc:spChg>
        <pc:spChg chg="add del">
          <ac:chgData name="Cristian Chilipirea" userId="34ab170da5908fc4" providerId="LiveId" clId="{657DC964-B470-42A9-AA52-9F1F849BFB76}" dt="2019-10-13T10:08:27.804" v="146"/>
          <ac:spMkLst>
            <pc:docMk/>
            <pc:sldMk cId="4098173307" sldId="497"/>
            <ac:spMk id="27" creationId="{5F979FBE-CFAB-4FF3-88F6-47E135968E75}"/>
          </ac:spMkLst>
        </pc:spChg>
        <pc:spChg chg="add del">
          <ac:chgData name="Cristian Chilipirea" userId="34ab170da5908fc4" providerId="LiveId" clId="{657DC964-B470-42A9-AA52-9F1F849BFB76}" dt="2019-10-13T10:08:27.804" v="146"/>
          <ac:spMkLst>
            <pc:docMk/>
            <pc:sldMk cId="4098173307" sldId="497"/>
            <ac:spMk id="28" creationId="{AE4F1D43-CA84-4783-B214-159136E9A986}"/>
          </ac:spMkLst>
        </pc:spChg>
        <pc:spChg chg="add del">
          <ac:chgData name="Cristian Chilipirea" userId="34ab170da5908fc4" providerId="LiveId" clId="{657DC964-B470-42A9-AA52-9F1F849BFB76}" dt="2019-10-13T10:08:27.804" v="146"/>
          <ac:spMkLst>
            <pc:docMk/>
            <pc:sldMk cId="4098173307" sldId="497"/>
            <ac:spMk id="29" creationId="{88EE3260-5D81-4AE2-B2D7-1EFBD3C00455}"/>
          </ac:spMkLst>
        </pc:spChg>
        <pc:spChg chg="add del">
          <ac:chgData name="Cristian Chilipirea" userId="34ab170da5908fc4" providerId="LiveId" clId="{657DC964-B470-42A9-AA52-9F1F849BFB76}" dt="2019-10-13T10:08:27.804" v="146"/>
          <ac:spMkLst>
            <pc:docMk/>
            <pc:sldMk cId="4098173307" sldId="497"/>
            <ac:spMk id="30" creationId="{E1A838FD-CA65-43BE-9542-312A728641E2}"/>
          </ac:spMkLst>
        </pc:spChg>
        <pc:spChg chg="add del">
          <ac:chgData name="Cristian Chilipirea" userId="34ab170da5908fc4" providerId="LiveId" clId="{657DC964-B470-42A9-AA52-9F1F849BFB76}" dt="2019-10-13T10:08:27.804" v="146"/>
          <ac:spMkLst>
            <pc:docMk/>
            <pc:sldMk cId="4098173307" sldId="497"/>
            <ac:spMk id="31" creationId="{B92BE153-846B-4C2C-B5FE-D027B6915F1E}"/>
          </ac:spMkLst>
        </pc:spChg>
        <pc:spChg chg="add">
          <ac:chgData name="Cristian Chilipirea" userId="34ab170da5908fc4" providerId="LiveId" clId="{657DC964-B470-42A9-AA52-9F1F849BFB76}" dt="2019-10-13T10:08:27.818" v="147"/>
          <ac:spMkLst>
            <pc:docMk/>
            <pc:sldMk cId="4098173307" sldId="497"/>
            <ac:spMk id="32" creationId="{4F6138CB-832C-4474-B7E3-62A743FF68D8}"/>
          </ac:spMkLst>
        </pc:spChg>
        <pc:spChg chg="add">
          <ac:chgData name="Cristian Chilipirea" userId="34ab170da5908fc4" providerId="LiveId" clId="{657DC964-B470-42A9-AA52-9F1F849BFB76}" dt="2019-10-13T10:08:27.818" v="147"/>
          <ac:spMkLst>
            <pc:docMk/>
            <pc:sldMk cId="4098173307" sldId="497"/>
            <ac:spMk id="34" creationId="{8A233AA0-BCA2-408F-A794-2BD98C4A843F}"/>
          </ac:spMkLst>
        </pc:spChg>
        <pc:spChg chg="add">
          <ac:chgData name="Cristian Chilipirea" userId="34ab170da5908fc4" providerId="LiveId" clId="{657DC964-B470-42A9-AA52-9F1F849BFB76}" dt="2019-10-13T10:08:27.818" v="147"/>
          <ac:spMkLst>
            <pc:docMk/>
            <pc:sldMk cId="4098173307" sldId="497"/>
            <ac:spMk id="35" creationId="{FBD62371-D4AB-4BE3-A5ED-192CAD84A3D6}"/>
          </ac:spMkLst>
        </pc:spChg>
        <pc:spChg chg="add">
          <ac:chgData name="Cristian Chilipirea" userId="34ab170da5908fc4" providerId="LiveId" clId="{657DC964-B470-42A9-AA52-9F1F849BFB76}" dt="2019-10-13T10:08:27.818" v="147"/>
          <ac:spMkLst>
            <pc:docMk/>
            <pc:sldMk cId="4098173307" sldId="497"/>
            <ac:spMk id="36" creationId="{58E19579-6DCC-4B0F-8014-EB51CB245E78}"/>
          </ac:spMkLst>
        </pc:spChg>
        <pc:spChg chg="add">
          <ac:chgData name="Cristian Chilipirea" userId="34ab170da5908fc4" providerId="LiveId" clId="{657DC964-B470-42A9-AA52-9F1F849BFB76}" dt="2019-10-13T10:08:27.818" v="147"/>
          <ac:spMkLst>
            <pc:docMk/>
            <pc:sldMk cId="4098173307" sldId="497"/>
            <ac:spMk id="37" creationId="{3E32C0AA-F744-427B-8708-51B6DADCB7CF}"/>
          </ac:spMkLst>
        </pc:spChg>
        <pc:spChg chg="add">
          <ac:chgData name="Cristian Chilipirea" userId="34ab170da5908fc4" providerId="LiveId" clId="{657DC964-B470-42A9-AA52-9F1F849BFB76}" dt="2019-10-13T10:08:27.818" v="147"/>
          <ac:spMkLst>
            <pc:docMk/>
            <pc:sldMk cId="4098173307" sldId="497"/>
            <ac:spMk id="38" creationId="{C6813DFD-D39D-4D47-AED8-6B47F07592B1}"/>
          </ac:spMkLst>
        </pc:spChg>
        <pc:spChg chg="add">
          <ac:chgData name="Cristian Chilipirea" userId="34ab170da5908fc4" providerId="LiveId" clId="{657DC964-B470-42A9-AA52-9F1F849BFB76}" dt="2019-10-13T10:08:27.818" v="147"/>
          <ac:spMkLst>
            <pc:docMk/>
            <pc:sldMk cId="4098173307" sldId="497"/>
            <ac:spMk id="39" creationId="{C67E15FC-8EE1-468A-9B8A-5B0CCFA99210}"/>
          </ac:spMkLst>
        </pc:spChg>
        <pc:spChg chg="add">
          <ac:chgData name="Cristian Chilipirea" userId="34ab170da5908fc4" providerId="LiveId" clId="{657DC964-B470-42A9-AA52-9F1F849BFB76}" dt="2019-10-13T10:08:27.818" v="147"/>
          <ac:spMkLst>
            <pc:docMk/>
            <pc:sldMk cId="4098173307" sldId="497"/>
            <ac:spMk id="40" creationId="{76593FE0-2B12-493A-AAC1-DE437C5F3795}"/>
          </ac:spMkLst>
        </pc:spChg>
        <pc:spChg chg="add">
          <ac:chgData name="Cristian Chilipirea" userId="34ab170da5908fc4" providerId="LiveId" clId="{657DC964-B470-42A9-AA52-9F1F849BFB76}" dt="2019-10-13T10:08:27.818" v="147"/>
          <ac:spMkLst>
            <pc:docMk/>
            <pc:sldMk cId="4098173307" sldId="497"/>
            <ac:spMk id="41" creationId="{6197702A-823D-4EDD-9A9C-1DFF7A7F1216}"/>
          </ac:spMkLst>
        </pc:spChg>
        <pc:spChg chg="add">
          <ac:chgData name="Cristian Chilipirea" userId="34ab170da5908fc4" providerId="LiveId" clId="{657DC964-B470-42A9-AA52-9F1F849BFB76}" dt="2019-10-13T10:08:27.818" v="147"/>
          <ac:spMkLst>
            <pc:docMk/>
            <pc:sldMk cId="4098173307" sldId="497"/>
            <ac:spMk id="42" creationId="{D54C9C23-4417-43A8-BCF2-47ABC0802BCA}"/>
          </ac:spMkLst>
        </pc:spChg>
        <pc:spChg chg="add">
          <ac:chgData name="Cristian Chilipirea" userId="34ab170da5908fc4" providerId="LiveId" clId="{657DC964-B470-42A9-AA52-9F1F849BFB76}" dt="2019-10-13T10:08:27.818" v="147"/>
          <ac:spMkLst>
            <pc:docMk/>
            <pc:sldMk cId="4098173307" sldId="497"/>
            <ac:spMk id="43" creationId="{BCBF90F1-12EC-403F-8FED-8CE638811D88}"/>
          </ac:spMkLst>
        </pc:spChg>
        <pc:spChg chg="add">
          <ac:chgData name="Cristian Chilipirea" userId="34ab170da5908fc4" providerId="LiveId" clId="{657DC964-B470-42A9-AA52-9F1F849BFB76}" dt="2019-10-13T10:08:27.818" v="147"/>
          <ac:spMkLst>
            <pc:docMk/>
            <pc:sldMk cId="4098173307" sldId="497"/>
            <ac:spMk id="44" creationId="{F04829AA-7926-4D04-9186-39B522A5283F}"/>
          </ac:spMkLst>
        </pc:spChg>
        <pc:spChg chg="add">
          <ac:chgData name="Cristian Chilipirea" userId="34ab170da5908fc4" providerId="LiveId" clId="{657DC964-B470-42A9-AA52-9F1F849BFB76}" dt="2019-10-13T10:08:27.818" v="147"/>
          <ac:spMkLst>
            <pc:docMk/>
            <pc:sldMk cId="4098173307" sldId="497"/>
            <ac:spMk id="53" creationId="{5139D338-C160-48A4-82A3-353D4C6A1CC5}"/>
          </ac:spMkLst>
        </pc:spChg>
        <pc:spChg chg="add">
          <ac:chgData name="Cristian Chilipirea" userId="34ab170da5908fc4" providerId="LiveId" clId="{657DC964-B470-42A9-AA52-9F1F849BFB76}" dt="2019-10-13T10:08:27.818" v="147"/>
          <ac:spMkLst>
            <pc:docMk/>
            <pc:sldMk cId="4098173307" sldId="497"/>
            <ac:spMk id="54" creationId="{DAB91A51-4A86-49B9-B203-E7DE2D25527A}"/>
          </ac:spMkLst>
        </pc:spChg>
        <pc:spChg chg="add">
          <ac:chgData name="Cristian Chilipirea" userId="34ab170da5908fc4" providerId="LiveId" clId="{657DC964-B470-42A9-AA52-9F1F849BFB76}" dt="2019-10-13T10:08:27.818" v="147"/>
          <ac:spMkLst>
            <pc:docMk/>
            <pc:sldMk cId="4098173307" sldId="497"/>
            <ac:spMk id="55" creationId="{1D39393D-EDF9-45CF-905D-08F4E698DDBE}"/>
          </ac:spMkLst>
        </pc:spChg>
        <pc:spChg chg="add">
          <ac:chgData name="Cristian Chilipirea" userId="34ab170da5908fc4" providerId="LiveId" clId="{657DC964-B470-42A9-AA52-9F1F849BFB76}" dt="2019-10-13T10:08:27.818" v="147"/>
          <ac:spMkLst>
            <pc:docMk/>
            <pc:sldMk cId="4098173307" sldId="497"/>
            <ac:spMk id="56" creationId="{E5BF6B21-BBB6-424B-8F08-77BD5A885543}"/>
          </ac:spMkLst>
        </pc:spChg>
        <pc:spChg chg="add">
          <ac:chgData name="Cristian Chilipirea" userId="34ab170da5908fc4" providerId="LiveId" clId="{657DC964-B470-42A9-AA52-9F1F849BFB76}" dt="2019-10-13T10:08:27.818" v="147"/>
          <ac:spMkLst>
            <pc:docMk/>
            <pc:sldMk cId="4098173307" sldId="497"/>
            <ac:spMk id="57" creationId="{AB1FBE31-A055-4AE7-9897-38602E89AEFA}"/>
          </ac:spMkLst>
        </pc:spChg>
        <pc:spChg chg="add">
          <ac:chgData name="Cristian Chilipirea" userId="34ab170da5908fc4" providerId="LiveId" clId="{657DC964-B470-42A9-AA52-9F1F849BFB76}" dt="2019-10-13T10:08:27.818" v="147"/>
          <ac:spMkLst>
            <pc:docMk/>
            <pc:sldMk cId="4098173307" sldId="497"/>
            <ac:spMk id="58" creationId="{AAC631A1-DD59-4A48-9C2F-FA0C04A3B29E}"/>
          </ac:spMkLst>
        </pc:spChg>
        <pc:spChg chg="add">
          <ac:chgData name="Cristian Chilipirea" userId="34ab170da5908fc4" providerId="LiveId" clId="{657DC964-B470-42A9-AA52-9F1F849BFB76}" dt="2019-10-13T10:08:27.818" v="147"/>
          <ac:spMkLst>
            <pc:docMk/>
            <pc:sldMk cId="4098173307" sldId="497"/>
            <ac:spMk id="59" creationId="{1C8AF570-8EAE-49BA-8A1E-B4D97AF5D24F}"/>
          </ac:spMkLst>
        </pc:spChg>
        <pc:cxnChg chg="add del">
          <ac:chgData name="Cristian Chilipirea" userId="34ab170da5908fc4" providerId="LiveId" clId="{657DC964-B470-42A9-AA52-9F1F849BFB76}" dt="2019-10-13T10:08:27.804" v="146"/>
          <ac:cxnSpMkLst>
            <pc:docMk/>
            <pc:sldMk cId="4098173307" sldId="497"/>
            <ac:cxnSpMk id="5" creationId="{6E605E96-D483-49DD-BCC7-0ADA6F5C4B0D}"/>
          </ac:cxnSpMkLst>
        </pc:cxnChg>
        <pc:cxnChg chg="add del">
          <ac:chgData name="Cristian Chilipirea" userId="34ab170da5908fc4" providerId="LiveId" clId="{657DC964-B470-42A9-AA52-9F1F849BFB76}" dt="2019-10-13T10:08:27.804" v="146"/>
          <ac:cxnSpMkLst>
            <pc:docMk/>
            <pc:sldMk cId="4098173307" sldId="497"/>
            <ac:cxnSpMk id="17" creationId="{1C3299A9-8B27-4C74-94CB-F38D20BD7E73}"/>
          </ac:cxnSpMkLst>
        </pc:cxnChg>
        <pc:cxnChg chg="add del">
          <ac:chgData name="Cristian Chilipirea" userId="34ab170da5908fc4" providerId="LiveId" clId="{657DC964-B470-42A9-AA52-9F1F849BFB76}" dt="2019-10-13T10:08:27.804" v="146"/>
          <ac:cxnSpMkLst>
            <pc:docMk/>
            <pc:sldMk cId="4098173307" sldId="497"/>
            <ac:cxnSpMk id="18" creationId="{F3952220-803C-4670-9D10-BCAD26F85F79}"/>
          </ac:cxnSpMkLst>
        </pc:cxnChg>
        <pc:cxnChg chg="add del">
          <ac:chgData name="Cristian Chilipirea" userId="34ab170da5908fc4" providerId="LiveId" clId="{657DC964-B470-42A9-AA52-9F1F849BFB76}" dt="2019-10-13T10:08:27.804" v="146"/>
          <ac:cxnSpMkLst>
            <pc:docMk/>
            <pc:sldMk cId="4098173307" sldId="497"/>
            <ac:cxnSpMk id="19" creationId="{3FD6C3B4-3DB3-432A-AA55-C40EAC3DFB70}"/>
          </ac:cxnSpMkLst>
        </pc:cxnChg>
        <pc:cxnChg chg="add del">
          <ac:chgData name="Cristian Chilipirea" userId="34ab170da5908fc4" providerId="LiveId" clId="{657DC964-B470-42A9-AA52-9F1F849BFB76}" dt="2019-10-13T10:08:27.804" v="146"/>
          <ac:cxnSpMkLst>
            <pc:docMk/>
            <pc:sldMk cId="4098173307" sldId="497"/>
            <ac:cxnSpMk id="20" creationId="{FE49F576-6939-455E-8A0D-1F7A5149AC39}"/>
          </ac:cxnSpMkLst>
        </pc:cxnChg>
        <pc:cxnChg chg="add del">
          <ac:chgData name="Cristian Chilipirea" userId="34ab170da5908fc4" providerId="LiveId" clId="{657DC964-B470-42A9-AA52-9F1F849BFB76}" dt="2019-10-13T10:08:27.804" v="146"/>
          <ac:cxnSpMkLst>
            <pc:docMk/>
            <pc:sldMk cId="4098173307" sldId="497"/>
            <ac:cxnSpMk id="21" creationId="{B23CD4E7-89E5-4263-A67D-FB10BBD1CFE0}"/>
          </ac:cxnSpMkLst>
        </pc:cxnChg>
        <pc:cxnChg chg="add del">
          <ac:chgData name="Cristian Chilipirea" userId="34ab170da5908fc4" providerId="LiveId" clId="{657DC964-B470-42A9-AA52-9F1F849BFB76}" dt="2019-10-13T10:08:27.804" v="146"/>
          <ac:cxnSpMkLst>
            <pc:docMk/>
            <pc:sldMk cId="4098173307" sldId="497"/>
            <ac:cxnSpMk id="22" creationId="{6E3AE0F1-1C5A-48C3-9A2D-FF5A3DA8F1B8}"/>
          </ac:cxnSpMkLst>
        </pc:cxnChg>
        <pc:cxnChg chg="add del">
          <ac:chgData name="Cristian Chilipirea" userId="34ab170da5908fc4" providerId="LiveId" clId="{657DC964-B470-42A9-AA52-9F1F849BFB76}" dt="2019-10-13T10:08:27.804" v="146"/>
          <ac:cxnSpMkLst>
            <pc:docMk/>
            <pc:sldMk cId="4098173307" sldId="497"/>
            <ac:cxnSpMk id="23" creationId="{0441895F-5B4C-4C9F-887D-EF9473340309}"/>
          </ac:cxnSpMkLst>
        </pc:cxnChg>
        <pc:cxnChg chg="add del">
          <ac:chgData name="Cristian Chilipirea" userId="34ab170da5908fc4" providerId="LiveId" clId="{657DC964-B470-42A9-AA52-9F1F849BFB76}" dt="2019-10-13T10:08:27.804" v="146"/>
          <ac:cxnSpMkLst>
            <pc:docMk/>
            <pc:sldMk cId="4098173307" sldId="497"/>
            <ac:cxnSpMk id="24" creationId="{FD2EC805-4AF4-4B18-88C6-3E01BE5CCAD0}"/>
          </ac:cxnSpMkLst>
        </pc:cxnChg>
        <pc:cxnChg chg="add">
          <ac:chgData name="Cristian Chilipirea" userId="34ab170da5908fc4" providerId="LiveId" clId="{657DC964-B470-42A9-AA52-9F1F849BFB76}" dt="2019-10-13T10:08:27.818" v="147"/>
          <ac:cxnSpMkLst>
            <pc:docMk/>
            <pc:sldMk cId="4098173307" sldId="497"/>
            <ac:cxnSpMk id="33" creationId="{6CD19A4C-3D8B-4C49-BC75-805383EBDE0D}"/>
          </ac:cxnSpMkLst>
        </pc:cxnChg>
        <pc:cxnChg chg="add">
          <ac:chgData name="Cristian Chilipirea" userId="34ab170da5908fc4" providerId="LiveId" clId="{657DC964-B470-42A9-AA52-9F1F849BFB76}" dt="2019-10-13T10:08:27.818" v="147"/>
          <ac:cxnSpMkLst>
            <pc:docMk/>
            <pc:sldMk cId="4098173307" sldId="497"/>
            <ac:cxnSpMk id="45" creationId="{AAEC0047-9358-4F79-80B2-5FBC45BB65A5}"/>
          </ac:cxnSpMkLst>
        </pc:cxnChg>
        <pc:cxnChg chg="add">
          <ac:chgData name="Cristian Chilipirea" userId="34ab170da5908fc4" providerId="LiveId" clId="{657DC964-B470-42A9-AA52-9F1F849BFB76}" dt="2019-10-13T10:08:27.818" v="147"/>
          <ac:cxnSpMkLst>
            <pc:docMk/>
            <pc:sldMk cId="4098173307" sldId="497"/>
            <ac:cxnSpMk id="46" creationId="{33DF0F4E-E572-4D6E-B13E-9DC2CD7A09CA}"/>
          </ac:cxnSpMkLst>
        </pc:cxnChg>
        <pc:cxnChg chg="add">
          <ac:chgData name="Cristian Chilipirea" userId="34ab170da5908fc4" providerId="LiveId" clId="{657DC964-B470-42A9-AA52-9F1F849BFB76}" dt="2019-10-13T10:08:27.818" v="147"/>
          <ac:cxnSpMkLst>
            <pc:docMk/>
            <pc:sldMk cId="4098173307" sldId="497"/>
            <ac:cxnSpMk id="47" creationId="{C71FE2BE-F3EA-4B7D-AE62-DB157831079A}"/>
          </ac:cxnSpMkLst>
        </pc:cxnChg>
        <pc:cxnChg chg="add">
          <ac:chgData name="Cristian Chilipirea" userId="34ab170da5908fc4" providerId="LiveId" clId="{657DC964-B470-42A9-AA52-9F1F849BFB76}" dt="2019-10-13T10:08:27.818" v="147"/>
          <ac:cxnSpMkLst>
            <pc:docMk/>
            <pc:sldMk cId="4098173307" sldId="497"/>
            <ac:cxnSpMk id="48" creationId="{91CF863C-32D3-4437-91AE-6E4AC0FCAD19}"/>
          </ac:cxnSpMkLst>
        </pc:cxnChg>
        <pc:cxnChg chg="add">
          <ac:chgData name="Cristian Chilipirea" userId="34ab170da5908fc4" providerId="LiveId" clId="{657DC964-B470-42A9-AA52-9F1F849BFB76}" dt="2019-10-13T10:08:27.818" v="147"/>
          <ac:cxnSpMkLst>
            <pc:docMk/>
            <pc:sldMk cId="4098173307" sldId="497"/>
            <ac:cxnSpMk id="49" creationId="{E6ECBAA1-2DCE-4E65-87B0-937539AB3CBB}"/>
          </ac:cxnSpMkLst>
        </pc:cxnChg>
        <pc:cxnChg chg="add">
          <ac:chgData name="Cristian Chilipirea" userId="34ab170da5908fc4" providerId="LiveId" clId="{657DC964-B470-42A9-AA52-9F1F849BFB76}" dt="2019-10-13T10:08:27.818" v="147"/>
          <ac:cxnSpMkLst>
            <pc:docMk/>
            <pc:sldMk cId="4098173307" sldId="497"/>
            <ac:cxnSpMk id="50" creationId="{26208BF7-6EC4-4E33-9613-62C27911F78B}"/>
          </ac:cxnSpMkLst>
        </pc:cxnChg>
        <pc:cxnChg chg="add">
          <ac:chgData name="Cristian Chilipirea" userId="34ab170da5908fc4" providerId="LiveId" clId="{657DC964-B470-42A9-AA52-9F1F849BFB76}" dt="2019-10-13T10:08:27.818" v="147"/>
          <ac:cxnSpMkLst>
            <pc:docMk/>
            <pc:sldMk cId="4098173307" sldId="497"/>
            <ac:cxnSpMk id="51" creationId="{534DF27B-DC8C-4100-B27F-7BDEF6F5897F}"/>
          </ac:cxnSpMkLst>
        </pc:cxnChg>
        <pc:cxnChg chg="add">
          <ac:chgData name="Cristian Chilipirea" userId="34ab170da5908fc4" providerId="LiveId" clId="{657DC964-B470-42A9-AA52-9F1F849BFB76}" dt="2019-10-13T10:08:27.818" v="147"/>
          <ac:cxnSpMkLst>
            <pc:docMk/>
            <pc:sldMk cId="4098173307" sldId="497"/>
            <ac:cxnSpMk id="52" creationId="{5CFC1985-DD65-4850-8FB9-946B8111B305}"/>
          </ac:cxnSpMkLst>
        </pc:cxnChg>
      </pc:sldChg>
      <pc:sldChg chg="del">
        <pc:chgData name="Cristian Chilipirea" userId="34ab170da5908fc4" providerId="LiveId" clId="{657DC964-B470-42A9-AA52-9F1F849BFB76}" dt="2019-10-13T10:02:34.042" v="12" actId="2696"/>
        <pc:sldMkLst>
          <pc:docMk/>
          <pc:sldMk cId="378574680" sldId="498"/>
        </pc:sldMkLst>
      </pc:sldChg>
      <pc:sldChg chg="addSp delSp modSp add">
        <pc:chgData name="Cristian Chilipirea" userId="34ab170da5908fc4" providerId="LiveId" clId="{657DC964-B470-42A9-AA52-9F1F849BFB76}" dt="2019-10-13T10:08:47.149" v="154" actId="1076"/>
        <pc:sldMkLst>
          <pc:docMk/>
          <pc:sldMk cId="4024201569" sldId="498"/>
        </pc:sldMkLst>
        <pc:spChg chg="mod">
          <ac:chgData name="Cristian Chilipirea" userId="34ab170da5908fc4" providerId="LiveId" clId="{657DC964-B470-42A9-AA52-9F1F849BFB76}" dt="2019-10-13T10:08:37.347" v="149"/>
          <ac:spMkLst>
            <pc:docMk/>
            <pc:sldMk cId="4024201569" sldId="498"/>
            <ac:spMk id="2" creationId="{9B2E5FD3-8D15-479E-BC99-BF6E541A52FD}"/>
          </ac:spMkLst>
        </pc:spChg>
        <pc:spChg chg="del">
          <ac:chgData name="Cristian Chilipirea" userId="34ab170da5908fc4" providerId="LiveId" clId="{657DC964-B470-42A9-AA52-9F1F849BFB76}" dt="2019-10-13T10:08:39.779" v="150" actId="478"/>
          <ac:spMkLst>
            <pc:docMk/>
            <pc:sldMk cId="4024201569" sldId="498"/>
            <ac:spMk id="3" creationId="{05B3A861-5D3A-4847-BCEA-889786AFCA7F}"/>
          </ac:spMkLst>
        </pc:spChg>
        <pc:graphicFrameChg chg="add mod">
          <ac:chgData name="Cristian Chilipirea" userId="34ab170da5908fc4" providerId="LiveId" clId="{657DC964-B470-42A9-AA52-9F1F849BFB76}" dt="2019-10-13T10:08:47.149" v="154" actId="1076"/>
          <ac:graphicFrameMkLst>
            <pc:docMk/>
            <pc:sldMk cId="4024201569" sldId="498"/>
            <ac:graphicFrameMk id="4" creationId="{CAF04571-0567-42C5-AD38-646CC538D97F}"/>
          </ac:graphicFrameMkLst>
        </pc:graphicFrameChg>
      </pc:sldChg>
      <pc:sldChg chg="del">
        <pc:chgData name="Cristian Chilipirea" userId="34ab170da5908fc4" providerId="LiveId" clId="{657DC964-B470-42A9-AA52-9F1F849BFB76}" dt="2019-10-13T10:02:34.444" v="13" actId="2696"/>
        <pc:sldMkLst>
          <pc:docMk/>
          <pc:sldMk cId="586011746" sldId="499"/>
        </pc:sldMkLst>
      </pc:sldChg>
      <pc:sldChg chg="addSp delSp modSp add">
        <pc:chgData name="Cristian Chilipirea" userId="34ab170da5908fc4" providerId="LiveId" clId="{657DC964-B470-42A9-AA52-9F1F849BFB76}" dt="2019-10-13T10:09:06.711" v="161" actId="1076"/>
        <pc:sldMkLst>
          <pc:docMk/>
          <pc:sldMk cId="842792041" sldId="499"/>
        </pc:sldMkLst>
        <pc:spChg chg="mod">
          <ac:chgData name="Cristian Chilipirea" userId="34ab170da5908fc4" providerId="LiveId" clId="{657DC964-B470-42A9-AA52-9F1F849BFB76}" dt="2019-10-13T10:08:55.867" v="156"/>
          <ac:spMkLst>
            <pc:docMk/>
            <pc:sldMk cId="842792041" sldId="499"/>
            <ac:spMk id="2" creationId="{51759422-756F-470C-A4FF-D025DCE928B1}"/>
          </ac:spMkLst>
        </pc:spChg>
        <pc:spChg chg="del">
          <ac:chgData name="Cristian Chilipirea" userId="34ab170da5908fc4" providerId="LiveId" clId="{657DC964-B470-42A9-AA52-9F1F849BFB76}" dt="2019-10-13T10:09:00.235" v="157" actId="478"/>
          <ac:spMkLst>
            <pc:docMk/>
            <pc:sldMk cId="842792041" sldId="499"/>
            <ac:spMk id="3" creationId="{89D7BCDC-E267-4CB5-9DEF-4E02A5182204}"/>
          </ac:spMkLst>
        </pc:spChg>
        <pc:graphicFrameChg chg="add mod">
          <ac:chgData name="Cristian Chilipirea" userId="34ab170da5908fc4" providerId="LiveId" clId="{657DC964-B470-42A9-AA52-9F1F849BFB76}" dt="2019-10-13T10:09:06.711" v="161" actId="1076"/>
          <ac:graphicFrameMkLst>
            <pc:docMk/>
            <pc:sldMk cId="842792041" sldId="499"/>
            <ac:graphicFrameMk id="4" creationId="{AFB64794-CE6C-4671-A48C-D2EB4023E1FC}"/>
          </ac:graphicFrameMkLst>
        </pc:graphicFrameChg>
      </pc:sldChg>
      <pc:sldChg chg="del">
        <pc:chgData name="Cristian Chilipirea" userId="34ab170da5908fc4" providerId="LiveId" clId="{657DC964-B470-42A9-AA52-9F1F849BFB76}" dt="2019-10-13T10:02:34.606" v="14" actId="2696"/>
        <pc:sldMkLst>
          <pc:docMk/>
          <pc:sldMk cId="2032635208" sldId="500"/>
        </pc:sldMkLst>
      </pc:sldChg>
      <pc:sldChg chg="addSp delSp modSp add">
        <pc:chgData name="Cristian Chilipirea" userId="34ab170da5908fc4" providerId="LiveId" clId="{657DC964-B470-42A9-AA52-9F1F849BFB76}" dt="2019-10-13T10:09:22.257" v="167"/>
        <pc:sldMkLst>
          <pc:docMk/>
          <pc:sldMk cId="2705758714" sldId="500"/>
        </pc:sldMkLst>
        <pc:spChg chg="mod">
          <ac:chgData name="Cristian Chilipirea" userId="34ab170da5908fc4" providerId="LiveId" clId="{657DC964-B470-42A9-AA52-9F1F849BFB76}" dt="2019-10-13T10:09:14.672" v="163"/>
          <ac:spMkLst>
            <pc:docMk/>
            <pc:sldMk cId="2705758714" sldId="500"/>
            <ac:spMk id="2" creationId="{8363ADBF-8C65-4741-86E8-6EF4D9C433D8}"/>
          </ac:spMkLst>
        </pc:spChg>
        <pc:spChg chg="del">
          <ac:chgData name="Cristian Chilipirea" userId="34ab170da5908fc4" providerId="LiveId" clId="{657DC964-B470-42A9-AA52-9F1F849BFB76}" dt="2019-10-13T10:09:16.671" v="164" actId="478"/>
          <ac:spMkLst>
            <pc:docMk/>
            <pc:sldMk cId="2705758714" sldId="500"/>
            <ac:spMk id="3" creationId="{DC1A0510-DAB9-4888-B153-4F2CCF95AB42}"/>
          </ac:spMkLst>
        </pc:spChg>
        <pc:spChg chg="add del">
          <ac:chgData name="Cristian Chilipirea" userId="34ab170da5908fc4" providerId="LiveId" clId="{657DC964-B470-42A9-AA52-9F1F849BFB76}" dt="2019-10-13T10:09:22.251" v="166"/>
          <ac:spMkLst>
            <pc:docMk/>
            <pc:sldMk cId="2705758714" sldId="500"/>
            <ac:spMk id="4" creationId="{B5467575-8CA9-4028-8056-7740D026C4A4}"/>
          </ac:spMkLst>
        </pc:spChg>
        <pc:spChg chg="add">
          <ac:chgData name="Cristian Chilipirea" userId="34ab170da5908fc4" providerId="LiveId" clId="{657DC964-B470-42A9-AA52-9F1F849BFB76}" dt="2019-10-13T10:09:22.257" v="167"/>
          <ac:spMkLst>
            <pc:docMk/>
            <pc:sldMk cId="2705758714" sldId="500"/>
            <ac:spMk id="5" creationId="{BDD0DDC1-C06D-4718-8F22-F536F7A3D6F7}"/>
          </ac:spMkLst>
        </pc:spChg>
      </pc:sldChg>
      <pc:sldChg chg="del">
        <pc:chgData name="Cristian Chilipirea" userId="34ab170da5908fc4" providerId="LiveId" clId="{657DC964-B470-42A9-AA52-9F1F849BFB76}" dt="2019-10-13T10:02:34.641" v="15" actId="2696"/>
        <pc:sldMkLst>
          <pc:docMk/>
          <pc:sldMk cId="231591143" sldId="501"/>
        </pc:sldMkLst>
      </pc:sldChg>
      <pc:sldChg chg="addSp delSp modSp add">
        <pc:chgData name="Cristian Chilipirea" userId="34ab170da5908fc4" providerId="LiveId" clId="{657DC964-B470-42A9-AA52-9F1F849BFB76}" dt="2019-10-13T10:10:01.390" v="184" actId="1076"/>
        <pc:sldMkLst>
          <pc:docMk/>
          <pc:sldMk cId="3947385770" sldId="501"/>
        </pc:sldMkLst>
        <pc:spChg chg="mod">
          <ac:chgData name="Cristian Chilipirea" userId="34ab170da5908fc4" providerId="LiveId" clId="{657DC964-B470-42A9-AA52-9F1F849BFB76}" dt="2019-10-13T10:09:28.992" v="169"/>
          <ac:spMkLst>
            <pc:docMk/>
            <pc:sldMk cId="3947385770" sldId="501"/>
            <ac:spMk id="2" creationId="{ED9DC9DC-5575-4810-924E-93527ED37DE5}"/>
          </ac:spMkLst>
        </pc:spChg>
        <pc:spChg chg="del">
          <ac:chgData name="Cristian Chilipirea" userId="34ab170da5908fc4" providerId="LiveId" clId="{657DC964-B470-42A9-AA52-9F1F849BFB76}" dt="2019-10-13T10:09:31.132" v="170" actId="478"/>
          <ac:spMkLst>
            <pc:docMk/>
            <pc:sldMk cId="3947385770" sldId="501"/>
            <ac:spMk id="3" creationId="{2E174BFD-1557-40FA-95B9-14EB6B1D0213}"/>
          </ac:spMkLst>
        </pc:spChg>
        <pc:spChg chg="add del mod">
          <ac:chgData name="Cristian Chilipirea" userId="34ab170da5908fc4" providerId="LiveId" clId="{657DC964-B470-42A9-AA52-9F1F849BFB76}" dt="2019-10-13T10:09:39.819" v="174"/>
          <ac:spMkLst>
            <pc:docMk/>
            <pc:sldMk cId="3947385770" sldId="501"/>
            <ac:spMk id="4" creationId="{2E13532D-901F-4851-ACAD-54AD132ADB4F}"/>
          </ac:spMkLst>
        </pc:spChg>
        <pc:spChg chg="add del">
          <ac:chgData name="Cristian Chilipirea" userId="34ab170da5908fc4" providerId="LiveId" clId="{657DC964-B470-42A9-AA52-9F1F849BFB76}" dt="2019-10-13T10:09:41.623" v="176"/>
          <ac:spMkLst>
            <pc:docMk/>
            <pc:sldMk cId="3947385770" sldId="501"/>
            <ac:spMk id="5" creationId="{A1C8DCB1-CBD3-4F4D-B49A-FABEEFFDBF2C}"/>
          </ac:spMkLst>
        </pc:spChg>
        <pc:spChg chg="add mod">
          <ac:chgData name="Cristian Chilipirea" userId="34ab170da5908fc4" providerId="LiveId" clId="{657DC964-B470-42A9-AA52-9F1F849BFB76}" dt="2019-10-13T10:09:43.732" v="178" actId="14100"/>
          <ac:spMkLst>
            <pc:docMk/>
            <pc:sldMk cId="3947385770" sldId="501"/>
            <ac:spMk id="6" creationId="{1DF74CDC-0FB4-4EE2-9A2A-D6CEAF0248CF}"/>
          </ac:spMkLst>
        </pc:spChg>
        <pc:spChg chg="add del">
          <ac:chgData name="Cristian Chilipirea" userId="34ab170da5908fc4" providerId="LiveId" clId="{657DC964-B470-42A9-AA52-9F1F849BFB76}" dt="2019-10-13T10:09:53.419" v="180"/>
          <ac:spMkLst>
            <pc:docMk/>
            <pc:sldMk cId="3947385770" sldId="501"/>
            <ac:spMk id="7" creationId="{191B7D36-F358-4434-A07D-104C5BACF284}"/>
          </ac:spMkLst>
        </pc:spChg>
        <pc:spChg chg="add del">
          <ac:chgData name="Cristian Chilipirea" userId="34ab170da5908fc4" providerId="LiveId" clId="{657DC964-B470-42A9-AA52-9F1F849BFB76}" dt="2019-10-13T10:09:59.121" v="182"/>
          <ac:spMkLst>
            <pc:docMk/>
            <pc:sldMk cId="3947385770" sldId="501"/>
            <ac:spMk id="8" creationId="{0A83A440-F759-4DC9-A6E9-4E3DE0B3DCF2}"/>
          </ac:spMkLst>
        </pc:spChg>
        <pc:spChg chg="add mod">
          <ac:chgData name="Cristian Chilipirea" userId="34ab170da5908fc4" providerId="LiveId" clId="{657DC964-B470-42A9-AA52-9F1F849BFB76}" dt="2019-10-13T10:10:01.390" v="184" actId="1076"/>
          <ac:spMkLst>
            <pc:docMk/>
            <pc:sldMk cId="3947385770" sldId="501"/>
            <ac:spMk id="9" creationId="{BE1039BB-D78B-4FF0-9C45-92F7E812E55F}"/>
          </ac:spMkLst>
        </pc:spChg>
      </pc:sldChg>
      <pc:sldChg chg="del">
        <pc:chgData name="Cristian Chilipirea" userId="34ab170da5908fc4" providerId="LiveId" clId="{657DC964-B470-42A9-AA52-9F1F849BFB76}" dt="2019-10-13T10:02:34.705" v="16" actId="2696"/>
        <pc:sldMkLst>
          <pc:docMk/>
          <pc:sldMk cId="3589621216" sldId="502"/>
        </pc:sldMkLst>
      </pc:sldChg>
      <pc:sldChg chg="addSp delSp modSp add">
        <pc:chgData name="Cristian Chilipirea" userId="34ab170da5908fc4" providerId="LiveId" clId="{657DC964-B470-42A9-AA52-9F1F849BFB76}" dt="2019-10-13T10:10:38.052" v="194" actId="1076"/>
        <pc:sldMkLst>
          <pc:docMk/>
          <pc:sldMk cId="4168258613" sldId="502"/>
        </pc:sldMkLst>
        <pc:spChg chg="mod">
          <ac:chgData name="Cristian Chilipirea" userId="34ab170da5908fc4" providerId="LiveId" clId="{657DC964-B470-42A9-AA52-9F1F849BFB76}" dt="2019-10-13T10:10:31.067" v="191" actId="1076"/>
          <ac:spMkLst>
            <pc:docMk/>
            <pc:sldMk cId="4168258613" sldId="502"/>
            <ac:spMk id="2" creationId="{66AB0833-2FB4-4CA6-BFB6-F383F72145A4}"/>
          </ac:spMkLst>
        </pc:spChg>
        <pc:spChg chg="del">
          <ac:chgData name="Cristian Chilipirea" userId="34ab170da5908fc4" providerId="LiveId" clId="{657DC964-B470-42A9-AA52-9F1F849BFB76}" dt="2019-10-13T10:10:17.955" v="187" actId="478"/>
          <ac:spMkLst>
            <pc:docMk/>
            <pc:sldMk cId="4168258613" sldId="502"/>
            <ac:spMk id="3" creationId="{2BE05692-3772-447C-9902-56DD52369F94}"/>
          </ac:spMkLst>
        </pc:spChg>
        <pc:graphicFrameChg chg="add mod">
          <ac:chgData name="Cristian Chilipirea" userId="34ab170da5908fc4" providerId="LiveId" clId="{657DC964-B470-42A9-AA52-9F1F849BFB76}" dt="2019-10-13T10:10:38.052" v="194" actId="1076"/>
          <ac:graphicFrameMkLst>
            <pc:docMk/>
            <pc:sldMk cId="4168258613" sldId="502"/>
            <ac:graphicFrameMk id="4" creationId="{0F6D4354-D7D0-4F9B-8819-F27434A345B4}"/>
          </ac:graphicFrameMkLst>
        </pc:graphicFrameChg>
      </pc:sldChg>
      <pc:sldChg chg="addSp delSp modSp add">
        <pc:chgData name="Cristian Chilipirea" userId="34ab170da5908fc4" providerId="LiveId" clId="{657DC964-B470-42A9-AA52-9F1F849BFB76}" dt="2019-10-13T10:10:59.239" v="201" actId="1076"/>
        <pc:sldMkLst>
          <pc:docMk/>
          <pc:sldMk cId="869789185" sldId="503"/>
        </pc:sldMkLst>
        <pc:spChg chg="mod">
          <ac:chgData name="Cristian Chilipirea" userId="34ab170da5908fc4" providerId="LiveId" clId="{657DC964-B470-42A9-AA52-9F1F849BFB76}" dt="2019-10-13T10:10:48.821" v="196"/>
          <ac:spMkLst>
            <pc:docMk/>
            <pc:sldMk cId="869789185" sldId="503"/>
            <ac:spMk id="2" creationId="{7F2312C5-3C32-4CB3-910C-6A1DF5299275}"/>
          </ac:spMkLst>
        </pc:spChg>
        <pc:spChg chg="del">
          <ac:chgData name="Cristian Chilipirea" userId="34ab170da5908fc4" providerId="LiveId" clId="{657DC964-B470-42A9-AA52-9F1F849BFB76}" dt="2019-10-13T10:10:50.939" v="197" actId="478"/>
          <ac:spMkLst>
            <pc:docMk/>
            <pc:sldMk cId="869789185" sldId="503"/>
            <ac:spMk id="3" creationId="{C1DE16AF-3D5F-468F-8C24-EAB77D269A98}"/>
          </ac:spMkLst>
        </pc:spChg>
        <pc:graphicFrameChg chg="add mod">
          <ac:chgData name="Cristian Chilipirea" userId="34ab170da5908fc4" providerId="LiveId" clId="{657DC964-B470-42A9-AA52-9F1F849BFB76}" dt="2019-10-13T10:10:59.239" v="201" actId="1076"/>
          <ac:graphicFrameMkLst>
            <pc:docMk/>
            <pc:sldMk cId="869789185" sldId="503"/>
            <ac:graphicFrameMk id="4" creationId="{DD4990F9-B542-4768-BBD1-32E31251DF1D}"/>
          </ac:graphicFrameMkLst>
        </pc:graphicFrameChg>
      </pc:sldChg>
      <pc:sldChg chg="del">
        <pc:chgData name="Cristian Chilipirea" userId="34ab170da5908fc4" providerId="LiveId" clId="{657DC964-B470-42A9-AA52-9F1F849BFB76}" dt="2019-10-13T10:02:34.912" v="17" actId="2696"/>
        <pc:sldMkLst>
          <pc:docMk/>
          <pc:sldMk cId="2217378888" sldId="503"/>
        </pc:sldMkLst>
      </pc:sldChg>
      <pc:sldChg chg="addSp delSp modSp add">
        <pc:chgData name="Cristian Chilipirea" userId="34ab170da5908fc4" providerId="LiveId" clId="{657DC964-B470-42A9-AA52-9F1F849BFB76}" dt="2019-10-13T10:11:15.248" v="207" actId="14100"/>
        <pc:sldMkLst>
          <pc:docMk/>
          <pc:sldMk cId="1043207232" sldId="504"/>
        </pc:sldMkLst>
        <pc:spChg chg="mod">
          <ac:chgData name="Cristian Chilipirea" userId="34ab170da5908fc4" providerId="LiveId" clId="{657DC964-B470-42A9-AA52-9F1F849BFB76}" dt="2019-10-13T10:11:06.664" v="203"/>
          <ac:spMkLst>
            <pc:docMk/>
            <pc:sldMk cId="1043207232" sldId="504"/>
            <ac:spMk id="2" creationId="{75632261-F087-4198-B348-B88D7A71DC48}"/>
          </ac:spMkLst>
        </pc:spChg>
        <pc:spChg chg="del">
          <ac:chgData name="Cristian Chilipirea" userId="34ab170da5908fc4" providerId="LiveId" clId="{657DC964-B470-42A9-AA52-9F1F849BFB76}" dt="2019-10-13T10:11:08.687" v="204" actId="478"/>
          <ac:spMkLst>
            <pc:docMk/>
            <pc:sldMk cId="1043207232" sldId="504"/>
            <ac:spMk id="3" creationId="{8D0A4D6A-EF23-49EC-AB18-34A883BD4A63}"/>
          </ac:spMkLst>
        </pc:spChg>
        <pc:graphicFrameChg chg="add mod">
          <ac:chgData name="Cristian Chilipirea" userId="34ab170da5908fc4" providerId="LiveId" clId="{657DC964-B470-42A9-AA52-9F1F849BFB76}" dt="2019-10-13T10:11:15.248" v="207" actId="14100"/>
          <ac:graphicFrameMkLst>
            <pc:docMk/>
            <pc:sldMk cId="1043207232" sldId="504"/>
            <ac:graphicFrameMk id="4" creationId="{C543FDB8-CC61-4FE8-95D9-9DA83CA7744F}"/>
          </ac:graphicFrameMkLst>
        </pc:graphicFrameChg>
      </pc:sldChg>
      <pc:sldChg chg="del">
        <pc:chgData name="Cristian Chilipirea" userId="34ab170da5908fc4" providerId="LiveId" clId="{657DC964-B470-42A9-AA52-9F1F849BFB76}" dt="2019-10-13T10:02:35.344" v="18" actId="2696"/>
        <pc:sldMkLst>
          <pc:docMk/>
          <pc:sldMk cId="3307072845" sldId="504"/>
        </pc:sldMkLst>
      </pc:sldChg>
      <pc:sldChg chg="del">
        <pc:chgData name="Cristian Chilipirea" userId="34ab170da5908fc4" providerId="LiveId" clId="{657DC964-B470-42A9-AA52-9F1F849BFB76}" dt="2019-10-13T10:02:35.551" v="19" actId="2696"/>
        <pc:sldMkLst>
          <pc:docMk/>
          <pc:sldMk cId="3110428701" sldId="505"/>
        </pc:sldMkLst>
      </pc:sldChg>
      <pc:sldChg chg="addSp delSp modSp add">
        <pc:chgData name="Cristian Chilipirea" userId="34ab170da5908fc4" providerId="LiveId" clId="{657DC964-B470-42A9-AA52-9F1F849BFB76}" dt="2019-10-13T10:11:34.196" v="214" actId="1076"/>
        <pc:sldMkLst>
          <pc:docMk/>
          <pc:sldMk cId="3765374340" sldId="505"/>
        </pc:sldMkLst>
        <pc:spChg chg="mod">
          <ac:chgData name="Cristian Chilipirea" userId="34ab170da5908fc4" providerId="LiveId" clId="{657DC964-B470-42A9-AA52-9F1F849BFB76}" dt="2019-10-13T10:11:23.019" v="209"/>
          <ac:spMkLst>
            <pc:docMk/>
            <pc:sldMk cId="3765374340" sldId="505"/>
            <ac:spMk id="2" creationId="{A689253C-C6E9-41B6-95BB-C53073C1393B}"/>
          </ac:spMkLst>
        </pc:spChg>
        <pc:spChg chg="del">
          <ac:chgData name="Cristian Chilipirea" userId="34ab170da5908fc4" providerId="LiveId" clId="{657DC964-B470-42A9-AA52-9F1F849BFB76}" dt="2019-10-13T10:11:25.139" v="210" actId="478"/>
          <ac:spMkLst>
            <pc:docMk/>
            <pc:sldMk cId="3765374340" sldId="505"/>
            <ac:spMk id="3" creationId="{39DB1002-175F-4951-A15B-0951EC92635C}"/>
          </ac:spMkLst>
        </pc:spChg>
        <pc:spChg chg="add del">
          <ac:chgData name="Cristian Chilipirea" userId="34ab170da5908fc4" providerId="LiveId" clId="{657DC964-B470-42A9-AA52-9F1F849BFB76}" dt="2019-10-13T10:11:31.996" v="212"/>
          <ac:spMkLst>
            <pc:docMk/>
            <pc:sldMk cId="3765374340" sldId="505"/>
            <ac:spMk id="4" creationId="{DAC24727-7600-43CA-BD25-0F9C5BD5346A}"/>
          </ac:spMkLst>
        </pc:spChg>
        <pc:spChg chg="add mod">
          <ac:chgData name="Cristian Chilipirea" userId="34ab170da5908fc4" providerId="LiveId" clId="{657DC964-B470-42A9-AA52-9F1F849BFB76}" dt="2019-10-13T10:11:34.196" v="214" actId="1076"/>
          <ac:spMkLst>
            <pc:docMk/>
            <pc:sldMk cId="3765374340" sldId="505"/>
            <ac:spMk id="5" creationId="{A0B6C901-8A3F-4CDB-9FEE-9764A682D2A2}"/>
          </ac:spMkLst>
        </pc:spChg>
      </pc:sldChg>
      <pc:sldChg chg="del">
        <pc:chgData name="Cristian Chilipirea" userId="34ab170da5908fc4" providerId="LiveId" clId="{657DC964-B470-42A9-AA52-9F1F849BFB76}" dt="2019-10-13T10:02:35.892" v="20" actId="2696"/>
        <pc:sldMkLst>
          <pc:docMk/>
          <pc:sldMk cId="877778477" sldId="506"/>
        </pc:sldMkLst>
      </pc:sldChg>
      <pc:sldChg chg="addSp delSp modSp add">
        <pc:chgData name="Cristian Chilipirea" userId="34ab170da5908fc4" providerId="LiveId" clId="{657DC964-B470-42A9-AA52-9F1F849BFB76}" dt="2019-10-13T10:11:56.870" v="225" actId="1076"/>
        <pc:sldMkLst>
          <pc:docMk/>
          <pc:sldMk cId="3220167743" sldId="506"/>
        </pc:sldMkLst>
        <pc:spChg chg="mod">
          <ac:chgData name="Cristian Chilipirea" userId="34ab170da5908fc4" providerId="LiveId" clId="{657DC964-B470-42A9-AA52-9F1F849BFB76}" dt="2019-10-13T10:11:43.477" v="216"/>
          <ac:spMkLst>
            <pc:docMk/>
            <pc:sldMk cId="3220167743" sldId="506"/>
            <ac:spMk id="2" creationId="{1E91136A-12B3-457A-9EF5-FCEFBF6E3971}"/>
          </ac:spMkLst>
        </pc:spChg>
        <pc:spChg chg="del">
          <ac:chgData name="Cristian Chilipirea" userId="34ab170da5908fc4" providerId="LiveId" clId="{657DC964-B470-42A9-AA52-9F1F849BFB76}" dt="2019-10-13T10:11:45.419" v="217" actId="478"/>
          <ac:spMkLst>
            <pc:docMk/>
            <pc:sldMk cId="3220167743" sldId="506"/>
            <ac:spMk id="3" creationId="{52EF6005-CB7A-4F91-99F0-B5871723D74D}"/>
          </ac:spMkLst>
        </pc:spChg>
        <pc:spChg chg="add del mod">
          <ac:chgData name="Cristian Chilipirea" userId="34ab170da5908fc4" providerId="LiveId" clId="{657DC964-B470-42A9-AA52-9F1F849BFB76}" dt="2019-10-13T10:11:52.863" v="221"/>
          <ac:spMkLst>
            <pc:docMk/>
            <pc:sldMk cId="3220167743" sldId="506"/>
            <ac:spMk id="4" creationId="{82DA7A60-066C-4AE2-ADFD-2D078958B08E}"/>
          </ac:spMkLst>
        </pc:spChg>
        <pc:spChg chg="add del">
          <ac:chgData name="Cristian Chilipirea" userId="34ab170da5908fc4" providerId="LiveId" clId="{657DC964-B470-42A9-AA52-9F1F849BFB76}" dt="2019-10-13T10:11:54.361" v="223"/>
          <ac:spMkLst>
            <pc:docMk/>
            <pc:sldMk cId="3220167743" sldId="506"/>
            <ac:spMk id="5" creationId="{A4168DEB-0BA3-4064-AA0D-362111A49FDA}"/>
          </ac:spMkLst>
        </pc:spChg>
        <pc:spChg chg="add mod">
          <ac:chgData name="Cristian Chilipirea" userId="34ab170da5908fc4" providerId="LiveId" clId="{657DC964-B470-42A9-AA52-9F1F849BFB76}" dt="2019-10-13T10:11:56.870" v="225" actId="1076"/>
          <ac:spMkLst>
            <pc:docMk/>
            <pc:sldMk cId="3220167743" sldId="506"/>
            <ac:spMk id="6" creationId="{598538B7-BAA0-4BB8-B1F0-B699D5DF0064}"/>
          </ac:spMkLst>
        </pc:spChg>
      </pc:sldChg>
      <pc:sldChg chg="del">
        <pc:chgData name="Cristian Chilipirea" userId="34ab170da5908fc4" providerId="LiveId" clId="{657DC964-B470-42A9-AA52-9F1F849BFB76}" dt="2019-10-13T10:02:36.172" v="21" actId="2696"/>
        <pc:sldMkLst>
          <pc:docMk/>
          <pc:sldMk cId="3007868837" sldId="507"/>
        </pc:sldMkLst>
      </pc:sldChg>
      <pc:sldChg chg="addSp delSp modSp add">
        <pc:chgData name="Cristian Chilipirea" userId="34ab170da5908fc4" providerId="LiveId" clId="{657DC964-B470-42A9-AA52-9F1F849BFB76}" dt="2019-10-13T10:12:12.921" v="232" actId="1076"/>
        <pc:sldMkLst>
          <pc:docMk/>
          <pc:sldMk cId="4274709343" sldId="507"/>
        </pc:sldMkLst>
        <pc:spChg chg="mod">
          <ac:chgData name="Cristian Chilipirea" userId="34ab170da5908fc4" providerId="LiveId" clId="{657DC964-B470-42A9-AA52-9F1F849BFB76}" dt="2019-10-13T10:12:03.310" v="227"/>
          <ac:spMkLst>
            <pc:docMk/>
            <pc:sldMk cId="4274709343" sldId="507"/>
            <ac:spMk id="2" creationId="{E8B5AAA9-54F4-4881-8A87-DD95C7DFE6CB}"/>
          </ac:spMkLst>
        </pc:spChg>
        <pc:spChg chg="del">
          <ac:chgData name="Cristian Chilipirea" userId="34ab170da5908fc4" providerId="LiveId" clId="{657DC964-B470-42A9-AA52-9F1F849BFB76}" dt="2019-10-13T10:12:05.127" v="228" actId="478"/>
          <ac:spMkLst>
            <pc:docMk/>
            <pc:sldMk cId="4274709343" sldId="507"/>
            <ac:spMk id="3" creationId="{1459196B-9A4B-4A1C-A1BE-407E74E5C3E4}"/>
          </ac:spMkLst>
        </pc:spChg>
        <pc:spChg chg="add del">
          <ac:chgData name="Cristian Chilipirea" userId="34ab170da5908fc4" providerId="LiveId" clId="{657DC964-B470-42A9-AA52-9F1F849BFB76}" dt="2019-10-13T10:12:10.994" v="230"/>
          <ac:spMkLst>
            <pc:docMk/>
            <pc:sldMk cId="4274709343" sldId="507"/>
            <ac:spMk id="4" creationId="{CD450114-3AD4-44FB-A6D8-036AAA8CCD37}"/>
          </ac:spMkLst>
        </pc:spChg>
        <pc:spChg chg="add mod">
          <ac:chgData name="Cristian Chilipirea" userId="34ab170da5908fc4" providerId="LiveId" clId="{657DC964-B470-42A9-AA52-9F1F849BFB76}" dt="2019-10-13T10:12:12.921" v="232" actId="1076"/>
          <ac:spMkLst>
            <pc:docMk/>
            <pc:sldMk cId="4274709343" sldId="507"/>
            <ac:spMk id="5" creationId="{37AC717A-8660-4BB6-92AE-25FF4A5CC42E}"/>
          </ac:spMkLst>
        </pc:spChg>
      </pc:sldChg>
      <pc:sldChg chg="addSp delSp modSp add">
        <pc:chgData name="Cristian Chilipirea" userId="34ab170da5908fc4" providerId="LiveId" clId="{657DC964-B470-42A9-AA52-9F1F849BFB76}" dt="2019-10-13T10:12:29.939" v="239" actId="1076"/>
        <pc:sldMkLst>
          <pc:docMk/>
          <pc:sldMk cId="359974745" sldId="508"/>
        </pc:sldMkLst>
        <pc:spChg chg="mod">
          <ac:chgData name="Cristian Chilipirea" userId="34ab170da5908fc4" providerId="LiveId" clId="{657DC964-B470-42A9-AA52-9F1F849BFB76}" dt="2019-10-13T10:12:18.887" v="234"/>
          <ac:spMkLst>
            <pc:docMk/>
            <pc:sldMk cId="359974745" sldId="508"/>
            <ac:spMk id="2" creationId="{757D2478-37BF-4A04-95DF-6434A31A3D6C}"/>
          </ac:spMkLst>
        </pc:spChg>
        <pc:spChg chg="del">
          <ac:chgData name="Cristian Chilipirea" userId="34ab170da5908fc4" providerId="LiveId" clId="{657DC964-B470-42A9-AA52-9F1F849BFB76}" dt="2019-10-13T10:12:20.835" v="235" actId="478"/>
          <ac:spMkLst>
            <pc:docMk/>
            <pc:sldMk cId="359974745" sldId="508"/>
            <ac:spMk id="3" creationId="{6716D3D0-0CF2-4CD4-94E3-A5FB2592B05C}"/>
          </ac:spMkLst>
        </pc:spChg>
        <pc:spChg chg="add del">
          <ac:chgData name="Cristian Chilipirea" userId="34ab170da5908fc4" providerId="LiveId" clId="{657DC964-B470-42A9-AA52-9F1F849BFB76}" dt="2019-10-13T10:12:26.044" v="237"/>
          <ac:spMkLst>
            <pc:docMk/>
            <pc:sldMk cId="359974745" sldId="508"/>
            <ac:spMk id="4" creationId="{2199716E-75D6-4845-A26E-7CB8BA5B9B56}"/>
          </ac:spMkLst>
        </pc:spChg>
        <pc:spChg chg="add mod">
          <ac:chgData name="Cristian Chilipirea" userId="34ab170da5908fc4" providerId="LiveId" clId="{657DC964-B470-42A9-AA52-9F1F849BFB76}" dt="2019-10-13T10:12:29.939" v="239" actId="1076"/>
          <ac:spMkLst>
            <pc:docMk/>
            <pc:sldMk cId="359974745" sldId="508"/>
            <ac:spMk id="6" creationId="{3ED01AD8-D027-4BF7-8B23-9C45A9E060E4}"/>
          </ac:spMkLst>
        </pc:spChg>
        <pc:graphicFrameChg chg="add del">
          <ac:chgData name="Cristian Chilipirea" userId="34ab170da5908fc4" providerId="LiveId" clId="{657DC964-B470-42A9-AA52-9F1F849BFB76}" dt="2019-10-13T10:12:26.044" v="237"/>
          <ac:graphicFrameMkLst>
            <pc:docMk/>
            <pc:sldMk cId="359974745" sldId="508"/>
            <ac:graphicFrameMk id="5" creationId="{14344F8D-9987-4DEC-832D-12627B422112}"/>
          </ac:graphicFrameMkLst>
        </pc:graphicFrameChg>
        <pc:graphicFrameChg chg="add mod">
          <ac:chgData name="Cristian Chilipirea" userId="34ab170da5908fc4" providerId="LiveId" clId="{657DC964-B470-42A9-AA52-9F1F849BFB76}" dt="2019-10-13T10:12:29.939" v="239" actId="1076"/>
          <ac:graphicFrameMkLst>
            <pc:docMk/>
            <pc:sldMk cId="359974745" sldId="508"/>
            <ac:graphicFrameMk id="7" creationId="{24FC9E6F-4315-4776-B701-467C7CEFFBB1}"/>
          </ac:graphicFrameMkLst>
        </pc:graphicFrameChg>
      </pc:sldChg>
      <pc:sldChg chg="del">
        <pc:chgData name="Cristian Chilipirea" userId="34ab170da5908fc4" providerId="LiveId" clId="{657DC964-B470-42A9-AA52-9F1F849BFB76}" dt="2019-10-13T10:02:36.276" v="22" actId="2696"/>
        <pc:sldMkLst>
          <pc:docMk/>
          <pc:sldMk cId="974009073" sldId="508"/>
        </pc:sldMkLst>
      </pc:sldChg>
      <pc:sldChg chg="addSp delSp modSp add">
        <pc:chgData name="Cristian Chilipirea" userId="34ab170da5908fc4" providerId="LiveId" clId="{657DC964-B470-42A9-AA52-9F1F849BFB76}" dt="2019-10-13T10:12:51.510" v="250" actId="1076"/>
        <pc:sldMkLst>
          <pc:docMk/>
          <pc:sldMk cId="2579471092" sldId="509"/>
        </pc:sldMkLst>
        <pc:spChg chg="mod">
          <ac:chgData name="Cristian Chilipirea" userId="34ab170da5908fc4" providerId="LiveId" clId="{657DC964-B470-42A9-AA52-9F1F849BFB76}" dt="2019-10-13T10:12:35.676" v="241"/>
          <ac:spMkLst>
            <pc:docMk/>
            <pc:sldMk cId="2579471092" sldId="509"/>
            <ac:spMk id="2" creationId="{A437F1A7-AC01-439C-8904-058D4D58F2A4}"/>
          </ac:spMkLst>
        </pc:spChg>
        <pc:spChg chg="del">
          <ac:chgData name="Cristian Chilipirea" userId="34ab170da5908fc4" providerId="LiveId" clId="{657DC964-B470-42A9-AA52-9F1F849BFB76}" dt="2019-10-13T10:12:38.179" v="242" actId="478"/>
          <ac:spMkLst>
            <pc:docMk/>
            <pc:sldMk cId="2579471092" sldId="509"/>
            <ac:spMk id="3" creationId="{92F2370B-411B-44EA-9E67-44D00FDEC3A8}"/>
          </ac:spMkLst>
        </pc:spChg>
        <pc:spChg chg="add del mod">
          <ac:chgData name="Cristian Chilipirea" userId="34ab170da5908fc4" providerId="LiveId" clId="{657DC964-B470-42A9-AA52-9F1F849BFB76}" dt="2019-10-13T10:12:47.172" v="246"/>
          <ac:spMkLst>
            <pc:docMk/>
            <pc:sldMk cId="2579471092" sldId="509"/>
            <ac:spMk id="4" creationId="{BBAD44F4-4E3D-48FF-9E47-0310ADB37721}"/>
          </ac:spMkLst>
        </pc:spChg>
        <pc:spChg chg="add del">
          <ac:chgData name="Cristian Chilipirea" userId="34ab170da5908fc4" providerId="LiveId" clId="{657DC964-B470-42A9-AA52-9F1F849BFB76}" dt="2019-10-13T10:12:48.848" v="248"/>
          <ac:spMkLst>
            <pc:docMk/>
            <pc:sldMk cId="2579471092" sldId="509"/>
            <ac:spMk id="5" creationId="{31002C23-B396-425F-83FB-895F3C601291}"/>
          </ac:spMkLst>
        </pc:spChg>
        <pc:spChg chg="add mod">
          <ac:chgData name="Cristian Chilipirea" userId="34ab170da5908fc4" providerId="LiveId" clId="{657DC964-B470-42A9-AA52-9F1F849BFB76}" dt="2019-10-13T10:12:51.510" v="250" actId="1076"/>
          <ac:spMkLst>
            <pc:docMk/>
            <pc:sldMk cId="2579471092" sldId="509"/>
            <ac:spMk id="6" creationId="{44A8D3E8-D7A2-4626-B0E6-285B438EADBB}"/>
          </ac:spMkLst>
        </pc:spChg>
      </pc:sldChg>
      <pc:sldChg chg="del">
        <pc:chgData name="Cristian Chilipirea" userId="34ab170da5908fc4" providerId="LiveId" clId="{657DC964-B470-42A9-AA52-9F1F849BFB76}" dt="2019-10-13T10:02:36.524" v="23" actId="2696"/>
        <pc:sldMkLst>
          <pc:docMk/>
          <pc:sldMk cId="3472430641" sldId="509"/>
        </pc:sldMkLst>
      </pc:sldChg>
      <pc:sldChg chg="addSp delSp modSp add">
        <pc:chgData name="Cristian Chilipirea" userId="34ab170da5908fc4" providerId="LiveId" clId="{657DC964-B470-42A9-AA52-9F1F849BFB76}" dt="2019-10-13T10:13:08.170" v="257" actId="1076"/>
        <pc:sldMkLst>
          <pc:docMk/>
          <pc:sldMk cId="3318546952" sldId="510"/>
        </pc:sldMkLst>
        <pc:spChg chg="mod">
          <ac:chgData name="Cristian Chilipirea" userId="34ab170da5908fc4" providerId="LiveId" clId="{657DC964-B470-42A9-AA52-9F1F849BFB76}" dt="2019-10-13T10:12:57.755" v="252"/>
          <ac:spMkLst>
            <pc:docMk/>
            <pc:sldMk cId="3318546952" sldId="510"/>
            <ac:spMk id="2" creationId="{57F50B01-4D50-4E49-8602-469665034463}"/>
          </ac:spMkLst>
        </pc:spChg>
        <pc:spChg chg="del">
          <ac:chgData name="Cristian Chilipirea" userId="34ab170da5908fc4" providerId="LiveId" clId="{657DC964-B470-42A9-AA52-9F1F849BFB76}" dt="2019-10-13T10:12:59.755" v="253" actId="478"/>
          <ac:spMkLst>
            <pc:docMk/>
            <pc:sldMk cId="3318546952" sldId="510"/>
            <ac:spMk id="3" creationId="{EB1447C5-72A9-45A9-BCBC-C25054C30B1C}"/>
          </ac:spMkLst>
        </pc:spChg>
        <pc:spChg chg="add del">
          <ac:chgData name="Cristian Chilipirea" userId="34ab170da5908fc4" providerId="LiveId" clId="{657DC964-B470-42A9-AA52-9F1F849BFB76}" dt="2019-10-13T10:13:06.355" v="255"/>
          <ac:spMkLst>
            <pc:docMk/>
            <pc:sldMk cId="3318546952" sldId="510"/>
            <ac:spMk id="4" creationId="{D4CAB436-3FDA-46F6-AFA3-49B3EBB80F97}"/>
          </ac:spMkLst>
        </pc:spChg>
        <pc:spChg chg="add mod">
          <ac:chgData name="Cristian Chilipirea" userId="34ab170da5908fc4" providerId="LiveId" clId="{657DC964-B470-42A9-AA52-9F1F849BFB76}" dt="2019-10-13T10:13:08.170" v="257" actId="1076"/>
          <ac:spMkLst>
            <pc:docMk/>
            <pc:sldMk cId="3318546952" sldId="510"/>
            <ac:spMk id="5" creationId="{92AE1FCE-2060-4E71-9364-A3C4CAE8ADAC}"/>
          </ac:spMkLst>
        </pc:spChg>
      </pc:sldChg>
      <pc:sldChg chg="del">
        <pc:chgData name="Cristian Chilipirea" userId="34ab170da5908fc4" providerId="LiveId" clId="{657DC964-B470-42A9-AA52-9F1F849BFB76}" dt="2019-10-13T10:02:36.690" v="24" actId="2696"/>
        <pc:sldMkLst>
          <pc:docMk/>
          <pc:sldMk cId="3879735215" sldId="510"/>
        </pc:sldMkLst>
      </pc:sldChg>
      <pc:sldChg chg="del">
        <pc:chgData name="Cristian Chilipirea" userId="34ab170da5908fc4" providerId="LiveId" clId="{657DC964-B470-42A9-AA52-9F1F849BFB76}" dt="2019-10-13T10:02:36.721" v="25" actId="2696"/>
        <pc:sldMkLst>
          <pc:docMk/>
          <pc:sldMk cId="1746393774" sldId="511"/>
        </pc:sldMkLst>
      </pc:sldChg>
      <pc:sldChg chg="addSp delSp modSp add">
        <pc:chgData name="Cristian Chilipirea" userId="34ab170da5908fc4" providerId="LiveId" clId="{657DC964-B470-42A9-AA52-9F1F849BFB76}" dt="2019-10-13T10:13:26.339" v="264" actId="1076"/>
        <pc:sldMkLst>
          <pc:docMk/>
          <pc:sldMk cId="3843192485" sldId="511"/>
        </pc:sldMkLst>
        <pc:spChg chg="mod">
          <ac:chgData name="Cristian Chilipirea" userId="34ab170da5908fc4" providerId="LiveId" clId="{657DC964-B470-42A9-AA52-9F1F849BFB76}" dt="2019-10-13T10:13:16.931" v="259"/>
          <ac:spMkLst>
            <pc:docMk/>
            <pc:sldMk cId="3843192485" sldId="511"/>
            <ac:spMk id="2" creationId="{6F89C701-9BF0-4AFE-A64D-D359776A6784}"/>
          </ac:spMkLst>
        </pc:spChg>
        <pc:spChg chg="del">
          <ac:chgData name="Cristian Chilipirea" userId="34ab170da5908fc4" providerId="LiveId" clId="{657DC964-B470-42A9-AA52-9F1F849BFB76}" dt="2019-10-13T10:13:19.276" v="260" actId="478"/>
          <ac:spMkLst>
            <pc:docMk/>
            <pc:sldMk cId="3843192485" sldId="511"/>
            <ac:spMk id="3" creationId="{B131F11A-8B83-4197-B66D-CF33A5DCAAB2}"/>
          </ac:spMkLst>
        </pc:spChg>
        <pc:spChg chg="add del">
          <ac:chgData name="Cristian Chilipirea" userId="34ab170da5908fc4" providerId="LiveId" clId="{657DC964-B470-42A9-AA52-9F1F849BFB76}" dt="2019-10-13T10:13:24.516" v="262"/>
          <ac:spMkLst>
            <pc:docMk/>
            <pc:sldMk cId="3843192485" sldId="511"/>
            <ac:spMk id="4" creationId="{C9C0533B-9842-43FA-B979-8FB12987F35C}"/>
          </ac:spMkLst>
        </pc:spChg>
        <pc:spChg chg="add mod">
          <ac:chgData name="Cristian Chilipirea" userId="34ab170da5908fc4" providerId="LiveId" clId="{657DC964-B470-42A9-AA52-9F1F849BFB76}" dt="2019-10-13T10:13:26.339" v="264" actId="1076"/>
          <ac:spMkLst>
            <pc:docMk/>
            <pc:sldMk cId="3843192485" sldId="511"/>
            <ac:spMk id="5" creationId="{68C102DA-767B-47F6-9CF9-49B6207669F6}"/>
          </ac:spMkLst>
        </pc:spChg>
      </pc:sldChg>
      <pc:sldChg chg="del">
        <pc:chgData name="Cristian Chilipirea" userId="34ab170da5908fc4" providerId="LiveId" clId="{657DC964-B470-42A9-AA52-9F1F849BFB76}" dt="2019-10-13T10:02:37.012" v="26" actId="2696"/>
        <pc:sldMkLst>
          <pc:docMk/>
          <pc:sldMk cId="618357871" sldId="512"/>
        </pc:sldMkLst>
      </pc:sldChg>
      <pc:sldChg chg="addSp delSp modSp add">
        <pc:chgData name="Cristian Chilipirea" userId="34ab170da5908fc4" providerId="LiveId" clId="{657DC964-B470-42A9-AA52-9F1F849BFB76}" dt="2019-10-13T10:13:47.022" v="271" actId="1076"/>
        <pc:sldMkLst>
          <pc:docMk/>
          <pc:sldMk cId="771270071" sldId="512"/>
        </pc:sldMkLst>
        <pc:spChg chg="mod">
          <ac:chgData name="Cristian Chilipirea" userId="34ab170da5908fc4" providerId="LiveId" clId="{657DC964-B470-42A9-AA52-9F1F849BFB76}" dt="2019-10-13T10:13:32.403" v="266"/>
          <ac:spMkLst>
            <pc:docMk/>
            <pc:sldMk cId="771270071" sldId="512"/>
            <ac:spMk id="2" creationId="{EBEC0681-2A66-4463-83ED-EB1C51EC351D}"/>
          </ac:spMkLst>
        </pc:spChg>
        <pc:spChg chg="del">
          <ac:chgData name="Cristian Chilipirea" userId="34ab170da5908fc4" providerId="LiveId" clId="{657DC964-B470-42A9-AA52-9F1F849BFB76}" dt="2019-10-13T10:13:34.367" v="267" actId="478"/>
          <ac:spMkLst>
            <pc:docMk/>
            <pc:sldMk cId="771270071" sldId="512"/>
            <ac:spMk id="3" creationId="{23E4B660-19BB-46FF-AAF7-E7CF15366DEB}"/>
          </ac:spMkLst>
        </pc:spChg>
        <pc:spChg chg="add del">
          <ac:chgData name="Cristian Chilipirea" userId="34ab170da5908fc4" providerId="LiveId" clId="{657DC964-B470-42A9-AA52-9F1F849BFB76}" dt="2019-10-13T10:13:43.496" v="269"/>
          <ac:spMkLst>
            <pc:docMk/>
            <pc:sldMk cId="771270071" sldId="512"/>
            <ac:spMk id="4" creationId="{B5AF6063-9438-4C32-84E9-61CCFC1C16C3}"/>
          </ac:spMkLst>
        </pc:spChg>
        <pc:spChg chg="add mod">
          <ac:chgData name="Cristian Chilipirea" userId="34ab170da5908fc4" providerId="LiveId" clId="{657DC964-B470-42A9-AA52-9F1F849BFB76}" dt="2019-10-13T10:13:47.022" v="271" actId="1076"/>
          <ac:spMkLst>
            <pc:docMk/>
            <pc:sldMk cId="771270071" sldId="512"/>
            <ac:spMk id="5" creationId="{DC065041-307F-43ED-890F-205F20240271}"/>
          </ac:spMkLst>
        </pc:spChg>
      </pc:sldChg>
      <pc:sldChg chg="del">
        <pc:chgData name="Cristian Chilipirea" userId="34ab170da5908fc4" providerId="LiveId" clId="{657DC964-B470-42A9-AA52-9F1F849BFB76}" dt="2019-10-13T10:02:37.403" v="27" actId="2696"/>
        <pc:sldMkLst>
          <pc:docMk/>
          <pc:sldMk cId="1643747738" sldId="513"/>
        </pc:sldMkLst>
      </pc:sldChg>
      <pc:sldChg chg="addSp delSp modSp add">
        <pc:chgData name="Cristian Chilipirea" userId="34ab170da5908fc4" providerId="LiveId" clId="{657DC964-B470-42A9-AA52-9F1F849BFB76}" dt="2019-10-13T10:14:06.537" v="278" actId="1076"/>
        <pc:sldMkLst>
          <pc:docMk/>
          <pc:sldMk cId="3576737988" sldId="513"/>
        </pc:sldMkLst>
        <pc:spChg chg="mod">
          <ac:chgData name="Cristian Chilipirea" userId="34ab170da5908fc4" providerId="LiveId" clId="{657DC964-B470-42A9-AA52-9F1F849BFB76}" dt="2019-10-13T10:13:54.679" v="273"/>
          <ac:spMkLst>
            <pc:docMk/>
            <pc:sldMk cId="3576737988" sldId="513"/>
            <ac:spMk id="2" creationId="{238EAC4E-6F9F-412D-8202-F87638A8EF00}"/>
          </ac:spMkLst>
        </pc:spChg>
        <pc:spChg chg="del">
          <ac:chgData name="Cristian Chilipirea" userId="34ab170da5908fc4" providerId="LiveId" clId="{657DC964-B470-42A9-AA52-9F1F849BFB76}" dt="2019-10-13T10:13:57.095" v="274" actId="478"/>
          <ac:spMkLst>
            <pc:docMk/>
            <pc:sldMk cId="3576737988" sldId="513"/>
            <ac:spMk id="3" creationId="{1001BE3D-A5CF-40A6-A78B-7B81D04A5E27}"/>
          </ac:spMkLst>
        </pc:spChg>
        <pc:spChg chg="add del">
          <ac:chgData name="Cristian Chilipirea" userId="34ab170da5908fc4" providerId="LiveId" clId="{657DC964-B470-42A9-AA52-9F1F849BFB76}" dt="2019-10-13T10:14:02.915" v="276"/>
          <ac:spMkLst>
            <pc:docMk/>
            <pc:sldMk cId="3576737988" sldId="513"/>
            <ac:spMk id="4" creationId="{2F9AAAE4-BF4B-48A1-A8D6-0B3B247458B1}"/>
          </ac:spMkLst>
        </pc:spChg>
        <pc:spChg chg="add del">
          <ac:chgData name="Cristian Chilipirea" userId="34ab170da5908fc4" providerId="LiveId" clId="{657DC964-B470-42A9-AA52-9F1F849BFB76}" dt="2019-10-13T10:14:02.915" v="276"/>
          <ac:spMkLst>
            <pc:docMk/>
            <pc:sldMk cId="3576737988" sldId="513"/>
            <ac:spMk id="5" creationId="{1288A87F-3BAF-4233-A54B-F11949144F39}"/>
          </ac:spMkLst>
        </pc:spChg>
        <pc:spChg chg="add del">
          <ac:chgData name="Cristian Chilipirea" userId="34ab170da5908fc4" providerId="LiveId" clId="{657DC964-B470-42A9-AA52-9F1F849BFB76}" dt="2019-10-13T10:14:02.915" v="276"/>
          <ac:spMkLst>
            <pc:docMk/>
            <pc:sldMk cId="3576737988" sldId="513"/>
            <ac:spMk id="6" creationId="{543792C1-7EF9-40DD-8F71-FED84D5F2ECE}"/>
          </ac:spMkLst>
        </pc:spChg>
        <pc:spChg chg="add del">
          <ac:chgData name="Cristian Chilipirea" userId="34ab170da5908fc4" providerId="LiveId" clId="{657DC964-B470-42A9-AA52-9F1F849BFB76}" dt="2019-10-13T10:14:02.915" v="276"/>
          <ac:spMkLst>
            <pc:docMk/>
            <pc:sldMk cId="3576737988" sldId="513"/>
            <ac:spMk id="7" creationId="{CA9D4FC9-83DC-43C4-9C42-2EF5D35C5A56}"/>
          </ac:spMkLst>
        </pc:spChg>
        <pc:spChg chg="add del">
          <ac:chgData name="Cristian Chilipirea" userId="34ab170da5908fc4" providerId="LiveId" clId="{657DC964-B470-42A9-AA52-9F1F849BFB76}" dt="2019-10-13T10:14:02.915" v="276"/>
          <ac:spMkLst>
            <pc:docMk/>
            <pc:sldMk cId="3576737988" sldId="513"/>
            <ac:spMk id="8" creationId="{AD6EC27B-3B66-4C05-8ECF-D206E8424A92}"/>
          </ac:spMkLst>
        </pc:spChg>
        <pc:spChg chg="add del">
          <ac:chgData name="Cristian Chilipirea" userId="34ab170da5908fc4" providerId="LiveId" clId="{657DC964-B470-42A9-AA52-9F1F849BFB76}" dt="2019-10-13T10:14:02.915" v="276"/>
          <ac:spMkLst>
            <pc:docMk/>
            <pc:sldMk cId="3576737988" sldId="513"/>
            <ac:spMk id="9" creationId="{B4B1CE6B-8961-467D-8DF1-03B4A94DB2B2}"/>
          </ac:spMkLst>
        </pc:spChg>
        <pc:spChg chg="add del">
          <ac:chgData name="Cristian Chilipirea" userId="34ab170da5908fc4" providerId="LiveId" clId="{657DC964-B470-42A9-AA52-9F1F849BFB76}" dt="2019-10-13T10:14:02.915" v="276"/>
          <ac:spMkLst>
            <pc:docMk/>
            <pc:sldMk cId="3576737988" sldId="513"/>
            <ac:spMk id="10" creationId="{5B0EFC0C-AC60-41CC-AAFC-82F2AD0BE152}"/>
          </ac:spMkLst>
        </pc:spChg>
        <pc:spChg chg="add del">
          <ac:chgData name="Cristian Chilipirea" userId="34ab170da5908fc4" providerId="LiveId" clId="{657DC964-B470-42A9-AA52-9F1F849BFB76}" dt="2019-10-13T10:14:02.915" v="276"/>
          <ac:spMkLst>
            <pc:docMk/>
            <pc:sldMk cId="3576737988" sldId="513"/>
            <ac:spMk id="11" creationId="{DA2A056D-5C8D-408E-AB34-CB7E16CA1EB3}"/>
          </ac:spMkLst>
        </pc:spChg>
        <pc:spChg chg="add del">
          <ac:chgData name="Cristian Chilipirea" userId="34ab170da5908fc4" providerId="LiveId" clId="{657DC964-B470-42A9-AA52-9F1F849BFB76}" dt="2019-10-13T10:14:02.915" v="276"/>
          <ac:spMkLst>
            <pc:docMk/>
            <pc:sldMk cId="3576737988" sldId="513"/>
            <ac:spMk id="12" creationId="{0A0503F6-2F54-4D6C-B0BE-DA86FD17F16C}"/>
          </ac:spMkLst>
        </pc:spChg>
        <pc:spChg chg="add del">
          <ac:chgData name="Cristian Chilipirea" userId="34ab170da5908fc4" providerId="LiveId" clId="{657DC964-B470-42A9-AA52-9F1F849BFB76}" dt="2019-10-13T10:14:02.915" v="276"/>
          <ac:spMkLst>
            <pc:docMk/>
            <pc:sldMk cId="3576737988" sldId="513"/>
            <ac:spMk id="13" creationId="{222EA95B-FD83-4DF9-A0AB-3DE450F5D2B6}"/>
          </ac:spMkLst>
        </pc:spChg>
        <pc:spChg chg="add del">
          <ac:chgData name="Cristian Chilipirea" userId="34ab170da5908fc4" providerId="LiveId" clId="{657DC964-B470-42A9-AA52-9F1F849BFB76}" dt="2019-10-13T10:14:02.915" v="276"/>
          <ac:spMkLst>
            <pc:docMk/>
            <pc:sldMk cId="3576737988" sldId="513"/>
            <ac:spMk id="20" creationId="{5929682B-360B-4E0D-87D8-6510D3D1A43F}"/>
          </ac:spMkLst>
        </pc:spChg>
        <pc:spChg chg="add del">
          <ac:chgData name="Cristian Chilipirea" userId="34ab170da5908fc4" providerId="LiveId" clId="{657DC964-B470-42A9-AA52-9F1F849BFB76}" dt="2019-10-13T10:14:02.915" v="276"/>
          <ac:spMkLst>
            <pc:docMk/>
            <pc:sldMk cId="3576737988" sldId="513"/>
            <ac:spMk id="21" creationId="{EFC44FD7-79EA-40B2-ADE8-7B0B3792334C}"/>
          </ac:spMkLst>
        </pc:spChg>
        <pc:spChg chg="add mod">
          <ac:chgData name="Cristian Chilipirea" userId="34ab170da5908fc4" providerId="LiveId" clId="{657DC964-B470-42A9-AA52-9F1F849BFB76}" dt="2019-10-13T10:14:06.537" v="278" actId="1076"/>
          <ac:spMkLst>
            <pc:docMk/>
            <pc:sldMk cId="3576737988" sldId="513"/>
            <ac:spMk id="22" creationId="{C44BD400-0453-4606-9DE6-F3D62BFFA698}"/>
          </ac:spMkLst>
        </pc:spChg>
        <pc:spChg chg="add mod">
          <ac:chgData name="Cristian Chilipirea" userId="34ab170da5908fc4" providerId="LiveId" clId="{657DC964-B470-42A9-AA52-9F1F849BFB76}" dt="2019-10-13T10:14:06.537" v="278" actId="1076"/>
          <ac:spMkLst>
            <pc:docMk/>
            <pc:sldMk cId="3576737988" sldId="513"/>
            <ac:spMk id="23" creationId="{C6BD1B40-321A-42DD-9160-370F57CA5D7F}"/>
          </ac:spMkLst>
        </pc:spChg>
        <pc:spChg chg="add mod">
          <ac:chgData name="Cristian Chilipirea" userId="34ab170da5908fc4" providerId="LiveId" clId="{657DC964-B470-42A9-AA52-9F1F849BFB76}" dt="2019-10-13T10:14:06.537" v="278" actId="1076"/>
          <ac:spMkLst>
            <pc:docMk/>
            <pc:sldMk cId="3576737988" sldId="513"/>
            <ac:spMk id="24" creationId="{21415558-56DA-4EEC-8488-27D30D103138}"/>
          </ac:spMkLst>
        </pc:spChg>
        <pc:spChg chg="add mod">
          <ac:chgData name="Cristian Chilipirea" userId="34ab170da5908fc4" providerId="LiveId" clId="{657DC964-B470-42A9-AA52-9F1F849BFB76}" dt="2019-10-13T10:14:06.537" v="278" actId="1076"/>
          <ac:spMkLst>
            <pc:docMk/>
            <pc:sldMk cId="3576737988" sldId="513"/>
            <ac:spMk id="25" creationId="{830F8A50-1E22-4A0C-A6B1-7EC55B0C7E1C}"/>
          </ac:spMkLst>
        </pc:spChg>
        <pc:spChg chg="add mod">
          <ac:chgData name="Cristian Chilipirea" userId="34ab170da5908fc4" providerId="LiveId" clId="{657DC964-B470-42A9-AA52-9F1F849BFB76}" dt="2019-10-13T10:14:06.537" v="278" actId="1076"/>
          <ac:spMkLst>
            <pc:docMk/>
            <pc:sldMk cId="3576737988" sldId="513"/>
            <ac:spMk id="26" creationId="{CCAA6C11-2C5D-4C58-A62D-E9C1B15093A4}"/>
          </ac:spMkLst>
        </pc:spChg>
        <pc:spChg chg="add mod">
          <ac:chgData name="Cristian Chilipirea" userId="34ab170da5908fc4" providerId="LiveId" clId="{657DC964-B470-42A9-AA52-9F1F849BFB76}" dt="2019-10-13T10:14:06.537" v="278" actId="1076"/>
          <ac:spMkLst>
            <pc:docMk/>
            <pc:sldMk cId="3576737988" sldId="513"/>
            <ac:spMk id="27" creationId="{CCD89BA1-3E4C-4BAB-82EC-CEAAA4A0B89B}"/>
          </ac:spMkLst>
        </pc:spChg>
        <pc:spChg chg="add mod">
          <ac:chgData name="Cristian Chilipirea" userId="34ab170da5908fc4" providerId="LiveId" clId="{657DC964-B470-42A9-AA52-9F1F849BFB76}" dt="2019-10-13T10:14:06.537" v="278" actId="1076"/>
          <ac:spMkLst>
            <pc:docMk/>
            <pc:sldMk cId="3576737988" sldId="513"/>
            <ac:spMk id="28" creationId="{A172FDDB-E8C0-4A65-A20D-43A2511E4C0B}"/>
          </ac:spMkLst>
        </pc:spChg>
        <pc:spChg chg="add mod">
          <ac:chgData name="Cristian Chilipirea" userId="34ab170da5908fc4" providerId="LiveId" clId="{657DC964-B470-42A9-AA52-9F1F849BFB76}" dt="2019-10-13T10:14:06.537" v="278" actId="1076"/>
          <ac:spMkLst>
            <pc:docMk/>
            <pc:sldMk cId="3576737988" sldId="513"/>
            <ac:spMk id="29" creationId="{558B77C3-1130-4145-994D-27027ECCFA88}"/>
          </ac:spMkLst>
        </pc:spChg>
        <pc:spChg chg="add mod">
          <ac:chgData name="Cristian Chilipirea" userId="34ab170da5908fc4" providerId="LiveId" clId="{657DC964-B470-42A9-AA52-9F1F849BFB76}" dt="2019-10-13T10:14:06.537" v="278" actId="1076"/>
          <ac:spMkLst>
            <pc:docMk/>
            <pc:sldMk cId="3576737988" sldId="513"/>
            <ac:spMk id="30" creationId="{C729DE25-ED2F-4F4B-876B-94FD122A112B}"/>
          </ac:spMkLst>
        </pc:spChg>
        <pc:spChg chg="add mod">
          <ac:chgData name="Cristian Chilipirea" userId="34ab170da5908fc4" providerId="LiveId" clId="{657DC964-B470-42A9-AA52-9F1F849BFB76}" dt="2019-10-13T10:14:06.537" v="278" actId="1076"/>
          <ac:spMkLst>
            <pc:docMk/>
            <pc:sldMk cId="3576737988" sldId="513"/>
            <ac:spMk id="31" creationId="{8D03D7F6-74CA-48FA-8D66-C97B2D1A06B4}"/>
          </ac:spMkLst>
        </pc:spChg>
        <pc:spChg chg="add mod">
          <ac:chgData name="Cristian Chilipirea" userId="34ab170da5908fc4" providerId="LiveId" clId="{657DC964-B470-42A9-AA52-9F1F849BFB76}" dt="2019-10-13T10:14:06.537" v="278" actId="1076"/>
          <ac:spMkLst>
            <pc:docMk/>
            <pc:sldMk cId="3576737988" sldId="513"/>
            <ac:spMk id="38" creationId="{F6EA5EE3-957D-4792-936D-FC80550FFA5D}"/>
          </ac:spMkLst>
        </pc:spChg>
        <pc:spChg chg="add mod">
          <ac:chgData name="Cristian Chilipirea" userId="34ab170da5908fc4" providerId="LiveId" clId="{657DC964-B470-42A9-AA52-9F1F849BFB76}" dt="2019-10-13T10:14:06.537" v="278" actId="1076"/>
          <ac:spMkLst>
            <pc:docMk/>
            <pc:sldMk cId="3576737988" sldId="513"/>
            <ac:spMk id="39" creationId="{6AAEA4B1-AEF5-40CC-A162-081140376872}"/>
          </ac:spMkLst>
        </pc:spChg>
        <pc:cxnChg chg="add del">
          <ac:chgData name="Cristian Chilipirea" userId="34ab170da5908fc4" providerId="LiveId" clId="{657DC964-B470-42A9-AA52-9F1F849BFB76}" dt="2019-10-13T10:14:02.915" v="276"/>
          <ac:cxnSpMkLst>
            <pc:docMk/>
            <pc:sldMk cId="3576737988" sldId="513"/>
            <ac:cxnSpMk id="14" creationId="{26829E45-C6AB-4E9F-8005-15B2A43E2F28}"/>
          </ac:cxnSpMkLst>
        </pc:cxnChg>
        <pc:cxnChg chg="add del">
          <ac:chgData name="Cristian Chilipirea" userId="34ab170da5908fc4" providerId="LiveId" clId="{657DC964-B470-42A9-AA52-9F1F849BFB76}" dt="2019-10-13T10:14:02.915" v="276"/>
          <ac:cxnSpMkLst>
            <pc:docMk/>
            <pc:sldMk cId="3576737988" sldId="513"/>
            <ac:cxnSpMk id="15" creationId="{9C09C10C-C749-4815-AC7D-4FA83ADE5BF5}"/>
          </ac:cxnSpMkLst>
        </pc:cxnChg>
        <pc:cxnChg chg="add del">
          <ac:chgData name="Cristian Chilipirea" userId="34ab170da5908fc4" providerId="LiveId" clId="{657DC964-B470-42A9-AA52-9F1F849BFB76}" dt="2019-10-13T10:14:02.915" v="276"/>
          <ac:cxnSpMkLst>
            <pc:docMk/>
            <pc:sldMk cId="3576737988" sldId="513"/>
            <ac:cxnSpMk id="16" creationId="{A71FA558-37B1-4ABC-8345-80D2A9987764}"/>
          </ac:cxnSpMkLst>
        </pc:cxnChg>
        <pc:cxnChg chg="add del">
          <ac:chgData name="Cristian Chilipirea" userId="34ab170da5908fc4" providerId="LiveId" clId="{657DC964-B470-42A9-AA52-9F1F849BFB76}" dt="2019-10-13T10:14:02.915" v="276"/>
          <ac:cxnSpMkLst>
            <pc:docMk/>
            <pc:sldMk cId="3576737988" sldId="513"/>
            <ac:cxnSpMk id="17" creationId="{4E284B1B-99DA-4D0B-A308-68A2BB4948CA}"/>
          </ac:cxnSpMkLst>
        </pc:cxnChg>
        <pc:cxnChg chg="add del">
          <ac:chgData name="Cristian Chilipirea" userId="34ab170da5908fc4" providerId="LiveId" clId="{657DC964-B470-42A9-AA52-9F1F849BFB76}" dt="2019-10-13T10:14:02.915" v="276"/>
          <ac:cxnSpMkLst>
            <pc:docMk/>
            <pc:sldMk cId="3576737988" sldId="513"/>
            <ac:cxnSpMk id="18" creationId="{AF1ED74E-DCB8-41EF-A792-6E27C18A08BD}"/>
          </ac:cxnSpMkLst>
        </pc:cxnChg>
        <pc:cxnChg chg="add del">
          <ac:chgData name="Cristian Chilipirea" userId="34ab170da5908fc4" providerId="LiveId" clId="{657DC964-B470-42A9-AA52-9F1F849BFB76}" dt="2019-10-13T10:14:02.915" v="276"/>
          <ac:cxnSpMkLst>
            <pc:docMk/>
            <pc:sldMk cId="3576737988" sldId="513"/>
            <ac:cxnSpMk id="19" creationId="{2E05503A-EF41-46B8-AF04-AE452E23537F}"/>
          </ac:cxnSpMkLst>
        </pc:cxnChg>
        <pc:cxnChg chg="add mod">
          <ac:chgData name="Cristian Chilipirea" userId="34ab170da5908fc4" providerId="LiveId" clId="{657DC964-B470-42A9-AA52-9F1F849BFB76}" dt="2019-10-13T10:14:06.537" v="278" actId="1076"/>
          <ac:cxnSpMkLst>
            <pc:docMk/>
            <pc:sldMk cId="3576737988" sldId="513"/>
            <ac:cxnSpMk id="32" creationId="{E6CAC8E2-1EC2-4E43-94E9-940CE833948F}"/>
          </ac:cxnSpMkLst>
        </pc:cxnChg>
        <pc:cxnChg chg="add mod">
          <ac:chgData name="Cristian Chilipirea" userId="34ab170da5908fc4" providerId="LiveId" clId="{657DC964-B470-42A9-AA52-9F1F849BFB76}" dt="2019-10-13T10:14:06.537" v="278" actId="1076"/>
          <ac:cxnSpMkLst>
            <pc:docMk/>
            <pc:sldMk cId="3576737988" sldId="513"/>
            <ac:cxnSpMk id="33" creationId="{4ABC4072-B033-49C5-8DB3-3DF9953BFAC2}"/>
          </ac:cxnSpMkLst>
        </pc:cxnChg>
        <pc:cxnChg chg="add mod">
          <ac:chgData name="Cristian Chilipirea" userId="34ab170da5908fc4" providerId="LiveId" clId="{657DC964-B470-42A9-AA52-9F1F849BFB76}" dt="2019-10-13T10:14:06.537" v="278" actId="1076"/>
          <ac:cxnSpMkLst>
            <pc:docMk/>
            <pc:sldMk cId="3576737988" sldId="513"/>
            <ac:cxnSpMk id="34" creationId="{0B41BC18-09C0-4E14-B05F-FD8DCC28A1B8}"/>
          </ac:cxnSpMkLst>
        </pc:cxnChg>
        <pc:cxnChg chg="add mod">
          <ac:chgData name="Cristian Chilipirea" userId="34ab170da5908fc4" providerId="LiveId" clId="{657DC964-B470-42A9-AA52-9F1F849BFB76}" dt="2019-10-13T10:14:06.537" v="278" actId="1076"/>
          <ac:cxnSpMkLst>
            <pc:docMk/>
            <pc:sldMk cId="3576737988" sldId="513"/>
            <ac:cxnSpMk id="35" creationId="{3BB38F62-FBC0-4F37-ABD0-31FAB9589192}"/>
          </ac:cxnSpMkLst>
        </pc:cxnChg>
        <pc:cxnChg chg="add mod">
          <ac:chgData name="Cristian Chilipirea" userId="34ab170da5908fc4" providerId="LiveId" clId="{657DC964-B470-42A9-AA52-9F1F849BFB76}" dt="2019-10-13T10:14:06.537" v="278" actId="1076"/>
          <ac:cxnSpMkLst>
            <pc:docMk/>
            <pc:sldMk cId="3576737988" sldId="513"/>
            <ac:cxnSpMk id="36" creationId="{44492252-0D7C-4697-B41D-1382C06F830F}"/>
          </ac:cxnSpMkLst>
        </pc:cxnChg>
        <pc:cxnChg chg="add mod">
          <ac:chgData name="Cristian Chilipirea" userId="34ab170da5908fc4" providerId="LiveId" clId="{657DC964-B470-42A9-AA52-9F1F849BFB76}" dt="2019-10-13T10:14:06.537" v="278" actId="1076"/>
          <ac:cxnSpMkLst>
            <pc:docMk/>
            <pc:sldMk cId="3576737988" sldId="513"/>
            <ac:cxnSpMk id="37" creationId="{0EEC3B40-003E-45A5-AB51-31C50332D1D4}"/>
          </ac:cxnSpMkLst>
        </pc:cxnChg>
      </pc:sldChg>
      <pc:sldChg chg="del">
        <pc:chgData name="Cristian Chilipirea" userId="34ab170da5908fc4" providerId="LiveId" clId="{657DC964-B470-42A9-AA52-9F1F849BFB76}" dt="2019-10-13T10:02:37.680" v="28" actId="2696"/>
        <pc:sldMkLst>
          <pc:docMk/>
          <pc:sldMk cId="3181653658" sldId="514"/>
        </pc:sldMkLst>
      </pc:sldChg>
      <pc:sldChg chg="addSp delSp modSp add">
        <pc:chgData name="Cristian Chilipirea" userId="34ab170da5908fc4" providerId="LiveId" clId="{657DC964-B470-42A9-AA52-9F1F849BFB76}" dt="2019-10-13T10:14:22.851" v="285" actId="1076"/>
        <pc:sldMkLst>
          <pc:docMk/>
          <pc:sldMk cId="3658999622" sldId="514"/>
        </pc:sldMkLst>
        <pc:spChg chg="mod">
          <ac:chgData name="Cristian Chilipirea" userId="34ab170da5908fc4" providerId="LiveId" clId="{657DC964-B470-42A9-AA52-9F1F849BFB76}" dt="2019-10-13T10:14:12.630" v="280"/>
          <ac:spMkLst>
            <pc:docMk/>
            <pc:sldMk cId="3658999622" sldId="514"/>
            <ac:spMk id="2" creationId="{56CA820B-AA52-444C-9BFC-0197CD049D3A}"/>
          </ac:spMkLst>
        </pc:spChg>
        <pc:spChg chg="del">
          <ac:chgData name="Cristian Chilipirea" userId="34ab170da5908fc4" providerId="LiveId" clId="{657DC964-B470-42A9-AA52-9F1F849BFB76}" dt="2019-10-13T10:14:14.687" v="281" actId="478"/>
          <ac:spMkLst>
            <pc:docMk/>
            <pc:sldMk cId="3658999622" sldId="514"/>
            <ac:spMk id="3" creationId="{C3718498-90F7-4984-B7E4-074CA4869265}"/>
          </ac:spMkLst>
        </pc:spChg>
        <pc:graphicFrameChg chg="add mod">
          <ac:chgData name="Cristian Chilipirea" userId="34ab170da5908fc4" providerId="LiveId" clId="{657DC964-B470-42A9-AA52-9F1F849BFB76}" dt="2019-10-13T10:14:22.851" v="285" actId="1076"/>
          <ac:graphicFrameMkLst>
            <pc:docMk/>
            <pc:sldMk cId="3658999622" sldId="514"/>
            <ac:graphicFrameMk id="4" creationId="{817FAEE1-3FEB-487A-940A-5FDF891BEF80}"/>
          </ac:graphicFrameMkLst>
        </pc:graphicFrameChg>
      </pc:sldChg>
      <pc:sldChg chg="del">
        <pc:chgData name="Cristian Chilipirea" userId="34ab170da5908fc4" providerId="LiveId" clId="{657DC964-B470-42A9-AA52-9F1F849BFB76}" dt="2019-10-13T10:02:38.150" v="29" actId="2696"/>
        <pc:sldMkLst>
          <pc:docMk/>
          <pc:sldMk cId="2957820623" sldId="515"/>
        </pc:sldMkLst>
      </pc:sldChg>
      <pc:sldChg chg="addSp delSp modSp add">
        <pc:chgData name="Cristian Chilipirea" userId="34ab170da5908fc4" providerId="LiveId" clId="{657DC964-B470-42A9-AA52-9F1F849BFB76}" dt="2019-10-13T10:14:37.989" v="291" actId="14100"/>
        <pc:sldMkLst>
          <pc:docMk/>
          <pc:sldMk cId="3052788892" sldId="515"/>
        </pc:sldMkLst>
        <pc:spChg chg="mod">
          <ac:chgData name="Cristian Chilipirea" userId="34ab170da5908fc4" providerId="LiveId" clId="{657DC964-B470-42A9-AA52-9F1F849BFB76}" dt="2019-10-13T10:14:28.773" v="287"/>
          <ac:spMkLst>
            <pc:docMk/>
            <pc:sldMk cId="3052788892" sldId="515"/>
            <ac:spMk id="2" creationId="{EC2C06A7-B901-4B45-BE91-E9C024902218}"/>
          </ac:spMkLst>
        </pc:spChg>
        <pc:spChg chg="del">
          <ac:chgData name="Cristian Chilipirea" userId="34ab170da5908fc4" providerId="LiveId" clId="{657DC964-B470-42A9-AA52-9F1F849BFB76}" dt="2019-10-13T10:14:30.835" v="288" actId="478"/>
          <ac:spMkLst>
            <pc:docMk/>
            <pc:sldMk cId="3052788892" sldId="515"/>
            <ac:spMk id="3" creationId="{B12196BC-961D-496C-82DA-DBBC8CA1558F}"/>
          </ac:spMkLst>
        </pc:spChg>
        <pc:graphicFrameChg chg="add mod">
          <ac:chgData name="Cristian Chilipirea" userId="34ab170da5908fc4" providerId="LiveId" clId="{657DC964-B470-42A9-AA52-9F1F849BFB76}" dt="2019-10-13T10:14:37.989" v="291" actId="14100"/>
          <ac:graphicFrameMkLst>
            <pc:docMk/>
            <pc:sldMk cId="3052788892" sldId="515"/>
            <ac:graphicFrameMk id="4" creationId="{65AE7679-2C55-4DE5-B8B7-74CBC7D78112}"/>
          </ac:graphicFrameMkLst>
        </pc:graphicFrameChg>
      </pc:sldChg>
      <pc:sldChg chg="addSp delSp modSp add">
        <pc:chgData name="Cristian Chilipirea" userId="34ab170da5908fc4" providerId="LiveId" clId="{657DC964-B470-42A9-AA52-9F1F849BFB76}" dt="2019-10-13T10:14:54.711" v="298" actId="1076"/>
        <pc:sldMkLst>
          <pc:docMk/>
          <pc:sldMk cId="428624982" sldId="516"/>
        </pc:sldMkLst>
        <pc:spChg chg="mod">
          <ac:chgData name="Cristian Chilipirea" userId="34ab170da5908fc4" providerId="LiveId" clId="{657DC964-B470-42A9-AA52-9F1F849BFB76}" dt="2019-10-13T10:14:44.443" v="293"/>
          <ac:spMkLst>
            <pc:docMk/>
            <pc:sldMk cId="428624982" sldId="516"/>
            <ac:spMk id="2" creationId="{34AFB6E3-A5AF-4E5C-9787-8443CF0ACA79}"/>
          </ac:spMkLst>
        </pc:spChg>
        <pc:spChg chg="del">
          <ac:chgData name="Cristian Chilipirea" userId="34ab170da5908fc4" providerId="LiveId" clId="{657DC964-B470-42A9-AA52-9F1F849BFB76}" dt="2019-10-13T10:14:46.599" v="294" actId="478"/>
          <ac:spMkLst>
            <pc:docMk/>
            <pc:sldMk cId="428624982" sldId="516"/>
            <ac:spMk id="3" creationId="{310F9A74-A929-4BD4-B271-A77463B088F6}"/>
          </ac:spMkLst>
        </pc:spChg>
        <pc:spChg chg="add del">
          <ac:chgData name="Cristian Chilipirea" userId="34ab170da5908fc4" providerId="LiveId" clId="{657DC964-B470-42A9-AA52-9F1F849BFB76}" dt="2019-10-13T10:14:52.617" v="296"/>
          <ac:spMkLst>
            <pc:docMk/>
            <pc:sldMk cId="428624982" sldId="516"/>
            <ac:spMk id="4" creationId="{2AFAE1C2-A057-4C2B-AB1C-31FD16F2425A}"/>
          </ac:spMkLst>
        </pc:spChg>
        <pc:spChg chg="add mod">
          <ac:chgData name="Cristian Chilipirea" userId="34ab170da5908fc4" providerId="LiveId" clId="{657DC964-B470-42A9-AA52-9F1F849BFB76}" dt="2019-10-13T10:14:54.711" v="298" actId="1076"/>
          <ac:spMkLst>
            <pc:docMk/>
            <pc:sldMk cId="428624982" sldId="516"/>
            <ac:spMk id="5" creationId="{EAA996FA-40E3-4E39-8F3C-2BA84B6DEC78}"/>
          </ac:spMkLst>
        </pc:spChg>
      </pc:sldChg>
      <pc:sldChg chg="del">
        <pc:chgData name="Cristian Chilipirea" userId="34ab170da5908fc4" providerId="LiveId" clId="{657DC964-B470-42A9-AA52-9F1F849BFB76}" dt="2019-10-13T10:02:38.768" v="30" actId="2696"/>
        <pc:sldMkLst>
          <pc:docMk/>
          <pc:sldMk cId="3525947301" sldId="516"/>
        </pc:sldMkLst>
      </pc:sldChg>
      <pc:sldChg chg="addSp delSp modSp add">
        <pc:chgData name="Cristian Chilipirea" userId="34ab170da5908fc4" providerId="LiveId" clId="{657DC964-B470-42A9-AA52-9F1F849BFB76}" dt="2019-10-13T10:15:12.816" v="309" actId="1076"/>
        <pc:sldMkLst>
          <pc:docMk/>
          <pc:sldMk cId="1708359677" sldId="517"/>
        </pc:sldMkLst>
        <pc:spChg chg="mod">
          <ac:chgData name="Cristian Chilipirea" userId="34ab170da5908fc4" providerId="LiveId" clId="{657DC964-B470-42A9-AA52-9F1F849BFB76}" dt="2019-10-13T10:15:00.080" v="300"/>
          <ac:spMkLst>
            <pc:docMk/>
            <pc:sldMk cId="1708359677" sldId="517"/>
            <ac:spMk id="2" creationId="{81AFBD42-D75F-4C41-A17F-C73236ED9746}"/>
          </ac:spMkLst>
        </pc:spChg>
        <pc:spChg chg="del">
          <ac:chgData name="Cristian Chilipirea" userId="34ab170da5908fc4" providerId="LiveId" clId="{657DC964-B470-42A9-AA52-9F1F849BFB76}" dt="2019-10-13T10:15:01.991" v="301" actId="478"/>
          <ac:spMkLst>
            <pc:docMk/>
            <pc:sldMk cId="1708359677" sldId="517"/>
            <ac:spMk id="3" creationId="{ED9C0227-6D61-415A-907B-84239BDACFB4}"/>
          </ac:spMkLst>
        </pc:spChg>
        <pc:spChg chg="add del mod">
          <ac:chgData name="Cristian Chilipirea" userId="34ab170da5908fc4" providerId="LiveId" clId="{657DC964-B470-42A9-AA52-9F1F849BFB76}" dt="2019-10-13T10:15:09.599" v="305"/>
          <ac:spMkLst>
            <pc:docMk/>
            <pc:sldMk cId="1708359677" sldId="517"/>
            <ac:spMk id="4" creationId="{C9E44097-DCCA-4EDB-B7A3-9EA514373EEE}"/>
          </ac:spMkLst>
        </pc:spChg>
        <pc:spChg chg="add del">
          <ac:chgData name="Cristian Chilipirea" userId="34ab170da5908fc4" providerId="LiveId" clId="{657DC964-B470-42A9-AA52-9F1F849BFB76}" dt="2019-10-13T10:15:11.146" v="307"/>
          <ac:spMkLst>
            <pc:docMk/>
            <pc:sldMk cId="1708359677" sldId="517"/>
            <ac:spMk id="5" creationId="{3D740B66-112C-4A4E-90AD-791BE0501907}"/>
          </ac:spMkLst>
        </pc:spChg>
        <pc:spChg chg="add mod">
          <ac:chgData name="Cristian Chilipirea" userId="34ab170da5908fc4" providerId="LiveId" clId="{657DC964-B470-42A9-AA52-9F1F849BFB76}" dt="2019-10-13T10:15:12.816" v="309" actId="1076"/>
          <ac:spMkLst>
            <pc:docMk/>
            <pc:sldMk cId="1708359677" sldId="517"/>
            <ac:spMk id="6" creationId="{432B099B-2383-4FD4-814D-5F5649CDDC3F}"/>
          </ac:spMkLst>
        </pc:spChg>
      </pc:sldChg>
      <pc:sldChg chg="del">
        <pc:chgData name="Cristian Chilipirea" userId="34ab170da5908fc4" providerId="LiveId" clId="{657DC964-B470-42A9-AA52-9F1F849BFB76}" dt="2019-10-13T10:02:39.125" v="31" actId="2696"/>
        <pc:sldMkLst>
          <pc:docMk/>
          <pc:sldMk cId="1868093676" sldId="517"/>
        </pc:sldMkLst>
      </pc:sldChg>
      <pc:sldChg chg="addSp delSp modSp add">
        <pc:chgData name="Cristian Chilipirea" userId="34ab170da5908fc4" providerId="LiveId" clId="{657DC964-B470-42A9-AA52-9F1F849BFB76}" dt="2019-10-13T10:15:32.264" v="318" actId="1076"/>
        <pc:sldMkLst>
          <pc:docMk/>
          <pc:sldMk cId="515006025" sldId="518"/>
        </pc:sldMkLst>
        <pc:spChg chg="mod">
          <ac:chgData name="Cristian Chilipirea" userId="34ab170da5908fc4" providerId="LiveId" clId="{657DC964-B470-42A9-AA52-9F1F849BFB76}" dt="2019-10-13T10:15:19.987" v="311"/>
          <ac:spMkLst>
            <pc:docMk/>
            <pc:sldMk cId="515006025" sldId="518"/>
            <ac:spMk id="2" creationId="{41044144-22AC-4202-A673-EB343EA4037D}"/>
          </ac:spMkLst>
        </pc:spChg>
        <pc:spChg chg="del">
          <ac:chgData name="Cristian Chilipirea" userId="34ab170da5908fc4" providerId="LiveId" clId="{657DC964-B470-42A9-AA52-9F1F849BFB76}" dt="2019-10-13T10:15:22.386" v="312" actId="478"/>
          <ac:spMkLst>
            <pc:docMk/>
            <pc:sldMk cId="515006025" sldId="518"/>
            <ac:spMk id="3" creationId="{4D22A08E-CC67-4F87-AE7D-008B7F9028F8}"/>
          </ac:spMkLst>
        </pc:spChg>
        <pc:grpChg chg="add del">
          <ac:chgData name="Cristian Chilipirea" userId="34ab170da5908fc4" providerId="LiveId" clId="{657DC964-B470-42A9-AA52-9F1F849BFB76}" dt="2019-10-13T10:15:28.366" v="316"/>
          <ac:grpSpMkLst>
            <pc:docMk/>
            <pc:sldMk cId="515006025" sldId="518"/>
            <ac:grpSpMk id="4" creationId="{31817EB6-E86F-459B-A99F-B698700FBB98}"/>
          </ac:grpSpMkLst>
        </pc:grpChg>
        <pc:grpChg chg="add del">
          <ac:chgData name="Cristian Chilipirea" userId="34ab170da5908fc4" providerId="LiveId" clId="{657DC964-B470-42A9-AA52-9F1F849BFB76}" dt="2019-10-13T10:15:28.366" v="316"/>
          <ac:grpSpMkLst>
            <pc:docMk/>
            <pc:sldMk cId="515006025" sldId="518"/>
            <ac:grpSpMk id="7" creationId="{4E43738D-CBB6-451C-82B9-C78010D87E9F}"/>
          </ac:grpSpMkLst>
        </pc:grpChg>
        <pc:grpChg chg="add del">
          <ac:chgData name="Cristian Chilipirea" userId="34ab170da5908fc4" providerId="LiveId" clId="{657DC964-B470-42A9-AA52-9F1F849BFB76}" dt="2019-10-13T10:15:28.366" v="316"/>
          <ac:grpSpMkLst>
            <pc:docMk/>
            <pc:sldMk cId="515006025" sldId="518"/>
            <ac:grpSpMk id="10" creationId="{4541C6FE-59A6-4559-AB21-6C6AD9FCBD55}"/>
          </ac:grpSpMkLst>
        </pc:grpChg>
        <pc:grpChg chg="add del">
          <ac:chgData name="Cristian Chilipirea" userId="34ab170da5908fc4" providerId="LiveId" clId="{657DC964-B470-42A9-AA52-9F1F849BFB76}" dt="2019-10-13T10:15:28.366" v="316"/>
          <ac:grpSpMkLst>
            <pc:docMk/>
            <pc:sldMk cId="515006025" sldId="518"/>
            <ac:grpSpMk id="13" creationId="{E4B514C0-3A0A-4528-8333-AD435E9DC855}"/>
          </ac:grpSpMkLst>
        </pc:grpChg>
        <pc:grpChg chg="add del">
          <ac:chgData name="Cristian Chilipirea" userId="34ab170da5908fc4" providerId="LiveId" clId="{657DC964-B470-42A9-AA52-9F1F849BFB76}" dt="2019-10-13T10:15:28.366" v="316"/>
          <ac:grpSpMkLst>
            <pc:docMk/>
            <pc:sldMk cId="515006025" sldId="518"/>
            <ac:grpSpMk id="16" creationId="{A0776605-7007-4311-BEAC-D7AF1CB1C103}"/>
          </ac:grpSpMkLst>
        </pc:grpChg>
        <pc:grpChg chg="add del">
          <ac:chgData name="Cristian Chilipirea" userId="34ab170da5908fc4" providerId="LiveId" clId="{657DC964-B470-42A9-AA52-9F1F849BFB76}" dt="2019-10-13T10:15:28.366" v="316"/>
          <ac:grpSpMkLst>
            <pc:docMk/>
            <pc:sldMk cId="515006025" sldId="518"/>
            <ac:grpSpMk id="19" creationId="{B2096BFD-3F22-4FAD-884E-C5B10A25FAAF}"/>
          </ac:grpSpMkLst>
        </pc:grpChg>
        <pc:grpChg chg="add del">
          <ac:chgData name="Cristian Chilipirea" userId="34ab170da5908fc4" providerId="LiveId" clId="{657DC964-B470-42A9-AA52-9F1F849BFB76}" dt="2019-10-13T10:15:28.366" v="316"/>
          <ac:grpSpMkLst>
            <pc:docMk/>
            <pc:sldMk cId="515006025" sldId="518"/>
            <ac:grpSpMk id="22" creationId="{03514686-E3BF-46AB-93D5-658F68C30962}"/>
          </ac:grpSpMkLst>
        </pc:grpChg>
        <pc:grpChg chg="add del">
          <ac:chgData name="Cristian Chilipirea" userId="34ab170da5908fc4" providerId="LiveId" clId="{657DC964-B470-42A9-AA52-9F1F849BFB76}" dt="2019-10-13T10:15:28.366" v="316"/>
          <ac:grpSpMkLst>
            <pc:docMk/>
            <pc:sldMk cId="515006025" sldId="518"/>
            <ac:grpSpMk id="25" creationId="{4E0B57DF-D764-40BB-9502-095FE48C62D7}"/>
          </ac:grpSpMkLst>
        </pc:grpChg>
        <pc:grpChg chg="add del">
          <ac:chgData name="Cristian Chilipirea" userId="34ab170da5908fc4" providerId="LiveId" clId="{657DC964-B470-42A9-AA52-9F1F849BFB76}" dt="2019-10-13T10:15:28.366" v="316"/>
          <ac:grpSpMkLst>
            <pc:docMk/>
            <pc:sldMk cId="515006025" sldId="518"/>
            <ac:grpSpMk id="28" creationId="{B0B35590-40DC-43D3-BAF5-B9D7581B740B}"/>
          </ac:grpSpMkLst>
        </pc:grpChg>
        <pc:grpChg chg="add del">
          <ac:chgData name="Cristian Chilipirea" userId="34ab170da5908fc4" providerId="LiveId" clId="{657DC964-B470-42A9-AA52-9F1F849BFB76}" dt="2019-10-13T10:15:28.366" v="316"/>
          <ac:grpSpMkLst>
            <pc:docMk/>
            <pc:sldMk cId="515006025" sldId="518"/>
            <ac:grpSpMk id="43" creationId="{D71535B6-9F32-4870-8EDA-4B0C6ADD6A93}"/>
          </ac:grpSpMkLst>
        </pc:grpChg>
        <pc:grpChg chg="add mod">
          <ac:chgData name="Cristian Chilipirea" userId="34ab170da5908fc4" providerId="LiveId" clId="{657DC964-B470-42A9-AA52-9F1F849BFB76}" dt="2019-10-13T10:15:32.264" v="318" actId="1076"/>
          <ac:grpSpMkLst>
            <pc:docMk/>
            <pc:sldMk cId="515006025" sldId="518"/>
            <ac:grpSpMk id="46" creationId="{AD96059F-77F0-4839-9BC3-E8DF9F4FF8C8}"/>
          </ac:grpSpMkLst>
        </pc:grpChg>
        <pc:grpChg chg="add mod">
          <ac:chgData name="Cristian Chilipirea" userId="34ab170da5908fc4" providerId="LiveId" clId="{657DC964-B470-42A9-AA52-9F1F849BFB76}" dt="2019-10-13T10:15:32.264" v="318" actId="1076"/>
          <ac:grpSpMkLst>
            <pc:docMk/>
            <pc:sldMk cId="515006025" sldId="518"/>
            <ac:grpSpMk id="49" creationId="{7CFCEA87-42D9-46CA-A14B-C99658EBB457}"/>
          </ac:grpSpMkLst>
        </pc:grpChg>
        <pc:grpChg chg="add mod">
          <ac:chgData name="Cristian Chilipirea" userId="34ab170da5908fc4" providerId="LiveId" clId="{657DC964-B470-42A9-AA52-9F1F849BFB76}" dt="2019-10-13T10:15:32.264" v="318" actId="1076"/>
          <ac:grpSpMkLst>
            <pc:docMk/>
            <pc:sldMk cId="515006025" sldId="518"/>
            <ac:grpSpMk id="52" creationId="{8E574BB3-383B-4CE1-8D0B-66A37CB5EBDB}"/>
          </ac:grpSpMkLst>
        </pc:grpChg>
        <pc:grpChg chg="add mod">
          <ac:chgData name="Cristian Chilipirea" userId="34ab170da5908fc4" providerId="LiveId" clId="{657DC964-B470-42A9-AA52-9F1F849BFB76}" dt="2019-10-13T10:15:32.264" v="318" actId="1076"/>
          <ac:grpSpMkLst>
            <pc:docMk/>
            <pc:sldMk cId="515006025" sldId="518"/>
            <ac:grpSpMk id="55" creationId="{4988F8B1-AD65-4429-BB5D-B7D07C1ED3ED}"/>
          </ac:grpSpMkLst>
        </pc:grpChg>
        <pc:grpChg chg="add mod">
          <ac:chgData name="Cristian Chilipirea" userId="34ab170da5908fc4" providerId="LiveId" clId="{657DC964-B470-42A9-AA52-9F1F849BFB76}" dt="2019-10-13T10:15:32.264" v="318" actId="1076"/>
          <ac:grpSpMkLst>
            <pc:docMk/>
            <pc:sldMk cId="515006025" sldId="518"/>
            <ac:grpSpMk id="58" creationId="{AE9AAA7E-ECB1-47AA-81A4-9F51E2F16D31}"/>
          </ac:grpSpMkLst>
        </pc:grpChg>
        <pc:grpChg chg="add mod">
          <ac:chgData name="Cristian Chilipirea" userId="34ab170da5908fc4" providerId="LiveId" clId="{657DC964-B470-42A9-AA52-9F1F849BFB76}" dt="2019-10-13T10:15:32.264" v="318" actId="1076"/>
          <ac:grpSpMkLst>
            <pc:docMk/>
            <pc:sldMk cId="515006025" sldId="518"/>
            <ac:grpSpMk id="61" creationId="{E313BFC1-7F9B-4064-B485-D13E92BA0C74}"/>
          </ac:grpSpMkLst>
        </pc:grpChg>
        <pc:grpChg chg="add mod">
          <ac:chgData name="Cristian Chilipirea" userId="34ab170da5908fc4" providerId="LiveId" clId="{657DC964-B470-42A9-AA52-9F1F849BFB76}" dt="2019-10-13T10:15:32.264" v="318" actId="1076"/>
          <ac:grpSpMkLst>
            <pc:docMk/>
            <pc:sldMk cId="515006025" sldId="518"/>
            <ac:grpSpMk id="64" creationId="{299035C1-F65E-4EA3-950C-75310DD52C63}"/>
          </ac:grpSpMkLst>
        </pc:grpChg>
        <pc:grpChg chg="add mod">
          <ac:chgData name="Cristian Chilipirea" userId="34ab170da5908fc4" providerId="LiveId" clId="{657DC964-B470-42A9-AA52-9F1F849BFB76}" dt="2019-10-13T10:15:32.264" v="318" actId="1076"/>
          <ac:grpSpMkLst>
            <pc:docMk/>
            <pc:sldMk cId="515006025" sldId="518"/>
            <ac:grpSpMk id="67" creationId="{E9644A24-29E3-4782-81BE-D6C20F53D7CD}"/>
          </ac:grpSpMkLst>
        </pc:grpChg>
        <pc:grpChg chg="add mod">
          <ac:chgData name="Cristian Chilipirea" userId="34ab170da5908fc4" providerId="LiveId" clId="{657DC964-B470-42A9-AA52-9F1F849BFB76}" dt="2019-10-13T10:15:32.264" v="318" actId="1076"/>
          <ac:grpSpMkLst>
            <pc:docMk/>
            <pc:sldMk cId="515006025" sldId="518"/>
            <ac:grpSpMk id="70" creationId="{C01D1832-0220-4283-BCB3-8938C313CE53}"/>
          </ac:grpSpMkLst>
        </pc:grpChg>
        <pc:grpChg chg="add mod">
          <ac:chgData name="Cristian Chilipirea" userId="34ab170da5908fc4" providerId="LiveId" clId="{657DC964-B470-42A9-AA52-9F1F849BFB76}" dt="2019-10-13T10:15:32.264" v="318" actId="1076"/>
          <ac:grpSpMkLst>
            <pc:docMk/>
            <pc:sldMk cId="515006025" sldId="518"/>
            <ac:grpSpMk id="85" creationId="{E18AC48C-D18F-4E7B-8F92-4582E71936D0}"/>
          </ac:grpSpMkLst>
        </pc:grpChg>
        <pc:cxnChg chg="add del">
          <ac:chgData name="Cristian Chilipirea" userId="34ab170da5908fc4" providerId="LiveId" clId="{657DC964-B470-42A9-AA52-9F1F849BFB76}" dt="2019-10-13T10:15:28.366" v="316"/>
          <ac:cxnSpMkLst>
            <pc:docMk/>
            <pc:sldMk cId="515006025" sldId="518"/>
            <ac:cxnSpMk id="31" creationId="{41AF415E-00E0-4CE0-8176-5AD6CBEC95CB}"/>
          </ac:cxnSpMkLst>
        </pc:cxnChg>
        <pc:cxnChg chg="add del">
          <ac:chgData name="Cristian Chilipirea" userId="34ab170da5908fc4" providerId="LiveId" clId="{657DC964-B470-42A9-AA52-9F1F849BFB76}" dt="2019-10-13T10:15:28.366" v="316"/>
          <ac:cxnSpMkLst>
            <pc:docMk/>
            <pc:sldMk cId="515006025" sldId="518"/>
            <ac:cxnSpMk id="32" creationId="{8822E6E4-7DA7-40D0-B1B1-6B445A25BC86}"/>
          </ac:cxnSpMkLst>
        </pc:cxnChg>
        <pc:cxnChg chg="add del">
          <ac:chgData name="Cristian Chilipirea" userId="34ab170da5908fc4" providerId="LiveId" clId="{657DC964-B470-42A9-AA52-9F1F849BFB76}" dt="2019-10-13T10:15:28.366" v="316"/>
          <ac:cxnSpMkLst>
            <pc:docMk/>
            <pc:sldMk cId="515006025" sldId="518"/>
            <ac:cxnSpMk id="33" creationId="{43BDA57A-9294-44B1-A6BC-4473201A0352}"/>
          </ac:cxnSpMkLst>
        </pc:cxnChg>
        <pc:cxnChg chg="add del">
          <ac:chgData name="Cristian Chilipirea" userId="34ab170da5908fc4" providerId="LiveId" clId="{657DC964-B470-42A9-AA52-9F1F849BFB76}" dt="2019-10-13T10:15:28.366" v="316"/>
          <ac:cxnSpMkLst>
            <pc:docMk/>
            <pc:sldMk cId="515006025" sldId="518"/>
            <ac:cxnSpMk id="34" creationId="{29308412-DC61-4EF8-A034-DED170C43722}"/>
          </ac:cxnSpMkLst>
        </pc:cxnChg>
        <pc:cxnChg chg="add del">
          <ac:chgData name="Cristian Chilipirea" userId="34ab170da5908fc4" providerId="LiveId" clId="{657DC964-B470-42A9-AA52-9F1F849BFB76}" dt="2019-10-13T10:15:28.366" v="316"/>
          <ac:cxnSpMkLst>
            <pc:docMk/>
            <pc:sldMk cId="515006025" sldId="518"/>
            <ac:cxnSpMk id="35" creationId="{9B4C9B5C-EF59-44C2-8168-3C14A3633CF7}"/>
          </ac:cxnSpMkLst>
        </pc:cxnChg>
        <pc:cxnChg chg="add del">
          <ac:chgData name="Cristian Chilipirea" userId="34ab170da5908fc4" providerId="LiveId" clId="{657DC964-B470-42A9-AA52-9F1F849BFB76}" dt="2019-10-13T10:15:28.366" v="316"/>
          <ac:cxnSpMkLst>
            <pc:docMk/>
            <pc:sldMk cId="515006025" sldId="518"/>
            <ac:cxnSpMk id="36" creationId="{48205AC1-0EBE-42B5-9AEC-A9DDFE587B1E}"/>
          </ac:cxnSpMkLst>
        </pc:cxnChg>
        <pc:cxnChg chg="add del">
          <ac:chgData name="Cristian Chilipirea" userId="34ab170da5908fc4" providerId="LiveId" clId="{657DC964-B470-42A9-AA52-9F1F849BFB76}" dt="2019-10-13T10:15:28.366" v="316"/>
          <ac:cxnSpMkLst>
            <pc:docMk/>
            <pc:sldMk cId="515006025" sldId="518"/>
            <ac:cxnSpMk id="37" creationId="{EC5C2967-55C2-441D-A56C-5DE1B922C6F1}"/>
          </ac:cxnSpMkLst>
        </pc:cxnChg>
        <pc:cxnChg chg="add del">
          <ac:chgData name="Cristian Chilipirea" userId="34ab170da5908fc4" providerId="LiveId" clId="{657DC964-B470-42A9-AA52-9F1F849BFB76}" dt="2019-10-13T10:15:28.366" v="316"/>
          <ac:cxnSpMkLst>
            <pc:docMk/>
            <pc:sldMk cId="515006025" sldId="518"/>
            <ac:cxnSpMk id="38" creationId="{57C72A20-072E-4F4B-9B89-CCBA3C2064C4}"/>
          </ac:cxnSpMkLst>
        </pc:cxnChg>
        <pc:cxnChg chg="add del">
          <ac:chgData name="Cristian Chilipirea" userId="34ab170da5908fc4" providerId="LiveId" clId="{657DC964-B470-42A9-AA52-9F1F849BFB76}" dt="2019-10-13T10:15:28.366" v="316"/>
          <ac:cxnSpMkLst>
            <pc:docMk/>
            <pc:sldMk cId="515006025" sldId="518"/>
            <ac:cxnSpMk id="39" creationId="{E99C5D4F-D575-4F56-9685-657D0FA093DF}"/>
          </ac:cxnSpMkLst>
        </pc:cxnChg>
        <pc:cxnChg chg="add del">
          <ac:chgData name="Cristian Chilipirea" userId="34ab170da5908fc4" providerId="LiveId" clId="{657DC964-B470-42A9-AA52-9F1F849BFB76}" dt="2019-10-13T10:15:28.366" v="316"/>
          <ac:cxnSpMkLst>
            <pc:docMk/>
            <pc:sldMk cId="515006025" sldId="518"/>
            <ac:cxnSpMk id="40" creationId="{CDD91C8D-5CC4-473C-93D8-46B6240AAC7D}"/>
          </ac:cxnSpMkLst>
        </pc:cxnChg>
        <pc:cxnChg chg="add del">
          <ac:chgData name="Cristian Chilipirea" userId="34ab170da5908fc4" providerId="LiveId" clId="{657DC964-B470-42A9-AA52-9F1F849BFB76}" dt="2019-10-13T10:15:28.366" v="316"/>
          <ac:cxnSpMkLst>
            <pc:docMk/>
            <pc:sldMk cId="515006025" sldId="518"/>
            <ac:cxnSpMk id="41" creationId="{9D203721-8CCC-4891-8AC4-1892FE34B62F}"/>
          </ac:cxnSpMkLst>
        </pc:cxnChg>
        <pc:cxnChg chg="add del">
          <ac:chgData name="Cristian Chilipirea" userId="34ab170da5908fc4" providerId="LiveId" clId="{657DC964-B470-42A9-AA52-9F1F849BFB76}" dt="2019-10-13T10:15:28.366" v="316"/>
          <ac:cxnSpMkLst>
            <pc:docMk/>
            <pc:sldMk cId="515006025" sldId="518"/>
            <ac:cxnSpMk id="42" creationId="{B0405050-2E59-4505-BDCF-9B32CD33A183}"/>
          </ac:cxnSpMkLst>
        </pc:cxnChg>
        <pc:cxnChg chg="add mod">
          <ac:chgData name="Cristian Chilipirea" userId="34ab170da5908fc4" providerId="LiveId" clId="{657DC964-B470-42A9-AA52-9F1F849BFB76}" dt="2019-10-13T10:15:32.264" v="318" actId="1076"/>
          <ac:cxnSpMkLst>
            <pc:docMk/>
            <pc:sldMk cId="515006025" sldId="518"/>
            <ac:cxnSpMk id="73" creationId="{3197AB39-91F6-4860-90A0-3CC9BD610560}"/>
          </ac:cxnSpMkLst>
        </pc:cxnChg>
        <pc:cxnChg chg="add mod">
          <ac:chgData name="Cristian Chilipirea" userId="34ab170da5908fc4" providerId="LiveId" clId="{657DC964-B470-42A9-AA52-9F1F849BFB76}" dt="2019-10-13T10:15:32.264" v="318" actId="1076"/>
          <ac:cxnSpMkLst>
            <pc:docMk/>
            <pc:sldMk cId="515006025" sldId="518"/>
            <ac:cxnSpMk id="74" creationId="{59A6ACA5-BAE2-4FE0-8DB7-31E4360E7C70}"/>
          </ac:cxnSpMkLst>
        </pc:cxnChg>
        <pc:cxnChg chg="add mod">
          <ac:chgData name="Cristian Chilipirea" userId="34ab170da5908fc4" providerId="LiveId" clId="{657DC964-B470-42A9-AA52-9F1F849BFB76}" dt="2019-10-13T10:15:32.264" v="318" actId="1076"/>
          <ac:cxnSpMkLst>
            <pc:docMk/>
            <pc:sldMk cId="515006025" sldId="518"/>
            <ac:cxnSpMk id="75" creationId="{089D1554-688E-4F40-AA76-47D61FD9070D}"/>
          </ac:cxnSpMkLst>
        </pc:cxnChg>
        <pc:cxnChg chg="add mod">
          <ac:chgData name="Cristian Chilipirea" userId="34ab170da5908fc4" providerId="LiveId" clId="{657DC964-B470-42A9-AA52-9F1F849BFB76}" dt="2019-10-13T10:15:32.264" v="318" actId="1076"/>
          <ac:cxnSpMkLst>
            <pc:docMk/>
            <pc:sldMk cId="515006025" sldId="518"/>
            <ac:cxnSpMk id="76" creationId="{2D86DEFF-B2D7-421F-8D25-6B3CCB16715B}"/>
          </ac:cxnSpMkLst>
        </pc:cxnChg>
        <pc:cxnChg chg="add mod">
          <ac:chgData name="Cristian Chilipirea" userId="34ab170da5908fc4" providerId="LiveId" clId="{657DC964-B470-42A9-AA52-9F1F849BFB76}" dt="2019-10-13T10:15:32.264" v="318" actId="1076"/>
          <ac:cxnSpMkLst>
            <pc:docMk/>
            <pc:sldMk cId="515006025" sldId="518"/>
            <ac:cxnSpMk id="77" creationId="{CBAA32D1-91D1-4BDE-ACEA-53E0BB39BC38}"/>
          </ac:cxnSpMkLst>
        </pc:cxnChg>
        <pc:cxnChg chg="add mod">
          <ac:chgData name="Cristian Chilipirea" userId="34ab170da5908fc4" providerId="LiveId" clId="{657DC964-B470-42A9-AA52-9F1F849BFB76}" dt="2019-10-13T10:15:32.264" v="318" actId="1076"/>
          <ac:cxnSpMkLst>
            <pc:docMk/>
            <pc:sldMk cId="515006025" sldId="518"/>
            <ac:cxnSpMk id="78" creationId="{DD1DD440-1453-443A-AFEA-FD252243BDA4}"/>
          </ac:cxnSpMkLst>
        </pc:cxnChg>
        <pc:cxnChg chg="add mod">
          <ac:chgData name="Cristian Chilipirea" userId="34ab170da5908fc4" providerId="LiveId" clId="{657DC964-B470-42A9-AA52-9F1F849BFB76}" dt="2019-10-13T10:15:32.264" v="318" actId="1076"/>
          <ac:cxnSpMkLst>
            <pc:docMk/>
            <pc:sldMk cId="515006025" sldId="518"/>
            <ac:cxnSpMk id="79" creationId="{E7A3E512-009C-4E63-8920-71BD266A1463}"/>
          </ac:cxnSpMkLst>
        </pc:cxnChg>
        <pc:cxnChg chg="add mod">
          <ac:chgData name="Cristian Chilipirea" userId="34ab170da5908fc4" providerId="LiveId" clId="{657DC964-B470-42A9-AA52-9F1F849BFB76}" dt="2019-10-13T10:15:32.264" v="318" actId="1076"/>
          <ac:cxnSpMkLst>
            <pc:docMk/>
            <pc:sldMk cId="515006025" sldId="518"/>
            <ac:cxnSpMk id="80" creationId="{8EC33D46-1840-4975-9AB1-CC5C84CED731}"/>
          </ac:cxnSpMkLst>
        </pc:cxnChg>
        <pc:cxnChg chg="add mod">
          <ac:chgData name="Cristian Chilipirea" userId="34ab170da5908fc4" providerId="LiveId" clId="{657DC964-B470-42A9-AA52-9F1F849BFB76}" dt="2019-10-13T10:15:32.264" v="318" actId="1076"/>
          <ac:cxnSpMkLst>
            <pc:docMk/>
            <pc:sldMk cId="515006025" sldId="518"/>
            <ac:cxnSpMk id="81" creationId="{1F00ABBC-4A6F-4EA0-A3F9-031E46486AB2}"/>
          </ac:cxnSpMkLst>
        </pc:cxnChg>
        <pc:cxnChg chg="add mod">
          <ac:chgData name="Cristian Chilipirea" userId="34ab170da5908fc4" providerId="LiveId" clId="{657DC964-B470-42A9-AA52-9F1F849BFB76}" dt="2019-10-13T10:15:32.264" v="318" actId="1076"/>
          <ac:cxnSpMkLst>
            <pc:docMk/>
            <pc:sldMk cId="515006025" sldId="518"/>
            <ac:cxnSpMk id="82" creationId="{3030CA5F-B5CF-4A61-A34B-ADCB4020B3E5}"/>
          </ac:cxnSpMkLst>
        </pc:cxnChg>
        <pc:cxnChg chg="add mod">
          <ac:chgData name="Cristian Chilipirea" userId="34ab170da5908fc4" providerId="LiveId" clId="{657DC964-B470-42A9-AA52-9F1F849BFB76}" dt="2019-10-13T10:15:32.264" v="318" actId="1076"/>
          <ac:cxnSpMkLst>
            <pc:docMk/>
            <pc:sldMk cId="515006025" sldId="518"/>
            <ac:cxnSpMk id="83" creationId="{5DD23C9A-B9D2-4A09-A705-732510AFCFD2}"/>
          </ac:cxnSpMkLst>
        </pc:cxnChg>
        <pc:cxnChg chg="add mod">
          <ac:chgData name="Cristian Chilipirea" userId="34ab170da5908fc4" providerId="LiveId" clId="{657DC964-B470-42A9-AA52-9F1F849BFB76}" dt="2019-10-13T10:15:32.264" v="318" actId="1076"/>
          <ac:cxnSpMkLst>
            <pc:docMk/>
            <pc:sldMk cId="515006025" sldId="518"/>
            <ac:cxnSpMk id="84" creationId="{14F8F429-524E-4AE2-837B-251DD5E6AAFF}"/>
          </ac:cxnSpMkLst>
        </pc:cxnChg>
      </pc:sldChg>
      <pc:sldChg chg="del">
        <pc:chgData name="Cristian Chilipirea" userId="34ab170da5908fc4" providerId="LiveId" clId="{657DC964-B470-42A9-AA52-9F1F849BFB76}" dt="2019-10-13T10:02:39.929" v="32" actId="2696"/>
        <pc:sldMkLst>
          <pc:docMk/>
          <pc:sldMk cId="937818870" sldId="518"/>
        </pc:sldMkLst>
      </pc:sldChg>
      <pc:sldChg chg="addSp delSp modSp add">
        <pc:chgData name="Cristian Chilipirea" userId="34ab170da5908fc4" providerId="LiveId" clId="{657DC964-B470-42A9-AA52-9F1F849BFB76}" dt="2019-10-13T10:15:55.099" v="327" actId="1076"/>
        <pc:sldMkLst>
          <pc:docMk/>
          <pc:sldMk cId="4258076731" sldId="519"/>
        </pc:sldMkLst>
        <pc:spChg chg="mod">
          <ac:chgData name="Cristian Chilipirea" userId="34ab170da5908fc4" providerId="LiveId" clId="{657DC964-B470-42A9-AA52-9F1F849BFB76}" dt="2019-10-13T10:15:42.708" v="320"/>
          <ac:spMkLst>
            <pc:docMk/>
            <pc:sldMk cId="4258076731" sldId="519"/>
            <ac:spMk id="2" creationId="{31586C2A-2656-4631-8E6D-CAA250221F1A}"/>
          </ac:spMkLst>
        </pc:spChg>
        <pc:spChg chg="del">
          <ac:chgData name="Cristian Chilipirea" userId="34ab170da5908fc4" providerId="LiveId" clId="{657DC964-B470-42A9-AA52-9F1F849BFB76}" dt="2019-10-13T10:15:44.968" v="321" actId="478"/>
          <ac:spMkLst>
            <pc:docMk/>
            <pc:sldMk cId="4258076731" sldId="519"/>
            <ac:spMk id="3" creationId="{B1B35177-EE0B-4D0A-A402-934A51AFFBF1}"/>
          </ac:spMkLst>
        </pc:spChg>
        <pc:spChg chg="add del">
          <ac:chgData name="Cristian Chilipirea" userId="34ab170da5908fc4" providerId="LiveId" clId="{657DC964-B470-42A9-AA52-9F1F849BFB76}" dt="2019-10-13T10:15:51.181" v="325"/>
          <ac:spMkLst>
            <pc:docMk/>
            <pc:sldMk cId="4258076731" sldId="519"/>
            <ac:spMk id="49" creationId="{6CD29D74-E2D5-4435-B7BB-3CFBE3F5C543}"/>
          </ac:spMkLst>
        </pc:spChg>
        <pc:spChg chg="add del">
          <ac:chgData name="Cristian Chilipirea" userId="34ab170da5908fc4" providerId="LiveId" clId="{657DC964-B470-42A9-AA52-9F1F849BFB76}" dt="2019-10-13T10:15:51.181" v="325"/>
          <ac:spMkLst>
            <pc:docMk/>
            <pc:sldMk cId="4258076731" sldId="519"/>
            <ac:spMk id="50" creationId="{DD6D9D97-E360-4392-BFD7-08A6EBF48845}"/>
          </ac:spMkLst>
        </pc:spChg>
        <pc:spChg chg="add del">
          <ac:chgData name="Cristian Chilipirea" userId="34ab170da5908fc4" providerId="LiveId" clId="{657DC964-B470-42A9-AA52-9F1F849BFB76}" dt="2019-10-13T10:15:51.181" v="325"/>
          <ac:spMkLst>
            <pc:docMk/>
            <pc:sldMk cId="4258076731" sldId="519"/>
            <ac:spMk id="53" creationId="{FD8EB5F0-C46F-4D06-BD67-28E928674752}"/>
          </ac:spMkLst>
        </pc:spChg>
        <pc:spChg chg="add del">
          <ac:chgData name="Cristian Chilipirea" userId="34ab170da5908fc4" providerId="LiveId" clId="{657DC964-B470-42A9-AA52-9F1F849BFB76}" dt="2019-10-13T10:15:51.181" v="325"/>
          <ac:spMkLst>
            <pc:docMk/>
            <pc:sldMk cId="4258076731" sldId="519"/>
            <ac:spMk id="54" creationId="{654F58CF-FE19-4C30-A2DF-48F7AEB9270A}"/>
          </ac:spMkLst>
        </pc:spChg>
        <pc:spChg chg="add mod">
          <ac:chgData name="Cristian Chilipirea" userId="34ab170da5908fc4" providerId="LiveId" clId="{657DC964-B470-42A9-AA52-9F1F849BFB76}" dt="2019-10-13T10:15:55.099" v="327" actId="1076"/>
          <ac:spMkLst>
            <pc:docMk/>
            <pc:sldMk cId="4258076731" sldId="519"/>
            <ac:spMk id="114" creationId="{E2EC2228-D34F-4C7F-AB65-1BE48F526216}"/>
          </ac:spMkLst>
        </pc:spChg>
        <pc:spChg chg="add mod">
          <ac:chgData name="Cristian Chilipirea" userId="34ab170da5908fc4" providerId="LiveId" clId="{657DC964-B470-42A9-AA52-9F1F849BFB76}" dt="2019-10-13T10:15:55.099" v="327" actId="1076"/>
          <ac:spMkLst>
            <pc:docMk/>
            <pc:sldMk cId="4258076731" sldId="519"/>
            <ac:spMk id="115" creationId="{8AC01D72-1096-4C46-9B47-F4671D22AB1D}"/>
          </ac:spMkLst>
        </pc:spChg>
        <pc:spChg chg="add mod">
          <ac:chgData name="Cristian Chilipirea" userId="34ab170da5908fc4" providerId="LiveId" clId="{657DC964-B470-42A9-AA52-9F1F849BFB76}" dt="2019-10-13T10:15:55.099" v="327" actId="1076"/>
          <ac:spMkLst>
            <pc:docMk/>
            <pc:sldMk cId="4258076731" sldId="519"/>
            <ac:spMk id="118" creationId="{2E077BDB-F37D-45BC-A713-CD4C08C045B3}"/>
          </ac:spMkLst>
        </pc:spChg>
        <pc:spChg chg="add mod">
          <ac:chgData name="Cristian Chilipirea" userId="34ab170da5908fc4" providerId="LiveId" clId="{657DC964-B470-42A9-AA52-9F1F849BFB76}" dt="2019-10-13T10:15:55.099" v="327" actId="1076"/>
          <ac:spMkLst>
            <pc:docMk/>
            <pc:sldMk cId="4258076731" sldId="519"/>
            <ac:spMk id="119" creationId="{60C81CFD-3953-40DC-8B3D-A3FE8D4E9328}"/>
          </ac:spMkLst>
        </pc:spChg>
        <pc:grpChg chg="add del">
          <ac:chgData name="Cristian Chilipirea" userId="34ab170da5908fc4" providerId="LiveId" clId="{657DC964-B470-42A9-AA52-9F1F849BFB76}" dt="2019-10-13T10:15:51.181" v="325"/>
          <ac:grpSpMkLst>
            <pc:docMk/>
            <pc:sldMk cId="4258076731" sldId="519"/>
            <ac:grpSpMk id="4" creationId="{E46ECB67-8E23-4467-863B-8C14BC3C7781}"/>
          </ac:grpSpMkLst>
        </pc:grpChg>
        <pc:grpChg chg="add del">
          <ac:chgData name="Cristian Chilipirea" userId="34ab170da5908fc4" providerId="LiveId" clId="{657DC964-B470-42A9-AA52-9F1F849BFB76}" dt="2019-10-13T10:15:51.181" v="325"/>
          <ac:grpSpMkLst>
            <pc:docMk/>
            <pc:sldMk cId="4258076731" sldId="519"/>
            <ac:grpSpMk id="7" creationId="{E2B05762-B36B-43F1-90F7-9DC8103E09B2}"/>
          </ac:grpSpMkLst>
        </pc:grpChg>
        <pc:grpChg chg="add del">
          <ac:chgData name="Cristian Chilipirea" userId="34ab170da5908fc4" providerId="LiveId" clId="{657DC964-B470-42A9-AA52-9F1F849BFB76}" dt="2019-10-13T10:15:51.181" v="325"/>
          <ac:grpSpMkLst>
            <pc:docMk/>
            <pc:sldMk cId="4258076731" sldId="519"/>
            <ac:grpSpMk id="10" creationId="{0FE8ED59-4FA4-44CD-B2EC-A5D0A2D0BF10}"/>
          </ac:grpSpMkLst>
        </pc:grpChg>
        <pc:grpChg chg="add del">
          <ac:chgData name="Cristian Chilipirea" userId="34ab170da5908fc4" providerId="LiveId" clId="{657DC964-B470-42A9-AA52-9F1F849BFB76}" dt="2019-10-13T10:15:51.181" v="325"/>
          <ac:grpSpMkLst>
            <pc:docMk/>
            <pc:sldMk cId="4258076731" sldId="519"/>
            <ac:grpSpMk id="13" creationId="{87D160DA-F7F2-4DFF-8FEB-27507C4A6AA6}"/>
          </ac:grpSpMkLst>
        </pc:grpChg>
        <pc:grpChg chg="add del">
          <ac:chgData name="Cristian Chilipirea" userId="34ab170da5908fc4" providerId="LiveId" clId="{657DC964-B470-42A9-AA52-9F1F849BFB76}" dt="2019-10-13T10:15:51.181" v="325"/>
          <ac:grpSpMkLst>
            <pc:docMk/>
            <pc:sldMk cId="4258076731" sldId="519"/>
            <ac:grpSpMk id="16" creationId="{D3B87CB6-8DCC-48FC-9BB2-403325A32C5F}"/>
          </ac:grpSpMkLst>
        </pc:grpChg>
        <pc:grpChg chg="add del">
          <ac:chgData name="Cristian Chilipirea" userId="34ab170da5908fc4" providerId="LiveId" clId="{657DC964-B470-42A9-AA52-9F1F849BFB76}" dt="2019-10-13T10:15:51.181" v="325"/>
          <ac:grpSpMkLst>
            <pc:docMk/>
            <pc:sldMk cId="4258076731" sldId="519"/>
            <ac:grpSpMk id="19" creationId="{541E1D3A-F020-413A-AA57-C89D30E0C17C}"/>
          </ac:grpSpMkLst>
        </pc:grpChg>
        <pc:grpChg chg="add del">
          <ac:chgData name="Cristian Chilipirea" userId="34ab170da5908fc4" providerId="LiveId" clId="{657DC964-B470-42A9-AA52-9F1F849BFB76}" dt="2019-10-13T10:15:51.181" v="325"/>
          <ac:grpSpMkLst>
            <pc:docMk/>
            <pc:sldMk cId="4258076731" sldId="519"/>
            <ac:grpSpMk id="22" creationId="{203A426A-E765-4131-9308-86500C87D3DA}"/>
          </ac:grpSpMkLst>
        </pc:grpChg>
        <pc:grpChg chg="add del">
          <ac:chgData name="Cristian Chilipirea" userId="34ab170da5908fc4" providerId="LiveId" clId="{657DC964-B470-42A9-AA52-9F1F849BFB76}" dt="2019-10-13T10:15:51.181" v="325"/>
          <ac:grpSpMkLst>
            <pc:docMk/>
            <pc:sldMk cId="4258076731" sldId="519"/>
            <ac:grpSpMk id="25" creationId="{64D8ADE6-3BB3-471E-AFDD-36BA4A205659}"/>
          </ac:grpSpMkLst>
        </pc:grpChg>
        <pc:grpChg chg="add del">
          <ac:chgData name="Cristian Chilipirea" userId="34ab170da5908fc4" providerId="LiveId" clId="{657DC964-B470-42A9-AA52-9F1F849BFB76}" dt="2019-10-13T10:15:51.181" v="325"/>
          <ac:grpSpMkLst>
            <pc:docMk/>
            <pc:sldMk cId="4258076731" sldId="519"/>
            <ac:grpSpMk id="28" creationId="{A2F70480-FECC-48F9-9BDD-3D39AD2C22F7}"/>
          </ac:grpSpMkLst>
        </pc:grpChg>
        <pc:grpChg chg="add del">
          <ac:chgData name="Cristian Chilipirea" userId="34ab170da5908fc4" providerId="LiveId" clId="{657DC964-B470-42A9-AA52-9F1F849BFB76}" dt="2019-10-13T10:15:51.181" v="325"/>
          <ac:grpSpMkLst>
            <pc:docMk/>
            <pc:sldMk cId="4258076731" sldId="519"/>
            <ac:grpSpMk id="46" creationId="{E8794152-46FF-42B9-BB5D-E7C4986113EC}"/>
          </ac:grpSpMkLst>
        </pc:grpChg>
        <pc:grpChg chg="add del">
          <ac:chgData name="Cristian Chilipirea" userId="34ab170da5908fc4" providerId="LiveId" clId="{657DC964-B470-42A9-AA52-9F1F849BFB76}" dt="2019-10-13T10:15:51.181" v="325"/>
          <ac:grpSpMkLst>
            <pc:docMk/>
            <pc:sldMk cId="4258076731" sldId="519"/>
            <ac:grpSpMk id="55" creationId="{39C63E92-E9F6-4CB8-ABD0-50EBFAD822B0}"/>
          </ac:grpSpMkLst>
        </pc:grpChg>
        <pc:grpChg chg="add del">
          <ac:chgData name="Cristian Chilipirea" userId="34ab170da5908fc4" providerId="LiveId" clId="{657DC964-B470-42A9-AA52-9F1F849BFB76}" dt="2019-10-13T10:15:51.181" v="325"/>
          <ac:grpSpMkLst>
            <pc:docMk/>
            <pc:sldMk cId="4258076731" sldId="519"/>
            <ac:grpSpMk id="58" creationId="{E8FF739D-167C-446D-B57A-5CE0403C365B}"/>
          </ac:grpSpMkLst>
        </pc:grpChg>
        <pc:grpChg chg="add del">
          <ac:chgData name="Cristian Chilipirea" userId="34ab170da5908fc4" providerId="LiveId" clId="{657DC964-B470-42A9-AA52-9F1F849BFB76}" dt="2019-10-13T10:15:51.181" v="325"/>
          <ac:grpSpMkLst>
            <pc:docMk/>
            <pc:sldMk cId="4258076731" sldId="519"/>
            <ac:grpSpMk id="61" creationId="{838EE878-81DC-4B8F-9184-41D27B37A205}"/>
          </ac:grpSpMkLst>
        </pc:grpChg>
        <pc:grpChg chg="add mod">
          <ac:chgData name="Cristian Chilipirea" userId="34ab170da5908fc4" providerId="LiveId" clId="{657DC964-B470-42A9-AA52-9F1F849BFB76}" dt="2019-10-13T10:15:55.099" v="327" actId="1076"/>
          <ac:grpSpMkLst>
            <pc:docMk/>
            <pc:sldMk cId="4258076731" sldId="519"/>
            <ac:grpSpMk id="69" creationId="{588FBC2C-0CD9-41E5-9A73-C2ADB8786A5D}"/>
          </ac:grpSpMkLst>
        </pc:grpChg>
        <pc:grpChg chg="add mod">
          <ac:chgData name="Cristian Chilipirea" userId="34ab170da5908fc4" providerId="LiveId" clId="{657DC964-B470-42A9-AA52-9F1F849BFB76}" dt="2019-10-13T10:15:55.099" v="327" actId="1076"/>
          <ac:grpSpMkLst>
            <pc:docMk/>
            <pc:sldMk cId="4258076731" sldId="519"/>
            <ac:grpSpMk id="72" creationId="{DFC1CFBF-8BD7-4377-A1B9-0BA4454AE39B}"/>
          </ac:grpSpMkLst>
        </pc:grpChg>
        <pc:grpChg chg="add mod">
          <ac:chgData name="Cristian Chilipirea" userId="34ab170da5908fc4" providerId="LiveId" clId="{657DC964-B470-42A9-AA52-9F1F849BFB76}" dt="2019-10-13T10:15:55.099" v="327" actId="1076"/>
          <ac:grpSpMkLst>
            <pc:docMk/>
            <pc:sldMk cId="4258076731" sldId="519"/>
            <ac:grpSpMk id="75" creationId="{C03EE888-8BE3-40F6-AD3E-584F057F4CE0}"/>
          </ac:grpSpMkLst>
        </pc:grpChg>
        <pc:grpChg chg="add mod">
          <ac:chgData name="Cristian Chilipirea" userId="34ab170da5908fc4" providerId="LiveId" clId="{657DC964-B470-42A9-AA52-9F1F849BFB76}" dt="2019-10-13T10:15:55.099" v="327" actId="1076"/>
          <ac:grpSpMkLst>
            <pc:docMk/>
            <pc:sldMk cId="4258076731" sldId="519"/>
            <ac:grpSpMk id="78" creationId="{FAE81AD0-B928-45D8-8AE1-6C2C1D37E934}"/>
          </ac:grpSpMkLst>
        </pc:grpChg>
        <pc:grpChg chg="add mod">
          <ac:chgData name="Cristian Chilipirea" userId="34ab170da5908fc4" providerId="LiveId" clId="{657DC964-B470-42A9-AA52-9F1F849BFB76}" dt="2019-10-13T10:15:55.099" v="327" actId="1076"/>
          <ac:grpSpMkLst>
            <pc:docMk/>
            <pc:sldMk cId="4258076731" sldId="519"/>
            <ac:grpSpMk id="81" creationId="{67F109F2-FCB0-4B63-8823-13E21F99C75D}"/>
          </ac:grpSpMkLst>
        </pc:grpChg>
        <pc:grpChg chg="add mod">
          <ac:chgData name="Cristian Chilipirea" userId="34ab170da5908fc4" providerId="LiveId" clId="{657DC964-B470-42A9-AA52-9F1F849BFB76}" dt="2019-10-13T10:15:55.099" v="327" actId="1076"/>
          <ac:grpSpMkLst>
            <pc:docMk/>
            <pc:sldMk cId="4258076731" sldId="519"/>
            <ac:grpSpMk id="84" creationId="{D560A2A0-62F0-4888-9CF5-7791A53D26C5}"/>
          </ac:grpSpMkLst>
        </pc:grpChg>
        <pc:grpChg chg="add mod">
          <ac:chgData name="Cristian Chilipirea" userId="34ab170da5908fc4" providerId="LiveId" clId="{657DC964-B470-42A9-AA52-9F1F849BFB76}" dt="2019-10-13T10:15:55.099" v="327" actId="1076"/>
          <ac:grpSpMkLst>
            <pc:docMk/>
            <pc:sldMk cId="4258076731" sldId="519"/>
            <ac:grpSpMk id="87" creationId="{D2A58642-F16D-455D-B0F2-2339E627D2DC}"/>
          </ac:grpSpMkLst>
        </pc:grpChg>
        <pc:grpChg chg="add mod">
          <ac:chgData name="Cristian Chilipirea" userId="34ab170da5908fc4" providerId="LiveId" clId="{657DC964-B470-42A9-AA52-9F1F849BFB76}" dt="2019-10-13T10:15:55.099" v="327" actId="1076"/>
          <ac:grpSpMkLst>
            <pc:docMk/>
            <pc:sldMk cId="4258076731" sldId="519"/>
            <ac:grpSpMk id="90" creationId="{4D6B4A3B-1795-4BE1-B576-E5D9BFE7E25B}"/>
          </ac:grpSpMkLst>
        </pc:grpChg>
        <pc:grpChg chg="add mod">
          <ac:chgData name="Cristian Chilipirea" userId="34ab170da5908fc4" providerId="LiveId" clId="{657DC964-B470-42A9-AA52-9F1F849BFB76}" dt="2019-10-13T10:15:55.099" v="327" actId="1076"/>
          <ac:grpSpMkLst>
            <pc:docMk/>
            <pc:sldMk cId="4258076731" sldId="519"/>
            <ac:grpSpMk id="93" creationId="{59DEDB08-26A5-4331-975A-ED8D653C1268}"/>
          </ac:grpSpMkLst>
        </pc:grpChg>
        <pc:grpChg chg="add mod">
          <ac:chgData name="Cristian Chilipirea" userId="34ab170da5908fc4" providerId="LiveId" clId="{657DC964-B470-42A9-AA52-9F1F849BFB76}" dt="2019-10-13T10:15:55.099" v="327" actId="1076"/>
          <ac:grpSpMkLst>
            <pc:docMk/>
            <pc:sldMk cId="4258076731" sldId="519"/>
            <ac:grpSpMk id="111" creationId="{AD75E1B9-06AA-4A62-A4A3-280FC952E22E}"/>
          </ac:grpSpMkLst>
        </pc:grpChg>
        <pc:grpChg chg="add mod">
          <ac:chgData name="Cristian Chilipirea" userId="34ab170da5908fc4" providerId="LiveId" clId="{657DC964-B470-42A9-AA52-9F1F849BFB76}" dt="2019-10-13T10:15:55.099" v="327" actId="1076"/>
          <ac:grpSpMkLst>
            <pc:docMk/>
            <pc:sldMk cId="4258076731" sldId="519"/>
            <ac:grpSpMk id="120" creationId="{4DC9FD8D-D9DC-4169-B77E-6901F6085502}"/>
          </ac:grpSpMkLst>
        </pc:grpChg>
        <pc:grpChg chg="add mod">
          <ac:chgData name="Cristian Chilipirea" userId="34ab170da5908fc4" providerId="LiveId" clId="{657DC964-B470-42A9-AA52-9F1F849BFB76}" dt="2019-10-13T10:15:55.099" v="327" actId="1076"/>
          <ac:grpSpMkLst>
            <pc:docMk/>
            <pc:sldMk cId="4258076731" sldId="519"/>
            <ac:grpSpMk id="123" creationId="{747273DC-2C4C-49F2-89F1-818B0E6B939B}"/>
          </ac:grpSpMkLst>
        </pc:grpChg>
        <pc:grpChg chg="add mod">
          <ac:chgData name="Cristian Chilipirea" userId="34ab170da5908fc4" providerId="LiveId" clId="{657DC964-B470-42A9-AA52-9F1F849BFB76}" dt="2019-10-13T10:15:55.099" v="327" actId="1076"/>
          <ac:grpSpMkLst>
            <pc:docMk/>
            <pc:sldMk cId="4258076731" sldId="519"/>
            <ac:grpSpMk id="126" creationId="{57F327D6-AA45-4682-A6F6-DEB8B2EC9061}"/>
          </ac:grpSpMkLst>
        </pc:grpChg>
        <pc:cxnChg chg="add del">
          <ac:chgData name="Cristian Chilipirea" userId="34ab170da5908fc4" providerId="LiveId" clId="{657DC964-B470-42A9-AA52-9F1F849BFB76}" dt="2019-10-13T10:15:51.181" v="325"/>
          <ac:cxnSpMkLst>
            <pc:docMk/>
            <pc:sldMk cId="4258076731" sldId="519"/>
            <ac:cxnSpMk id="31" creationId="{986547A6-18A6-4AF1-B7B7-1E3E7E62E3C0}"/>
          </ac:cxnSpMkLst>
        </pc:cxnChg>
        <pc:cxnChg chg="add del">
          <ac:chgData name="Cristian Chilipirea" userId="34ab170da5908fc4" providerId="LiveId" clId="{657DC964-B470-42A9-AA52-9F1F849BFB76}" dt="2019-10-13T10:15:51.181" v="325"/>
          <ac:cxnSpMkLst>
            <pc:docMk/>
            <pc:sldMk cId="4258076731" sldId="519"/>
            <ac:cxnSpMk id="32" creationId="{853855AA-3CF4-49B3-875D-4A1D7BCB6615}"/>
          </ac:cxnSpMkLst>
        </pc:cxnChg>
        <pc:cxnChg chg="add del">
          <ac:chgData name="Cristian Chilipirea" userId="34ab170da5908fc4" providerId="LiveId" clId="{657DC964-B470-42A9-AA52-9F1F849BFB76}" dt="2019-10-13T10:15:51.181" v="325"/>
          <ac:cxnSpMkLst>
            <pc:docMk/>
            <pc:sldMk cId="4258076731" sldId="519"/>
            <ac:cxnSpMk id="33" creationId="{96C71A8F-B99A-4A24-A41D-C16D8DE354B5}"/>
          </ac:cxnSpMkLst>
        </pc:cxnChg>
        <pc:cxnChg chg="add del">
          <ac:chgData name="Cristian Chilipirea" userId="34ab170da5908fc4" providerId="LiveId" clId="{657DC964-B470-42A9-AA52-9F1F849BFB76}" dt="2019-10-13T10:15:51.181" v="325"/>
          <ac:cxnSpMkLst>
            <pc:docMk/>
            <pc:sldMk cId="4258076731" sldId="519"/>
            <ac:cxnSpMk id="34" creationId="{9FB847AC-386E-4410-9B81-236125236378}"/>
          </ac:cxnSpMkLst>
        </pc:cxnChg>
        <pc:cxnChg chg="add del">
          <ac:chgData name="Cristian Chilipirea" userId="34ab170da5908fc4" providerId="LiveId" clId="{657DC964-B470-42A9-AA52-9F1F849BFB76}" dt="2019-10-13T10:15:51.181" v="325"/>
          <ac:cxnSpMkLst>
            <pc:docMk/>
            <pc:sldMk cId="4258076731" sldId="519"/>
            <ac:cxnSpMk id="35" creationId="{2AAEFE23-17C3-46F8-B3C5-67B100A988E7}"/>
          </ac:cxnSpMkLst>
        </pc:cxnChg>
        <pc:cxnChg chg="add del">
          <ac:chgData name="Cristian Chilipirea" userId="34ab170da5908fc4" providerId="LiveId" clId="{657DC964-B470-42A9-AA52-9F1F849BFB76}" dt="2019-10-13T10:15:51.181" v="325"/>
          <ac:cxnSpMkLst>
            <pc:docMk/>
            <pc:sldMk cId="4258076731" sldId="519"/>
            <ac:cxnSpMk id="36" creationId="{1933F294-70D5-49D8-9973-FEA97A549A68}"/>
          </ac:cxnSpMkLst>
        </pc:cxnChg>
        <pc:cxnChg chg="add del">
          <ac:chgData name="Cristian Chilipirea" userId="34ab170da5908fc4" providerId="LiveId" clId="{657DC964-B470-42A9-AA52-9F1F849BFB76}" dt="2019-10-13T10:15:51.181" v="325"/>
          <ac:cxnSpMkLst>
            <pc:docMk/>
            <pc:sldMk cId="4258076731" sldId="519"/>
            <ac:cxnSpMk id="37" creationId="{2BC7CFAB-0BAD-420C-A501-974EFCB31FF9}"/>
          </ac:cxnSpMkLst>
        </pc:cxnChg>
        <pc:cxnChg chg="add del">
          <ac:chgData name="Cristian Chilipirea" userId="34ab170da5908fc4" providerId="LiveId" clId="{657DC964-B470-42A9-AA52-9F1F849BFB76}" dt="2019-10-13T10:15:51.181" v="325"/>
          <ac:cxnSpMkLst>
            <pc:docMk/>
            <pc:sldMk cId="4258076731" sldId="519"/>
            <ac:cxnSpMk id="38" creationId="{CC4131A1-7E46-48C1-9241-EA4A62C6842A}"/>
          </ac:cxnSpMkLst>
        </pc:cxnChg>
        <pc:cxnChg chg="add del">
          <ac:chgData name="Cristian Chilipirea" userId="34ab170da5908fc4" providerId="LiveId" clId="{657DC964-B470-42A9-AA52-9F1F849BFB76}" dt="2019-10-13T10:15:51.181" v="325"/>
          <ac:cxnSpMkLst>
            <pc:docMk/>
            <pc:sldMk cId="4258076731" sldId="519"/>
            <ac:cxnSpMk id="39" creationId="{CE176246-840C-46FF-919D-787A850B24F0}"/>
          </ac:cxnSpMkLst>
        </pc:cxnChg>
        <pc:cxnChg chg="add del">
          <ac:chgData name="Cristian Chilipirea" userId="34ab170da5908fc4" providerId="LiveId" clId="{657DC964-B470-42A9-AA52-9F1F849BFB76}" dt="2019-10-13T10:15:51.181" v="325"/>
          <ac:cxnSpMkLst>
            <pc:docMk/>
            <pc:sldMk cId="4258076731" sldId="519"/>
            <ac:cxnSpMk id="40" creationId="{BD1EB294-3408-4EB5-931D-B8E20C4871CD}"/>
          </ac:cxnSpMkLst>
        </pc:cxnChg>
        <pc:cxnChg chg="add del">
          <ac:chgData name="Cristian Chilipirea" userId="34ab170da5908fc4" providerId="LiveId" clId="{657DC964-B470-42A9-AA52-9F1F849BFB76}" dt="2019-10-13T10:15:51.181" v="325"/>
          <ac:cxnSpMkLst>
            <pc:docMk/>
            <pc:sldMk cId="4258076731" sldId="519"/>
            <ac:cxnSpMk id="41" creationId="{6A08FCDF-195A-4E61-ACD2-B92FFB26BE06}"/>
          </ac:cxnSpMkLst>
        </pc:cxnChg>
        <pc:cxnChg chg="add del">
          <ac:chgData name="Cristian Chilipirea" userId="34ab170da5908fc4" providerId="LiveId" clId="{657DC964-B470-42A9-AA52-9F1F849BFB76}" dt="2019-10-13T10:15:51.181" v="325"/>
          <ac:cxnSpMkLst>
            <pc:docMk/>
            <pc:sldMk cId="4258076731" sldId="519"/>
            <ac:cxnSpMk id="42" creationId="{E711E9ED-514C-4ED9-9D32-D59FC85EFCBB}"/>
          </ac:cxnSpMkLst>
        </pc:cxnChg>
        <pc:cxnChg chg="add del">
          <ac:chgData name="Cristian Chilipirea" userId="34ab170da5908fc4" providerId="LiveId" clId="{657DC964-B470-42A9-AA52-9F1F849BFB76}" dt="2019-10-13T10:15:51.181" v="325"/>
          <ac:cxnSpMkLst>
            <pc:docMk/>
            <pc:sldMk cId="4258076731" sldId="519"/>
            <ac:cxnSpMk id="43" creationId="{50C0C84F-ADA4-4918-8947-7276E7BC27FF}"/>
          </ac:cxnSpMkLst>
        </pc:cxnChg>
        <pc:cxnChg chg="add del">
          <ac:chgData name="Cristian Chilipirea" userId="34ab170da5908fc4" providerId="LiveId" clId="{657DC964-B470-42A9-AA52-9F1F849BFB76}" dt="2019-10-13T10:15:51.181" v="325"/>
          <ac:cxnSpMkLst>
            <pc:docMk/>
            <pc:sldMk cId="4258076731" sldId="519"/>
            <ac:cxnSpMk id="44" creationId="{5C549085-20D3-4921-93B7-8624524DE785}"/>
          </ac:cxnSpMkLst>
        </pc:cxnChg>
        <pc:cxnChg chg="add del">
          <ac:chgData name="Cristian Chilipirea" userId="34ab170da5908fc4" providerId="LiveId" clId="{657DC964-B470-42A9-AA52-9F1F849BFB76}" dt="2019-10-13T10:15:51.181" v="325"/>
          <ac:cxnSpMkLst>
            <pc:docMk/>
            <pc:sldMk cId="4258076731" sldId="519"/>
            <ac:cxnSpMk id="45" creationId="{FCD6C583-74AA-45EC-A275-F03F86E443FD}"/>
          </ac:cxnSpMkLst>
        </pc:cxnChg>
        <pc:cxnChg chg="add del">
          <ac:chgData name="Cristian Chilipirea" userId="34ab170da5908fc4" providerId="LiveId" clId="{657DC964-B470-42A9-AA52-9F1F849BFB76}" dt="2019-10-13T10:15:51.181" v="325"/>
          <ac:cxnSpMkLst>
            <pc:docMk/>
            <pc:sldMk cId="4258076731" sldId="519"/>
            <ac:cxnSpMk id="51" creationId="{E9C1C3D1-C01E-4237-A920-9B01C6B2A6C2}"/>
          </ac:cxnSpMkLst>
        </pc:cxnChg>
        <pc:cxnChg chg="add del">
          <ac:chgData name="Cristian Chilipirea" userId="34ab170da5908fc4" providerId="LiveId" clId="{657DC964-B470-42A9-AA52-9F1F849BFB76}" dt="2019-10-13T10:15:51.181" v="325"/>
          <ac:cxnSpMkLst>
            <pc:docMk/>
            <pc:sldMk cId="4258076731" sldId="519"/>
            <ac:cxnSpMk id="52" creationId="{74E000C3-CF2F-4F18-82D2-5DAC0ADB000C}"/>
          </ac:cxnSpMkLst>
        </pc:cxnChg>
        <pc:cxnChg chg="add del">
          <ac:chgData name="Cristian Chilipirea" userId="34ab170da5908fc4" providerId="LiveId" clId="{657DC964-B470-42A9-AA52-9F1F849BFB76}" dt="2019-10-13T10:15:51.181" v="325"/>
          <ac:cxnSpMkLst>
            <pc:docMk/>
            <pc:sldMk cId="4258076731" sldId="519"/>
            <ac:cxnSpMk id="64" creationId="{707F2AE9-FD34-4D85-8B29-9D824BEC333D}"/>
          </ac:cxnSpMkLst>
        </pc:cxnChg>
        <pc:cxnChg chg="add del">
          <ac:chgData name="Cristian Chilipirea" userId="34ab170da5908fc4" providerId="LiveId" clId="{657DC964-B470-42A9-AA52-9F1F849BFB76}" dt="2019-10-13T10:15:51.181" v="325"/>
          <ac:cxnSpMkLst>
            <pc:docMk/>
            <pc:sldMk cId="4258076731" sldId="519"/>
            <ac:cxnSpMk id="65" creationId="{C77FC10F-CCDF-4708-86DC-0295900ACCE5}"/>
          </ac:cxnSpMkLst>
        </pc:cxnChg>
        <pc:cxnChg chg="add del">
          <ac:chgData name="Cristian Chilipirea" userId="34ab170da5908fc4" providerId="LiveId" clId="{657DC964-B470-42A9-AA52-9F1F849BFB76}" dt="2019-10-13T10:15:51.181" v="325"/>
          <ac:cxnSpMkLst>
            <pc:docMk/>
            <pc:sldMk cId="4258076731" sldId="519"/>
            <ac:cxnSpMk id="66" creationId="{95CE83A6-1BDA-4354-905D-7EBECC344156}"/>
          </ac:cxnSpMkLst>
        </pc:cxnChg>
        <pc:cxnChg chg="add del">
          <ac:chgData name="Cristian Chilipirea" userId="34ab170da5908fc4" providerId="LiveId" clId="{657DC964-B470-42A9-AA52-9F1F849BFB76}" dt="2019-10-13T10:15:51.181" v="325"/>
          <ac:cxnSpMkLst>
            <pc:docMk/>
            <pc:sldMk cId="4258076731" sldId="519"/>
            <ac:cxnSpMk id="67" creationId="{5E8E19CD-6D02-4CE4-994D-181655ECC4DB}"/>
          </ac:cxnSpMkLst>
        </pc:cxnChg>
        <pc:cxnChg chg="add del">
          <ac:chgData name="Cristian Chilipirea" userId="34ab170da5908fc4" providerId="LiveId" clId="{657DC964-B470-42A9-AA52-9F1F849BFB76}" dt="2019-10-13T10:15:51.181" v="325"/>
          <ac:cxnSpMkLst>
            <pc:docMk/>
            <pc:sldMk cId="4258076731" sldId="519"/>
            <ac:cxnSpMk id="68" creationId="{8837F57C-71DF-4E35-83F5-5980A019246D}"/>
          </ac:cxnSpMkLst>
        </pc:cxnChg>
        <pc:cxnChg chg="add mod">
          <ac:chgData name="Cristian Chilipirea" userId="34ab170da5908fc4" providerId="LiveId" clId="{657DC964-B470-42A9-AA52-9F1F849BFB76}" dt="2019-10-13T10:15:55.099" v="327" actId="1076"/>
          <ac:cxnSpMkLst>
            <pc:docMk/>
            <pc:sldMk cId="4258076731" sldId="519"/>
            <ac:cxnSpMk id="96" creationId="{4CC85B07-5513-46D2-96AB-10A05CC7F875}"/>
          </ac:cxnSpMkLst>
        </pc:cxnChg>
        <pc:cxnChg chg="add mod">
          <ac:chgData name="Cristian Chilipirea" userId="34ab170da5908fc4" providerId="LiveId" clId="{657DC964-B470-42A9-AA52-9F1F849BFB76}" dt="2019-10-13T10:15:55.099" v="327" actId="1076"/>
          <ac:cxnSpMkLst>
            <pc:docMk/>
            <pc:sldMk cId="4258076731" sldId="519"/>
            <ac:cxnSpMk id="97" creationId="{012A1E06-E983-4001-9205-84CE17FE46A3}"/>
          </ac:cxnSpMkLst>
        </pc:cxnChg>
        <pc:cxnChg chg="add mod">
          <ac:chgData name="Cristian Chilipirea" userId="34ab170da5908fc4" providerId="LiveId" clId="{657DC964-B470-42A9-AA52-9F1F849BFB76}" dt="2019-10-13T10:15:55.099" v="327" actId="1076"/>
          <ac:cxnSpMkLst>
            <pc:docMk/>
            <pc:sldMk cId="4258076731" sldId="519"/>
            <ac:cxnSpMk id="98" creationId="{8E8634B8-F69B-4A92-9628-F4BFEE8C402A}"/>
          </ac:cxnSpMkLst>
        </pc:cxnChg>
        <pc:cxnChg chg="add mod">
          <ac:chgData name="Cristian Chilipirea" userId="34ab170da5908fc4" providerId="LiveId" clId="{657DC964-B470-42A9-AA52-9F1F849BFB76}" dt="2019-10-13T10:15:55.099" v="327" actId="1076"/>
          <ac:cxnSpMkLst>
            <pc:docMk/>
            <pc:sldMk cId="4258076731" sldId="519"/>
            <ac:cxnSpMk id="99" creationId="{5565EAA2-80C6-40E1-AB77-ABA2ED244D57}"/>
          </ac:cxnSpMkLst>
        </pc:cxnChg>
        <pc:cxnChg chg="add mod">
          <ac:chgData name="Cristian Chilipirea" userId="34ab170da5908fc4" providerId="LiveId" clId="{657DC964-B470-42A9-AA52-9F1F849BFB76}" dt="2019-10-13T10:15:55.099" v="327" actId="1076"/>
          <ac:cxnSpMkLst>
            <pc:docMk/>
            <pc:sldMk cId="4258076731" sldId="519"/>
            <ac:cxnSpMk id="100" creationId="{7ED206CA-7EA1-485E-A105-26B104C145A3}"/>
          </ac:cxnSpMkLst>
        </pc:cxnChg>
        <pc:cxnChg chg="add mod">
          <ac:chgData name="Cristian Chilipirea" userId="34ab170da5908fc4" providerId="LiveId" clId="{657DC964-B470-42A9-AA52-9F1F849BFB76}" dt="2019-10-13T10:15:55.099" v="327" actId="1076"/>
          <ac:cxnSpMkLst>
            <pc:docMk/>
            <pc:sldMk cId="4258076731" sldId="519"/>
            <ac:cxnSpMk id="101" creationId="{50E9D60A-A987-4934-BF0C-0B53F6C831D5}"/>
          </ac:cxnSpMkLst>
        </pc:cxnChg>
        <pc:cxnChg chg="add mod">
          <ac:chgData name="Cristian Chilipirea" userId="34ab170da5908fc4" providerId="LiveId" clId="{657DC964-B470-42A9-AA52-9F1F849BFB76}" dt="2019-10-13T10:15:55.099" v="327" actId="1076"/>
          <ac:cxnSpMkLst>
            <pc:docMk/>
            <pc:sldMk cId="4258076731" sldId="519"/>
            <ac:cxnSpMk id="102" creationId="{22DD4A74-5F74-466F-926A-69D6953F25FF}"/>
          </ac:cxnSpMkLst>
        </pc:cxnChg>
        <pc:cxnChg chg="add mod">
          <ac:chgData name="Cristian Chilipirea" userId="34ab170da5908fc4" providerId="LiveId" clId="{657DC964-B470-42A9-AA52-9F1F849BFB76}" dt="2019-10-13T10:15:55.099" v="327" actId="1076"/>
          <ac:cxnSpMkLst>
            <pc:docMk/>
            <pc:sldMk cId="4258076731" sldId="519"/>
            <ac:cxnSpMk id="103" creationId="{87246A73-8489-400A-8C1C-FE09C6944A6F}"/>
          </ac:cxnSpMkLst>
        </pc:cxnChg>
        <pc:cxnChg chg="add mod">
          <ac:chgData name="Cristian Chilipirea" userId="34ab170da5908fc4" providerId="LiveId" clId="{657DC964-B470-42A9-AA52-9F1F849BFB76}" dt="2019-10-13T10:15:55.099" v="327" actId="1076"/>
          <ac:cxnSpMkLst>
            <pc:docMk/>
            <pc:sldMk cId="4258076731" sldId="519"/>
            <ac:cxnSpMk id="104" creationId="{959282D6-D8BC-4567-ACA6-52F9F3562CC4}"/>
          </ac:cxnSpMkLst>
        </pc:cxnChg>
        <pc:cxnChg chg="add mod">
          <ac:chgData name="Cristian Chilipirea" userId="34ab170da5908fc4" providerId="LiveId" clId="{657DC964-B470-42A9-AA52-9F1F849BFB76}" dt="2019-10-13T10:15:55.099" v="327" actId="1076"/>
          <ac:cxnSpMkLst>
            <pc:docMk/>
            <pc:sldMk cId="4258076731" sldId="519"/>
            <ac:cxnSpMk id="105" creationId="{48032F23-47D8-43AA-B9EB-857598929398}"/>
          </ac:cxnSpMkLst>
        </pc:cxnChg>
        <pc:cxnChg chg="add mod">
          <ac:chgData name="Cristian Chilipirea" userId="34ab170da5908fc4" providerId="LiveId" clId="{657DC964-B470-42A9-AA52-9F1F849BFB76}" dt="2019-10-13T10:15:55.099" v="327" actId="1076"/>
          <ac:cxnSpMkLst>
            <pc:docMk/>
            <pc:sldMk cId="4258076731" sldId="519"/>
            <ac:cxnSpMk id="106" creationId="{FDE2AEE1-BEA9-4CD3-AE2F-825BE7E4C5F7}"/>
          </ac:cxnSpMkLst>
        </pc:cxnChg>
        <pc:cxnChg chg="add mod">
          <ac:chgData name="Cristian Chilipirea" userId="34ab170da5908fc4" providerId="LiveId" clId="{657DC964-B470-42A9-AA52-9F1F849BFB76}" dt="2019-10-13T10:15:55.099" v="327" actId="1076"/>
          <ac:cxnSpMkLst>
            <pc:docMk/>
            <pc:sldMk cId="4258076731" sldId="519"/>
            <ac:cxnSpMk id="107" creationId="{5F2DDD9D-CC09-4024-A71B-8617BE3CF071}"/>
          </ac:cxnSpMkLst>
        </pc:cxnChg>
        <pc:cxnChg chg="add mod">
          <ac:chgData name="Cristian Chilipirea" userId="34ab170da5908fc4" providerId="LiveId" clId="{657DC964-B470-42A9-AA52-9F1F849BFB76}" dt="2019-10-13T10:15:55.099" v="327" actId="1076"/>
          <ac:cxnSpMkLst>
            <pc:docMk/>
            <pc:sldMk cId="4258076731" sldId="519"/>
            <ac:cxnSpMk id="108" creationId="{389DB1AE-E3FC-484A-BBB4-747DD7BE4EED}"/>
          </ac:cxnSpMkLst>
        </pc:cxnChg>
        <pc:cxnChg chg="add mod">
          <ac:chgData name="Cristian Chilipirea" userId="34ab170da5908fc4" providerId="LiveId" clId="{657DC964-B470-42A9-AA52-9F1F849BFB76}" dt="2019-10-13T10:15:55.099" v="327" actId="1076"/>
          <ac:cxnSpMkLst>
            <pc:docMk/>
            <pc:sldMk cId="4258076731" sldId="519"/>
            <ac:cxnSpMk id="109" creationId="{5C27FF88-5BB0-4DAA-8E76-50350625C077}"/>
          </ac:cxnSpMkLst>
        </pc:cxnChg>
        <pc:cxnChg chg="add mod">
          <ac:chgData name="Cristian Chilipirea" userId="34ab170da5908fc4" providerId="LiveId" clId="{657DC964-B470-42A9-AA52-9F1F849BFB76}" dt="2019-10-13T10:15:55.099" v="327" actId="1076"/>
          <ac:cxnSpMkLst>
            <pc:docMk/>
            <pc:sldMk cId="4258076731" sldId="519"/>
            <ac:cxnSpMk id="110" creationId="{F283B94A-D852-47BA-AD0C-D73E5F120B05}"/>
          </ac:cxnSpMkLst>
        </pc:cxnChg>
        <pc:cxnChg chg="add mod">
          <ac:chgData name="Cristian Chilipirea" userId="34ab170da5908fc4" providerId="LiveId" clId="{657DC964-B470-42A9-AA52-9F1F849BFB76}" dt="2019-10-13T10:15:55.099" v="327" actId="1076"/>
          <ac:cxnSpMkLst>
            <pc:docMk/>
            <pc:sldMk cId="4258076731" sldId="519"/>
            <ac:cxnSpMk id="116" creationId="{AC5A86EE-7ED1-4776-B1E3-5E3C2BB1A807}"/>
          </ac:cxnSpMkLst>
        </pc:cxnChg>
        <pc:cxnChg chg="add mod">
          <ac:chgData name="Cristian Chilipirea" userId="34ab170da5908fc4" providerId="LiveId" clId="{657DC964-B470-42A9-AA52-9F1F849BFB76}" dt="2019-10-13T10:15:55.099" v="327" actId="1076"/>
          <ac:cxnSpMkLst>
            <pc:docMk/>
            <pc:sldMk cId="4258076731" sldId="519"/>
            <ac:cxnSpMk id="117" creationId="{C01E23AE-D22F-40C5-B83D-2527FB6E81BB}"/>
          </ac:cxnSpMkLst>
        </pc:cxnChg>
        <pc:cxnChg chg="add mod">
          <ac:chgData name="Cristian Chilipirea" userId="34ab170da5908fc4" providerId="LiveId" clId="{657DC964-B470-42A9-AA52-9F1F849BFB76}" dt="2019-10-13T10:15:55.099" v="327" actId="1076"/>
          <ac:cxnSpMkLst>
            <pc:docMk/>
            <pc:sldMk cId="4258076731" sldId="519"/>
            <ac:cxnSpMk id="129" creationId="{53962B30-7DAA-4FAF-B3AA-D146B2B74D2A}"/>
          </ac:cxnSpMkLst>
        </pc:cxnChg>
        <pc:cxnChg chg="add mod">
          <ac:chgData name="Cristian Chilipirea" userId="34ab170da5908fc4" providerId="LiveId" clId="{657DC964-B470-42A9-AA52-9F1F849BFB76}" dt="2019-10-13T10:15:55.099" v="327" actId="1076"/>
          <ac:cxnSpMkLst>
            <pc:docMk/>
            <pc:sldMk cId="4258076731" sldId="519"/>
            <ac:cxnSpMk id="130" creationId="{C296C9ED-8B67-4608-9D94-F6B0AC10BAAE}"/>
          </ac:cxnSpMkLst>
        </pc:cxnChg>
        <pc:cxnChg chg="add mod">
          <ac:chgData name="Cristian Chilipirea" userId="34ab170da5908fc4" providerId="LiveId" clId="{657DC964-B470-42A9-AA52-9F1F849BFB76}" dt="2019-10-13T10:15:55.099" v="327" actId="1076"/>
          <ac:cxnSpMkLst>
            <pc:docMk/>
            <pc:sldMk cId="4258076731" sldId="519"/>
            <ac:cxnSpMk id="131" creationId="{18F68E71-171F-468F-817C-B073CF6B4596}"/>
          </ac:cxnSpMkLst>
        </pc:cxnChg>
        <pc:cxnChg chg="add mod">
          <ac:chgData name="Cristian Chilipirea" userId="34ab170da5908fc4" providerId="LiveId" clId="{657DC964-B470-42A9-AA52-9F1F849BFB76}" dt="2019-10-13T10:15:55.099" v="327" actId="1076"/>
          <ac:cxnSpMkLst>
            <pc:docMk/>
            <pc:sldMk cId="4258076731" sldId="519"/>
            <ac:cxnSpMk id="132" creationId="{68935227-6703-4089-A845-9DCC2CFEC15F}"/>
          </ac:cxnSpMkLst>
        </pc:cxnChg>
        <pc:cxnChg chg="add mod">
          <ac:chgData name="Cristian Chilipirea" userId="34ab170da5908fc4" providerId="LiveId" clId="{657DC964-B470-42A9-AA52-9F1F849BFB76}" dt="2019-10-13T10:15:55.099" v="327" actId="1076"/>
          <ac:cxnSpMkLst>
            <pc:docMk/>
            <pc:sldMk cId="4258076731" sldId="519"/>
            <ac:cxnSpMk id="133" creationId="{66981EEE-2032-4811-B0C8-07FF48D70797}"/>
          </ac:cxnSpMkLst>
        </pc:cxnChg>
      </pc:sldChg>
      <pc:sldChg chg="addSp delSp modSp add">
        <pc:chgData name="Cristian Chilipirea" userId="34ab170da5908fc4" providerId="LiveId" clId="{657DC964-B470-42A9-AA52-9F1F849BFB76}" dt="2019-10-13T10:16:10.229" v="333"/>
        <pc:sldMkLst>
          <pc:docMk/>
          <pc:sldMk cId="1530226798" sldId="520"/>
        </pc:sldMkLst>
        <pc:spChg chg="mod">
          <ac:chgData name="Cristian Chilipirea" userId="34ab170da5908fc4" providerId="LiveId" clId="{657DC964-B470-42A9-AA52-9F1F849BFB76}" dt="2019-10-13T10:16:02.799" v="329"/>
          <ac:spMkLst>
            <pc:docMk/>
            <pc:sldMk cId="1530226798" sldId="520"/>
            <ac:spMk id="2" creationId="{7351D81F-4684-48AD-9A1B-9122EC5335CE}"/>
          </ac:spMkLst>
        </pc:spChg>
        <pc:spChg chg="del">
          <ac:chgData name="Cristian Chilipirea" userId="34ab170da5908fc4" providerId="LiveId" clId="{657DC964-B470-42A9-AA52-9F1F849BFB76}" dt="2019-10-13T10:16:04.999" v="330" actId="478"/>
          <ac:spMkLst>
            <pc:docMk/>
            <pc:sldMk cId="1530226798" sldId="520"/>
            <ac:spMk id="3" creationId="{79B879A8-0EC7-4641-9C0A-53D952108C5D}"/>
          </ac:spMkLst>
        </pc:spChg>
        <pc:spChg chg="add del">
          <ac:chgData name="Cristian Chilipirea" userId="34ab170da5908fc4" providerId="LiveId" clId="{657DC964-B470-42A9-AA52-9F1F849BFB76}" dt="2019-10-13T10:16:10.205" v="332"/>
          <ac:spMkLst>
            <pc:docMk/>
            <pc:sldMk cId="1530226798" sldId="520"/>
            <ac:spMk id="43" creationId="{1B897F1F-E445-49C2-816F-0337CA5F09BC}"/>
          </ac:spMkLst>
        </pc:spChg>
        <pc:spChg chg="add del">
          <ac:chgData name="Cristian Chilipirea" userId="34ab170da5908fc4" providerId="LiveId" clId="{657DC964-B470-42A9-AA52-9F1F849BFB76}" dt="2019-10-13T10:16:10.205" v="332"/>
          <ac:spMkLst>
            <pc:docMk/>
            <pc:sldMk cId="1530226798" sldId="520"/>
            <ac:spMk id="44" creationId="{586A4B7C-05A7-463E-BAE3-CA210CBF39AE}"/>
          </ac:spMkLst>
        </pc:spChg>
        <pc:spChg chg="add del">
          <ac:chgData name="Cristian Chilipirea" userId="34ab170da5908fc4" providerId="LiveId" clId="{657DC964-B470-42A9-AA52-9F1F849BFB76}" dt="2019-10-13T10:16:10.205" v="332"/>
          <ac:spMkLst>
            <pc:docMk/>
            <pc:sldMk cId="1530226798" sldId="520"/>
            <ac:spMk id="45" creationId="{C7C30311-8F80-447A-8004-E14761107E51}"/>
          </ac:spMkLst>
        </pc:spChg>
        <pc:spChg chg="add del">
          <ac:chgData name="Cristian Chilipirea" userId="34ab170da5908fc4" providerId="LiveId" clId="{657DC964-B470-42A9-AA52-9F1F849BFB76}" dt="2019-10-13T10:16:10.205" v="332"/>
          <ac:spMkLst>
            <pc:docMk/>
            <pc:sldMk cId="1530226798" sldId="520"/>
            <ac:spMk id="46" creationId="{555A5CE4-504E-4D13-8F07-7CC1C3C99B8B}"/>
          </ac:spMkLst>
        </pc:spChg>
        <pc:spChg chg="add del">
          <ac:chgData name="Cristian Chilipirea" userId="34ab170da5908fc4" providerId="LiveId" clId="{657DC964-B470-42A9-AA52-9F1F849BFB76}" dt="2019-10-13T10:16:10.205" v="332"/>
          <ac:spMkLst>
            <pc:docMk/>
            <pc:sldMk cId="1530226798" sldId="520"/>
            <ac:spMk id="47" creationId="{1D0EFF60-0DCD-4601-8C4E-7DF3F13E609B}"/>
          </ac:spMkLst>
        </pc:spChg>
        <pc:spChg chg="add del">
          <ac:chgData name="Cristian Chilipirea" userId="34ab170da5908fc4" providerId="LiveId" clId="{657DC964-B470-42A9-AA52-9F1F849BFB76}" dt="2019-10-13T10:16:10.205" v="332"/>
          <ac:spMkLst>
            <pc:docMk/>
            <pc:sldMk cId="1530226798" sldId="520"/>
            <ac:spMk id="48" creationId="{ED622907-2870-4899-A58F-D19813131083}"/>
          </ac:spMkLst>
        </pc:spChg>
        <pc:spChg chg="add del">
          <ac:chgData name="Cristian Chilipirea" userId="34ab170da5908fc4" providerId="LiveId" clId="{657DC964-B470-42A9-AA52-9F1F849BFB76}" dt="2019-10-13T10:16:10.205" v="332"/>
          <ac:spMkLst>
            <pc:docMk/>
            <pc:sldMk cId="1530226798" sldId="520"/>
            <ac:spMk id="54" creationId="{C2E08D0B-6373-4109-879B-23EB57EC59AD}"/>
          </ac:spMkLst>
        </pc:spChg>
        <pc:spChg chg="add del">
          <ac:chgData name="Cristian Chilipirea" userId="34ab170da5908fc4" providerId="LiveId" clId="{657DC964-B470-42A9-AA52-9F1F849BFB76}" dt="2019-10-13T10:16:10.205" v="332"/>
          <ac:spMkLst>
            <pc:docMk/>
            <pc:sldMk cId="1530226798" sldId="520"/>
            <ac:spMk id="55" creationId="{71704980-72B2-4EBC-A91C-BA145466CAE2}"/>
          </ac:spMkLst>
        </pc:spChg>
        <pc:spChg chg="add del">
          <ac:chgData name="Cristian Chilipirea" userId="34ab170da5908fc4" providerId="LiveId" clId="{657DC964-B470-42A9-AA52-9F1F849BFB76}" dt="2019-10-13T10:16:10.205" v="332"/>
          <ac:spMkLst>
            <pc:docMk/>
            <pc:sldMk cId="1530226798" sldId="520"/>
            <ac:spMk id="56" creationId="{AB388E3C-564D-4DF6-A785-6C2E881970AE}"/>
          </ac:spMkLst>
        </pc:spChg>
        <pc:spChg chg="add del">
          <ac:chgData name="Cristian Chilipirea" userId="34ab170da5908fc4" providerId="LiveId" clId="{657DC964-B470-42A9-AA52-9F1F849BFB76}" dt="2019-10-13T10:16:10.205" v="332"/>
          <ac:spMkLst>
            <pc:docMk/>
            <pc:sldMk cId="1530226798" sldId="520"/>
            <ac:spMk id="57" creationId="{520D7EFF-B42D-4038-94B4-F007533C0ED2}"/>
          </ac:spMkLst>
        </pc:spChg>
        <pc:spChg chg="add del">
          <ac:chgData name="Cristian Chilipirea" userId="34ab170da5908fc4" providerId="LiveId" clId="{657DC964-B470-42A9-AA52-9F1F849BFB76}" dt="2019-10-13T10:16:10.205" v="332"/>
          <ac:spMkLst>
            <pc:docMk/>
            <pc:sldMk cId="1530226798" sldId="520"/>
            <ac:spMk id="63" creationId="{E720861D-A5D9-481A-98A5-6B7CACEF980D}"/>
          </ac:spMkLst>
        </pc:spChg>
        <pc:spChg chg="add del">
          <ac:chgData name="Cristian Chilipirea" userId="34ab170da5908fc4" providerId="LiveId" clId="{657DC964-B470-42A9-AA52-9F1F849BFB76}" dt="2019-10-13T10:16:10.205" v="332"/>
          <ac:spMkLst>
            <pc:docMk/>
            <pc:sldMk cId="1530226798" sldId="520"/>
            <ac:spMk id="64" creationId="{A3B9FCE9-68AB-4248-A6DF-843FF2F33D0C}"/>
          </ac:spMkLst>
        </pc:spChg>
        <pc:spChg chg="add">
          <ac:chgData name="Cristian Chilipirea" userId="34ab170da5908fc4" providerId="LiveId" clId="{657DC964-B470-42A9-AA52-9F1F849BFB76}" dt="2019-10-13T10:16:10.229" v="333"/>
          <ac:spMkLst>
            <pc:docMk/>
            <pc:sldMk cId="1530226798" sldId="520"/>
            <ac:spMk id="104" creationId="{7281A669-B2E4-456D-B44C-134081B9BB2B}"/>
          </ac:spMkLst>
        </pc:spChg>
        <pc:spChg chg="add">
          <ac:chgData name="Cristian Chilipirea" userId="34ab170da5908fc4" providerId="LiveId" clId="{657DC964-B470-42A9-AA52-9F1F849BFB76}" dt="2019-10-13T10:16:10.229" v="333"/>
          <ac:spMkLst>
            <pc:docMk/>
            <pc:sldMk cId="1530226798" sldId="520"/>
            <ac:spMk id="105" creationId="{6371F7B6-80D0-4425-8E31-A4C1EE614937}"/>
          </ac:spMkLst>
        </pc:spChg>
        <pc:spChg chg="add">
          <ac:chgData name="Cristian Chilipirea" userId="34ab170da5908fc4" providerId="LiveId" clId="{657DC964-B470-42A9-AA52-9F1F849BFB76}" dt="2019-10-13T10:16:10.229" v="333"/>
          <ac:spMkLst>
            <pc:docMk/>
            <pc:sldMk cId="1530226798" sldId="520"/>
            <ac:spMk id="106" creationId="{FDEAC5CA-4BF0-4719-8E8A-EC5922411608}"/>
          </ac:spMkLst>
        </pc:spChg>
        <pc:spChg chg="add">
          <ac:chgData name="Cristian Chilipirea" userId="34ab170da5908fc4" providerId="LiveId" clId="{657DC964-B470-42A9-AA52-9F1F849BFB76}" dt="2019-10-13T10:16:10.229" v="333"/>
          <ac:spMkLst>
            <pc:docMk/>
            <pc:sldMk cId="1530226798" sldId="520"/>
            <ac:spMk id="107" creationId="{E8D65994-3A70-4D0D-9C85-DAA2BBDDFBDA}"/>
          </ac:spMkLst>
        </pc:spChg>
        <pc:spChg chg="add">
          <ac:chgData name="Cristian Chilipirea" userId="34ab170da5908fc4" providerId="LiveId" clId="{657DC964-B470-42A9-AA52-9F1F849BFB76}" dt="2019-10-13T10:16:10.229" v="333"/>
          <ac:spMkLst>
            <pc:docMk/>
            <pc:sldMk cId="1530226798" sldId="520"/>
            <ac:spMk id="108" creationId="{6F040061-CFA1-49F2-98E3-E1F735BFA6A5}"/>
          </ac:spMkLst>
        </pc:spChg>
        <pc:spChg chg="add">
          <ac:chgData name="Cristian Chilipirea" userId="34ab170da5908fc4" providerId="LiveId" clId="{657DC964-B470-42A9-AA52-9F1F849BFB76}" dt="2019-10-13T10:16:10.229" v="333"/>
          <ac:spMkLst>
            <pc:docMk/>
            <pc:sldMk cId="1530226798" sldId="520"/>
            <ac:spMk id="109" creationId="{83291F2A-91CB-4DDE-90F5-ACB1BBDC4636}"/>
          </ac:spMkLst>
        </pc:spChg>
        <pc:spChg chg="add">
          <ac:chgData name="Cristian Chilipirea" userId="34ab170da5908fc4" providerId="LiveId" clId="{657DC964-B470-42A9-AA52-9F1F849BFB76}" dt="2019-10-13T10:16:10.229" v="333"/>
          <ac:spMkLst>
            <pc:docMk/>
            <pc:sldMk cId="1530226798" sldId="520"/>
            <ac:spMk id="115" creationId="{BAE41A2D-D0BE-4E55-B7CC-EF90D282BD71}"/>
          </ac:spMkLst>
        </pc:spChg>
        <pc:spChg chg="add">
          <ac:chgData name="Cristian Chilipirea" userId="34ab170da5908fc4" providerId="LiveId" clId="{657DC964-B470-42A9-AA52-9F1F849BFB76}" dt="2019-10-13T10:16:10.229" v="333"/>
          <ac:spMkLst>
            <pc:docMk/>
            <pc:sldMk cId="1530226798" sldId="520"/>
            <ac:spMk id="116" creationId="{D7CDDEC2-BCAB-4C5C-B1F0-CD928C670513}"/>
          </ac:spMkLst>
        </pc:spChg>
        <pc:spChg chg="add">
          <ac:chgData name="Cristian Chilipirea" userId="34ab170da5908fc4" providerId="LiveId" clId="{657DC964-B470-42A9-AA52-9F1F849BFB76}" dt="2019-10-13T10:16:10.229" v="333"/>
          <ac:spMkLst>
            <pc:docMk/>
            <pc:sldMk cId="1530226798" sldId="520"/>
            <ac:spMk id="117" creationId="{A693D3E4-5684-4B3F-835E-69A427BA63C9}"/>
          </ac:spMkLst>
        </pc:spChg>
        <pc:spChg chg="add">
          <ac:chgData name="Cristian Chilipirea" userId="34ab170da5908fc4" providerId="LiveId" clId="{657DC964-B470-42A9-AA52-9F1F849BFB76}" dt="2019-10-13T10:16:10.229" v="333"/>
          <ac:spMkLst>
            <pc:docMk/>
            <pc:sldMk cId="1530226798" sldId="520"/>
            <ac:spMk id="118" creationId="{54B01B98-76FB-4F67-909E-0F0690F6E07C}"/>
          </ac:spMkLst>
        </pc:spChg>
        <pc:spChg chg="add">
          <ac:chgData name="Cristian Chilipirea" userId="34ab170da5908fc4" providerId="LiveId" clId="{657DC964-B470-42A9-AA52-9F1F849BFB76}" dt="2019-10-13T10:16:10.229" v="333"/>
          <ac:spMkLst>
            <pc:docMk/>
            <pc:sldMk cId="1530226798" sldId="520"/>
            <ac:spMk id="124" creationId="{B985265D-2DA6-42CE-A4F3-E47404EBF02A}"/>
          </ac:spMkLst>
        </pc:spChg>
        <pc:spChg chg="add">
          <ac:chgData name="Cristian Chilipirea" userId="34ab170da5908fc4" providerId="LiveId" clId="{657DC964-B470-42A9-AA52-9F1F849BFB76}" dt="2019-10-13T10:16:10.229" v="333"/>
          <ac:spMkLst>
            <pc:docMk/>
            <pc:sldMk cId="1530226798" sldId="520"/>
            <ac:spMk id="125" creationId="{E19AAFF0-7C91-4845-85C8-BFC2A0DE4CBA}"/>
          </ac:spMkLst>
        </pc:spChg>
        <pc:grpChg chg="add del">
          <ac:chgData name="Cristian Chilipirea" userId="34ab170da5908fc4" providerId="LiveId" clId="{657DC964-B470-42A9-AA52-9F1F849BFB76}" dt="2019-10-13T10:16:10.205" v="332"/>
          <ac:grpSpMkLst>
            <pc:docMk/>
            <pc:sldMk cId="1530226798" sldId="520"/>
            <ac:grpSpMk id="4" creationId="{617FA4C9-5C23-4D67-89EE-4133570DBA81}"/>
          </ac:grpSpMkLst>
        </pc:grpChg>
        <pc:grpChg chg="add del">
          <ac:chgData name="Cristian Chilipirea" userId="34ab170da5908fc4" providerId="LiveId" clId="{657DC964-B470-42A9-AA52-9F1F849BFB76}" dt="2019-10-13T10:16:10.205" v="332"/>
          <ac:grpSpMkLst>
            <pc:docMk/>
            <pc:sldMk cId="1530226798" sldId="520"/>
            <ac:grpSpMk id="7" creationId="{30B7CA79-AB3B-4AE0-BE8E-D6371BAE68FD}"/>
          </ac:grpSpMkLst>
        </pc:grpChg>
        <pc:grpChg chg="add del">
          <ac:chgData name="Cristian Chilipirea" userId="34ab170da5908fc4" providerId="LiveId" clId="{657DC964-B470-42A9-AA52-9F1F849BFB76}" dt="2019-10-13T10:16:10.205" v="332"/>
          <ac:grpSpMkLst>
            <pc:docMk/>
            <pc:sldMk cId="1530226798" sldId="520"/>
            <ac:grpSpMk id="10" creationId="{71D90FF4-6F76-444E-9DC6-1CBB179BAED2}"/>
          </ac:grpSpMkLst>
        </pc:grpChg>
        <pc:grpChg chg="add del">
          <ac:chgData name="Cristian Chilipirea" userId="34ab170da5908fc4" providerId="LiveId" clId="{657DC964-B470-42A9-AA52-9F1F849BFB76}" dt="2019-10-13T10:16:10.205" v="332"/>
          <ac:grpSpMkLst>
            <pc:docMk/>
            <pc:sldMk cId="1530226798" sldId="520"/>
            <ac:grpSpMk id="13" creationId="{E21AA815-074D-4345-8B63-C7484C45CFC9}"/>
          </ac:grpSpMkLst>
        </pc:grpChg>
        <pc:grpChg chg="add del">
          <ac:chgData name="Cristian Chilipirea" userId="34ab170da5908fc4" providerId="LiveId" clId="{657DC964-B470-42A9-AA52-9F1F849BFB76}" dt="2019-10-13T10:16:10.205" v="332"/>
          <ac:grpSpMkLst>
            <pc:docMk/>
            <pc:sldMk cId="1530226798" sldId="520"/>
            <ac:grpSpMk id="16" creationId="{B9F8DCA3-ECE9-4AD2-A90E-2D104541D197}"/>
          </ac:grpSpMkLst>
        </pc:grpChg>
        <pc:grpChg chg="add del">
          <ac:chgData name="Cristian Chilipirea" userId="34ab170da5908fc4" providerId="LiveId" clId="{657DC964-B470-42A9-AA52-9F1F849BFB76}" dt="2019-10-13T10:16:10.205" v="332"/>
          <ac:grpSpMkLst>
            <pc:docMk/>
            <pc:sldMk cId="1530226798" sldId="520"/>
            <ac:grpSpMk id="19" creationId="{9D18A76F-2D48-4DAB-8AB1-90008EDA0113}"/>
          </ac:grpSpMkLst>
        </pc:grpChg>
        <pc:grpChg chg="add del">
          <ac:chgData name="Cristian Chilipirea" userId="34ab170da5908fc4" providerId="LiveId" clId="{657DC964-B470-42A9-AA52-9F1F849BFB76}" dt="2019-10-13T10:16:10.205" v="332"/>
          <ac:grpSpMkLst>
            <pc:docMk/>
            <pc:sldMk cId="1530226798" sldId="520"/>
            <ac:grpSpMk id="22" creationId="{88DDF1F3-F4BD-4EC8-AA8F-674384BB5FDC}"/>
          </ac:grpSpMkLst>
        </pc:grpChg>
        <pc:grpChg chg="add del">
          <ac:chgData name="Cristian Chilipirea" userId="34ab170da5908fc4" providerId="LiveId" clId="{657DC964-B470-42A9-AA52-9F1F849BFB76}" dt="2019-10-13T10:16:10.205" v="332"/>
          <ac:grpSpMkLst>
            <pc:docMk/>
            <pc:sldMk cId="1530226798" sldId="520"/>
            <ac:grpSpMk id="25" creationId="{9064C836-289F-4D17-9FE1-6065BCB11E13}"/>
          </ac:grpSpMkLst>
        </pc:grpChg>
        <pc:grpChg chg="add del">
          <ac:chgData name="Cristian Chilipirea" userId="34ab170da5908fc4" providerId="LiveId" clId="{657DC964-B470-42A9-AA52-9F1F849BFB76}" dt="2019-10-13T10:16:10.205" v="332"/>
          <ac:grpSpMkLst>
            <pc:docMk/>
            <pc:sldMk cId="1530226798" sldId="520"/>
            <ac:grpSpMk id="28" creationId="{43102CD9-C204-452C-8D2E-702A293A42EC}"/>
          </ac:grpSpMkLst>
        </pc:grpChg>
        <pc:grpChg chg="add">
          <ac:chgData name="Cristian Chilipirea" userId="34ab170da5908fc4" providerId="LiveId" clId="{657DC964-B470-42A9-AA52-9F1F849BFB76}" dt="2019-10-13T10:16:10.229" v="333"/>
          <ac:grpSpMkLst>
            <pc:docMk/>
            <pc:sldMk cId="1530226798" sldId="520"/>
            <ac:grpSpMk id="65" creationId="{36BD52B4-8148-4EFD-A03E-E6AF935DBCA5}"/>
          </ac:grpSpMkLst>
        </pc:grpChg>
        <pc:grpChg chg="add">
          <ac:chgData name="Cristian Chilipirea" userId="34ab170da5908fc4" providerId="LiveId" clId="{657DC964-B470-42A9-AA52-9F1F849BFB76}" dt="2019-10-13T10:16:10.229" v="333"/>
          <ac:grpSpMkLst>
            <pc:docMk/>
            <pc:sldMk cId="1530226798" sldId="520"/>
            <ac:grpSpMk id="68" creationId="{366F9124-1089-488B-BB96-F6A6E30242B4}"/>
          </ac:grpSpMkLst>
        </pc:grpChg>
        <pc:grpChg chg="add">
          <ac:chgData name="Cristian Chilipirea" userId="34ab170da5908fc4" providerId="LiveId" clId="{657DC964-B470-42A9-AA52-9F1F849BFB76}" dt="2019-10-13T10:16:10.229" v="333"/>
          <ac:grpSpMkLst>
            <pc:docMk/>
            <pc:sldMk cId="1530226798" sldId="520"/>
            <ac:grpSpMk id="71" creationId="{BD2D4444-1015-4F7F-B98E-D64D567A8E4C}"/>
          </ac:grpSpMkLst>
        </pc:grpChg>
        <pc:grpChg chg="add">
          <ac:chgData name="Cristian Chilipirea" userId="34ab170da5908fc4" providerId="LiveId" clId="{657DC964-B470-42A9-AA52-9F1F849BFB76}" dt="2019-10-13T10:16:10.229" v="333"/>
          <ac:grpSpMkLst>
            <pc:docMk/>
            <pc:sldMk cId="1530226798" sldId="520"/>
            <ac:grpSpMk id="74" creationId="{BC368C89-238C-4804-AC94-494E0DBB9776}"/>
          </ac:grpSpMkLst>
        </pc:grpChg>
        <pc:grpChg chg="add">
          <ac:chgData name="Cristian Chilipirea" userId="34ab170da5908fc4" providerId="LiveId" clId="{657DC964-B470-42A9-AA52-9F1F849BFB76}" dt="2019-10-13T10:16:10.229" v="333"/>
          <ac:grpSpMkLst>
            <pc:docMk/>
            <pc:sldMk cId="1530226798" sldId="520"/>
            <ac:grpSpMk id="77" creationId="{0C7FB64C-61CB-4122-BA93-B421C60E6ECD}"/>
          </ac:grpSpMkLst>
        </pc:grpChg>
        <pc:grpChg chg="add">
          <ac:chgData name="Cristian Chilipirea" userId="34ab170da5908fc4" providerId="LiveId" clId="{657DC964-B470-42A9-AA52-9F1F849BFB76}" dt="2019-10-13T10:16:10.229" v="333"/>
          <ac:grpSpMkLst>
            <pc:docMk/>
            <pc:sldMk cId="1530226798" sldId="520"/>
            <ac:grpSpMk id="80" creationId="{CD4A5F6D-66E3-4174-A37F-D781EFC924B5}"/>
          </ac:grpSpMkLst>
        </pc:grpChg>
        <pc:grpChg chg="add">
          <ac:chgData name="Cristian Chilipirea" userId="34ab170da5908fc4" providerId="LiveId" clId="{657DC964-B470-42A9-AA52-9F1F849BFB76}" dt="2019-10-13T10:16:10.229" v="333"/>
          <ac:grpSpMkLst>
            <pc:docMk/>
            <pc:sldMk cId="1530226798" sldId="520"/>
            <ac:grpSpMk id="83" creationId="{2CE0E4F1-1177-4C1B-9E0D-E2B10642464E}"/>
          </ac:grpSpMkLst>
        </pc:grpChg>
        <pc:grpChg chg="add">
          <ac:chgData name="Cristian Chilipirea" userId="34ab170da5908fc4" providerId="LiveId" clId="{657DC964-B470-42A9-AA52-9F1F849BFB76}" dt="2019-10-13T10:16:10.229" v="333"/>
          <ac:grpSpMkLst>
            <pc:docMk/>
            <pc:sldMk cId="1530226798" sldId="520"/>
            <ac:grpSpMk id="86" creationId="{5112FA28-3259-4F3A-B13B-E5B5EC5C9457}"/>
          </ac:grpSpMkLst>
        </pc:grpChg>
        <pc:grpChg chg="add">
          <ac:chgData name="Cristian Chilipirea" userId="34ab170da5908fc4" providerId="LiveId" clId="{657DC964-B470-42A9-AA52-9F1F849BFB76}" dt="2019-10-13T10:16:10.229" v="333"/>
          <ac:grpSpMkLst>
            <pc:docMk/>
            <pc:sldMk cId="1530226798" sldId="520"/>
            <ac:grpSpMk id="89" creationId="{B669902F-ACC7-428A-8282-6F8B93A0A6F9}"/>
          </ac:grpSpMkLst>
        </pc:grpChg>
        <pc:cxnChg chg="add del">
          <ac:chgData name="Cristian Chilipirea" userId="34ab170da5908fc4" providerId="LiveId" clId="{657DC964-B470-42A9-AA52-9F1F849BFB76}" dt="2019-10-13T10:16:10.205" v="332"/>
          <ac:cxnSpMkLst>
            <pc:docMk/>
            <pc:sldMk cId="1530226798" sldId="520"/>
            <ac:cxnSpMk id="31" creationId="{8A6746C6-1E71-4940-A4D7-060008F76C0D}"/>
          </ac:cxnSpMkLst>
        </pc:cxnChg>
        <pc:cxnChg chg="add del">
          <ac:chgData name="Cristian Chilipirea" userId="34ab170da5908fc4" providerId="LiveId" clId="{657DC964-B470-42A9-AA52-9F1F849BFB76}" dt="2019-10-13T10:16:10.205" v="332"/>
          <ac:cxnSpMkLst>
            <pc:docMk/>
            <pc:sldMk cId="1530226798" sldId="520"/>
            <ac:cxnSpMk id="32" creationId="{EEEC357A-36E7-4A12-B08D-A4B615763A89}"/>
          </ac:cxnSpMkLst>
        </pc:cxnChg>
        <pc:cxnChg chg="add del">
          <ac:chgData name="Cristian Chilipirea" userId="34ab170da5908fc4" providerId="LiveId" clId="{657DC964-B470-42A9-AA52-9F1F849BFB76}" dt="2019-10-13T10:16:10.205" v="332"/>
          <ac:cxnSpMkLst>
            <pc:docMk/>
            <pc:sldMk cId="1530226798" sldId="520"/>
            <ac:cxnSpMk id="33" creationId="{0317CBF9-80D5-47F9-A744-42AE99079B9A}"/>
          </ac:cxnSpMkLst>
        </pc:cxnChg>
        <pc:cxnChg chg="add del">
          <ac:chgData name="Cristian Chilipirea" userId="34ab170da5908fc4" providerId="LiveId" clId="{657DC964-B470-42A9-AA52-9F1F849BFB76}" dt="2019-10-13T10:16:10.205" v="332"/>
          <ac:cxnSpMkLst>
            <pc:docMk/>
            <pc:sldMk cId="1530226798" sldId="520"/>
            <ac:cxnSpMk id="34" creationId="{BDEEB95B-19C6-425E-A883-35F2D68A33D7}"/>
          </ac:cxnSpMkLst>
        </pc:cxnChg>
        <pc:cxnChg chg="add del">
          <ac:chgData name="Cristian Chilipirea" userId="34ab170da5908fc4" providerId="LiveId" clId="{657DC964-B470-42A9-AA52-9F1F849BFB76}" dt="2019-10-13T10:16:10.205" v="332"/>
          <ac:cxnSpMkLst>
            <pc:docMk/>
            <pc:sldMk cId="1530226798" sldId="520"/>
            <ac:cxnSpMk id="35" creationId="{0C28C00A-84C3-4D93-B6E5-BC026A925B0F}"/>
          </ac:cxnSpMkLst>
        </pc:cxnChg>
        <pc:cxnChg chg="add del">
          <ac:chgData name="Cristian Chilipirea" userId="34ab170da5908fc4" providerId="LiveId" clId="{657DC964-B470-42A9-AA52-9F1F849BFB76}" dt="2019-10-13T10:16:10.205" v="332"/>
          <ac:cxnSpMkLst>
            <pc:docMk/>
            <pc:sldMk cId="1530226798" sldId="520"/>
            <ac:cxnSpMk id="36" creationId="{BCA8604C-E01F-4A2D-97EA-1CEA3500F88A}"/>
          </ac:cxnSpMkLst>
        </pc:cxnChg>
        <pc:cxnChg chg="add del">
          <ac:chgData name="Cristian Chilipirea" userId="34ab170da5908fc4" providerId="LiveId" clId="{657DC964-B470-42A9-AA52-9F1F849BFB76}" dt="2019-10-13T10:16:10.205" v="332"/>
          <ac:cxnSpMkLst>
            <pc:docMk/>
            <pc:sldMk cId="1530226798" sldId="520"/>
            <ac:cxnSpMk id="37" creationId="{6C14AFAF-A7D1-44D5-9CC6-23CA6B729563}"/>
          </ac:cxnSpMkLst>
        </pc:cxnChg>
        <pc:cxnChg chg="add del">
          <ac:chgData name="Cristian Chilipirea" userId="34ab170da5908fc4" providerId="LiveId" clId="{657DC964-B470-42A9-AA52-9F1F849BFB76}" dt="2019-10-13T10:16:10.205" v="332"/>
          <ac:cxnSpMkLst>
            <pc:docMk/>
            <pc:sldMk cId="1530226798" sldId="520"/>
            <ac:cxnSpMk id="38" creationId="{D385C25B-CA6E-4AA9-881B-6D9F5BADF25E}"/>
          </ac:cxnSpMkLst>
        </pc:cxnChg>
        <pc:cxnChg chg="add del">
          <ac:chgData name="Cristian Chilipirea" userId="34ab170da5908fc4" providerId="LiveId" clId="{657DC964-B470-42A9-AA52-9F1F849BFB76}" dt="2019-10-13T10:16:10.205" v="332"/>
          <ac:cxnSpMkLst>
            <pc:docMk/>
            <pc:sldMk cId="1530226798" sldId="520"/>
            <ac:cxnSpMk id="39" creationId="{DFFC9B80-70D3-41EB-87E2-523A5B9C47D6}"/>
          </ac:cxnSpMkLst>
        </pc:cxnChg>
        <pc:cxnChg chg="add del">
          <ac:chgData name="Cristian Chilipirea" userId="34ab170da5908fc4" providerId="LiveId" clId="{657DC964-B470-42A9-AA52-9F1F849BFB76}" dt="2019-10-13T10:16:10.205" v="332"/>
          <ac:cxnSpMkLst>
            <pc:docMk/>
            <pc:sldMk cId="1530226798" sldId="520"/>
            <ac:cxnSpMk id="40" creationId="{2C1713E0-1F7A-4427-837D-F70F1D375904}"/>
          </ac:cxnSpMkLst>
        </pc:cxnChg>
        <pc:cxnChg chg="add del">
          <ac:chgData name="Cristian Chilipirea" userId="34ab170da5908fc4" providerId="LiveId" clId="{657DC964-B470-42A9-AA52-9F1F849BFB76}" dt="2019-10-13T10:16:10.205" v="332"/>
          <ac:cxnSpMkLst>
            <pc:docMk/>
            <pc:sldMk cId="1530226798" sldId="520"/>
            <ac:cxnSpMk id="41" creationId="{AF5D1500-20CF-44FD-934D-AC01B2B95EEB}"/>
          </ac:cxnSpMkLst>
        </pc:cxnChg>
        <pc:cxnChg chg="add del">
          <ac:chgData name="Cristian Chilipirea" userId="34ab170da5908fc4" providerId="LiveId" clId="{657DC964-B470-42A9-AA52-9F1F849BFB76}" dt="2019-10-13T10:16:10.205" v="332"/>
          <ac:cxnSpMkLst>
            <pc:docMk/>
            <pc:sldMk cId="1530226798" sldId="520"/>
            <ac:cxnSpMk id="42" creationId="{E12BFAC0-9B48-40CC-B6FF-0F4C7053DA1F}"/>
          </ac:cxnSpMkLst>
        </pc:cxnChg>
        <pc:cxnChg chg="add del">
          <ac:chgData name="Cristian Chilipirea" userId="34ab170da5908fc4" providerId="LiveId" clId="{657DC964-B470-42A9-AA52-9F1F849BFB76}" dt="2019-10-13T10:16:10.205" v="332"/>
          <ac:cxnSpMkLst>
            <pc:docMk/>
            <pc:sldMk cId="1530226798" sldId="520"/>
            <ac:cxnSpMk id="49" creationId="{55DB254E-6000-485C-8B5B-28458FB90A8E}"/>
          </ac:cxnSpMkLst>
        </pc:cxnChg>
        <pc:cxnChg chg="add del">
          <ac:chgData name="Cristian Chilipirea" userId="34ab170da5908fc4" providerId="LiveId" clId="{657DC964-B470-42A9-AA52-9F1F849BFB76}" dt="2019-10-13T10:16:10.205" v="332"/>
          <ac:cxnSpMkLst>
            <pc:docMk/>
            <pc:sldMk cId="1530226798" sldId="520"/>
            <ac:cxnSpMk id="50" creationId="{6006F0C2-17E4-4A69-A098-E2849D2597DF}"/>
          </ac:cxnSpMkLst>
        </pc:cxnChg>
        <pc:cxnChg chg="add del">
          <ac:chgData name="Cristian Chilipirea" userId="34ab170da5908fc4" providerId="LiveId" clId="{657DC964-B470-42A9-AA52-9F1F849BFB76}" dt="2019-10-13T10:16:10.205" v="332"/>
          <ac:cxnSpMkLst>
            <pc:docMk/>
            <pc:sldMk cId="1530226798" sldId="520"/>
            <ac:cxnSpMk id="51" creationId="{DB35B31F-0655-41FF-A9B2-77DB12AFACFF}"/>
          </ac:cxnSpMkLst>
        </pc:cxnChg>
        <pc:cxnChg chg="add del">
          <ac:chgData name="Cristian Chilipirea" userId="34ab170da5908fc4" providerId="LiveId" clId="{657DC964-B470-42A9-AA52-9F1F849BFB76}" dt="2019-10-13T10:16:10.205" v="332"/>
          <ac:cxnSpMkLst>
            <pc:docMk/>
            <pc:sldMk cId="1530226798" sldId="520"/>
            <ac:cxnSpMk id="52" creationId="{03C1EDB9-89D2-4D1C-8630-2496D32D6F9F}"/>
          </ac:cxnSpMkLst>
        </pc:cxnChg>
        <pc:cxnChg chg="add del">
          <ac:chgData name="Cristian Chilipirea" userId="34ab170da5908fc4" providerId="LiveId" clId="{657DC964-B470-42A9-AA52-9F1F849BFB76}" dt="2019-10-13T10:16:10.205" v="332"/>
          <ac:cxnSpMkLst>
            <pc:docMk/>
            <pc:sldMk cId="1530226798" sldId="520"/>
            <ac:cxnSpMk id="53" creationId="{B7B52B66-56A9-4D96-B177-E17BA0701ADE}"/>
          </ac:cxnSpMkLst>
        </pc:cxnChg>
        <pc:cxnChg chg="add del">
          <ac:chgData name="Cristian Chilipirea" userId="34ab170da5908fc4" providerId="LiveId" clId="{657DC964-B470-42A9-AA52-9F1F849BFB76}" dt="2019-10-13T10:16:10.205" v="332"/>
          <ac:cxnSpMkLst>
            <pc:docMk/>
            <pc:sldMk cId="1530226798" sldId="520"/>
            <ac:cxnSpMk id="58" creationId="{5CDA48DE-DC77-4E4F-9B42-4D3F9C9AAE50}"/>
          </ac:cxnSpMkLst>
        </pc:cxnChg>
        <pc:cxnChg chg="add del">
          <ac:chgData name="Cristian Chilipirea" userId="34ab170da5908fc4" providerId="LiveId" clId="{657DC964-B470-42A9-AA52-9F1F849BFB76}" dt="2019-10-13T10:16:10.205" v="332"/>
          <ac:cxnSpMkLst>
            <pc:docMk/>
            <pc:sldMk cId="1530226798" sldId="520"/>
            <ac:cxnSpMk id="59" creationId="{432358CC-2D95-4853-87C5-BBD7E4568EF7}"/>
          </ac:cxnSpMkLst>
        </pc:cxnChg>
        <pc:cxnChg chg="add del">
          <ac:chgData name="Cristian Chilipirea" userId="34ab170da5908fc4" providerId="LiveId" clId="{657DC964-B470-42A9-AA52-9F1F849BFB76}" dt="2019-10-13T10:16:10.205" v="332"/>
          <ac:cxnSpMkLst>
            <pc:docMk/>
            <pc:sldMk cId="1530226798" sldId="520"/>
            <ac:cxnSpMk id="60" creationId="{4CEA4120-4F74-4A75-BCDD-45AB6160484A}"/>
          </ac:cxnSpMkLst>
        </pc:cxnChg>
        <pc:cxnChg chg="add del">
          <ac:chgData name="Cristian Chilipirea" userId="34ab170da5908fc4" providerId="LiveId" clId="{657DC964-B470-42A9-AA52-9F1F849BFB76}" dt="2019-10-13T10:16:10.205" v="332"/>
          <ac:cxnSpMkLst>
            <pc:docMk/>
            <pc:sldMk cId="1530226798" sldId="520"/>
            <ac:cxnSpMk id="61" creationId="{8EE1C73A-8411-4127-A240-DB0202C6E47B}"/>
          </ac:cxnSpMkLst>
        </pc:cxnChg>
        <pc:cxnChg chg="add del">
          <ac:chgData name="Cristian Chilipirea" userId="34ab170da5908fc4" providerId="LiveId" clId="{657DC964-B470-42A9-AA52-9F1F849BFB76}" dt="2019-10-13T10:16:10.205" v="332"/>
          <ac:cxnSpMkLst>
            <pc:docMk/>
            <pc:sldMk cId="1530226798" sldId="520"/>
            <ac:cxnSpMk id="62" creationId="{5E9F7D0B-DBCE-49C9-AB64-A26CA68B12A5}"/>
          </ac:cxnSpMkLst>
        </pc:cxnChg>
        <pc:cxnChg chg="add">
          <ac:chgData name="Cristian Chilipirea" userId="34ab170da5908fc4" providerId="LiveId" clId="{657DC964-B470-42A9-AA52-9F1F849BFB76}" dt="2019-10-13T10:16:10.229" v="333"/>
          <ac:cxnSpMkLst>
            <pc:docMk/>
            <pc:sldMk cId="1530226798" sldId="520"/>
            <ac:cxnSpMk id="92" creationId="{B7BB1474-1959-481E-8DFE-0E0829AAE0D4}"/>
          </ac:cxnSpMkLst>
        </pc:cxnChg>
        <pc:cxnChg chg="add">
          <ac:chgData name="Cristian Chilipirea" userId="34ab170da5908fc4" providerId="LiveId" clId="{657DC964-B470-42A9-AA52-9F1F849BFB76}" dt="2019-10-13T10:16:10.229" v="333"/>
          <ac:cxnSpMkLst>
            <pc:docMk/>
            <pc:sldMk cId="1530226798" sldId="520"/>
            <ac:cxnSpMk id="93" creationId="{49A2ECA6-9719-40E1-B6C4-FB5BAA9FDB11}"/>
          </ac:cxnSpMkLst>
        </pc:cxnChg>
        <pc:cxnChg chg="add">
          <ac:chgData name="Cristian Chilipirea" userId="34ab170da5908fc4" providerId="LiveId" clId="{657DC964-B470-42A9-AA52-9F1F849BFB76}" dt="2019-10-13T10:16:10.229" v="333"/>
          <ac:cxnSpMkLst>
            <pc:docMk/>
            <pc:sldMk cId="1530226798" sldId="520"/>
            <ac:cxnSpMk id="94" creationId="{092E8634-EECE-4474-8D02-60ACC413024A}"/>
          </ac:cxnSpMkLst>
        </pc:cxnChg>
        <pc:cxnChg chg="add">
          <ac:chgData name="Cristian Chilipirea" userId="34ab170da5908fc4" providerId="LiveId" clId="{657DC964-B470-42A9-AA52-9F1F849BFB76}" dt="2019-10-13T10:16:10.229" v="333"/>
          <ac:cxnSpMkLst>
            <pc:docMk/>
            <pc:sldMk cId="1530226798" sldId="520"/>
            <ac:cxnSpMk id="95" creationId="{2FFCAFC9-67EC-4F2B-813E-8F0A2F816F00}"/>
          </ac:cxnSpMkLst>
        </pc:cxnChg>
        <pc:cxnChg chg="add">
          <ac:chgData name="Cristian Chilipirea" userId="34ab170da5908fc4" providerId="LiveId" clId="{657DC964-B470-42A9-AA52-9F1F849BFB76}" dt="2019-10-13T10:16:10.229" v="333"/>
          <ac:cxnSpMkLst>
            <pc:docMk/>
            <pc:sldMk cId="1530226798" sldId="520"/>
            <ac:cxnSpMk id="96" creationId="{F3DCB7CD-EF0B-4BD3-B027-F8CBAE335C5C}"/>
          </ac:cxnSpMkLst>
        </pc:cxnChg>
        <pc:cxnChg chg="add">
          <ac:chgData name="Cristian Chilipirea" userId="34ab170da5908fc4" providerId="LiveId" clId="{657DC964-B470-42A9-AA52-9F1F849BFB76}" dt="2019-10-13T10:16:10.229" v="333"/>
          <ac:cxnSpMkLst>
            <pc:docMk/>
            <pc:sldMk cId="1530226798" sldId="520"/>
            <ac:cxnSpMk id="97" creationId="{D71E28D8-7942-423F-9182-9F4BE982CB3B}"/>
          </ac:cxnSpMkLst>
        </pc:cxnChg>
        <pc:cxnChg chg="add">
          <ac:chgData name="Cristian Chilipirea" userId="34ab170da5908fc4" providerId="LiveId" clId="{657DC964-B470-42A9-AA52-9F1F849BFB76}" dt="2019-10-13T10:16:10.229" v="333"/>
          <ac:cxnSpMkLst>
            <pc:docMk/>
            <pc:sldMk cId="1530226798" sldId="520"/>
            <ac:cxnSpMk id="98" creationId="{A1306B00-818F-4D19-A6B5-A26CFA54C485}"/>
          </ac:cxnSpMkLst>
        </pc:cxnChg>
        <pc:cxnChg chg="add">
          <ac:chgData name="Cristian Chilipirea" userId="34ab170da5908fc4" providerId="LiveId" clId="{657DC964-B470-42A9-AA52-9F1F849BFB76}" dt="2019-10-13T10:16:10.229" v="333"/>
          <ac:cxnSpMkLst>
            <pc:docMk/>
            <pc:sldMk cId="1530226798" sldId="520"/>
            <ac:cxnSpMk id="99" creationId="{9BFAA2E4-0694-427D-B908-B1B9A7539611}"/>
          </ac:cxnSpMkLst>
        </pc:cxnChg>
        <pc:cxnChg chg="add">
          <ac:chgData name="Cristian Chilipirea" userId="34ab170da5908fc4" providerId="LiveId" clId="{657DC964-B470-42A9-AA52-9F1F849BFB76}" dt="2019-10-13T10:16:10.229" v="333"/>
          <ac:cxnSpMkLst>
            <pc:docMk/>
            <pc:sldMk cId="1530226798" sldId="520"/>
            <ac:cxnSpMk id="100" creationId="{C6FA12AE-A2A4-41A6-BBCB-027785A6E6C0}"/>
          </ac:cxnSpMkLst>
        </pc:cxnChg>
        <pc:cxnChg chg="add">
          <ac:chgData name="Cristian Chilipirea" userId="34ab170da5908fc4" providerId="LiveId" clId="{657DC964-B470-42A9-AA52-9F1F849BFB76}" dt="2019-10-13T10:16:10.229" v="333"/>
          <ac:cxnSpMkLst>
            <pc:docMk/>
            <pc:sldMk cId="1530226798" sldId="520"/>
            <ac:cxnSpMk id="101" creationId="{DA80437D-D947-4534-99CC-C80E6069D437}"/>
          </ac:cxnSpMkLst>
        </pc:cxnChg>
        <pc:cxnChg chg="add">
          <ac:chgData name="Cristian Chilipirea" userId="34ab170da5908fc4" providerId="LiveId" clId="{657DC964-B470-42A9-AA52-9F1F849BFB76}" dt="2019-10-13T10:16:10.229" v="333"/>
          <ac:cxnSpMkLst>
            <pc:docMk/>
            <pc:sldMk cId="1530226798" sldId="520"/>
            <ac:cxnSpMk id="102" creationId="{5505BC9E-B182-4E40-9D68-2DC295F6297D}"/>
          </ac:cxnSpMkLst>
        </pc:cxnChg>
        <pc:cxnChg chg="add">
          <ac:chgData name="Cristian Chilipirea" userId="34ab170da5908fc4" providerId="LiveId" clId="{657DC964-B470-42A9-AA52-9F1F849BFB76}" dt="2019-10-13T10:16:10.229" v="333"/>
          <ac:cxnSpMkLst>
            <pc:docMk/>
            <pc:sldMk cId="1530226798" sldId="520"/>
            <ac:cxnSpMk id="103" creationId="{DEFA3789-B492-4C0F-85B7-1C74B9E398EB}"/>
          </ac:cxnSpMkLst>
        </pc:cxnChg>
        <pc:cxnChg chg="add">
          <ac:chgData name="Cristian Chilipirea" userId="34ab170da5908fc4" providerId="LiveId" clId="{657DC964-B470-42A9-AA52-9F1F849BFB76}" dt="2019-10-13T10:16:10.229" v="333"/>
          <ac:cxnSpMkLst>
            <pc:docMk/>
            <pc:sldMk cId="1530226798" sldId="520"/>
            <ac:cxnSpMk id="110" creationId="{C861B8FC-AF0F-4A06-B9A2-285CC2C392DF}"/>
          </ac:cxnSpMkLst>
        </pc:cxnChg>
        <pc:cxnChg chg="add">
          <ac:chgData name="Cristian Chilipirea" userId="34ab170da5908fc4" providerId="LiveId" clId="{657DC964-B470-42A9-AA52-9F1F849BFB76}" dt="2019-10-13T10:16:10.229" v="333"/>
          <ac:cxnSpMkLst>
            <pc:docMk/>
            <pc:sldMk cId="1530226798" sldId="520"/>
            <ac:cxnSpMk id="111" creationId="{8B07A575-86AE-4AB3-AB10-994AA1A46EB1}"/>
          </ac:cxnSpMkLst>
        </pc:cxnChg>
        <pc:cxnChg chg="add">
          <ac:chgData name="Cristian Chilipirea" userId="34ab170da5908fc4" providerId="LiveId" clId="{657DC964-B470-42A9-AA52-9F1F849BFB76}" dt="2019-10-13T10:16:10.229" v="333"/>
          <ac:cxnSpMkLst>
            <pc:docMk/>
            <pc:sldMk cId="1530226798" sldId="520"/>
            <ac:cxnSpMk id="112" creationId="{6BA2DEF0-E22A-448D-82BE-C3903AAA90A7}"/>
          </ac:cxnSpMkLst>
        </pc:cxnChg>
        <pc:cxnChg chg="add">
          <ac:chgData name="Cristian Chilipirea" userId="34ab170da5908fc4" providerId="LiveId" clId="{657DC964-B470-42A9-AA52-9F1F849BFB76}" dt="2019-10-13T10:16:10.229" v="333"/>
          <ac:cxnSpMkLst>
            <pc:docMk/>
            <pc:sldMk cId="1530226798" sldId="520"/>
            <ac:cxnSpMk id="113" creationId="{425C1C38-4D6A-40D7-BE4E-7BB00175479A}"/>
          </ac:cxnSpMkLst>
        </pc:cxnChg>
        <pc:cxnChg chg="add">
          <ac:chgData name="Cristian Chilipirea" userId="34ab170da5908fc4" providerId="LiveId" clId="{657DC964-B470-42A9-AA52-9F1F849BFB76}" dt="2019-10-13T10:16:10.229" v="333"/>
          <ac:cxnSpMkLst>
            <pc:docMk/>
            <pc:sldMk cId="1530226798" sldId="520"/>
            <ac:cxnSpMk id="114" creationId="{E92721B8-B4AD-47CB-8AC1-DFA11FECDB50}"/>
          </ac:cxnSpMkLst>
        </pc:cxnChg>
        <pc:cxnChg chg="add">
          <ac:chgData name="Cristian Chilipirea" userId="34ab170da5908fc4" providerId="LiveId" clId="{657DC964-B470-42A9-AA52-9F1F849BFB76}" dt="2019-10-13T10:16:10.229" v="333"/>
          <ac:cxnSpMkLst>
            <pc:docMk/>
            <pc:sldMk cId="1530226798" sldId="520"/>
            <ac:cxnSpMk id="119" creationId="{1A7D294A-682B-4DB9-BEB8-8DF81CD9A081}"/>
          </ac:cxnSpMkLst>
        </pc:cxnChg>
        <pc:cxnChg chg="add">
          <ac:chgData name="Cristian Chilipirea" userId="34ab170da5908fc4" providerId="LiveId" clId="{657DC964-B470-42A9-AA52-9F1F849BFB76}" dt="2019-10-13T10:16:10.229" v="333"/>
          <ac:cxnSpMkLst>
            <pc:docMk/>
            <pc:sldMk cId="1530226798" sldId="520"/>
            <ac:cxnSpMk id="120" creationId="{73E925C8-E539-408D-9218-B63A045FECA9}"/>
          </ac:cxnSpMkLst>
        </pc:cxnChg>
        <pc:cxnChg chg="add">
          <ac:chgData name="Cristian Chilipirea" userId="34ab170da5908fc4" providerId="LiveId" clId="{657DC964-B470-42A9-AA52-9F1F849BFB76}" dt="2019-10-13T10:16:10.229" v="333"/>
          <ac:cxnSpMkLst>
            <pc:docMk/>
            <pc:sldMk cId="1530226798" sldId="520"/>
            <ac:cxnSpMk id="121" creationId="{AE3D3ABA-3E55-49D7-BE90-0D1A65389A1D}"/>
          </ac:cxnSpMkLst>
        </pc:cxnChg>
        <pc:cxnChg chg="add">
          <ac:chgData name="Cristian Chilipirea" userId="34ab170da5908fc4" providerId="LiveId" clId="{657DC964-B470-42A9-AA52-9F1F849BFB76}" dt="2019-10-13T10:16:10.229" v="333"/>
          <ac:cxnSpMkLst>
            <pc:docMk/>
            <pc:sldMk cId="1530226798" sldId="520"/>
            <ac:cxnSpMk id="122" creationId="{BA41D0D8-C097-49C8-B150-89E7B3947913}"/>
          </ac:cxnSpMkLst>
        </pc:cxnChg>
        <pc:cxnChg chg="add">
          <ac:chgData name="Cristian Chilipirea" userId="34ab170da5908fc4" providerId="LiveId" clId="{657DC964-B470-42A9-AA52-9F1F849BFB76}" dt="2019-10-13T10:16:10.229" v="333"/>
          <ac:cxnSpMkLst>
            <pc:docMk/>
            <pc:sldMk cId="1530226798" sldId="520"/>
            <ac:cxnSpMk id="123" creationId="{7452A926-03E5-4DE1-B486-AABFD6E19113}"/>
          </ac:cxnSpMkLst>
        </pc:cxnChg>
      </pc:sldChg>
      <pc:sldChg chg="addSp delSp modSp add">
        <pc:chgData name="Cristian Chilipirea" userId="34ab170da5908fc4" providerId="LiveId" clId="{657DC964-B470-42A9-AA52-9F1F849BFB76}" dt="2019-10-13T10:16:26.347" v="340" actId="1076"/>
        <pc:sldMkLst>
          <pc:docMk/>
          <pc:sldMk cId="103493448" sldId="521"/>
        </pc:sldMkLst>
        <pc:spChg chg="mod">
          <ac:chgData name="Cristian Chilipirea" userId="34ab170da5908fc4" providerId="LiveId" clId="{657DC964-B470-42A9-AA52-9F1F849BFB76}" dt="2019-10-13T10:16:15.874" v="335"/>
          <ac:spMkLst>
            <pc:docMk/>
            <pc:sldMk cId="103493448" sldId="521"/>
            <ac:spMk id="2" creationId="{C8986273-F10D-41E1-B256-18CC63FC26A4}"/>
          </ac:spMkLst>
        </pc:spChg>
        <pc:spChg chg="del">
          <ac:chgData name="Cristian Chilipirea" userId="34ab170da5908fc4" providerId="LiveId" clId="{657DC964-B470-42A9-AA52-9F1F849BFB76}" dt="2019-10-13T10:16:17.683" v="336" actId="478"/>
          <ac:spMkLst>
            <pc:docMk/>
            <pc:sldMk cId="103493448" sldId="521"/>
            <ac:spMk id="3" creationId="{99AC4FF5-B964-45D7-A5C1-84945367C177}"/>
          </ac:spMkLst>
        </pc:spChg>
        <pc:spChg chg="add del">
          <ac:chgData name="Cristian Chilipirea" userId="34ab170da5908fc4" providerId="LiveId" clId="{657DC964-B470-42A9-AA52-9F1F849BFB76}" dt="2019-10-13T10:16:24.261" v="338"/>
          <ac:spMkLst>
            <pc:docMk/>
            <pc:sldMk cId="103493448" sldId="521"/>
            <ac:spMk id="4" creationId="{2A3950EC-C47F-46AD-87AB-0C21E81D9DCD}"/>
          </ac:spMkLst>
        </pc:spChg>
        <pc:spChg chg="add mod">
          <ac:chgData name="Cristian Chilipirea" userId="34ab170da5908fc4" providerId="LiveId" clId="{657DC964-B470-42A9-AA52-9F1F849BFB76}" dt="2019-10-13T10:16:26.347" v="340" actId="1076"/>
          <ac:spMkLst>
            <pc:docMk/>
            <pc:sldMk cId="103493448" sldId="521"/>
            <ac:spMk id="5" creationId="{82A85270-187F-4536-9942-F6AF3B449238}"/>
          </ac:spMkLst>
        </pc:spChg>
      </pc:sldChg>
      <pc:sldChg chg="addSp delSp modSp add modAnim">
        <pc:chgData name="Cristian Chilipirea" userId="34ab170da5908fc4" providerId="LiveId" clId="{657DC964-B470-42A9-AA52-9F1F849BFB76}" dt="2019-10-13T10:16:41.590" v="348"/>
        <pc:sldMkLst>
          <pc:docMk/>
          <pc:sldMk cId="2419727947" sldId="522"/>
        </pc:sldMkLst>
        <pc:spChg chg="mod">
          <ac:chgData name="Cristian Chilipirea" userId="34ab170da5908fc4" providerId="LiveId" clId="{657DC964-B470-42A9-AA52-9F1F849BFB76}" dt="2019-10-13T10:16:32.027" v="342"/>
          <ac:spMkLst>
            <pc:docMk/>
            <pc:sldMk cId="2419727947" sldId="522"/>
            <ac:spMk id="2" creationId="{1015CF7A-4602-4144-AC9F-BCAAEEC7F6C0}"/>
          </ac:spMkLst>
        </pc:spChg>
        <pc:spChg chg="del">
          <ac:chgData name="Cristian Chilipirea" userId="34ab170da5908fc4" providerId="LiveId" clId="{657DC964-B470-42A9-AA52-9F1F849BFB76}" dt="2019-10-13T10:16:35.508" v="343" actId="478"/>
          <ac:spMkLst>
            <pc:docMk/>
            <pc:sldMk cId="2419727947" sldId="522"/>
            <ac:spMk id="3" creationId="{FDEEFA7C-849F-4640-89B5-167C9557B8C7}"/>
          </ac:spMkLst>
        </pc:spChg>
        <pc:spChg chg="add del">
          <ac:chgData name="Cristian Chilipirea" userId="34ab170da5908fc4" providerId="LiveId" clId="{657DC964-B470-42A9-AA52-9F1F849BFB76}" dt="2019-10-13T10:16:41.566" v="347"/>
          <ac:spMkLst>
            <pc:docMk/>
            <pc:sldMk cId="2419727947" sldId="522"/>
            <ac:spMk id="4" creationId="{32A8D653-3639-4E19-9BB7-B13A70FF08A3}"/>
          </ac:spMkLst>
        </pc:spChg>
        <pc:spChg chg="add del">
          <ac:chgData name="Cristian Chilipirea" userId="34ab170da5908fc4" providerId="LiveId" clId="{657DC964-B470-42A9-AA52-9F1F849BFB76}" dt="2019-10-13T10:16:41.566" v="347"/>
          <ac:spMkLst>
            <pc:docMk/>
            <pc:sldMk cId="2419727947" sldId="522"/>
            <ac:spMk id="5" creationId="{F3C90BD9-862C-4B08-B03E-E25D9691E52F}"/>
          </ac:spMkLst>
        </pc:spChg>
        <pc:spChg chg="add del">
          <ac:chgData name="Cristian Chilipirea" userId="34ab170da5908fc4" providerId="LiveId" clId="{657DC964-B470-42A9-AA52-9F1F849BFB76}" dt="2019-10-13T10:16:41.566" v="347"/>
          <ac:spMkLst>
            <pc:docMk/>
            <pc:sldMk cId="2419727947" sldId="522"/>
            <ac:spMk id="6" creationId="{4E6B7C91-33D1-482F-ADE1-9BC93B683AF0}"/>
          </ac:spMkLst>
        </pc:spChg>
        <pc:spChg chg="add del">
          <ac:chgData name="Cristian Chilipirea" userId="34ab170da5908fc4" providerId="LiveId" clId="{657DC964-B470-42A9-AA52-9F1F849BFB76}" dt="2019-10-13T10:16:41.566" v="347"/>
          <ac:spMkLst>
            <pc:docMk/>
            <pc:sldMk cId="2419727947" sldId="522"/>
            <ac:spMk id="7" creationId="{5BBC1AFD-8968-418F-913E-F164D9B57402}"/>
          </ac:spMkLst>
        </pc:spChg>
        <pc:spChg chg="add del">
          <ac:chgData name="Cristian Chilipirea" userId="34ab170da5908fc4" providerId="LiveId" clId="{657DC964-B470-42A9-AA52-9F1F849BFB76}" dt="2019-10-13T10:16:41.566" v="347"/>
          <ac:spMkLst>
            <pc:docMk/>
            <pc:sldMk cId="2419727947" sldId="522"/>
            <ac:spMk id="14" creationId="{9AFBBD98-D82C-4C5F-A4AF-2A153F235C29}"/>
          </ac:spMkLst>
        </pc:spChg>
        <pc:spChg chg="add del">
          <ac:chgData name="Cristian Chilipirea" userId="34ab170da5908fc4" providerId="LiveId" clId="{657DC964-B470-42A9-AA52-9F1F849BFB76}" dt="2019-10-13T10:16:41.566" v="347"/>
          <ac:spMkLst>
            <pc:docMk/>
            <pc:sldMk cId="2419727947" sldId="522"/>
            <ac:spMk id="15" creationId="{87EED5DF-8AF2-4D86-91C6-E17AA56478DB}"/>
          </ac:spMkLst>
        </pc:spChg>
        <pc:spChg chg="add del">
          <ac:chgData name="Cristian Chilipirea" userId="34ab170da5908fc4" providerId="LiveId" clId="{657DC964-B470-42A9-AA52-9F1F849BFB76}" dt="2019-10-13T10:16:41.566" v="347"/>
          <ac:spMkLst>
            <pc:docMk/>
            <pc:sldMk cId="2419727947" sldId="522"/>
            <ac:spMk id="34" creationId="{B4EC09E6-FCD6-4B15-BCE8-01C364AE0329}"/>
          </ac:spMkLst>
        </pc:spChg>
        <pc:spChg chg="add del">
          <ac:chgData name="Cristian Chilipirea" userId="34ab170da5908fc4" providerId="LiveId" clId="{657DC964-B470-42A9-AA52-9F1F849BFB76}" dt="2019-10-13T10:16:41.566" v="347"/>
          <ac:spMkLst>
            <pc:docMk/>
            <pc:sldMk cId="2419727947" sldId="522"/>
            <ac:spMk id="35" creationId="{0101C056-09C8-416F-811B-7037E928EB0D}"/>
          </ac:spMkLst>
        </pc:spChg>
        <pc:spChg chg="add del">
          <ac:chgData name="Cristian Chilipirea" userId="34ab170da5908fc4" providerId="LiveId" clId="{657DC964-B470-42A9-AA52-9F1F849BFB76}" dt="2019-10-13T10:16:41.566" v="347"/>
          <ac:spMkLst>
            <pc:docMk/>
            <pc:sldMk cId="2419727947" sldId="522"/>
            <ac:spMk id="36" creationId="{41E3D389-CF2F-45BC-AB6E-B8E9AD001F03}"/>
          </ac:spMkLst>
        </pc:spChg>
        <pc:spChg chg="add del">
          <ac:chgData name="Cristian Chilipirea" userId="34ab170da5908fc4" providerId="LiveId" clId="{657DC964-B470-42A9-AA52-9F1F849BFB76}" dt="2019-10-13T10:16:41.566" v="347"/>
          <ac:spMkLst>
            <pc:docMk/>
            <pc:sldMk cId="2419727947" sldId="522"/>
            <ac:spMk id="37" creationId="{3A62FAB6-D312-476C-A004-1422F85D65C3}"/>
          </ac:spMkLst>
        </pc:spChg>
        <pc:spChg chg="add del">
          <ac:chgData name="Cristian Chilipirea" userId="34ab170da5908fc4" providerId="LiveId" clId="{657DC964-B470-42A9-AA52-9F1F849BFB76}" dt="2019-10-13T10:16:41.566" v="347"/>
          <ac:spMkLst>
            <pc:docMk/>
            <pc:sldMk cId="2419727947" sldId="522"/>
            <ac:spMk id="38" creationId="{E0DA4F26-CA56-4976-AB6A-7E8423544709}"/>
          </ac:spMkLst>
        </pc:spChg>
        <pc:spChg chg="add del">
          <ac:chgData name="Cristian Chilipirea" userId="34ab170da5908fc4" providerId="LiveId" clId="{657DC964-B470-42A9-AA52-9F1F849BFB76}" dt="2019-10-13T10:16:41.566" v="347"/>
          <ac:spMkLst>
            <pc:docMk/>
            <pc:sldMk cId="2419727947" sldId="522"/>
            <ac:spMk id="39" creationId="{D20B86D3-3596-459F-A271-06E43949F237}"/>
          </ac:spMkLst>
        </pc:spChg>
        <pc:spChg chg="add del">
          <ac:chgData name="Cristian Chilipirea" userId="34ab170da5908fc4" providerId="LiveId" clId="{657DC964-B470-42A9-AA52-9F1F849BFB76}" dt="2019-10-13T10:16:41.566" v="347"/>
          <ac:spMkLst>
            <pc:docMk/>
            <pc:sldMk cId="2419727947" sldId="522"/>
            <ac:spMk id="45" creationId="{DAD27883-00B3-4E10-8E19-10459811FFCE}"/>
          </ac:spMkLst>
        </pc:spChg>
        <pc:spChg chg="add del">
          <ac:chgData name="Cristian Chilipirea" userId="34ab170da5908fc4" providerId="LiveId" clId="{657DC964-B470-42A9-AA52-9F1F849BFB76}" dt="2019-10-13T10:16:41.566" v="347"/>
          <ac:spMkLst>
            <pc:docMk/>
            <pc:sldMk cId="2419727947" sldId="522"/>
            <ac:spMk id="46" creationId="{276A15B0-012E-4836-9218-942DD6D99210}"/>
          </ac:spMkLst>
        </pc:spChg>
        <pc:spChg chg="add del">
          <ac:chgData name="Cristian Chilipirea" userId="34ab170da5908fc4" providerId="LiveId" clId="{657DC964-B470-42A9-AA52-9F1F849BFB76}" dt="2019-10-13T10:16:41.566" v="347"/>
          <ac:spMkLst>
            <pc:docMk/>
            <pc:sldMk cId="2419727947" sldId="522"/>
            <ac:spMk id="47" creationId="{227C871B-BDEE-4E88-9D83-5FBF915B1F34}"/>
          </ac:spMkLst>
        </pc:spChg>
        <pc:spChg chg="add del">
          <ac:chgData name="Cristian Chilipirea" userId="34ab170da5908fc4" providerId="LiveId" clId="{657DC964-B470-42A9-AA52-9F1F849BFB76}" dt="2019-10-13T10:16:41.566" v="347"/>
          <ac:spMkLst>
            <pc:docMk/>
            <pc:sldMk cId="2419727947" sldId="522"/>
            <ac:spMk id="48" creationId="{006244AD-23D1-46AA-B106-C0CEB2CCDEDA}"/>
          </ac:spMkLst>
        </pc:spChg>
        <pc:spChg chg="add del">
          <ac:chgData name="Cristian Chilipirea" userId="34ab170da5908fc4" providerId="LiveId" clId="{657DC964-B470-42A9-AA52-9F1F849BFB76}" dt="2019-10-13T10:16:41.566" v="347"/>
          <ac:spMkLst>
            <pc:docMk/>
            <pc:sldMk cId="2419727947" sldId="522"/>
            <ac:spMk id="54" creationId="{6DCC1D32-FB2C-4A31-891F-EF37CA62AECA}"/>
          </ac:spMkLst>
        </pc:spChg>
        <pc:spChg chg="add del">
          <ac:chgData name="Cristian Chilipirea" userId="34ab170da5908fc4" providerId="LiveId" clId="{657DC964-B470-42A9-AA52-9F1F849BFB76}" dt="2019-10-13T10:16:41.566" v="347"/>
          <ac:spMkLst>
            <pc:docMk/>
            <pc:sldMk cId="2419727947" sldId="522"/>
            <ac:spMk id="55" creationId="{1EA23218-E1E6-49CE-BC4D-9DEA8D457419}"/>
          </ac:spMkLst>
        </pc:spChg>
        <pc:spChg chg="add del">
          <ac:chgData name="Cristian Chilipirea" userId="34ab170da5908fc4" providerId="LiveId" clId="{657DC964-B470-42A9-AA52-9F1F849BFB76}" dt="2019-10-13T10:16:41.566" v="347"/>
          <ac:spMkLst>
            <pc:docMk/>
            <pc:sldMk cId="2419727947" sldId="522"/>
            <ac:spMk id="62" creationId="{78C01F34-D197-47E7-B8D7-EDABF69EEDB6}"/>
          </ac:spMkLst>
        </pc:spChg>
        <pc:spChg chg="add del">
          <ac:chgData name="Cristian Chilipirea" userId="34ab170da5908fc4" providerId="LiveId" clId="{657DC964-B470-42A9-AA52-9F1F849BFB76}" dt="2019-10-13T10:16:41.566" v="347"/>
          <ac:spMkLst>
            <pc:docMk/>
            <pc:sldMk cId="2419727947" sldId="522"/>
            <ac:spMk id="63" creationId="{B89B8870-A3A8-483C-B509-7A97791203AC}"/>
          </ac:spMkLst>
        </pc:spChg>
        <pc:spChg chg="add del">
          <ac:chgData name="Cristian Chilipirea" userId="34ab170da5908fc4" providerId="LiveId" clId="{657DC964-B470-42A9-AA52-9F1F849BFB76}" dt="2019-10-13T10:16:41.566" v="347"/>
          <ac:spMkLst>
            <pc:docMk/>
            <pc:sldMk cId="2419727947" sldId="522"/>
            <ac:spMk id="80" creationId="{18B4192C-E7D0-4968-91B9-E674F754859C}"/>
          </ac:spMkLst>
        </pc:spChg>
        <pc:spChg chg="add del">
          <ac:chgData name="Cristian Chilipirea" userId="34ab170da5908fc4" providerId="LiveId" clId="{657DC964-B470-42A9-AA52-9F1F849BFB76}" dt="2019-10-13T10:16:41.566" v="347"/>
          <ac:spMkLst>
            <pc:docMk/>
            <pc:sldMk cId="2419727947" sldId="522"/>
            <ac:spMk id="81" creationId="{609CA940-0F9C-4F86-868F-888E5FCDB228}"/>
          </ac:spMkLst>
        </pc:spChg>
        <pc:spChg chg="add del">
          <ac:chgData name="Cristian Chilipirea" userId="34ab170da5908fc4" providerId="LiveId" clId="{657DC964-B470-42A9-AA52-9F1F849BFB76}" dt="2019-10-13T10:16:41.566" v="347"/>
          <ac:spMkLst>
            <pc:docMk/>
            <pc:sldMk cId="2419727947" sldId="522"/>
            <ac:spMk id="82" creationId="{F01F250F-12E3-412F-A8B1-72BAE17F95F5}"/>
          </ac:spMkLst>
        </pc:spChg>
        <pc:spChg chg="add del">
          <ac:chgData name="Cristian Chilipirea" userId="34ab170da5908fc4" providerId="LiveId" clId="{657DC964-B470-42A9-AA52-9F1F849BFB76}" dt="2019-10-13T10:16:41.566" v="347"/>
          <ac:spMkLst>
            <pc:docMk/>
            <pc:sldMk cId="2419727947" sldId="522"/>
            <ac:spMk id="83" creationId="{B50BED68-F558-41EF-8B12-7B78468628DF}"/>
          </ac:spMkLst>
        </pc:spChg>
        <pc:spChg chg="add del">
          <ac:chgData name="Cristian Chilipirea" userId="34ab170da5908fc4" providerId="LiveId" clId="{657DC964-B470-42A9-AA52-9F1F849BFB76}" dt="2019-10-13T10:16:41.566" v="347"/>
          <ac:spMkLst>
            <pc:docMk/>
            <pc:sldMk cId="2419727947" sldId="522"/>
            <ac:spMk id="84" creationId="{02C7662F-6C6E-4C3B-BADE-207DF59A4696}"/>
          </ac:spMkLst>
        </pc:spChg>
        <pc:spChg chg="add del">
          <ac:chgData name="Cristian Chilipirea" userId="34ab170da5908fc4" providerId="LiveId" clId="{657DC964-B470-42A9-AA52-9F1F849BFB76}" dt="2019-10-13T10:16:41.566" v="347"/>
          <ac:spMkLst>
            <pc:docMk/>
            <pc:sldMk cId="2419727947" sldId="522"/>
            <ac:spMk id="85" creationId="{0DA0B2AD-FBCC-46C6-AE39-062E18FFBA76}"/>
          </ac:spMkLst>
        </pc:spChg>
        <pc:spChg chg="add del">
          <ac:chgData name="Cristian Chilipirea" userId="34ab170da5908fc4" providerId="LiveId" clId="{657DC964-B470-42A9-AA52-9F1F849BFB76}" dt="2019-10-13T10:16:41.566" v="347"/>
          <ac:spMkLst>
            <pc:docMk/>
            <pc:sldMk cId="2419727947" sldId="522"/>
            <ac:spMk id="86" creationId="{41615406-C4E3-4613-876D-8446C2F8B9C7}"/>
          </ac:spMkLst>
        </pc:spChg>
        <pc:spChg chg="add del">
          <ac:chgData name="Cristian Chilipirea" userId="34ab170da5908fc4" providerId="LiveId" clId="{657DC964-B470-42A9-AA52-9F1F849BFB76}" dt="2019-10-13T10:16:41.566" v="347"/>
          <ac:spMkLst>
            <pc:docMk/>
            <pc:sldMk cId="2419727947" sldId="522"/>
            <ac:spMk id="87" creationId="{86D007DB-E146-48A3-8778-82F9C748A2CE}"/>
          </ac:spMkLst>
        </pc:spChg>
        <pc:spChg chg="add">
          <ac:chgData name="Cristian Chilipirea" userId="34ab170da5908fc4" providerId="LiveId" clId="{657DC964-B470-42A9-AA52-9F1F849BFB76}" dt="2019-10-13T10:16:41.590" v="348"/>
          <ac:spMkLst>
            <pc:docMk/>
            <pc:sldMk cId="2419727947" sldId="522"/>
            <ac:spMk id="88" creationId="{6C4C3CDB-25B0-4289-9ECB-245A64D6CB32}"/>
          </ac:spMkLst>
        </pc:spChg>
        <pc:spChg chg="add">
          <ac:chgData name="Cristian Chilipirea" userId="34ab170da5908fc4" providerId="LiveId" clId="{657DC964-B470-42A9-AA52-9F1F849BFB76}" dt="2019-10-13T10:16:41.590" v="348"/>
          <ac:spMkLst>
            <pc:docMk/>
            <pc:sldMk cId="2419727947" sldId="522"/>
            <ac:spMk id="89" creationId="{ED73FF03-A102-4F7B-A10A-62A61EA728B0}"/>
          </ac:spMkLst>
        </pc:spChg>
        <pc:spChg chg="add">
          <ac:chgData name="Cristian Chilipirea" userId="34ab170da5908fc4" providerId="LiveId" clId="{657DC964-B470-42A9-AA52-9F1F849BFB76}" dt="2019-10-13T10:16:41.590" v="348"/>
          <ac:spMkLst>
            <pc:docMk/>
            <pc:sldMk cId="2419727947" sldId="522"/>
            <ac:spMk id="90" creationId="{BA387088-7095-43D7-9853-5DFEC519A062}"/>
          </ac:spMkLst>
        </pc:spChg>
        <pc:spChg chg="add">
          <ac:chgData name="Cristian Chilipirea" userId="34ab170da5908fc4" providerId="LiveId" clId="{657DC964-B470-42A9-AA52-9F1F849BFB76}" dt="2019-10-13T10:16:41.590" v="348"/>
          <ac:spMkLst>
            <pc:docMk/>
            <pc:sldMk cId="2419727947" sldId="522"/>
            <ac:spMk id="91" creationId="{563279BF-05FE-4A1B-8BEA-FEC4BCB19BBF}"/>
          </ac:spMkLst>
        </pc:spChg>
        <pc:spChg chg="add">
          <ac:chgData name="Cristian Chilipirea" userId="34ab170da5908fc4" providerId="LiveId" clId="{657DC964-B470-42A9-AA52-9F1F849BFB76}" dt="2019-10-13T10:16:41.590" v="348"/>
          <ac:spMkLst>
            <pc:docMk/>
            <pc:sldMk cId="2419727947" sldId="522"/>
            <ac:spMk id="98" creationId="{A87087DF-61A0-4992-AC58-D96C1D513E77}"/>
          </ac:spMkLst>
        </pc:spChg>
        <pc:spChg chg="add">
          <ac:chgData name="Cristian Chilipirea" userId="34ab170da5908fc4" providerId="LiveId" clId="{657DC964-B470-42A9-AA52-9F1F849BFB76}" dt="2019-10-13T10:16:41.590" v="348"/>
          <ac:spMkLst>
            <pc:docMk/>
            <pc:sldMk cId="2419727947" sldId="522"/>
            <ac:spMk id="99" creationId="{81AD8316-7AB9-4D18-8ECC-684AF3D4B85C}"/>
          </ac:spMkLst>
        </pc:spChg>
        <pc:spChg chg="add">
          <ac:chgData name="Cristian Chilipirea" userId="34ab170da5908fc4" providerId="LiveId" clId="{657DC964-B470-42A9-AA52-9F1F849BFB76}" dt="2019-10-13T10:16:41.590" v="348"/>
          <ac:spMkLst>
            <pc:docMk/>
            <pc:sldMk cId="2419727947" sldId="522"/>
            <ac:spMk id="118" creationId="{CEFAD447-217C-431C-BD5C-9B07EC4B9A66}"/>
          </ac:spMkLst>
        </pc:spChg>
        <pc:spChg chg="add">
          <ac:chgData name="Cristian Chilipirea" userId="34ab170da5908fc4" providerId="LiveId" clId="{657DC964-B470-42A9-AA52-9F1F849BFB76}" dt="2019-10-13T10:16:41.590" v="348"/>
          <ac:spMkLst>
            <pc:docMk/>
            <pc:sldMk cId="2419727947" sldId="522"/>
            <ac:spMk id="119" creationId="{4742D8EB-2533-4E81-9697-9AB15AB8B614}"/>
          </ac:spMkLst>
        </pc:spChg>
        <pc:spChg chg="add">
          <ac:chgData name="Cristian Chilipirea" userId="34ab170da5908fc4" providerId="LiveId" clId="{657DC964-B470-42A9-AA52-9F1F849BFB76}" dt="2019-10-13T10:16:41.590" v="348"/>
          <ac:spMkLst>
            <pc:docMk/>
            <pc:sldMk cId="2419727947" sldId="522"/>
            <ac:spMk id="120" creationId="{28A2FD1F-E573-4B7D-9014-B78D770CCCA2}"/>
          </ac:spMkLst>
        </pc:spChg>
        <pc:spChg chg="add">
          <ac:chgData name="Cristian Chilipirea" userId="34ab170da5908fc4" providerId="LiveId" clId="{657DC964-B470-42A9-AA52-9F1F849BFB76}" dt="2019-10-13T10:16:41.590" v="348"/>
          <ac:spMkLst>
            <pc:docMk/>
            <pc:sldMk cId="2419727947" sldId="522"/>
            <ac:spMk id="121" creationId="{EA72CDEA-BF05-4FEB-9460-DB10C55EC78A}"/>
          </ac:spMkLst>
        </pc:spChg>
        <pc:spChg chg="add">
          <ac:chgData name="Cristian Chilipirea" userId="34ab170da5908fc4" providerId="LiveId" clId="{657DC964-B470-42A9-AA52-9F1F849BFB76}" dt="2019-10-13T10:16:41.590" v="348"/>
          <ac:spMkLst>
            <pc:docMk/>
            <pc:sldMk cId="2419727947" sldId="522"/>
            <ac:spMk id="122" creationId="{C0D48321-1697-47DA-94BC-BCCB411B6365}"/>
          </ac:spMkLst>
        </pc:spChg>
        <pc:spChg chg="add">
          <ac:chgData name="Cristian Chilipirea" userId="34ab170da5908fc4" providerId="LiveId" clId="{657DC964-B470-42A9-AA52-9F1F849BFB76}" dt="2019-10-13T10:16:41.590" v="348"/>
          <ac:spMkLst>
            <pc:docMk/>
            <pc:sldMk cId="2419727947" sldId="522"/>
            <ac:spMk id="123" creationId="{9BA3BE07-FC1C-4CAF-9DCF-FD6DAB7CF0B4}"/>
          </ac:spMkLst>
        </pc:spChg>
        <pc:spChg chg="add">
          <ac:chgData name="Cristian Chilipirea" userId="34ab170da5908fc4" providerId="LiveId" clId="{657DC964-B470-42A9-AA52-9F1F849BFB76}" dt="2019-10-13T10:16:41.590" v="348"/>
          <ac:spMkLst>
            <pc:docMk/>
            <pc:sldMk cId="2419727947" sldId="522"/>
            <ac:spMk id="129" creationId="{7C47A4DE-76FE-4808-ABA2-D5DC2BD21BD2}"/>
          </ac:spMkLst>
        </pc:spChg>
        <pc:spChg chg="add">
          <ac:chgData name="Cristian Chilipirea" userId="34ab170da5908fc4" providerId="LiveId" clId="{657DC964-B470-42A9-AA52-9F1F849BFB76}" dt="2019-10-13T10:16:41.590" v="348"/>
          <ac:spMkLst>
            <pc:docMk/>
            <pc:sldMk cId="2419727947" sldId="522"/>
            <ac:spMk id="130" creationId="{13520E37-4EA2-461A-93C7-450FB2EBA245}"/>
          </ac:spMkLst>
        </pc:spChg>
        <pc:spChg chg="add">
          <ac:chgData name="Cristian Chilipirea" userId="34ab170da5908fc4" providerId="LiveId" clId="{657DC964-B470-42A9-AA52-9F1F849BFB76}" dt="2019-10-13T10:16:41.590" v="348"/>
          <ac:spMkLst>
            <pc:docMk/>
            <pc:sldMk cId="2419727947" sldId="522"/>
            <ac:spMk id="131" creationId="{5D9A94E6-BF5A-4E44-8D78-E03FDE5C9F4A}"/>
          </ac:spMkLst>
        </pc:spChg>
        <pc:spChg chg="add">
          <ac:chgData name="Cristian Chilipirea" userId="34ab170da5908fc4" providerId="LiveId" clId="{657DC964-B470-42A9-AA52-9F1F849BFB76}" dt="2019-10-13T10:16:41.590" v="348"/>
          <ac:spMkLst>
            <pc:docMk/>
            <pc:sldMk cId="2419727947" sldId="522"/>
            <ac:spMk id="132" creationId="{7E376488-B141-4E6A-9F62-2E5D8A71F252}"/>
          </ac:spMkLst>
        </pc:spChg>
        <pc:spChg chg="add">
          <ac:chgData name="Cristian Chilipirea" userId="34ab170da5908fc4" providerId="LiveId" clId="{657DC964-B470-42A9-AA52-9F1F849BFB76}" dt="2019-10-13T10:16:41.590" v="348"/>
          <ac:spMkLst>
            <pc:docMk/>
            <pc:sldMk cId="2419727947" sldId="522"/>
            <ac:spMk id="138" creationId="{014653BA-04C8-41AB-B594-AFB6DEF4313A}"/>
          </ac:spMkLst>
        </pc:spChg>
        <pc:spChg chg="add">
          <ac:chgData name="Cristian Chilipirea" userId="34ab170da5908fc4" providerId="LiveId" clId="{657DC964-B470-42A9-AA52-9F1F849BFB76}" dt="2019-10-13T10:16:41.590" v="348"/>
          <ac:spMkLst>
            <pc:docMk/>
            <pc:sldMk cId="2419727947" sldId="522"/>
            <ac:spMk id="139" creationId="{FFD6CD8B-1174-46EF-B38C-A986814C6C2E}"/>
          </ac:spMkLst>
        </pc:spChg>
        <pc:spChg chg="add">
          <ac:chgData name="Cristian Chilipirea" userId="34ab170da5908fc4" providerId="LiveId" clId="{657DC964-B470-42A9-AA52-9F1F849BFB76}" dt="2019-10-13T10:16:41.590" v="348"/>
          <ac:spMkLst>
            <pc:docMk/>
            <pc:sldMk cId="2419727947" sldId="522"/>
            <ac:spMk id="146" creationId="{2B0EB997-1D0D-4B71-9B38-2BE3E605A903}"/>
          </ac:spMkLst>
        </pc:spChg>
        <pc:spChg chg="add">
          <ac:chgData name="Cristian Chilipirea" userId="34ab170da5908fc4" providerId="LiveId" clId="{657DC964-B470-42A9-AA52-9F1F849BFB76}" dt="2019-10-13T10:16:41.590" v="348"/>
          <ac:spMkLst>
            <pc:docMk/>
            <pc:sldMk cId="2419727947" sldId="522"/>
            <ac:spMk id="147" creationId="{821BE68D-FABD-43FC-B607-2E2B5C6BD4AC}"/>
          </ac:spMkLst>
        </pc:spChg>
        <pc:spChg chg="add">
          <ac:chgData name="Cristian Chilipirea" userId="34ab170da5908fc4" providerId="LiveId" clId="{657DC964-B470-42A9-AA52-9F1F849BFB76}" dt="2019-10-13T10:16:41.590" v="348"/>
          <ac:spMkLst>
            <pc:docMk/>
            <pc:sldMk cId="2419727947" sldId="522"/>
            <ac:spMk id="164" creationId="{091324E2-B24D-4230-AB0B-88F7FBAF6BF1}"/>
          </ac:spMkLst>
        </pc:spChg>
        <pc:spChg chg="add">
          <ac:chgData name="Cristian Chilipirea" userId="34ab170da5908fc4" providerId="LiveId" clId="{657DC964-B470-42A9-AA52-9F1F849BFB76}" dt="2019-10-13T10:16:41.590" v="348"/>
          <ac:spMkLst>
            <pc:docMk/>
            <pc:sldMk cId="2419727947" sldId="522"/>
            <ac:spMk id="165" creationId="{42751B7A-00C6-4697-BA7B-A79F6AF28EFE}"/>
          </ac:spMkLst>
        </pc:spChg>
        <pc:spChg chg="add">
          <ac:chgData name="Cristian Chilipirea" userId="34ab170da5908fc4" providerId="LiveId" clId="{657DC964-B470-42A9-AA52-9F1F849BFB76}" dt="2019-10-13T10:16:41.590" v="348"/>
          <ac:spMkLst>
            <pc:docMk/>
            <pc:sldMk cId="2419727947" sldId="522"/>
            <ac:spMk id="166" creationId="{A61AD987-608E-4F9A-8F61-C1D29CDB4C45}"/>
          </ac:spMkLst>
        </pc:spChg>
        <pc:spChg chg="add">
          <ac:chgData name="Cristian Chilipirea" userId="34ab170da5908fc4" providerId="LiveId" clId="{657DC964-B470-42A9-AA52-9F1F849BFB76}" dt="2019-10-13T10:16:41.590" v="348"/>
          <ac:spMkLst>
            <pc:docMk/>
            <pc:sldMk cId="2419727947" sldId="522"/>
            <ac:spMk id="167" creationId="{84E29C74-5ABD-4F8E-9B0D-951F1043C8C8}"/>
          </ac:spMkLst>
        </pc:spChg>
        <pc:spChg chg="add">
          <ac:chgData name="Cristian Chilipirea" userId="34ab170da5908fc4" providerId="LiveId" clId="{657DC964-B470-42A9-AA52-9F1F849BFB76}" dt="2019-10-13T10:16:41.590" v="348"/>
          <ac:spMkLst>
            <pc:docMk/>
            <pc:sldMk cId="2419727947" sldId="522"/>
            <ac:spMk id="168" creationId="{9167F8E7-519E-4672-B4BB-7E473706CC78}"/>
          </ac:spMkLst>
        </pc:spChg>
        <pc:spChg chg="add">
          <ac:chgData name="Cristian Chilipirea" userId="34ab170da5908fc4" providerId="LiveId" clId="{657DC964-B470-42A9-AA52-9F1F849BFB76}" dt="2019-10-13T10:16:41.590" v="348"/>
          <ac:spMkLst>
            <pc:docMk/>
            <pc:sldMk cId="2419727947" sldId="522"/>
            <ac:spMk id="169" creationId="{7C315F63-2450-404C-AB2E-5DB7BC1635C5}"/>
          </ac:spMkLst>
        </pc:spChg>
        <pc:spChg chg="add">
          <ac:chgData name="Cristian Chilipirea" userId="34ab170da5908fc4" providerId="LiveId" clId="{657DC964-B470-42A9-AA52-9F1F849BFB76}" dt="2019-10-13T10:16:41.590" v="348"/>
          <ac:spMkLst>
            <pc:docMk/>
            <pc:sldMk cId="2419727947" sldId="522"/>
            <ac:spMk id="170" creationId="{04A72A97-4FA6-420D-B459-324F80C84936}"/>
          </ac:spMkLst>
        </pc:spChg>
        <pc:spChg chg="add">
          <ac:chgData name="Cristian Chilipirea" userId="34ab170da5908fc4" providerId="LiveId" clId="{657DC964-B470-42A9-AA52-9F1F849BFB76}" dt="2019-10-13T10:16:41.590" v="348"/>
          <ac:spMkLst>
            <pc:docMk/>
            <pc:sldMk cId="2419727947" sldId="522"/>
            <ac:spMk id="171" creationId="{B6B3957F-C9B8-4ADB-84F6-C62309B80EC0}"/>
          </ac:spMkLst>
        </pc:spChg>
        <pc:grpChg chg="add del">
          <ac:chgData name="Cristian Chilipirea" userId="34ab170da5908fc4" providerId="LiveId" clId="{657DC964-B470-42A9-AA52-9F1F849BFB76}" dt="2019-10-13T10:16:41.566" v="347"/>
          <ac:grpSpMkLst>
            <pc:docMk/>
            <pc:sldMk cId="2419727947" sldId="522"/>
            <ac:grpSpMk id="8" creationId="{412F7C43-7A49-4DB4-8018-7D43DD1D4AB1}"/>
          </ac:grpSpMkLst>
        </pc:grpChg>
        <pc:grpChg chg="add del">
          <ac:chgData name="Cristian Chilipirea" userId="34ab170da5908fc4" providerId="LiveId" clId="{657DC964-B470-42A9-AA52-9F1F849BFB76}" dt="2019-10-13T10:16:41.566" v="347"/>
          <ac:grpSpMkLst>
            <pc:docMk/>
            <pc:sldMk cId="2419727947" sldId="522"/>
            <ac:grpSpMk id="11" creationId="{D96A9FB4-38C2-4214-B087-867CF056C816}"/>
          </ac:grpSpMkLst>
        </pc:grpChg>
        <pc:grpChg chg="add del">
          <ac:chgData name="Cristian Chilipirea" userId="34ab170da5908fc4" providerId="LiveId" clId="{657DC964-B470-42A9-AA52-9F1F849BFB76}" dt="2019-10-13T10:16:41.566" v="347"/>
          <ac:grpSpMkLst>
            <pc:docMk/>
            <pc:sldMk cId="2419727947" sldId="522"/>
            <ac:grpSpMk id="16" creationId="{BCC5FE7F-6A7F-40E8-A562-373D1B0022C7}"/>
          </ac:grpSpMkLst>
        </pc:grpChg>
        <pc:grpChg chg="add del">
          <ac:chgData name="Cristian Chilipirea" userId="34ab170da5908fc4" providerId="LiveId" clId="{657DC964-B470-42A9-AA52-9F1F849BFB76}" dt="2019-10-13T10:16:41.566" v="347"/>
          <ac:grpSpMkLst>
            <pc:docMk/>
            <pc:sldMk cId="2419727947" sldId="522"/>
            <ac:grpSpMk id="19" creationId="{D40CAD5A-7AF4-43C2-9BCD-0423534153DD}"/>
          </ac:grpSpMkLst>
        </pc:grpChg>
        <pc:grpChg chg="add del">
          <ac:chgData name="Cristian Chilipirea" userId="34ab170da5908fc4" providerId="LiveId" clId="{657DC964-B470-42A9-AA52-9F1F849BFB76}" dt="2019-10-13T10:16:41.566" v="347"/>
          <ac:grpSpMkLst>
            <pc:docMk/>
            <pc:sldMk cId="2419727947" sldId="522"/>
            <ac:grpSpMk id="59" creationId="{65D25654-775A-4B7E-89BD-87D11D8E5FBD}"/>
          </ac:grpSpMkLst>
        </pc:grpChg>
        <pc:grpChg chg="add del">
          <ac:chgData name="Cristian Chilipirea" userId="34ab170da5908fc4" providerId="LiveId" clId="{657DC964-B470-42A9-AA52-9F1F849BFB76}" dt="2019-10-13T10:16:41.566" v="347"/>
          <ac:grpSpMkLst>
            <pc:docMk/>
            <pc:sldMk cId="2419727947" sldId="522"/>
            <ac:grpSpMk id="66" creationId="{AC180DD0-BF33-42AD-8F9B-2F70EC3DFD51}"/>
          </ac:grpSpMkLst>
        </pc:grpChg>
        <pc:grpChg chg="add del">
          <ac:chgData name="Cristian Chilipirea" userId="34ab170da5908fc4" providerId="LiveId" clId="{657DC964-B470-42A9-AA52-9F1F849BFB76}" dt="2019-10-13T10:16:41.566" v="347"/>
          <ac:grpSpMkLst>
            <pc:docMk/>
            <pc:sldMk cId="2419727947" sldId="522"/>
            <ac:grpSpMk id="69" creationId="{66131B7D-E746-4902-A1B9-CF8BDD9EAC6C}"/>
          </ac:grpSpMkLst>
        </pc:grpChg>
        <pc:grpChg chg="add del">
          <ac:chgData name="Cristian Chilipirea" userId="34ab170da5908fc4" providerId="LiveId" clId="{657DC964-B470-42A9-AA52-9F1F849BFB76}" dt="2019-10-13T10:16:41.566" v="347"/>
          <ac:grpSpMkLst>
            <pc:docMk/>
            <pc:sldMk cId="2419727947" sldId="522"/>
            <ac:grpSpMk id="72" creationId="{A3D5CA32-9BA8-48C7-AE93-35A1964A2F14}"/>
          </ac:grpSpMkLst>
        </pc:grpChg>
        <pc:grpChg chg="add">
          <ac:chgData name="Cristian Chilipirea" userId="34ab170da5908fc4" providerId="LiveId" clId="{657DC964-B470-42A9-AA52-9F1F849BFB76}" dt="2019-10-13T10:16:41.590" v="348"/>
          <ac:grpSpMkLst>
            <pc:docMk/>
            <pc:sldMk cId="2419727947" sldId="522"/>
            <ac:grpSpMk id="92" creationId="{2D5A22B3-0D90-4E0D-950A-88FF0867D8EC}"/>
          </ac:grpSpMkLst>
        </pc:grpChg>
        <pc:grpChg chg="add">
          <ac:chgData name="Cristian Chilipirea" userId="34ab170da5908fc4" providerId="LiveId" clId="{657DC964-B470-42A9-AA52-9F1F849BFB76}" dt="2019-10-13T10:16:41.590" v="348"/>
          <ac:grpSpMkLst>
            <pc:docMk/>
            <pc:sldMk cId="2419727947" sldId="522"/>
            <ac:grpSpMk id="95" creationId="{4EBB43C9-4AF5-4BB2-BA5F-826F0520664A}"/>
          </ac:grpSpMkLst>
        </pc:grpChg>
        <pc:grpChg chg="add">
          <ac:chgData name="Cristian Chilipirea" userId="34ab170da5908fc4" providerId="LiveId" clId="{657DC964-B470-42A9-AA52-9F1F849BFB76}" dt="2019-10-13T10:16:41.590" v="348"/>
          <ac:grpSpMkLst>
            <pc:docMk/>
            <pc:sldMk cId="2419727947" sldId="522"/>
            <ac:grpSpMk id="100" creationId="{2C000807-E7B2-40AD-A5AB-6F6CEA0544A6}"/>
          </ac:grpSpMkLst>
        </pc:grpChg>
        <pc:grpChg chg="add">
          <ac:chgData name="Cristian Chilipirea" userId="34ab170da5908fc4" providerId="LiveId" clId="{657DC964-B470-42A9-AA52-9F1F849BFB76}" dt="2019-10-13T10:16:41.590" v="348"/>
          <ac:grpSpMkLst>
            <pc:docMk/>
            <pc:sldMk cId="2419727947" sldId="522"/>
            <ac:grpSpMk id="103" creationId="{58F5F010-6A2F-4EB8-835F-7CD4AC3799E2}"/>
          </ac:grpSpMkLst>
        </pc:grpChg>
        <pc:grpChg chg="add">
          <ac:chgData name="Cristian Chilipirea" userId="34ab170da5908fc4" providerId="LiveId" clId="{657DC964-B470-42A9-AA52-9F1F849BFB76}" dt="2019-10-13T10:16:41.590" v="348"/>
          <ac:grpSpMkLst>
            <pc:docMk/>
            <pc:sldMk cId="2419727947" sldId="522"/>
            <ac:grpSpMk id="143" creationId="{12008E46-DACF-4910-B9BF-6ED1DE8699B0}"/>
          </ac:grpSpMkLst>
        </pc:grpChg>
        <pc:grpChg chg="add">
          <ac:chgData name="Cristian Chilipirea" userId="34ab170da5908fc4" providerId="LiveId" clId="{657DC964-B470-42A9-AA52-9F1F849BFB76}" dt="2019-10-13T10:16:41.590" v="348"/>
          <ac:grpSpMkLst>
            <pc:docMk/>
            <pc:sldMk cId="2419727947" sldId="522"/>
            <ac:grpSpMk id="150" creationId="{8BFB9E17-3253-4BC6-B296-BBED41674C2E}"/>
          </ac:grpSpMkLst>
        </pc:grpChg>
        <pc:grpChg chg="add">
          <ac:chgData name="Cristian Chilipirea" userId="34ab170da5908fc4" providerId="LiveId" clId="{657DC964-B470-42A9-AA52-9F1F849BFB76}" dt="2019-10-13T10:16:41.590" v="348"/>
          <ac:grpSpMkLst>
            <pc:docMk/>
            <pc:sldMk cId="2419727947" sldId="522"/>
            <ac:grpSpMk id="153" creationId="{0C010066-38DF-4A72-A7D8-C34A65B93080}"/>
          </ac:grpSpMkLst>
        </pc:grpChg>
        <pc:grpChg chg="add">
          <ac:chgData name="Cristian Chilipirea" userId="34ab170da5908fc4" providerId="LiveId" clId="{657DC964-B470-42A9-AA52-9F1F849BFB76}" dt="2019-10-13T10:16:41.590" v="348"/>
          <ac:grpSpMkLst>
            <pc:docMk/>
            <pc:sldMk cId="2419727947" sldId="522"/>
            <ac:grpSpMk id="156" creationId="{180046E9-1FFF-4C1B-84EA-44346F246F37}"/>
          </ac:grpSpMkLst>
        </pc:grpChg>
        <pc:cxnChg chg="add del">
          <ac:chgData name="Cristian Chilipirea" userId="34ab170da5908fc4" providerId="LiveId" clId="{657DC964-B470-42A9-AA52-9F1F849BFB76}" dt="2019-10-13T10:16:41.566" v="347"/>
          <ac:cxnSpMkLst>
            <pc:docMk/>
            <pc:sldMk cId="2419727947" sldId="522"/>
            <ac:cxnSpMk id="22" creationId="{180C5A04-E7C9-4239-9E59-35156ED9426B}"/>
          </ac:cxnSpMkLst>
        </pc:cxnChg>
        <pc:cxnChg chg="add del">
          <ac:chgData name="Cristian Chilipirea" userId="34ab170da5908fc4" providerId="LiveId" clId="{657DC964-B470-42A9-AA52-9F1F849BFB76}" dt="2019-10-13T10:16:41.566" v="347"/>
          <ac:cxnSpMkLst>
            <pc:docMk/>
            <pc:sldMk cId="2419727947" sldId="522"/>
            <ac:cxnSpMk id="23" creationId="{1B449EC0-9911-4F9B-864A-9D3E7ED7772F}"/>
          </ac:cxnSpMkLst>
        </pc:cxnChg>
        <pc:cxnChg chg="add del">
          <ac:chgData name="Cristian Chilipirea" userId="34ab170da5908fc4" providerId="LiveId" clId="{657DC964-B470-42A9-AA52-9F1F849BFB76}" dt="2019-10-13T10:16:41.566" v="347"/>
          <ac:cxnSpMkLst>
            <pc:docMk/>
            <pc:sldMk cId="2419727947" sldId="522"/>
            <ac:cxnSpMk id="24" creationId="{F65AA979-FDBA-42D6-B022-BAD64AB3AC34}"/>
          </ac:cxnSpMkLst>
        </pc:cxnChg>
        <pc:cxnChg chg="add del">
          <ac:chgData name="Cristian Chilipirea" userId="34ab170da5908fc4" providerId="LiveId" clId="{657DC964-B470-42A9-AA52-9F1F849BFB76}" dt="2019-10-13T10:16:41.566" v="347"/>
          <ac:cxnSpMkLst>
            <pc:docMk/>
            <pc:sldMk cId="2419727947" sldId="522"/>
            <ac:cxnSpMk id="25" creationId="{573B1EBF-D28B-4C04-ABEA-5DFF4D227FC1}"/>
          </ac:cxnSpMkLst>
        </pc:cxnChg>
        <pc:cxnChg chg="add del">
          <ac:chgData name="Cristian Chilipirea" userId="34ab170da5908fc4" providerId="LiveId" clId="{657DC964-B470-42A9-AA52-9F1F849BFB76}" dt="2019-10-13T10:16:41.566" v="347"/>
          <ac:cxnSpMkLst>
            <pc:docMk/>
            <pc:sldMk cId="2419727947" sldId="522"/>
            <ac:cxnSpMk id="26" creationId="{4DAB3DCE-CFED-4973-90AD-7EE155B7CBF8}"/>
          </ac:cxnSpMkLst>
        </pc:cxnChg>
        <pc:cxnChg chg="add del">
          <ac:chgData name="Cristian Chilipirea" userId="34ab170da5908fc4" providerId="LiveId" clId="{657DC964-B470-42A9-AA52-9F1F849BFB76}" dt="2019-10-13T10:16:41.566" v="347"/>
          <ac:cxnSpMkLst>
            <pc:docMk/>
            <pc:sldMk cId="2419727947" sldId="522"/>
            <ac:cxnSpMk id="27" creationId="{D4BABFA1-B0D1-4B30-A9D7-854E10EA54D9}"/>
          </ac:cxnSpMkLst>
        </pc:cxnChg>
        <pc:cxnChg chg="add del">
          <ac:chgData name="Cristian Chilipirea" userId="34ab170da5908fc4" providerId="LiveId" clId="{657DC964-B470-42A9-AA52-9F1F849BFB76}" dt="2019-10-13T10:16:41.566" v="347"/>
          <ac:cxnSpMkLst>
            <pc:docMk/>
            <pc:sldMk cId="2419727947" sldId="522"/>
            <ac:cxnSpMk id="28" creationId="{E73906C8-3339-46A5-8EDF-2A0F66ADFAB6}"/>
          </ac:cxnSpMkLst>
        </pc:cxnChg>
        <pc:cxnChg chg="add del">
          <ac:chgData name="Cristian Chilipirea" userId="34ab170da5908fc4" providerId="LiveId" clId="{657DC964-B470-42A9-AA52-9F1F849BFB76}" dt="2019-10-13T10:16:41.566" v="347"/>
          <ac:cxnSpMkLst>
            <pc:docMk/>
            <pc:sldMk cId="2419727947" sldId="522"/>
            <ac:cxnSpMk id="29" creationId="{42C02DB4-D290-41C9-AE2F-6CA159C18468}"/>
          </ac:cxnSpMkLst>
        </pc:cxnChg>
        <pc:cxnChg chg="add del">
          <ac:chgData name="Cristian Chilipirea" userId="34ab170da5908fc4" providerId="LiveId" clId="{657DC964-B470-42A9-AA52-9F1F849BFB76}" dt="2019-10-13T10:16:41.566" v="347"/>
          <ac:cxnSpMkLst>
            <pc:docMk/>
            <pc:sldMk cId="2419727947" sldId="522"/>
            <ac:cxnSpMk id="30" creationId="{C4C58A1A-F9FF-45A3-9302-BABEE53DB035}"/>
          </ac:cxnSpMkLst>
        </pc:cxnChg>
        <pc:cxnChg chg="add del">
          <ac:chgData name="Cristian Chilipirea" userId="34ab170da5908fc4" providerId="LiveId" clId="{657DC964-B470-42A9-AA52-9F1F849BFB76}" dt="2019-10-13T10:16:41.566" v="347"/>
          <ac:cxnSpMkLst>
            <pc:docMk/>
            <pc:sldMk cId="2419727947" sldId="522"/>
            <ac:cxnSpMk id="31" creationId="{99CFCA84-2E09-4268-A28E-239BAC3AAF16}"/>
          </ac:cxnSpMkLst>
        </pc:cxnChg>
        <pc:cxnChg chg="add del">
          <ac:chgData name="Cristian Chilipirea" userId="34ab170da5908fc4" providerId="LiveId" clId="{657DC964-B470-42A9-AA52-9F1F849BFB76}" dt="2019-10-13T10:16:41.566" v="347"/>
          <ac:cxnSpMkLst>
            <pc:docMk/>
            <pc:sldMk cId="2419727947" sldId="522"/>
            <ac:cxnSpMk id="32" creationId="{53F3B60C-58BE-45C7-987A-CB4E34A6337F}"/>
          </ac:cxnSpMkLst>
        </pc:cxnChg>
        <pc:cxnChg chg="add del">
          <ac:chgData name="Cristian Chilipirea" userId="34ab170da5908fc4" providerId="LiveId" clId="{657DC964-B470-42A9-AA52-9F1F849BFB76}" dt="2019-10-13T10:16:41.566" v="347"/>
          <ac:cxnSpMkLst>
            <pc:docMk/>
            <pc:sldMk cId="2419727947" sldId="522"/>
            <ac:cxnSpMk id="33" creationId="{A7BEA436-8E4E-40E7-A898-0FF834DD7A08}"/>
          </ac:cxnSpMkLst>
        </pc:cxnChg>
        <pc:cxnChg chg="add del">
          <ac:chgData name="Cristian Chilipirea" userId="34ab170da5908fc4" providerId="LiveId" clId="{657DC964-B470-42A9-AA52-9F1F849BFB76}" dt="2019-10-13T10:16:41.566" v="347"/>
          <ac:cxnSpMkLst>
            <pc:docMk/>
            <pc:sldMk cId="2419727947" sldId="522"/>
            <ac:cxnSpMk id="40" creationId="{7E7BC91E-7A7C-4C43-A345-8B96E812DD09}"/>
          </ac:cxnSpMkLst>
        </pc:cxnChg>
        <pc:cxnChg chg="add del">
          <ac:chgData name="Cristian Chilipirea" userId="34ab170da5908fc4" providerId="LiveId" clId="{657DC964-B470-42A9-AA52-9F1F849BFB76}" dt="2019-10-13T10:16:41.566" v="347"/>
          <ac:cxnSpMkLst>
            <pc:docMk/>
            <pc:sldMk cId="2419727947" sldId="522"/>
            <ac:cxnSpMk id="41" creationId="{214BF3AC-B87A-4DE2-AD0A-1BACE5F9F3E1}"/>
          </ac:cxnSpMkLst>
        </pc:cxnChg>
        <pc:cxnChg chg="add del">
          <ac:chgData name="Cristian Chilipirea" userId="34ab170da5908fc4" providerId="LiveId" clId="{657DC964-B470-42A9-AA52-9F1F849BFB76}" dt="2019-10-13T10:16:41.566" v="347"/>
          <ac:cxnSpMkLst>
            <pc:docMk/>
            <pc:sldMk cId="2419727947" sldId="522"/>
            <ac:cxnSpMk id="42" creationId="{D5EF20BD-B6CB-47EC-B598-5A12F8EA78BF}"/>
          </ac:cxnSpMkLst>
        </pc:cxnChg>
        <pc:cxnChg chg="add del">
          <ac:chgData name="Cristian Chilipirea" userId="34ab170da5908fc4" providerId="LiveId" clId="{657DC964-B470-42A9-AA52-9F1F849BFB76}" dt="2019-10-13T10:16:41.566" v="347"/>
          <ac:cxnSpMkLst>
            <pc:docMk/>
            <pc:sldMk cId="2419727947" sldId="522"/>
            <ac:cxnSpMk id="43" creationId="{E3663A74-8493-4A7E-A528-F3A74B39B7BD}"/>
          </ac:cxnSpMkLst>
        </pc:cxnChg>
        <pc:cxnChg chg="add del">
          <ac:chgData name="Cristian Chilipirea" userId="34ab170da5908fc4" providerId="LiveId" clId="{657DC964-B470-42A9-AA52-9F1F849BFB76}" dt="2019-10-13T10:16:41.566" v="347"/>
          <ac:cxnSpMkLst>
            <pc:docMk/>
            <pc:sldMk cId="2419727947" sldId="522"/>
            <ac:cxnSpMk id="44" creationId="{CC66D125-6B8F-4746-931D-11E6A720FF26}"/>
          </ac:cxnSpMkLst>
        </pc:cxnChg>
        <pc:cxnChg chg="add del">
          <ac:chgData name="Cristian Chilipirea" userId="34ab170da5908fc4" providerId="LiveId" clId="{657DC964-B470-42A9-AA52-9F1F849BFB76}" dt="2019-10-13T10:16:41.566" v="347"/>
          <ac:cxnSpMkLst>
            <pc:docMk/>
            <pc:sldMk cId="2419727947" sldId="522"/>
            <ac:cxnSpMk id="49" creationId="{77C5CD1A-1A2E-45D8-9310-AF6BF0E47926}"/>
          </ac:cxnSpMkLst>
        </pc:cxnChg>
        <pc:cxnChg chg="add del">
          <ac:chgData name="Cristian Chilipirea" userId="34ab170da5908fc4" providerId="LiveId" clId="{657DC964-B470-42A9-AA52-9F1F849BFB76}" dt="2019-10-13T10:16:41.566" v="347"/>
          <ac:cxnSpMkLst>
            <pc:docMk/>
            <pc:sldMk cId="2419727947" sldId="522"/>
            <ac:cxnSpMk id="50" creationId="{6750C7E2-FD60-417B-B506-061638310554}"/>
          </ac:cxnSpMkLst>
        </pc:cxnChg>
        <pc:cxnChg chg="add del">
          <ac:chgData name="Cristian Chilipirea" userId="34ab170da5908fc4" providerId="LiveId" clId="{657DC964-B470-42A9-AA52-9F1F849BFB76}" dt="2019-10-13T10:16:41.566" v="347"/>
          <ac:cxnSpMkLst>
            <pc:docMk/>
            <pc:sldMk cId="2419727947" sldId="522"/>
            <ac:cxnSpMk id="51" creationId="{DF1F48AC-A4DE-42CF-B332-EBF72E92E8EE}"/>
          </ac:cxnSpMkLst>
        </pc:cxnChg>
        <pc:cxnChg chg="add del">
          <ac:chgData name="Cristian Chilipirea" userId="34ab170da5908fc4" providerId="LiveId" clId="{657DC964-B470-42A9-AA52-9F1F849BFB76}" dt="2019-10-13T10:16:41.566" v="347"/>
          <ac:cxnSpMkLst>
            <pc:docMk/>
            <pc:sldMk cId="2419727947" sldId="522"/>
            <ac:cxnSpMk id="52" creationId="{2EF72560-7E68-4271-AA7A-8ECD4AC2EE6A}"/>
          </ac:cxnSpMkLst>
        </pc:cxnChg>
        <pc:cxnChg chg="add del">
          <ac:chgData name="Cristian Chilipirea" userId="34ab170da5908fc4" providerId="LiveId" clId="{657DC964-B470-42A9-AA52-9F1F849BFB76}" dt="2019-10-13T10:16:41.566" v="347"/>
          <ac:cxnSpMkLst>
            <pc:docMk/>
            <pc:sldMk cId="2419727947" sldId="522"/>
            <ac:cxnSpMk id="53" creationId="{E48BB2A4-89A8-4DAC-B037-0BCB754BE31D}"/>
          </ac:cxnSpMkLst>
        </pc:cxnChg>
        <pc:cxnChg chg="add del">
          <ac:chgData name="Cristian Chilipirea" userId="34ab170da5908fc4" providerId="LiveId" clId="{657DC964-B470-42A9-AA52-9F1F849BFB76}" dt="2019-10-13T10:16:41.566" v="347"/>
          <ac:cxnSpMkLst>
            <pc:docMk/>
            <pc:sldMk cId="2419727947" sldId="522"/>
            <ac:cxnSpMk id="56" creationId="{88218B97-9EFF-4570-8DAB-B9BCFB6A8F40}"/>
          </ac:cxnSpMkLst>
        </pc:cxnChg>
        <pc:cxnChg chg="add del">
          <ac:chgData name="Cristian Chilipirea" userId="34ab170da5908fc4" providerId="LiveId" clId="{657DC964-B470-42A9-AA52-9F1F849BFB76}" dt="2019-10-13T10:16:41.566" v="347"/>
          <ac:cxnSpMkLst>
            <pc:docMk/>
            <pc:sldMk cId="2419727947" sldId="522"/>
            <ac:cxnSpMk id="57" creationId="{5039C38F-7C02-497C-8401-3A556FCA3788}"/>
          </ac:cxnSpMkLst>
        </pc:cxnChg>
        <pc:cxnChg chg="add del">
          <ac:chgData name="Cristian Chilipirea" userId="34ab170da5908fc4" providerId="LiveId" clId="{657DC964-B470-42A9-AA52-9F1F849BFB76}" dt="2019-10-13T10:16:41.566" v="347"/>
          <ac:cxnSpMkLst>
            <pc:docMk/>
            <pc:sldMk cId="2419727947" sldId="522"/>
            <ac:cxnSpMk id="58" creationId="{C88F3BB8-B7C0-40E0-8814-FD676C47DDB4}"/>
          </ac:cxnSpMkLst>
        </pc:cxnChg>
        <pc:cxnChg chg="add del">
          <ac:chgData name="Cristian Chilipirea" userId="34ab170da5908fc4" providerId="LiveId" clId="{657DC964-B470-42A9-AA52-9F1F849BFB76}" dt="2019-10-13T10:16:41.566" v="347"/>
          <ac:cxnSpMkLst>
            <pc:docMk/>
            <pc:sldMk cId="2419727947" sldId="522"/>
            <ac:cxnSpMk id="64" creationId="{79F28AA5-9422-419D-B167-2D52AD0EE2A3}"/>
          </ac:cxnSpMkLst>
        </pc:cxnChg>
        <pc:cxnChg chg="add del">
          <ac:chgData name="Cristian Chilipirea" userId="34ab170da5908fc4" providerId="LiveId" clId="{657DC964-B470-42A9-AA52-9F1F849BFB76}" dt="2019-10-13T10:16:41.566" v="347"/>
          <ac:cxnSpMkLst>
            <pc:docMk/>
            <pc:sldMk cId="2419727947" sldId="522"/>
            <ac:cxnSpMk id="65" creationId="{7D566FD0-E5A2-444E-8A41-CEB7AB3F1697}"/>
          </ac:cxnSpMkLst>
        </pc:cxnChg>
        <pc:cxnChg chg="add del">
          <ac:chgData name="Cristian Chilipirea" userId="34ab170da5908fc4" providerId="LiveId" clId="{657DC964-B470-42A9-AA52-9F1F849BFB76}" dt="2019-10-13T10:16:41.566" v="347"/>
          <ac:cxnSpMkLst>
            <pc:docMk/>
            <pc:sldMk cId="2419727947" sldId="522"/>
            <ac:cxnSpMk id="75" creationId="{91CE7D70-1B0D-4E66-BD1F-98A8B4500885}"/>
          </ac:cxnSpMkLst>
        </pc:cxnChg>
        <pc:cxnChg chg="add del">
          <ac:chgData name="Cristian Chilipirea" userId="34ab170da5908fc4" providerId="LiveId" clId="{657DC964-B470-42A9-AA52-9F1F849BFB76}" dt="2019-10-13T10:16:41.566" v="347"/>
          <ac:cxnSpMkLst>
            <pc:docMk/>
            <pc:sldMk cId="2419727947" sldId="522"/>
            <ac:cxnSpMk id="76" creationId="{D05B8219-6E88-439A-A44E-148D4D643059}"/>
          </ac:cxnSpMkLst>
        </pc:cxnChg>
        <pc:cxnChg chg="add del">
          <ac:chgData name="Cristian Chilipirea" userId="34ab170da5908fc4" providerId="LiveId" clId="{657DC964-B470-42A9-AA52-9F1F849BFB76}" dt="2019-10-13T10:16:41.566" v="347"/>
          <ac:cxnSpMkLst>
            <pc:docMk/>
            <pc:sldMk cId="2419727947" sldId="522"/>
            <ac:cxnSpMk id="77" creationId="{7E03FD22-0CE3-49B6-AE7A-F8B89BAF4ECC}"/>
          </ac:cxnSpMkLst>
        </pc:cxnChg>
        <pc:cxnChg chg="add del">
          <ac:chgData name="Cristian Chilipirea" userId="34ab170da5908fc4" providerId="LiveId" clId="{657DC964-B470-42A9-AA52-9F1F849BFB76}" dt="2019-10-13T10:16:41.566" v="347"/>
          <ac:cxnSpMkLst>
            <pc:docMk/>
            <pc:sldMk cId="2419727947" sldId="522"/>
            <ac:cxnSpMk id="78" creationId="{D413BF29-62B1-4065-85B8-07289A5281D4}"/>
          </ac:cxnSpMkLst>
        </pc:cxnChg>
        <pc:cxnChg chg="add del">
          <ac:chgData name="Cristian Chilipirea" userId="34ab170da5908fc4" providerId="LiveId" clId="{657DC964-B470-42A9-AA52-9F1F849BFB76}" dt="2019-10-13T10:16:41.566" v="347"/>
          <ac:cxnSpMkLst>
            <pc:docMk/>
            <pc:sldMk cId="2419727947" sldId="522"/>
            <ac:cxnSpMk id="79" creationId="{FAB77FFF-B88C-40D0-A016-8A329744BD58}"/>
          </ac:cxnSpMkLst>
        </pc:cxnChg>
        <pc:cxnChg chg="add">
          <ac:chgData name="Cristian Chilipirea" userId="34ab170da5908fc4" providerId="LiveId" clId="{657DC964-B470-42A9-AA52-9F1F849BFB76}" dt="2019-10-13T10:16:41.590" v="348"/>
          <ac:cxnSpMkLst>
            <pc:docMk/>
            <pc:sldMk cId="2419727947" sldId="522"/>
            <ac:cxnSpMk id="106" creationId="{9DE01E3E-024E-415C-ADB8-14C3C37E214C}"/>
          </ac:cxnSpMkLst>
        </pc:cxnChg>
        <pc:cxnChg chg="add">
          <ac:chgData name="Cristian Chilipirea" userId="34ab170da5908fc4" providerId="LiveId" clId="{657DC964-B470-42A9-AA52-9F1F849BFB76}" dt="2019-10-13T10:16:41.590" v="348"/>
          <ac:cxnSpMkLst>
            <pc:docMk/>
            <pc:sldMk cId="2419727947" sldId="522"/>
            <ac:cxnSpMk id="107" creationId="{9DC6CBE4-7449-4146-A4E9-23694D8D8F54}"/>
          </ac:cxnSpMkLst>
        </pc:cxnChg>
        <pc:cxnChg chg="add">
          <ac:chgData name="Cristian Chilipirea" userId="34ab170da5908fc4" providerId="LiveId" clId="{657DC964-B470-42A9-AA52-9F1F849BFB76}" dt="2019-10-13T10:16:41.590" v="348"/>
          <ac:cxnSpMkLst>
            <pc:docMk/>
            <pc:sldMk cId="2419727947" sldId="522"/>
            <ac:cxnSpMk id="108" creationId="{F0A3556A-BABB-4F56-8434-F245C0E54DBC}"/>
          </ac:cxnSpMkLst>
        </pc:cxnChg>
        <pc:cxnChg chg="add">
          <ac:chgData name="Cristian Chilipirea" userId="34ab170da5908fc4" providerId="LiveId" clId="{657DC964-B470-42A9-AA52-9F1F849BFB76}" dt="2019-10-13T10:16:41.590" v="348"/>
          <ac:cxnSpMkLst>
            <pc:docMk/>
            <pc:sldMk cId="2419727947" sldId="522"/>
            <ac:cxnSpMk id="109" creationId="{4A08773D-4F97-425B-A484-68EF0EC38787}"/>
          </ac:cxnSpMkLst>
        </pc:cxnChg>
        <pc:cxnChg chg="add">
          <ac:chgData name="Cristian Chilipirea" userId="34ab170da5908fc4" providerId="LiveId" clId="{657DC964-B470-42A9-AA52-9F1F849BFB76}" dt="2019-10-13T10:16:41.590" v="348"/>
          <ac:cxnSpMkLst>
            <pc:docMk/>
            <pc:sldMk cId="2419727947" sldId="522"/>
            <ac:cxnSpMk id="110" creationId="{EA121BC7-9161-4C37-B2C3-468479F14382}"/>
          </ac:cxnSpMkLst>
        </pc:cxnChg>
        <pc:cxnChg chg="add">
          <ac:chgData name="Cristian Chilipirea" userId="34ab170da5908fc4" providerId="LiveId" clId="{657DC964-B470-42A9-AA52-9F1F849BFB76}" dt="2019-10-13T10:16:41.590" v="348"/>
          <ac:cxnSpMkLst>
            <pc:docMk/>
            <pc:sldMk cId="2419727947" sldId="522"/>
            <ac:cxnSpMk id="111" creationId="{0274FA18-0511-4B4B-9819-6E7D3BC86A50}"/>
          </ac:cxnSpMkLst>
        </pc:cxnChg>
        <pc:cxnChg chg="add">
          <ac:chgData name="Cristian Chilipirea" userId="34ab170da5908fc4" providerId="LiveId" clId="{657DC964-B470-42A9-AA52-9F1F849BFB76}" dt="2019-10-13T10:16:41.590" v="348"/>
          <ac:cxnSpMkLst>
            <pc:docMk/>
            <pc:sldMk cId="2419727947" sldId="522"/>
            <ac:cxnSpMk id="112" creationId="{2DE1ADCC-DB16-467C-B017-62317ADD81DE}"/>
          </ac:cxnSpMkLst>
        </pc:cxnChg>
        <pc:cxnChg chg="add">
          <ac:chgData name="Cristian Chilipirea" userId="34ab170da5908fc4" providerId="LiveId" clId="{657DC964-B470-42A9-AA52-9F1F849BFB76}" dt="2019-10-13T10:16:41.590" v="348"/>
          <ac:cxnSpMkLst>
            <pc:docMk/>
            <pc:sldMk cId="2419727947" sldId="522"/>
            <ac:cxnSpMk id="113" creationId="{126AB2B3-4A9C-421E-9040-F8CAE153C149}"/>
          </ac:cxnSpMkLst>
        </pc:cxnChg>
        <pc:cxnChg chg="add">
          <ac:chgData name="Cristian Chilipirea" userId="34ab170da5908fc4" providerId="LiveId" clId="{657DC964-B470-42A9-AA52-9F1F849BFB76}" dt="2019-10-13T10:16:41.590" v="348"/>
          <ac:cxnSpMkLst>
            <pc:docMk/>
            <pc:sldMk cId="2419727947" sldId="522"/>
            <ac:cxnSpMk id="114" creationId="{F150DD8D-CF69-4CA2-869A-41EC4FDAC617}"/>
          </ac:cxnSpMkLst>
        </pc:cxnChg>
        <pc:cxnChg chg="add">
          <ac:chgData name="Cristian Chilipirea" userId="34ab170da5908fc4" providerId="LiveId" clId="{657DC964-B470-42A9-AA52-9F1F849BFB76}" dt="2019-10-13T10:16:41.590" v="348"/>
          <ac:cxnSpMkLst>
            <pc:docMk/>
            <pc:sldMk cId="2419727947" sldId="522"/>
            <ac:cxnSpMk id="115" creationId="{7E459A0B-9537-49C7-87D6-864EFDDADB44}"/>
          </ac:cxnSpMkLst>
        </pc:cxnChg>
        <pc:cxnChg chg="add">
          <ac:chgData name="Cristian Chilipirea" userId="34ab170da5908fc4" providerId="LiveId" clId="{657DC964-B470-42A9-AA52-9F1F849BFB76}" dt="2019-10-13T10:16:41.590" v="348"/>
          <ac:cxnSpMkLst>
            <pc:docMk/>
            <pc:sldMk cId="2419727947" sldId="522"/>
            <ac:cxnSpMk id="116" creationId="{98577D3B-585D-4B63-B1BB-DF14EA9F4DDA}"/>
          </ac:cxnSpMkLst>
        </pc:cxnChg>
        <pc:cxnChg chg="add">
          <ac:chgData name="Cristian Chilipirea" userId="34ab170da5908fc4" providerId="LiveId" clId="{657DC964-B470-42A9-AA52-9F1F849BFB76}" dt="2019-10-13T10:16:41.590" v="348"/>
          <ac:cxnSpMkLst>
            <pc:docMk/>
            <pc:sldMk cId="2419727947" sldId="522"/>
            <ac:cxnSpMk id="117" creationId="{55EBC7D1-6E63-43AA-A060-7AC40C753EF9}"/>
          </ac:cxnSpMkLst>
        </pc:cxnChg>
        <pc:cxnChg chg="add">
          <ac:chgData name="Cristian Chilipirea" userId="34ab170da5908fc4" providerId="LiveId" clId="{657DC964-B470-42A9-AA52-9F1F849BFB76}" dt="2019-10-13T10:16:41.590" v="348"/>
          <ac:cxnSpMkLst>
            <pc:docMk/>
            <pc:sldMk cId="2419727947" sldId="522"/>
            <ac:cxnSpMk id="124" creationId="{F503B713-D22F-475C-AC8E-D4991DD3692B}"/>
          </ac:cxnSpMkLst>
        </pc:cxnChg>
        <pc:cxnChg chg="add">
          <ac:chgData name="Cristian Chilipirea" userId="34ab170da5908fc4" providerId="LiveId" clId="{657DC964-B470-42A9-AA52-9F1F849BFB76}" dt="2019-10-13T10:16:41.590" v="348"/>
          <ac:cxnSpMkLst>
            <pc:docMk/>
            <pc:sldMk cId="2419727947" sldId="522"/>
            <ac:cxnSpMk id="125" creationId="{2F9C8783-0E1A-4152-B65F-60AE6E0FED91}"/>
          </ac:cxnSpMkLst>
        </pc:cxnChg>
        <pc:cxnChg chg="add">
          <ac:chgData name="Cristian Chilipirea" userId="34ab170da5908fc4" providerId="LiveId" clId="{657DC964-B470-42A9-AA52-9F1F849BFB76}" dt="2019-10-13T10:16:41.590" v="348"/>
          <ac:cxnSpMkLst>
            <pc:docMk/>
            <pc:sldMk cId="2419727947" sldId="522"/>
            <ac:cxnSpMk id="126" creationId="{2D823BE7-539E-4017-83EE-F7DF69AFE5BA}"/>
          </ac:cxnSpMkLst>
        </pc:cxnChg>
        <pc:cxnChg chg="add">
          <ac:chgData name="Cristian Chilipirea" userId="34ab170da5908fc4" providerId="LiveId" clId="{657DC964-B470-42A9-AA52-9F1F849BFB76}" dt="2019-10-13T10:16:41.590" v="348"/>
          <ac:cxnSpMkLst>
            <pc:docMk/>
            <pc:sldMk cId="2419727947" sldId="522"/>
            <ac:cxnSpMk id="127" creationId="{6B8C1BF0-E420-4240-9C67-9D698DBBF624}"/>
          </ac:cxnSpMkLst>
        </pc:cxnChg>
        <pc:cxnChg chg="add">
          <ac:chgData name="Cristian Chilipirea" userId="34ab170da5908fc4" providerId="LiveId" clId="{657DC964-B470-42A9-AA52-9F1F849BFB76}" dt="2019-10-13T10:16:41.590" v="348"/>
          <ac:cxnSpMkLst>
            <pc:docMk/>
            <pc:sldMk cId="2419727947" sldId="522"/>
            <ac:cxnSpMk id="128" creationId="{95926029-3120-41D5-946E-4CE7767236F3}"/>
          </ac:cxnSpMkLst>
        </pc:cxnChg>
        <pc:cxnChg chg="add">
          <ac:chgData name="Cristian Chilipirea" userId="34ab170da5908fc4" providerId="LiveId" clId="{657DC964-B470-42A9-AA52-9F1F849BFB76}" dt="2019-10-13T10:16:41.590" v="348"/>
          <ac:cxnSpMkLst>
            <pc:docMk/>
            <pc:sldMk cId="2419727947" sldId="522"/>
            <ac:cxnSpMk id="133" creationId="{5FA2A6F8-A368-4E46-AF00-05C0BF6DD9F5}"/>
          </ac:cxnSpMkLst>
        </pc:cxnChg>
        <pc:cxnChg chg="add">
          <ac:chgData name="Cristian Chilipirea" userId="34ab170da5908fc4" providerId="LiveId" clId="{657DC964-B470-42A9-AA52-9F1F849BFB76}" dt="2019-10-13T10:16:41.590" v="348"/>
          <ac:cxnSpMkLst>
            <pc:docMk/>
            <pc:sldMk cId="2419727947" sldId="522"/>
            <ac:cxnSpMk id="134" creationId="{C5E14582-C00B-4C24-A18F-96C94C309FD0}"/>
          </ac:cxnSpMkLst>
        </pc:cxnChg>
        <pc:cxnChg chg="add">
          <ac:chgData name="Cristian Chilipirea" userId="34ab170da5908fc4" providerId="LiveId" clId="{657DC964-B470-42A9-AA52-9F1F849BFB76}" dt="2019-10-13T10:16:41.590" v="348"/>
          <ac:cxnSpMkLst>
            <pc:docMk/>
            <pc:sldMk cId="2419727947" sldId="522"/>
            <ac:cxnSpMk id="135" creationId="{A4F4C3CF-E327-4E5C-AB19-069643DF5970}"/>
          </ac:cxnSpMkLst>
        </pc:cxnChg>
        <pc:cxnChg chg="add">
          <ac:chgData name="Cristian Chilipirea" userId="34ab170da5908fc4" providerId="LiveId" clId="{657DC964-B470-42A9-AA52-9F1F849BFB76}" dt="2019-10-13T10:16:41.590" v="348"/>
          <ac:cxnSpMkLst>
            <pc:docMk/>
            <pc:sldMk cId="2419727947" sldId="522"/>
            <ac:cxnSpMk id="136" creationId="{091C440F-AE2A-4948-B5B3-9690F1894EE0}"/>
          </ac:cxnSpMkLst>
        </pc:cxnChg>
        <pc:cxnChg chg="add">
          <ac:chgData name="Cristian Chilipirea" userId="34ab170da5908fc4" providerId="LiveId" clId="{657DC964-B470-42A9-AA52-9F1F849BFB76}" dt="2019-10-13T10:16:41.590" v="348"/>
          <ac:cxnSpMkLst>
            <pc:docMk/>
            <pc:sldMk cId="2419727947" sldId="522"/>
            <ac:cxnSpMk id="137" creationId="{BC1CE422-2103-4B1E-A2ED-D2597A6D631A}"/>
          </ac:cxnSpMkLst>
        </pc:cxnChg>
        <pc:cxnChg chg="add">
          <ac:chgData name="Cristian Chilipirea" userId="34ab170da5908fc4" providerId="LiveId" clId="{657DC964-B470-42A9-AA52-9F1F849BFB76}" dt="2019-10-13T10:16:41.590" v="348"/>
          <ac:cxnSpMkLst>
            <pc:docMk/>
            <pc:sldMk cId="2419727947" sldId="522"/>
            <ac:cxnSpMk id="140" creationId="{7D356A5C-5722-45A8-886D-AE4765200540}"/>
          </ac:cxnSpMkLst>
        </pc:cxnChg>
        <pc:cxnChg chg="add">
          <ac:chgData name="Cristian Chilipirea" userId="34ab170da5908fc4" providerId="LiveId" clId="{657DC964-B470-42A9-AA52-9F1F849BFB76}" dt="2019-10-13T10:16:41.590" v="348"/>
          <ac:cxnSpMkLst>
            <pc:docMk/>
            <pc:sldMk cId="2419727947" sldId="522"/>
            <ac:cxnSpMk id="141" creationId="{097D4D43-FAD9-4C40-A7B2-4763BBB3D5B4}"/>
          </ac:cxnSpMkLst>
        </pc:cxnChg>
        <pc:cxnChg chg="add">
          <ac:chgData name="Cristian Chilipirea" userId="34ab170da5908fc4" providerId="LiveId" clId="{657DC964-B470-42A9-AA52-9F1F849BFB76}" dt="2019-10-13T10:16:41.590" v="348"/>
          <ac:cxnSpMkLst>
            <pc:docMk/>
            <pc:sldMk cId="2419727947" sldId="522"/>
            <ac:cxnSpMk id="142" creationId="{87729FF8-F817-4C04-8E9D-921D69A6B7FE}"/>
          </ac:cxnSpMkLst>
        </pc:cxnChg>
        <pc:cxnChg chg="add">
          <ac:chgData name="Cristian Chilipirea" userId="34ab170da5908fc4" providerId="LiveId" clId="{657DC964-B470-42A9-AA52-9F1F849BFB76}" dt="2019-10-13T10:16:41.590" v="348"/>
          <ac:cxnSpMkLst>
            <pc:docMk/>
            <pc:sldMk cId="2419727947" sldId="522"/>
            <ac:cxnSpMk id="148" creationId="{F5559F48-5666-4715-B892-0236F0C69EDC}"/>
          </ac:cxnSpMkLst>
        </pc:cxnChg>
        <pc:cxnChg chg="add">
          <ac:chgData name="Cristian Chilipirea" userId="34ab170da5908fc4" providerId="LiveId" clId="{657DC964-B470-42A9-AA52-9F1F849BFB76}" dt="2019-10-13T10:16:41.590" v="348"/>
          <ac:cxnSpMkLst>
            <pc:docMk/>
            <pc:sldMk cId="2419727947" sldId="522"/>
            <ac:cxnSpMk id="149" creationId="{3FC22D49-BF4E-4F89-8AB5-F130F885EAE8}"/>
          </ac:cxnSpMkLst>
        </pc:cxnChg>
        <pc:cxnChg chg="add">
          <ac:chgData name="Cristian Chilipirea" userId="34ab170da5908fc4" providerId="LiveId" clId="{657DC964-B470-42A9-AA52-9F1F849BFB76}" dt="2019-10-13T10:16:41.590" v="348"/>
          <ac:cxnSpMkLst>
            <pc:docMk/>
            <pc:sldMk cId="2419727947" sldId="522"/>
            <ac:cxnSpMk id="159" creationId="{C91E759F-BFC3-43F4-AAD0-0EA330886DEC}"/>
          </ac:cxnSpMkLst>
        </pc:cxnChg>
        <pc:cxnChg chg="add">
          <ac:chgData name="Cristian Chilipirea" userId="34ab170da5908fc4" providerId="LiveId" clId="{657DC964-B470-42A9-AA52-9F1F849BFB76}" dt="2019-10-13T10:16:41.590" v="348"/>
          <ac:cxnSpMkLst>
            <pc:docMk/>
            <pc:sldMk cId="2419727947" sldId="522"/>
            <ac:cxnSpMk id="160" creationId="{3DF1686B-C794-4474-8F52-4E2FA4DE35AF}"/>
          </ac:cxnSpMkLst>
        </pc:cxnChg>
        <pc:cxnChg chg="add">
          <ac:chgData name="Cristian Chilipirea" userId="34ab170da5908fc4" providerId="LiveId" clId="{657DC964-B470-42A9-AA52-9F1F849BFB76}" dt="2019-10-13T10:16:41.590" v="348"/>
          <ac:cxnSpMkLst>
            <pc:docMk/>
            <pc:sldMk cId="2419727947" sldId="522"/>
            <ac:cxnSpMk id="161" creationId="{1D2E4C59-27B3-4FD6-AB0B-A3415E3CBD91}"/>
          </ac:cxnSpMkLst>
        </pc:cxnChg>
        <pc:cxnChg chg="add">
          <ac:chgData name="Cristian Chilipirea" userId="34ab170da5908fc4" providerId="LiveId" clId="{657DC964-B470-42A9-AA52-9F1F849BFB76}" dt="2019-10-13T10:16:41.590" v="348"/>
          <ac:cxnSpMkLst>
            <pc:docMk/>
            <pc:sldMk cId="2419727947" sldId="522"/>
            <ac:cxnSpMk id="162" creationId="{A2CB86A2-2C99-4E75-B5BD-25644DAE4677}"/>
          </ac:cxnSpMkLst>
        </pc:cxnChg>
        <pc:cxnChg chg="add">
          <ac:chgData name="Cristian Chilipirea" userId="34ab170da5908fc4" providerId="LiveId" clId="{657DC964-B470-42A9-AA52-9F1F849BFB76}" dt="2019-10-13T10:16:41.590" v="348"/>
          <ac:cxnSpMkLst>
            <pc:docMk/>
            <pc:sldMk cId="2419727947" sldId="522"/>
            <ac:cxnSpMk id="163" creationId="{EFB89878-8CD7-4352-A158-F5A038284E71}"/>
          </ac:cxnSpMkLst>
        </pc:cxnChg>
      </pc:sldChg>
      <pc:sldChg chg="addSp delSp modSp add">
        <pc:chgData name="Cristian Chilipirea" userId="34ab170da5908fc4" providerId="LiveId" clId="{657DC964-B470-42A9-AA52-9F1F849BFB76}" dt="2019-10-13T10:17:02.857" v="355" actId="1076"/>
        <pc:sldMkLst>
          <pc:docMk/>
          <pc:sldMk cId="568674813" sldId="523"/>
        </pc:sldMkLst>
        <pc:spChg chg="mod">
          <ac:chgData name="Cristian Chilipirea" userId="34ab170da5908fc4" providerId="LiveId" clId="{657DC964-B470-42A9-AA52-9F1F849BFB76}" dt="2019-10-13T10:16:50.102" v="350"/>
          <ac:spMkLst>
            <pc:docMk/>
            <pc:sldMk cId="568674813" sldId="523"/>
            <ac:spMk id="2" creationId="{EB66310C-427B-4F58-8EA0-73C5C5F2423B}"/>
          </ac:spMkLst>
        </pc:spChg>
        <pc:spChg chg="del">
          <ac:chgData name="Cristian Chilipirea" userId="34ab170da5908fc4" providerId="LiveId" clId="{657DC964-B470-42A9-AA52-9F1F849BFB76}" dt="2019-10-13T10:16:52.111" v="351" actId="478"/>
          <ac:spMkLst>
            <pc:docMk/>
            <pc:sldMk cId="568674813" sldId="523"/>
            <ac:spMk id="3" creationId="{F39AB96C-DE42-48CA-90FE-63CC431DB49D}"/>
          </ac:spMkLst>
        </pc:spChg>
        <pc:graphicFrameChg chg="add mod">
          <ac:chgData name="Cristian Chilipirea" userId="34ab170da5908fc4" providerId="LiveId" clId="{657DC964-B470-42A9-AA52-9F1F849BFB76}" dt="2019-10-13T10:17:02.857" v="355" actId="1076"/>
          <ac:graphicFrameMkLst>
            <pc:docMk/>
            <pc:sldMk cId="568674813" sldId="523"/>
            <ac:graphicFrameMk id="4" creationId="{537A0AFD-A8A3-4531-9847-77E36BECE0CF}"/>
          </ac:graphicFrameMkLst>
        </pc:graphicFrameChg>
      </pc:sldChg>
      <pc:sldChg chg="addSp delSp modSp add">
        <pc:chgData name="Cristian Chilipirea" userId="34ab170da5908fc4" providerId="LiveId" clId="{657DC964-B470-42A9-AA52-9F1F849BFB76}" dt="2019-10-13T10:17:21.821" v="362" actId="1076"/>
        <pc:sldMkLst>
          <pc:docMk/>
          <pc:sldMk cId="1987589617" sldId="524"/>
        </pc:sldMkLst>
        <pc:spChg chg="mod">
          <ac:chgData name="Cristian Chilipirea" userId="34ab170da5908fc4" providerId="LiveId" clId="{657DC964-B470-42A9-AA52-9F1F849BFB76}" dt="2019-10-13T10:17:09.966" v="357"/>
          <ac:spMkLst>
            <pc:docMk/>
            <pc:sldMk cId="1987589617" sldId="524"/>
            <ac:spMk id="2" creationId="{C6BD3D02-7CA8-4625-B651-F4DA6A7C633C}"/>
          </ac:spMkLst>
        </pc:spChg>
        <pc:spChg chg="del">
          <ac:chgData name="Cristian Chilipirea" userId="34ab170da5908fc4" providerId="LiveId" clId="{657DC964-B470-42A9-AA52-9F1F849BFB76}" dt="2019-10-13T10:17:11.799" v="358" actId="478"/>
          <ac:spMkLst>
            <pc:docMk/>
            <pc:sldMk cId="1987589617" sldId="524"/>
            <ac:spMk id="3" creationId="{BA25FF93-3651-4922-B730-702FB1DA2594}"/>
          </ac:spMkLst>
        </pc:spChg>
        <pc:graphicFrameChg chg="add mod">
          <ac:chgData name="Cristian Chilipirea" userId="34ab170da5908fc4" providerId="LiveId" clId="{657DC964-B470-42A9-AA52-9F1F849BFB76}" dt="2019-10-13T10:17:21.821" v="362" actId="1076"/>
          <ac:graphicFrameMkLst>
            <pc:docMk/>
            <pc:sldMk cId="1987589617" sldId="524"/>
            <ac:graphicFrameMk id="4" creationId="{4308753F-69F7-4370-9939-659B3F7FF29E}"/>
          </ac:graphicFrameMkLst>
        </pc:graphicFrameChg>
      </pc:sldChg>
      <pc:sldChg chg="addSp delSp modSp add">
        <pc:chgData name="Cristian Chilipirea" userId="34ab170da5908fc4" providerId="LiveId" clId="{657DC964-B470-42A9-AA52-9F1F849BFB76}" dt="2019-10-13T10:17:36.894" v="369" actId="1076"/>
        <pc:sldMkLst>
          <pc:docMk/>
          <pc:sldMk cId="674383854" sldId="525"/>
        </pc:sldMkLst>
        <pc:spChg chg="mod">
          <ac:chgData name="Cristian Chilipirea" userId="34ab170da5908fc4" providerId="LiveId" clId="{657DC964-B470-42A9-AA52-9F1F849BFB76}" dt="2019-10-13T10:17:27.131" v="364"/>
          <ac:spMkLst>
            <pc:docMk/>
            <pc:sldMk cId="674383854" sldId="525"/>
            <ac:spMk id="2" creationId="{53E58071-1271-4BE4-8075-9A2B19211FBC}"/>
          </ac:spMkLst>
        </pc:spChg>
        <pc:spChg chg="del">
          <ac:chgData name="Cristian Chilipirea" userId="34ab170da5908fc4" providerId="LiveId" clId="{657DC964-B470-42A9-AA52-9F1F849BFB76}" dt="2019-10-13T10:17:28.883" v="365" actId="478"/>
          <ac:spMkLst>
            <pc:docMk/>
            <pc:sldMk cId="674383854" sldId="525"/>
            <ac:spMk id="3" creationId="{130458EF-474F-4FC2-AF9F-1E543E14E52D}"/>
          </ac:spMkLst>
        </pc:spChg>
        <pc:spChg chg="add del">
          <ac:chgData name="Cristian Chilipirea" userId="34ab170da5908fc4" providerId="LiveId" clId="{657DC964-B470-42A9-AA52-9F1F849BFB76}" dt="2019-10-13T10:17:33.848" v="367"/>
          <ac:spMkLst>
            <pc:docMk/>
            <pc:sldMk cId="674383854" sldId="525"/>
            <ac:spMk id="4" creationId="{FCF7AA83-CCE6-4A0A-951D-B5E72E564155}"/>
          </ac:spMkLst>
        </pc:spChg>
        <pc:spChg chg="add mod">
          <ac:chgData name="Cristian Chilipirea" userId="34ab170da5908fc4" providerId="LiveId" clId="{657DC964-B470-42A9-AA52-9F1F849BFB76}" dt="2019-10-13T10:17:36.894" v="369" actId="1076"/>
          <ac:spMkLst>
            <pc:docMk/>
            <pc:sldMk cId="674383854" sldId="525"/>
            <ac:spMk id="5" creationId="{617EF81E-2F86-480A-9173-9ED94517D6FA}"/>
          </ac:spMkLst>
        </pc:spChg>
      </pc:sldChg>
      <pc:sldChg chg="addSp delSp modSp add">
        <pc:chgData name="Cristian Chilipirea" userId="34ab170da5908fc4" providerId="LiveId" clId="{657DC964-B470-42A9-AA52-9F1F849BFB76}" dt="2019-10-13T10:17:50.424" v="375"/>
        <pc:sldMkLst>
          <pc:docMk/>
          <pc:sldMk cId="3106075938" sldId="526"/>
        </pc:sldMkLst>
        <pc:spChg chg="mod">
          <ac:chgData name="Cristian Chilipirea" userId="34ab170da5908fc4" providerId="LiveId" clId="{657DC964-B470-42A9-AA52-9F1F849BFB76}" dt="2019-10-13T10:17:42.443" v="371"/>
          <ac:spMkLst>
            <pc:docMk/>
            <pc:sldMk cId="3106075938" sldId="526"/>
            <ac:spMk id="2" creationId="{31D87FE4-F8D5-4FA2-98C7-1F321DD924CD}"/>
          </ac:spMkLst>
        </pc:spChg>
        <pc:spChg chg="del">
          <ac:chgData name="Cristian Chilipirea" userId="34ab170da5908fc4" providerId="LiveId" clId="{657DC964-B470-42A9-AA52-9F1F849BFB76}" dt="2019-10-13T10:17:45.031" v="372" actId="478"/>
          <ac:spMkLst>
            <pc:docMk/>
            <pc:sldMk cId="3106075938" sldId="526"/>
            <ac:spMk id="3" creationId="{2B0BD7F7-7A5E-4BE2-AEF2-DD3B73ED966A}"/>
          </ac:spMkLst>
        </pc:spChg>
        <pc:spChg chg="add del">
          <ac:chgData name="Cristian Chilipirea" userId="34ab170da5908fc4" providerId="LiveId" clId="{657DC964-B470-42A9-AA52-9F1F849BFB76}" dt="2019-10-13T10:17:50.416" v="374"/>
          <ac:spMkLst>
            <pc:docMk/>
            <pc:sldMk cId="3106075938" sldId="526"/>
            <ac:spMk id="4" creationId="{062F837C-0528-4C85-9F34-2C4589048D64}"/>
          </ac:spMkLst>
        </pc:spChg>
        <pc:spChg chg="add">
          <ac:chgData name="Cristian Chilipirea" userId="34ab170da5908fc4" providerId="LiveId" clId="{657DC964-B470-42A9-AA52-9F1F849BFB76}" dt="2019-10-13T10:17:50.424" v="375"/>
          <ac:spMkLst>
            <pc:docMk/>
            <pc:sldMk cId="3106075938" sldId="526"/>
            <ac:spMk id="5" creationId="{1EE4395D-D8E6-431D-A2B4-C16A1C48BC6F}"/>
          </ac:spMkLst>
        </pc:spChg>
      </pc:sldChg>
      <pc:sldChg chg="addSp delSp modSp add">
        <pc:chgData name="Cristian Chilipirea" userId="34ab170da5908fc4" providerId="LiveId" clId="{657DC964-B470-42A9-AA52-9F1F849BFB76}" dt="2019-10-13T10:18:16.875" v="387" actId="1076"/>
        <pc:sldMkLst>
          <pc:docMk/>
          <pc:sldMk cId="2086232142" sldId="527"/>
        </pc:sldMkLst>
        <pc:spChg chg="mod">
          <ac:chgData name="Cristian Chilipirea" userId="34ab170da5908fc4" providerId="LiveId" clId="{657DC964-B470-42A9-AA52-9F1F849BFB76}" dt="2019-10-13T10:18:14.835" v="386" actId="1076"/>
          <ac:spMkLst>
            <pc:docMk/>
            <pc:sldMk cId="2086232142" sldId="527"/>
            <ac:spMk id="2" creationId="{E082EF3C-728E-4957-89F3-82F4374394E5}"/>
          </ac:spMkLst>
        </pc:spChg>
        <pc:spChg chg="del">
          <ac:chgData name="Cristian Chilipirea" userId="34ab170da5908fc4" providerId="LiveId" clId="{657DC964-B470-42A9-AA52-9F1F849BFB76}" dt="2019-10-13T10:17:59.543" v="378" actId="478"/>
          <ac:spMkLst>
            <pc:docMk/>
            <pc:sldMk cId="2086232142" sldId="527"/>
            <ac:spMk id="3" creationId="{5E3AED7A-715D-4AC1-8BCE-A7E8596451DE}"/>
          </ac:spMkLst>
        </pc:spChg>
        <pc:spChg chg="add del">
          <ac:chgData name="Cristian Chilipirea" userId="34ab170da5908fc4" providerId="LiveId" clId="{657DC964-B470-42A9-AA52-9F1F849BFB76}" dt="2019-10-13T10:18:04.952" v="380"/>
          <ac:spMkLst>
            <pc:docMk/>
            <pc:sldMk cId="2086232142" sldId="527"/>
            <ac:spMk id="4" creationId="{E89DDB27-AF18-405C-9B95-5AAB72C32ACD}"/>
          </ac:spMkLst>
        </pc:spChg>
        <pc:spChg chg="add del">
          <ac:chgData name="Cristian Chilipirea" userId="34ab170da5908fc4" providerId="LiveId" clId="{657DC964-B470-42A9-AA52-9F1F849BFB76}" dt="2019-10-13T10:18:07.023" v="382"/>
          <ac:spMkLst>
            <pc:docMk/>
            <pc:sldMk cId="2086232142" sldId="527"/>
            <ac:spMk id="5" creationId="{51299681-BA4E-4AEC-858D-CCC20AD82B27}"/>
          </ac:spMkLst>
        </pc:spChg>
        <pc:spChg chg="add mod">
          <ac:chgData name="Cristian Chilipirea" userId="34ab170da5908fc4" providerId="LiveId" clId="{657DC964-B470-42A9-AA52-9F1F849BFB76}" dt="2019-10-13T10:18:16.875" v="387" actId="1076"/>
          <ac:spMkLst>
            <pc:docMk/>
            <pc:sldMk cId="2086232142" sldId="527"/>
            <ac:spMk id="6" creationId="{DD3ADD17-1077-47FB-AF1B-957501E71C88}"/>
          </ac:spMkLst>
        </pc:spChg>
      </pc:sldChg>
      <pc:sldChg chg="addSp delSp modSp add modAnim">
        <pc:chgData name="Cristian Chilipirea" userId="34ab170da5908fc4" providerId="LiveId" clId="{657DC964-B470-42A9-AA52-9F1F849BFB76}" dt="2019-10-13T10:19:03.879" v="393"/>
        <pc:sldMkLst>
          <pc:docMk/>
          <pc:sldMk cId="724292230" sldId="528"/>
        </pc:sldMkLst>
        <pc:spChg chg="mod">
          <ac:chgData name="Cristian Chilipirea" userId="34ab170da5908fc4" providerId="LiveId" clId="{657DC964-B470-42A9-AA52-9F1F849BFB76}" dt="2019-10-13T10:18:55.747" v="389"/>
          <ac:spMkLst>
            <pc:docMk/>
            <pc:sldMk cId="724292230" sldId="528"/>
            <ac:spMk id="2" creationId="{FD80E915-DB82-4A54-A3F0-0028BF888C73}"/>
          </ac:spMkLst>
        </pc:spChg>
        <pc:spChg chg="del">
          <ac:chgData name="Cristian Chilipirea" userId="34ab170da5908fc4" providerId="LiveId" clId="{657DC964-B470-42A9-AA52-9F1F849BFB76}" dt="2019-10-13T10:18:58.292" v="390" actId="478"/>
          <ac:spMkLst>
            <pc:docMk/>
            <pc:sldMk cId="724292230" sldId="528"/>
            <ac:spMk id="3" creationId="{574E5438-DDCA-42C0-9359-A89A2CCCDE22}"/>
          </ac:spMkLst>
        </pc:spChg>
        <pc:spChg chg="add del">
          <ac:chgData name="Cristian Chilipirea" userId="34ab170da5908fc4" providerId="LiveId" clId="{657DC964-B470-42A9-AA52-9F1F849BFB76}" dt="2019-10-13T10:19:03.855" v="392"/>
          <ac:spMkLst>
            <pc:docMk/>
            <pc:sldMk cId="724292230" sldId="528"/>
            <ac:spMk id="15" creationId="{D9F37F29-4F5F-4921-BE0B-9458880A9C6D}"/>
          </ac:spMkLst>
        </pc:spChg>
        <pc:spChg chg="add del">
          <ac:chgData name="Cristian Chilipirea" userId="34ab170da5908fc4" providerId="LiveId" clId="{657DC964-B470-42A9-AA52-9F1F849BFB76}" dt="2019-10-13T10:19:03.855" v="392"/>
          <ac:spMkLst>
            <pc:docMk/>
            <pc:sldMk cId="724292230" sldId="528"/>
            <ac:spMk id="16" creationId="{450701D9-D0C4-489D-AAF9-F8D674082628}"/>
          </ac:spMkLst>
        </pc:spChg>
        <pc:spChg chg="add del">
          <ac:chgData name="Cristian Chilipirea" userId="34ab170da5908fc4" providerId="LiveId" clId="{657DC964-B470-42A9-AA52-9F1F849BFB76}" dt="2019-10-13T10:19:03.855" v="392"/>
          <ac:spMkLst>
            <pc:docMk/>
            <pc:sldMk cId="724292230" sldId="528"/>
            <ac:spMk id="23" creationId="{62CC1D6F-65D0-4953-8E69-884DB4332777}"/>
          </ac:spMkLst>
        </pc:spChg>
        <pc:spChg chg="add del">
          <ac:chgData name="Cristian Chilipirea" userId="34ab170da5908fc4" providerId="LiveId" clId="{657DC964-B470-42A9-AA52-9F1F849BFB76}" dt="2019-10-13T10:19:03.855" v="392"/>
          <ac:spMkLst>
            <pc:docMk/>
            <pc:sldMk cId="724292230" sldId="528"/>
            <ac:spMk id="24" creationId="{62BA4EB7-D03F-4D44-A1EF-5E4E2BF4D96E}"/>
          </ac:spMkLst>
        </pc:spChg>
        <pc:spChg chg="add del">
          <ac:chgData name="Cristian Chilipirea" userId="34ab170da5908fc4" providerId="LiveId" clId="{657DC964-B470-42A9-AA52-9F1F849BFB76}" dt="2019-10-13T10:19:03.855" v="392"/>
          <ac:spMkLst>
            <pc:docMk/>
            <pc:sldMk cId="724292230" sldId="528"/>
            <ac:spMk id="39" creationId="{B76511C2-3365-4195-8703-4241364B9A20}"/>
          </ac:spMkLst>
        </pc:spChg>
        <pc:spChg chg="add del">
          <ac:chgData name="Cristian Chilipirea" userId="34ab170da5908fc4" providerId="LiveId" clId="{657DC964-B470-42A9-AA52-9F1F849BFB76}" dt="2019-10-13T10:19:03.855" v="392"/>
          <ac:spMkLst>
            <pc:docMk/>
            <pc:sldMk cId="724292230" sldId="528"/>
            <ac:spMk id="40" creationId="{A78FD600-57BB-40F1-A249-A90D04E254A0}"/>
          </ac:spMkLst>
        </pc:spChg>
        <pc:spChg chg="add">
          <ac:chgData name="Cristian Chilipirea" userId="34ab170da5908fc4" providerId="LiveId" clId="{657DC964-B470-42A9-AA52-9F1F849BFB76}" dt="2019-10-13T10:19:03.879" v="393"/>
          <ac:spMkLst>
            <pc:docMk/>
            <pc:sldMk cId="724292230" sldId="528"/>
            <ac:spMk id="60" creationId="{C52D5C85-8B39-48CE-AA17-6C5AAA677152}"/>
          </ac:spMkLst>
        </pc:spChg>
        <pc:spChg chg="add">
          <ac:chgData name="Cristian Chilipirea" userId="34ab170da5908fc4" providerId="LiveId" clId="{657DC964-B470-42A9-AA52-9F1F849BFB76}" dt="2019-10-13T10:19:03.879" v="393"/>
          <ac:spMkLst>
            <pc:docMk/>
            <pc:sldMk cId="724292230" sldId="528"/>
            <ac:spMk id="61" creationId="{C64EC3A6-0721-4159-83E1-38AFDC3DC2B0}"/>
          </ac:spMkLst>
        </pc:spChg>
        <pc:spChg chg="add">
          <ac:chgData name="Cristian Chilipirea" userId="34ab170da5908fc4" providerId="LiveId" clId="{657DC964-B470-42A9-AA52-9F1F849BFB76}" dt="2019-10-13T10:19:03.879" v="393"/>
          <ac:spMkLst>
            <pc:docMk/>
            <pc:sldMk cId="724292230" sldId="528"/>
            <ac:spMk id="68" creationId="{9EE6B487-7EF4-44B3-823A-FE2B1E6ADCA8}"/>
          </ac:spMkLst>
        </pc:spChg>
        <pc:spChg chg="add">
          <ac:chgData name="Cristian Chilipirea" userId="34ab170da5908fc4" providerId="LiveId" clId="{657DC964-B470-42A9-AA52-9F1F849BFB76}" dt="2019-10-13T10:19:03.879" v="393"/>
          <ac:spMkLst>
            <pc:docMk/>
            <pc:sldMk cId="724292230" sldId="528"/>
            <ac:spMk id="69" creationId="{E0834108-A7AC-4E5A-8637-4D831A902689}"/>
          </ac:spMkLst>
        </pc:spChg>
        <pc:spChg chg="add">
          <ac:chgData name="Cristian Chilipirea" userId="34ab170da5908fc4" providerId="LiveId" clId="{657DC964-B470-42A9-AA52-9F1F849BFB76}" dt="2019-10-13T10:19:03.879" v="393"/>
          <ac:spMkLst>
            <pc:docMk/>
            <pc:sldMk cId="724292230" sldId="528"/>
            <ac:spMk id="84" creationId="{60F15DC5-692E-4CF2-8B8D-256919AE987B}"/>
          </ac:spMkLst>
        </pc:spChg>
        <pc:spChg chg="add">
          <ac:chgData name="Cristian Chilipirea" userId="34ab170da5908fc4" providerId="LiveId" clId="{657DC964-B470-42A9-AA52-9F1F849BFB76}" dt="2019-10-13T10:19:03.879" v="393"/>
          <ac:spMkLst>
            <pc:docMk/>
            <pc:sldMk cId="724292230" sldId="528"/>
            <ac:spMk id="85" creationId="{A00C354D-C52A-4658-A8E1-99B8DED7DABE}"/>
          </ac:spMkLst>
        </pc:spChg>
        <pc:grpChg chg="add del">
          <ac:chgData name="Cristian Chilipirea" userId="34ab170da5908fc4" providerId="LiveId" clId="{657DC964-B470-42A9-AA52-9F1F849BFB76}" dt="2019-10-13T10:19:03.855" v="392"/>
          <ac:grpSpMkLst>
            <pc:docMk/>
            <pc:sldMk cId="724292230" sldId="528"/>
            <ac:grpSpMk id="5" creationId="{FA74CE4D-9BDC-4EE2-8DA0-7BDB04F3CF8C}"/>
          </ac:grpSpMkLst>
        </pc:grpChg>
        <pc:grpChg chg="add del">
          <ac:chgData name="Cristian Chilipirea" userId="34ab170da5908fc4" providerId="LiveId" clId="{657DC964-B470-42A9-AA52-9F1F849BFB76}" dt="2019-10-13T10:19:03.855" v="392"/>
          <ac:grpSpMkLst>
            <pc:docMk/>
            <pc:sldMk cId="724292230" sldId="528"/>
            <ac:grpSpMk id="10" creationId="{BD9755EC-8736-432C-9CC0-5F28BDA5937E}"/>
          </ac:grpSpMkLst>
        </pc:grpChg>
        <pc:grpChg chg="add del">
          <ac:chgData name="Cristian Chilipirea" userId="34ab170da5908fc4" providerId="LiveId" clId="{657DC964-B470-42A9-AA52-9F1F849BFB76}" dt="2019-10-13T10:19:03.855" v="392"/>
          <ac:grpSpMkLst>
            <pc:docMk/>
            <pc:sldMk cId="724292230" sldId="528"/>
            <ac:grpSpMk id="18" creationId="{EEA054D2-C850-47B9-A948-AC52D267F38C}"/>
          </ac:grpSpMkLst>
        </pc:grpChg>
        <pc:grpChg chg="add del">
          <ac:chgData name="Cristian Chilipirea" userId="34ab170da5908fc4" providerId="LiveId" clId="{657DC964-B470-42A9-AA52-9F1F849BFB76}" dt="2019-10-13T10:19:03.855" v="392"/>
          <ac:grpSpMkLst>
            <pc:docMk/>
            <pc:sldMk cId="724292230" sldId="528"/>
            <ac:grpSpMk id="25" creationId="{3AE2112C-1AA2-4761-A24E-E3F0D5699444}"/>
          </ac:grpSpMkLst>
        </pc:grpChg>
        <pc:grpChg chg="add del">
          <ac:chgData name="Cristian Chilipirea" userId="34ab170da5908fc4" providerId="LiveId" clId="{657DC964-B470-42A9-AA52-9F1F849BFB76}" dt="2019-10-13T10:19:03.855" v="392"/>
          <ac:grpSpMkLst>
            <pc:docMk/>
            <pc:sldMk cId="724292230" sldId="528"/>
            <ac:grpSpMk id="29" creationId="{BC3B35DB-F488-491E-A582-406E55580A66}"/>
          </ac:grpSpMkLst>
        </pc:grpChg>
        <pc:grpChg chg="add del">
          <ac:chgData name="Cristian Chilipirea" userId="34ab170da5908fc4" providerId="LiveId" clId="{657DC964-B470-42A9-AA52-9F1F849BFB76}" dt="2019-10-13T10:19:03.855" v="392"/>
          <ac:grpSpMkLst>
            <pc:docMk/>
            <pc:sldMk cId="724292230" sldId="528"/>
            <ac:grpSpMk id="34" creationId="{A44478D8-E0F5-485E-82AF-1AC61CBE2153}"/>
          </ac:grpSpMkLst>
        </pc:grpChg>
        <pc:grpChg chg="add del">
          <ac:chgData name="Cristian Chilipirea" userId="34ab170da5908fc4" providerId="LiveId" clId="{657DC964-B470-42A9-AA52-9F1F849BFB76}" dt="2019-10-13T10:19:03.855" v="392"/>
          <ac:grpSpMkLst>
            <pc:docMk/>
            <pc:sldMk cId="724292230" sldId="528"/>
            <ac:grpSpMk id="41" creationId="{75066997-F9D7-4832-A601-8AA63CB79C0B}"/>
          </ac:grpSpMkLst>
        </pc:grpChg>
        <pc:grpChg chg="add del">
          <ac:chgData name="Cristian Chilipirea" userId="34ab170da5908fc4" providerId="LiveId" clId="{657DC964-B470-42A9-AA52-9F1F849BFB76}" dt="2019-10-13T10:19:03.855" v="392"/>
          <ac:grpSpMkLst>
            <pc:docMk/>
            <pc:sldMk cId="724292230" sldId="528"/>
            <ac:grpSpMk id="45" creationId="{6106CA8E-19D1-42DA-B685-CBD5C3EB3571}"/>
          </ac:grpSpMkLst>
        </pc:grpChg>
        <pc:grpChg chg="add">
          <ac:chgData name="Cristian Chilipirea" userId="34ab170da5908fc4" providerId="LiveId" clId="{657DC964-B470-42A9-AA52-9F1F849BFB76}" dt="2019-10-13T10:19:03.879" v="393"/>
          <ac:grpSpMkLst>
            <pc:docMk/>
            <pc:sldMk cId="724292230" sldId="528"/>
            <ac:grpSpMk id="50" creationId="{4C66FA82-AFBD-4C11-BB55-782236DB2125}"/>
          </ac:grpSpMkLst>
        </pc:grpChg>
        <pc:grpChg chg="add">
          <ac:chgData name="Cristian Chilipirea" userId="34ab170da5908fc4" providerId="LiveId" clId="{657DC964-B470-42A9-AA52-9F1F849BFB76}" dt="2019-10-13T10:19:03.879" v="393"/>
          <ac:grpSpMkLst>
            <pc:docMk/>
            <pc:sldMk cId="724292230" sldId="528"/>
            <ac:grpSpMk id="55" creationId="{E774B464-C171-40E1-8BAD-D8199818DAE0}"/>
          </ac:grpSpMkLst>
        </pc:grpChg>
        <pc:grpChg chg="add">
          <ac:chgData name="Cristian Chilipirea" userId="34ab170da5908fc4" providerId="LiveId" clId="{657DC964-B470-42A9-AA52-9F1F849BFB76}" dt="2019-10-13T10:19:03.879" v="393"/>
          <ac:grpSpMkLst>
            <pc:docMk/>
            <pc:sldMk cId="724292230" sldId="528"/>
            <ac:grpSpMk id="63" creationId="{37AC1257-4252-4356-BAAE-1ABFBA9263A3}"/>
          </ac:grpSpMkLst>
        </pc:grpChg>
        <pc:grpChg chg="add">
          <ac:chgData name="Cristian Chilipirea" userId="34ab170da5908fc4" providerId="LiveId" clId="{657DC964-B470-42A9-AA52-9F1F849BFB76}" dt="2019-10-13T10:19:03.879" v="393"/>
          <ac:grpSpMkLst>
            <pc:docMk/>
            <pc:sldMk cId="724292230" sldId="528"/>
            <ac:grpSpMk id="70" creationId="{56FADEAE-2093-4E8D-BF45-D3F251274F88}"/>
          </ac:grpSpMkLst>
        </pc:grpChg>
        <pc:grpChg chg="add">
          <ac:chgData name="Cristian Chilipirea" userId="34ab170da5908fc4" providerId="LiveId" clId="{657DC964-B470-42A9-AA52-9F1F849BFB76}" dt="2019-10-13T10:19:03.879" v="393"/>
          <ac:grpSpMkLst>
            <pc:docMk/>
            <pc:sldMk cId="724292230" sldId="528"/>
            <ac:grpSpMk id="74" creationId="{3FB5BB27-D1EF-40DD-9FF6-AB6A6C636BCB}"/>
          </ac:grpSpMkLst>
        </pc:grpChg>
        <pc:grpChg chg="add">
          <ac:chgData name="Cristian Chilipirea" userId="34ab170da5908fc4" providerId="LiveId" clId="{657DC964-B470-42A9-AA52-9F1F849BFB76}" dt="2019-10-13T10:19:03.879" v="393"/>
          <ac:grpSpMkLst>
            <pc:docMk/>
            <pc:sldMk cId="724292230" sldId="528"/>
            <ac:grpSpMk id="79" creationId="{460DE859-4C8C-4258-9C34-781A5CD2DAFA}"/>
          </ac:grpSpMkLst>
        </pc:grpChg>
        <pc:grpChg chg="add">
          <ac:chgData name="Cristian Chilipirea" userId="34ab170da5908fc4" providerId="LiveId" clId="{657DC964-B470-42A9-AA52-9F1F849BFB76}" dt="2019-10-13T10:19:03.879" v="393"/>
          <ac:grpSpMkLst>
            <pc:docMk/>
            <pc:sldMk cId="724292230" sldId="528"/>
            <ac:grpSpMk id="86" creationId="{B84A0EAC-7B1E-4892-ABF0-5676BC5813BA}"/>
          </ac:grpSpMkLst>
        </pc:grpChg>
        <pc:grpChg chg="add">
          <ac:chgData name="Cristian Chilipirea" userId="34ab170da5908fc4" providerId="LiveId" clId="{657DC964-B470-42A9-AA52-9F1F849BFB76}" dt="2019-10-13T10:19:03.879" v="393"/>
          <ac:grpSpMkLst>
            <pc:docMk/>
            <pc:sldMk cId="724292230" sldId="528"/>
            <ac:grpSpMk id="90" creationId="{E439FA5D-4041-477B-AAA8-B59CC3B50AE7}"/>
          </ac:grpSpMkLst>
        </pc:grpChg>
        <pc:graphicFrameChg chg="add del">
          <ac:chgData name="Cristian Chilipirea" userId="34ab170da5908fc4" providerId="LiveId" clId="{657DC964-B470-42A9-AA52-9F1F849BFB76}" dt="2019-10-13T10:19:03.855" v="392"/>
          <ac:graphicFrameMkLst>
            <pc:docMk/>
            <pc:sldMk cId="724292230" sldId="528"/>
            <ac:graphicFrameMk id="4" creationId="{E71491FA-0D61-453E-9181-E46338C577FB}"/>
          </ac:graphicFrameMkLst>
        </pc:graphicFrameChg>
        <pc:graphicFrameChg chg="add del">
          <ac:chgData name="Cristian Chilipirea" userId="34ab170da5908fc4" providerId="LiveId" clId="{657DC964-B470-42A9-AA52-9F1F849BFB76}" dt="2019-10-13T10:19:03.855" v="392"/>
          <ac:graphicFrameMkLst>
            <pc:docMk/>
            <pc:sldMk cId="724292230" sldId="528"/>
            <ac:graphicFrameMk id="17" creationId="{82AB75A1-F044-47EC-B225-A47ABF1CE7A4}"/>
          </ac:graphicFrameMkLst>
        </pc:graphicFrameChg>
        <pc:graphicFrameChg chg="add del">
          <ac:chgData name="Cristian Chilipirea" userId="34ab170da5908fc4" providerId="LiveId" clId="{657DC964-B470-42A9-AA52-9F1F849BFB76}" dt="2019-10-13T10:19:03.855" v="392"/>
          <ac:graphicFrameMkLst>
            <pc:docMk/>
            <pc:sldMk cId="724292230" sldId="528"/>
            <ac:graphicFrameMk id="33" creationId="{11DE89A4-DB86-4AC7-968E-F11C22854489}"/>
          </ac:graphicFrameMkLst>
        </pc:graphicFrameChg>
        <pc:graphicFrameChg chg="add">
          <ac:chgData name="Cristian Chilipirea" userId="34ab170da5908fc4" providerId="LiveId" clId="{657DC964-B470-42A9-AA52-9F1F849BFB76}" dt="2019-10-13T10:19:03.879" v="393"/>
          <ac:graphicFrameMkLst>
            <pc:docMk/>
            <pc:sldMk cId="724292230" sldId="528"/>
            <ac:graphicFrameMk id="49" creationId="{382B69C0-26F1-482F-B49C-415C1FFB6523}"/>
          </ac:graphicFrameMkLst>
        </pc:graphicFrameChg>
        <pc:graphicFrameChg chg="add">
          <ac:chgData name="Cristian Chilipirea" userId="34ab170da5908fc4" providerId="LiveId" clId="{657DC964-B470-42A9-AA52-9F1F849BFB76}" dt="2019-10-13T10:19:03.879" v="393"/>
          <ac:graphicFrameMkLst>
            <pc:docMk/>
            <pc:sldMk cId="724292230" sldId="528"/>
            <ac:graphicFrameMk id="62" creationId="{2BF052B6-7B57-412D-950E-6D39F1814568}"/>
          </ac:graphicFrameMkLst>
        </pc:graphicFrameChg>
        <pc:graphicFrameChg chg="add">
          <ac:chgData name="Cristian Chilipirea" userId="34ab170da5908fc4" providerId="LiveId" clId="{657DC964-B470-42A9-AA52-9F1F849BFB76}" dt="2019-10-13T10:19:03.879" v="393"/>
          <ac:graphicFrameMkLst>
            <pc:docMk/>
            <pc:sldMk cId="724292230" sldId="528"/>
            <ac:graphicFrameMk id="78" creationId="{D73D79F0-EF56-4066-9178-C2505821ECFF}"/>
          </ac:graphicFrameMkLst>
        </pc:graphicFrameChg>
      </pc:sldChg>
      <pc:sldChg chg="addSp delSp modSp add modAnim">
        <pc:chgData name="Cristian Chilipirea" userId="34ab170da5908fc4" providerId="LiveId" clId="{657DC964-B470-42A9-AA52-9F1F849BFB76}" dt="2019-10-13T10:19:21.801" v="399"/>
        <pc:sldMkLst>
          <pc:docMk/>
          <pc:sldMk cId="443805341" sldId="529"/>
        </pc:sldMkLst>
        <pc:spChg chg="mod">
          <ac:chgData name="Cristian Chilipirea" userId="34ab170da5908fc4" providerId="LiveId" clId="{657DC964-B470-42A9-AA52-9F1F849BFB76}" dt="2019-10-13T10:19:14.058" v="395"/>
          <ac:spMkLst>
            <pc:docMk/>
            <pc:sldMk cId="443805341" sldId="529"/>
            <ac:spMk id="2" creationId="{458A1A50-7D7B-420F-A923-6DE1320A3ACD}"/>
          </ac:spMkLst>
        </pc:spChg>
        <pc:spChg chg="del">
          <ac:chgData name="Cristian Chilipirea" userId="34ab170da5908fc4" providerId="LiveId" clId="{657DC964-B470-42A9-AA52-9F1F849BFB76}" dt="2019-10-13T10:19:16.023" v="396" actId="478"/>
          <ac:spMkLst>
            <pc:docMk/>
            <pc:sldMk cId="443805341" sldId="529"/>
            <ac:spMk id="3" creationId="{7DADC66A-8EC1-4621-9BB6-015AC6B731E2}"/>
          </ac:spMkLst>
        </pc:spChg>
        <pc:spChg chg="add del">
          <ac:chgData name="Cristian Chilipirea" userId="34ab170da5908fc4" providerId="LiveId" clId="{657DC964-B470-42A9-AA52-9F1F849BFB76}" dt="2019-10-13T10:19:21.771" v="398"/>
          <ac:spMkLst>
            <pc:docMk/>
            <pc:sldMk cId="443805341" sldId="529"/>
            <ac:spMk id="10" creationId="{F30515B6-D31D-4D44-95EC-2458E06CE344}"/>
          </ac:spMkLst>
        </pc:spChg>
        <pc:spChg chg="add del">
          <ac:chgData name="Cristian Chilipirea" userId="34ab170da5908fc4" providerId="LiveId" clId="{657DC964-B470-42A9-AA52-9F1F849BFB76}" dt="2019-10-13T10:19:21.771" v="398"/>
          <ac:spMkLst>
            <pc:docMk/>
            <pc:sldMk cId="443805341" sldId="529"/>
            <ac:spMk id="17" creationId="{39677283-6FBF-48DD-A7B8-A88BDFF5E87B}"/>
          </ac:spMkLst>
        </pc:spChg>
        <pc:spChg chg="add">
          <ac:chgData name="Cristian Chilipirea" userId="34ab170da5908fc4" providerId="LiveId" clId="{657DC964-B470-42A9-AA52-9F1F849BFB76}" dt="2019-10-13T10:19:21.801" v="399"/>
          <ac:spMkLst>
            <pc:docMk/>
            <pc:sldMk cId="443805341" sldId="529"/>
            <ac:spMk id="84" creationId="{8E3B24E2-E028-4C3C-9ACA-264C8CF23A9C}"/>
          </ac:spMkLst>
        </pc:spChg>
        <pc:spChg chg="add">
          <ac:chgData name="Cristian Chilipirea" userId="34ab170da5908fc4" providerId="LiveId" clId="{657DC964-B470-42A9-AA52-9F1F849BFB76}" dt="2019-10-13T10:19:21.801" v="399"/>
          <ac:spMkLst>
            <pc:docMk/>
            <pc:sldMk cId="443805341" sldId="529"/>
            <ac:spMk id="91" creationId="{B09D0879-A413-4DC7-A5C8-E3D9C1485C26}"/>
          </ac:spMkLst>
        </pc:spChg>
        <pc:grpChg chg="add del">
          <ac:chgData name="Cristian Chilipirea" userId="34ab170da5908fc4" providerId="LiveId" clId="{657DC964-B470-42A9-AA52-9F1F849BFB76}" dt="2019-10-13T10:19:21.771" v="398"/>
          <ac:grpSpMkLst>
            <pc:docMk/>
            <pc:sldMk cId="443805341" sldId="529"/>
            <ac:grpSpMk id="5" creationId="{2E756902-564B-4724-BAF7-C64DDFC2F5B6}"/>
          </ac:grpSpMkLst>
        </pc:grpChg>
        <pc:grpChg chg="add del">
          <ac:chgData name="Cristian Chilipirea" userId="34ab170da5908fc4" providerId="LiveId" clId="{657DC964-B470-42A9-AA52-9F1F849BFB76}" dt="2019-10-13T10:19:21.771" v="398"/>
          <ac:grpSpMkLst>
            <pc:docMk/>
            <pc:sldMk cId="443805341" sldId="529"/>
            <ac:grpSpMk id="12" creationId="{AACDB00B-4500-40F7-A9AD-042DA6C04B03}"/>
          </ac:grpSpMkLst>
        </pc:grpChg>
        <pc:grpChg chg="add del">
          <ac:chgData name="Cristian Chilipirea" userId="34ab170da5908fc4" providerId="LiveId" clId="{657DC964-B470-42A9-AA52-9F1F849BFB76}" dt="2019-10-13T10:19:21.771" v="398"/>
          <ac:grpSpMkLst>
            <pc:docMk/>
            <pc:sldMk cId="443805341" sldId="529"/>
            <ac:grpSpMk id="18" creationId="{CB0AB139-8B61-4E22-9161-1703A907098C}"/>
          </ac:grpSpMkLst>
        </pc:grpChg>
        <pc:grpChg chg="add del">
          <ac:chgData name="Cristian Chilipirea" userId="34ab170da5908fc4" providerId="LiveId" clId="{657DC964-B470-42A9-AA52-9F1F849BFB76}" dt="2019-10-13T10:19:21.771" v="398"/>
          <ac:grpSpMkLst>
            <pc:docMk/>
            <pc:sldMk cId="443805341" sldId="529"/>
            <ac:grpSpMk id="24" creationId="{E22D1BB0-A633-41A0-BCA6-2492617BBEA1}"/>
          </ac:grpSpMkLst>
        </pc:grpChg>
        <pc:grpChg chg="add del">
          <ac:chgData name="Cristian Chilipirea" userId="34ab170da5908fc4" providerId="LiveId" clId="{657DC964-B470-42A9-AA52-9F1F849BFB76}" dt="2019-10-13T10:19:21.771" v="398"/>
          <ac:grpSpMkLst>
            <pc:docMk/>
            <pc:sldMk cId="443805341" sldId="529"/>
            <ac:grpSpMk id="28" creationId="{3AC42E5D-0FEE-4986-8D8C-9BD5A699E92E}"/>
          </ac:grpSpMkLst>
        </pc:grpChg>
        <pc:grpChg chg="add del">
          <ac:chgData name="Cristian Chilipirea" userId="34ab170da5908fc4" providerId="LiveId" clId="{657DC964-B470-42A9-AA52-9F1F849BFB76}" dt="2019-10-13T10:19:21.771" v="398"/>
          <ac:grpSpMkLst>
            <pc:docMk/>
            <pc:sldMk cId="443805341" sldId="529"/>
            <ac:grpSpMk id="32" creationId="{10FB93E1-2409-482E-B7EF-32F360113C4F}"/>
          </ac:grpSpMkLst>
        </pc:grpChg>
        <pc:grpChg chg="add del">
          <ac:chgData name="Cristian Chilipirea" userId="34ab170da5908fc4" providerId="LiveId" clId="{657DC964-B470-42A9-AA52-9F1F849BFB76}" dt="2019-10-13T10:19:21.771" v="398"/>
          <ac:grpSpMkLst>
            <pc:docMk/>
            <pc:sldMk cId="443805341" sldId="529"/>
            <ac:grpSpMk id="36" creationId="{96CF18EC-15D2-4000-9FFC-68A5D4B54C58}"/>
          </ac:grpSpMkLst>
        </pc:grpChg>
        <pc:grpChg chg="add del">
          <ac:chgData name="Cristian Chilipirea" userId="34ab170da5908fc4" providerId="LiveId" clId="{657DC964-B470-42A9-AA52-9F1F849BFB76}" dt="2019-10-13T10:19:21.771" v="398"/>
          <ac:grpSpMkLst>
            <pc:docMk/>
            <pc:sldMk cId="443805341" sldId="529"/>
            <ac:grpSpMk id="40" creationId="{784182EE-ECFE-429D-9985-1EB2434BF65E}"/>
          </ac:grpSpMkLst>
        </pc:grpChg>
        <pc:grpChg chg="add del">
          <ac:chgData name="Cristian Chilipirea" userId="34ab170da5908fc4" providerId="LiveId" clId="{657DC964-B470-42A9-AA52-9F1F849BFB76}" dt="2019-10-13T10:19:21.771" v="398"/>
          <ac:grpSpMkLst>
            <pc:docMk/>
            <pc:sldMk cId="443805341" sldId="529"/>
            <ac:grpSpMk id="61" creationId="{76E020D7-3AF4-48C7-A9F8-1EB2B2F2025B}"/>
          </ac:grpSpMkLst>
        </pc:grpChg>
        <pc:grpChg chg="add">
          <ac:chgData name="Cristian Chilipirea" userId="34ab170da5908fc4" providerId="LiveId" clId="{657DC964-B470-42A9-AA52-9F1F849BFB76}" dt="2019-10-13T10:19:21.801" v="399"/>
          <ac:grpSpMkLst>
            <pc:docMk/>
            <pc:sldMk cId="443805341" sldId="529"/>
            <ac:grpSpMk id="79" creationId="{D68286FA-65F0-4C21-BB23-A9277E9D8777}"/>
          </ac:grpSpMkLst>
        </pc:grpChg>
        <pc:grpChg chg="add">
          <ac:chgData name="Cristian Chilipirea" userId="34ab170da5908fc4" providerId="LiveId" clId="{657DC964-B470-42A9-AA52-9F1F849BFB76}" dt="2019-10-13T10:19:21.801" v="399"/>
          <ac:grpSpMkLst>
            <pc:docMk/>
            <pc:sldMk cId="443805341" sldId="529"/>
            <ac:grpSpMk id="86" creationId="{64206850-01D7-4096-B3B8-85819A67D852}"/>
          </ac:grpSpMkLst>
        </pc:grpChg>
        <pc:grpChg chg="add">
          <ac:chgData name="Cristian Chilipirea" userId="34ab170da5908fc4" providerId="LiveId" clId="{657DC964-B470-42A9-AA52-9F1F849BFB76}" dt="2019-10-13T10:19:21.801" v="399"/>
          <ac:grpSpMkLst>
            <pc:docMk/>
            <pc:sldMk cId="443805341" sldId="529"/>
            <ac:grpSpMk id="92" creationId="{22BC6928-6C73-4889-91C8-A56721016CDD}"/>
          </ac:grpSpMkLst>
        </pc:grpChg>
        <pc:grpChg chg="add">
          <ac:chgData name="Cristian Chilipirea" userId="34ab170da5908fc4" providerId="LiveId" clId="{657DC964-B470-42A9-AA52-9F1F849BFB76}" dt="2019-10-13T10:19:21.801" v="399"/>
          <ac:grpSpMkLst>
            <pc:docMk/>
            <pc:sldMk cId="443805341" sldId="529"/>
            <ac:grpSpMk id="98" creationId="{C512B6D4-01BE-4EAE-A26E-ADD7F4BC0D9A}"/>
          </ac:grpSpMkLst>
        </pc:grpChg>
        <pc:grpChg chg="add">
          <ac:chgData name="Cristian Chilipirea" userId="34ab170da5908fc4" providerId="LiveId" clId="{657DC964-B470-42A9-AA52-9F1F849BFB76}" dt="2019-10-13T10:19:21.801" v="399"/>
          <ac:grpSpMkLst>
            <pc:docMk/>
            <pc:sldMk cId="443805341" sldId="529"/>
            <ac:grpSpMk id="102" creationId="{7C0BBA36-5DC8-43E2-8389-8DA38733B1DC}"/>
          </ac:grpSpMkLst>
        </pc:grpChg>
        <pc:grpChg chg="add">
          <ac:chgData name="Cristian Chilipirea" userId="34ab170da5908fc4" providerId="LiveId" clId="{657DC964-B470-42A9-AA52-9F1F849BFB76}" dt="2019-10-13T10:19:21.801" v="399"/>
          <ac:grpSpMkLst>
            <pc:docMk/>
            <pc:sldMk cId="443805341" sldId="529"/>
            <ac:grpSpMk id="106" creationId="{522B99B3-9310-41DA-9C1A-1F390E32E803}"/>
          </ac:grpSpMkLst>
        </pc:grpChg>
        <pc:grpChg chg="add">
          <ac:chgData name="Cristian Chilipirea" userId="34ab170da5908fc4" providerId="LiveId" clId="{657DC964-B470-42A9-AA52-9F1F849BFB76}" dt="2019-10-13T10:19:21.801" v="399"/>
          <ac:grpSpMkLst>
            <pc:docMk/>
            <pc:sldMk cId="443805341" sldId="529"/>
            <ac:grpSpMk id="110" creationId="{78E82CCD-4B2A-41BD-8FFE-1A3D4A45E336}"/>
          </ac:grpSpMkLst>
        </pc:grpChg>
        <pc:grpChg chg="add">
          <ac:chgData name="Cristian Chilipirea" userId="34ab170da5908fc4" providerId="LiveId" clId="{657DC964-B470-42A9-AA52-9F1F849BFB76}" dt="2019-10-13T10:19:21.801" v="399"/>
          <ac:grpSpMkLst>
            <pc:docMk/>
            <pc:sldMk cId="443805341" sldId="529"/>
            <ac:grpSpMk id="114" creationId="{E880D71A-D608-467A-A197-FB880B0FE80E}"/>
          </ac:grpSpMkLst>
        </pc:grpChg>
        <pc:grpChg chg="add">
          <ac:chgData name="Cristian Chilipirea" userId="34ab170da5908fc4" providerId="LiveId" clId="{657DC964-B470-42A9-AA52-9F1F849BFB76}" dt="2019-10-13T10:19:21.801" v="399"/>
          <ac:grpSpMkLst>
            <pc:docMk/>
            <pc:sldMk cId="443805341" sldId="529"/>
            <ac:grpSpMk id="135" creationId="{D0D5F34B-BE44-4B0A-A151-16096B34D681}"/>
          </ac:grpSpMkLst>
        </pc:grpChg>
        <pc:graphicFrameChg chg="add del">
          <ac:chgData name="Cristian Chilipirea" userId="34ab170da5908fc4" providerId="LiveId" clId="{657DC964-B470-42A9-AA52-9F1F849BFB76}" dt="2019-10-13T10:19:21.771" v="398"/>
          <ac:graphicFrameMkLst>
            <pc:docMk/>
            <pc:sldMk cId="443805341" sldId="529"/>
            <ac:graphicFrameMk id="4" creationId="{5D29F2DA-74D3-45C3-A6EC-9203413F6B4B}"/>
          </ac:graphicFrameMkLst>
        </pc:graphicFrameChg>
        <pc:graphicFrameChg chg="add del">
          <ac:chgData name="Cristian Chilipirea" userId="34ab170da5908fc4" providerId="LiveId" clId="{657DC964-B470-42A9-AA52-9F1F849BFB76}" dt="2019-10-13T10:19:21.771" v="398"/>
          <ac:graphicFrameMkLst>
            <pc:docMk/>
            <pc:sldMk cId="443805341" sldId="529"/>
            <ac:graphicFrameMk id="11" creationId="{8A9E3353-6198-4E74-A3CC-FA74E2CB1D87}"/>
          </ac:graphicFrameMkLst>
        </pc:graphicFrameChg>
        <pc:graphicFrameChg chg="add">
          <ac:chgData name="Cristian Chilipirea" userId="34ab170da5908fc4" providerId="LiveId" clId="{657DC964-B470-42A9-AA52-9F1F849BFB76}" dt="2019-10-13T10:19:21.801" v="399"/>
          <ac:graphicFrameMkLst>
            <pc:docMk/>
            <pc:sldMk cId="443805341" sldId="529"/>
            <ac:graphicFrameMk id="78" creationId="{244C6B89-79F6-4AF6-A20B-C0DE5D4D93AD}"/>
          </ac:graphicFrameMkLst>
        </pc:graphicFrameChg>
        <pc:graphicFrameChg chg="add">
          <ac:chgData name="Cristian Chilipirea" userId="34ab170da5908fc4" providerId="LiveId" clId="{657DC964-B470-42A9-AA52-9F1F849BFB76}" dt="2019-10-13T10:19:21.801" v="399"/>
          <ac:graphicFrameMkLst>
            <pc:docMk/>
            <pc:sldMk cId="443805341" sldId="529"/>
            <ac:graphicFrameMk id="85" creationId="{CFF96F15-6030-4CAD-8F0F-2410F9614F24}"/>
          </ac:graphicFrameMkLst>
        </pc:graphicFrameChg>
      </pc:sldChg>
      <pc:sldChg chg="addSp delSp modSp add modAnim">
        <pc:chgData name="Cristian Chilipirea" userId="34ab170da5908fc4" providerId="LiveId" clId="{657DC964-B470-42A9-AA52-9F1F849BFB76}" dt="2019-10-13T10:19:44.900" v="406" actId="1076"/>
        <pc:sldMkLst>
          <pc:docMk/>
          <pc:sldMk cId="1533201253" sldId="530"/>
        </pc:sldMkLst>
        <pc:spChg chg="mod">
          <ac:chgData name="Cristian Chilipirea" userId="34ab170da5908fc4" providerId="LiveId" clId="{657DC964-B470-42A9-AA52-9F1F849BFB76}" dt="2019-10-13T10:19:29.336" v="401"/>
          <ac:spMkLst>
            <pc:docMk/>
            <pc:sldMk cId="1533201253" sldId="530"/>
            <ac:spMk id="2" creationId="{5A2F8766-B310-44D5-9CC0-E65643C0E083}"/>
          </ac:spMkLst>
        </pc:spChg>
        <pc:spChg chg="del">
          <ac:chgData name="Cristian Chilipirea" userId="34ab170da5908fc4" providerId="LiveId" clId="{657DC964-B470-42A9-AA52-9F1F849BFB76}" dt="2019-10-13T10:19:31.591" v="402" actId="478"/>
          <ac:spMkLst>
            <pc:docMk/>
            <pc:sldMk cId="1533201253" sldId="530"/>
            <ac:spMk id="3" creationId="{41B57168-2599-4417-A459-17F68F0FAC59}"/>
          </ac:spMkLst>
        </pc:spChg>
        <pc:spChg chg="add del">
          <ac:chgData name="Cristian Chilipirea" userId="34ab170da5908fc4" providerId="LiveId" clId="{657DC964-B470-42A9-AA52-9F1F849BFB76}" dt="2019-10-13T10:19:42.570" v="404"/>
          <ac:spMkLst>
            <pc:docMk/>
            <pc:sldMk cId="1533201253" sldId="530"/>
            <ac:spMk id="5" creationId="{F58A16CB-EC3C-4726-8451-35388FA09168}"/>
          </ac:spMkLst>
        </pc:spChg>
        <pc:spChg chg="add del">
          <ac:chgData name="Cristian Chilipirea" userId="34ab170da5908fc4" providerId="LiveId" clId="{657DC964-B470-42A9-AA52-9F1F849BFB76}" dt="2019-10-13T10:19:42.570" v="404"/>
          <ac:spMkLst>
            <pc:docMk/>
            <pc:sldMk cId="1533201253" sldId="530"/>
            <ac:spMk id="23" creationId="{8FEFA6B2-9F55-4959-821A-74FB036A33A1}"/>
          </ac:spMkLst>
        </pc:spChg>
        <pc:spChg chg="add del">
          <ac:chgData name="Cristian Chilipirea" userId="34ab170da5908fc4" providerId="LiveId" clId="{657DC964-B470-42A9-AA52-9F1F849BFB76}" dt="2019-10-13T10:19:42.570" v="404"/>
          <ac:spMkLst>
            <pc:docMk/>
            <pc:sldMk cId="1533201253" sldId="530"/>
            <ac:spMk id="25" creationId="{BF16B15A-A656-415E-AC6D-9FD34FF03FDE}"/>
          </ac:spMkLst>
        </pc:spChg>
        <pc:spChg chg="add del">
          <ac:chgData name="Cristian Chilipirea" userId="34ab170da5908fc4" providerId="LiveId" clId="{657DC964-B470-42A9-AA52-9F1F849BFB76}" dt="2019-10-13T10:19:42.570" v="404"/>
          <ac:spMkLst>
            <pc:docMk/>
            <pc:sldMk cId="1533201253" sldId="530"/>
            <ac:spMk id="26" creationId="{0475F1C5-F0A3-4F56-B268-DF4748804CD1}"/>
          </ac:spMkLst>
        </pc:spChg>
        <pc:spChg chg="add del">
          <ac:chgData name="Cristian Chilipirea" userId="34ab170da5908fc4" providerId="LiveId" clId="{657DC964-B470-42A9-AA52-9F1F849BFB76}" dt="2019-10-13T10:19:42.570" v="404"/>
          <ac:spMkLst>
            <pc:docMk/>
            <pc:sldMk cId="1533201253" sldId="530"/>
            <ac:spMk id="27" creationId="{CEFBBB29-DFB6-4CB5-979E-E42BE7CBA544}"/>
          </ac:spMkLst>
        </pc:spChg>
        <pc:spChg chg="add del">
          <ac:chgData name="Cristian Chilipirea" userId="34ab170da5908fc4" providerId="LiveId" clId="{657DC964-B470-42A9-AA52-9F1F849BFB76}" dt="2019-10-13T10:19:42.570" v="404"/>
          <ac:spMkLst>
            <pc:docMk/>
            <pc:sldMk cId="1533201253" sldId="530"/>
            <ac:spMk id="33" creationId="{FA615566-FAB5-43C0-B4C6-277AE70A6CBA}"/>
          </ac:spMkLst>
        </pc:spChg>
        <pc:spChg chg="add del">
          <ac:chgData name="Cristian Chilipirea" userId="34ab170da5908fc4" providerId="LiveId" clId="{657DC964-B470-42A9-AA52-9F1F849BFB76}" dt="2019-10-13T10:19:42.570" v="404"/>
          <ac:spMkLst>
            <pc:docMk/>
            <pc:sldMk cId="1533201253" sldId="530"/>
            <ac:spMk id="34" creationId="{B017E82A-D0E7-4861-86E4-539F9207DAA5}"/>
          </ac:spMkLst>
        </pc:spChg>
        <pc:spChg chg="add del">
          <ac:chgData name="Cristian Chilipirea" userId="34ab170da5908fc4" providerId="LiveId" clId="{657DC964-B470-42A9-AA52-9F1F849BFB76}" dt="2019-10-13T10:19:42.570" v="404"/>
          <ac:spMkLst>
            <pc:docMk/>
            <pc:sldMk cId="1533201253" sldId="530"/>
            <ac:spMk id="35" creationId="{64476AC9-6F28-44B2-B814-831F2506DF64}"/>
          </ac:spMkLst>
        </pc:spChg>
        <pc:spChg chg="add del">
          <ac:chgData name="Cristian Chilipirea" userId="34ab170da5908fc4" providerId="LiveId" clId="{657DC964-B470-42A9-AA52-9F1F849BFB76}" dt="2019-10-13T10:19:42.570" v="404"/>
          <ac:spMkLst>
            <pc:docMk/>
            <pc:sldMk cId="1533201253" sldId="530"/>
            <ac:spMk id="36" creationId="{1E597B58-7E99-4191-BABA-51F7102933C1}"/>
          </ac:spMkLst>
        </pc:spChg>
        <pc:spChg chg="add del">
          <ac:chgData name="Cristian Chilipirea" userId="34ab170da5908fc4" providerId="LiveId" clId="{657DC964-B470-42A9-AA52-9F1F849BFB76}" dt="2019-10-13T10:19:42.570" v="404"/>
          <ac:spMkLst>
            <pc:docMk/>
            <pc:sldMk cId="1533201253" sldId="530"/>
            <ac:spMk id="37" creationId="{9BFA451C-687A-4FD5-9AAD-2604158F0257}"/>
          </ac:spMkLst>
        </pc:spChg>
        <pc:spChg chg="add del">
          <ac:chgData name="Cristian Chilipirea" userId="34ab170da5908fc4" providerId="LiveId" clId="{657DC964-B470-42A9-AA52-9F1F849BFB76}" dt="2019-10-13T10:19:42.570" v="404"/>
          <ac:spMkLst>
            <pc:docMk/>
            <pc:sldMk cId="1533201253" sldId="530"/>
            <ac:spMk id="38" creationId="{4E94AFD1-3525-47BA-AD9F-8C87B8DCCCC2}"/>
          </ac:spMkLst>
        </pc:spChg>
        <pc:spChg chg="add mod">
          <ac:chgData name="Cristian Chilipirea" userId="34ab170da5908fc4" providerId="LiveId" clId="{657DC964-B470-42A9-AA52-9F1F849BFB76}" dt="2019-10-13T10:19:44.900" v="406" actId="1076"/>
          <ac:spMkLst>
            <pc:docMk/>
            <pc:sldMk cId="1533201253" sldId="530"/>
            <ac:spMk id="40" creationId="{5BD80494-81CB-4324-A1CF-55CE792D6094}"/>
          </ac:spMkLst>
        </pc:spChg>
        <pc:spChg chg="add mod">
          <ac:chgData name="Cristian Chilipirea" userId="34ab170da5908fc4" providerId="LiveId" clId="{657DC964-B470-42A9-AA52-9F1F849BFB76}" dt="2019-10-13T10:19:44.900" v="406" actId="1076"/>
          <ac:spMkLst>
            <pc:docMk/>
            <pc:sldMk cId="1533201253" sldId="530"/>
            <ac:spMk id="58" creationId="{71CCA1BD-0BB1-4264-9774-8ECC6B91AB03}"/>
          </ac:spMkLst>
        </pc:spChg>
        <pc:spChg chg="add mod">
          <ac:chgData name="Cristian Chilipirea" userId="34ab170da5908fc4" providerId="LiveId" clId="{657DC964-B470-42A9-AA52-9F1F849BFB76}" dt="2019-10-13T10:19:44.900" v="406" actId="1076"/>
          <ac:spMkLst>
            <pc:docMk/>
            <pc:sldMk cId="1533201253" sldId="530"/>
            <ac:spMk id="60" creationId="{BE8F49CA-A0B6-4C73-B54B-48E9181316DA}"/>
          </ac:spMkLst>
        </pc:spChg>
        <pc:spChg chg="add mod">
          <ac:chgData name="Cristian Chilipirea" userId="34ab170da5908fc4" providerId="LiveId" clId="{657DC964-B470-42A9-AA52-9F1F849BFB76}" dt="2019-10-13T10:19:44.900" v="406" actId="1076"/>
          <ac:spMkLst>
            <pc:docMk/>
            <pc:sldMk cId="1533201253" sldId="530"/>
            <ac:spMk id="61" creationId="{461F2A57-92FE-405B-ABEC-08C3F260844A}"/>
          </ac:spMkLst>
        </pc:spChg>
        <pc:spChg chg="add mod">
          <ac:chgData name="Cristian Chilipirea" userId="34ab170da5908fc4" providerId="LiveId" clId="{657DC964-B470-42A9-AA52-9F1F849BFB76}" dt="2019-10-13T10:19:44.900" v="406" actId="1076"/>
          <ac:spMkLst>
            <pc:docMk/>
            <pc:sldMk cId="1533201253" sldId="530"/>
            <ac:spMk id="62" creationId="{143E36BA-3876-4AE6-8C1E-B07C357DE96F}"/>
          </ac:spMkLst>
        </pc:spChg>
        <pc:spChg chg="add mod">
          <ac:chgData name="Cristian Chilipirea" userId="34ab170da5908fc4" providerId="LiveId" clId="{657DC964-B470-42A9-AA52-9F1F849BFB76}" dt="2019-10-13T10:19:44.900" v="406" actId="1076"/>
          <ac:spMkLst>
            <pc:docMk/>
            <pc:sldMk cId="1533201253" sldId="530"/>
            <ac:spMk id="68" creationId="{966BB3E2-8F1E-438D-8566-259DF2593279}"/>
          </ac:spMkLst>
        </pc:spChg>
        <pc:spChg chg="add mod">
          <ac:chgData name="Cristian Chilipirea" userId="34ab170da5908fc4" providerId="LiveId" clId="{657DC964-B470-42A9-AA52-9F1F849BFB76}" dt="2019-10-13T10:19:44.900" v="406" actId="1076"/>
          <ac:spMkLst>
            <pc:docMk/>
            <pc:sldMk cId="1533201253" sldId="530"/>
            <ac:spMk id="69" creationId="{D9CECC35-69C2-41A5-B2BB-28D9B3E8A0EC}"/>
          </ac:spMkLst>
        </pc:spChg>
        <pc:spChg chg="add mod">
          <ac:chgData name="Cristian Chilipirea" userId="34ab170da5908fc4" providerId="LiveId" clId="{657DC964-B470-42A9-AA52-9F1F849BFB76}" dt="2019-10-13T10:19:44.900" v="406" actId="1076"/>
          <ac:spMkLst>
            <pc:docMk/>
            <pc:sldMk cId="1533201253" sldId="530"/>
            <ac:spMk id="70" creationId="{D93EA19E-7A3C-426B-B8EF-AB275C4BBF0C}"/>
          </ac:spMkLst>
        </pc:spChg>
        <pc:spChg chg="add mod">
          <ac:chgData name="Cristian Chilipirea" userId="34ab170da5908fc4" providerId="LiveId" clId="{657DC964-B470-42A9-AA52-9F1F849BFB76}" dt="2019-10-13T10:19:44.900" v="406" actId="1076"/>
          <ac:spMkLst>
            <pc:docMk/>
            <pc:sldMk cId="1533201253" sldId="530"/>
            <ac:spMk id="71" creationId="{8D40D94B-CC68-4D1C-875F-31B419BFAB72}"/>
          </ac:spMkLst>
        </pc:spChg>
        <pc:spChg chg="add mod">
          <ac:chgData name="Cristian Chilipirea" userId="34ab170da5908fc4" providerId="LiveId" clId="{657DC964-B470-42A9-AA52-9F1F849BFB76}" dt="2019-10-13T10:19:44.900" v="406" actId="1076"/>
          <ac:spMkLst>
            <pc:docMk/>
            <pc:sldMk cId="1533201253" sldId="530"/>
            <ac:spMk id="72" creationId="{5B4B1C86-7BEC-4CB8-A66A-C6AAEE11A4E9}"/>
          </ac:spMkLst>
        </pc:spChg>
        <pc:spChg chg="add mod">
          <ac:chgData name="Cristian Chilipirea" userId="34ab170da5908fc4" providerId="LiveId" clId="{657DC964-B470-42A9-AA52-9F1F849BFB76}" dt="2019-10-13T10:19:44.900" v="406" actId="1076"/>
          <ac:spMkLst>
            <pc:docMk/>
            <pc:sldMk cId="1533201253" sldId="530"/>
            <ac:spMk id="73" creationId="{4ABEE27C-A375-46FF-B4C7-1142DA0D0DD4}"/>
          </ac:spMkLst>
        </pc:spChg>
        <pc:grpChg chg="add del">
          <ac:chgData name="Cristian Chilipirea" userId="34ab170da5908fc4" providerId="LiveId" clId="{657DC964-B470-42A9-AA52-9F1F849BFB76}" dt="2019-10-13T10:19:42.570" v="404"/>
          <ac:grpSpMkLst>
            <pc:docMk/>
            <pc:sldMk cId="1533201253" sldId="530"/>
            <ac:grpSpMk id="6" creationId="{D91FCF70-F535-40AC-9D31-0BF07F52E514}"/>
          </ac:grpSpMkLst>
        </pc:grpChg>
        <pc:grpChg chg="add del">
          <ac:chgData name="Cristian Chilipirea" userId="34ab170da5908fc4" providerId="LiveId" clId="{657DC964-B470-42A9-AA52-9F1F849BFB76}" dt="2019-10-13T10:19:42.570" v="404"/>
          <ac:grpSpMkLst>
            <pc:docMk/>
            <pc:sldMk cId="1533201253" sldId="530"/>
            <ac:grpSpMk id="28" creationId="{37F15261-5607-496E-A64E-7BA7FEEAA896}"/>
          </ac:grpSpMkLst>
        </pc:grpChg>
        <pc:grpChg chg="add mod">
          <ac:chgData name="Cristian Chilipirea" userId="34ab170da5908fc4" providerId="LiveId" clId="{657DC964-B470-42A9-AA52-9F1F849BFB76}" dt="2019-10-13T10:19:44.900" v="406" actId="1076"/>
          <ac:grpSpMkLst>
            <pc:docMk/>
            <pc:sldMk cId="1533201253" sldId="530"/>
            <ac:grpSpMk id="41" creationId="{DFF3F105-8914-4F50-85DB-2647AA782673}"/>
          </ac:grpSpMkLst>
        </pc:grpChg>
        <pc:grpChg chg="add mod">
          <ac:chgData name="Cristian Chilipirea" userId="34ab170da5908fc4" providerId="LiveId" clId="{657DC964-B470-42A9-AA52-9F1F849BFB76}" dt="2019-10-13T10:19:44.900" v="406" actId="1076"/>
          <ac:grpSpMkLst>
            <pc:docMk/>
            <pc:sldMk cId="1533201253" sldId="530"/>
            <ac:grpSpMk id="63" creationId="{9807AF57-E9BA-4BCC-9CC9-C507A6A8B0B1}"/>
          </ac:grpSpMkLst>
        </pc:grpChg>
        <pc:graphicFrameChg chg="add del">
          <ac:chgData name="Cristian Chilipirea" userId="34ab170da5908fc4" providerId="LiveId" clId="{657DC964-B470-42A9-AA52-9F1F849BFB76}" dt="2019-10-13T10:19:42.570" v="404"/>
          <ac:graphicFrameMkLst>
            <pc:docMk/>
            <pc:sldMk cId="1533201253" sldId="530"/>
            <ac:graphicFrameMk id="4" creationId="{DAEC0AE3-3212-4785-8D2B-E4764CBB5218}"/>
          </ac:graphicFrameMkLst>
        </pc:graphicFrameChg>
        <pc:graphicFrameChg chg="add del">
          <ac:chgData name="Cristian Chilipirea" userId="34ab170da5908fc4" providerId="LiveId" clId="{657DC964-B470-42A9-AA52-9F1F849BFB76}" dt="2019-10-13T10:19:42.570" v="404"/>
          <ac:graphicFrameMkLst>
            <pc:docMk/>
            <pc:sldMk cId="1533201253" sldId="530"/>
            <ac:graphicFrameMk id="24" creationId="{1C3128A1-C1C7-4744-A31B-7D45469CB3FE}"/>
          </ac:graphicFrameMkLst>
        </pc:graphicFrameChg>
        <pc:graphicFrameChg chg="add mod">
          <ac:chgData name="Cristian Chilipirea" userId="34ab170da5908fc4" providerId="LiveId" clId="{657DC964-B470-42A9-AA52-9F1F849BFB76}" dt="2019-10-13T10:19:44.900" v="406" actId="1076"/>
          <ac:graphicFrameMkLst>
            <pc:docMk/>
            <pc:sldMk cId="1533201253" sldId="530"/>
            <ac:graphicFrameMk id="39" creationId="{98F722BF-CAF2-4E5C-98AE-A55DEF124D2A}"/>
          </ac:graphicFrameMkLst>
        </pc:graphicFrameChg>
        <pc:graphicFrameChg chg="add mod">
          <ac:chgData name="Cristian Chilipirea" userId="34ab170da5908fc4" providerId="LiveId" clId="{657DC964-B470-42A9-AA52-9F1F849BFB76}" dt="2019-10-13T10:19:44.900" v="406" actId="1076"/>
          <ac:graphicFrameMkLst>
            <pc:docMk/>
            <pc:sldMk cId="1533201253" sldId="530"/>
            <ac:graphicFrameMk id="59" creationId="{6991362A-8F9C-473A-BE7B-52F688269812}"/>
          </ac:graphicFrameMkLst>
        </pc:graphicFrameChg>
      </pc:sldChg>
      <pc:sldChg chg="addSp delSp modSp add">
        <pc:chgData name="Cristian Chilipirea" userId="34ab170da5908fc4" providerId="LiveId" clId="{657DC964-B470-42A9-AA52-9F1F849BFB76}" dt="2019-10-13T10:20:03.452" v="413" actId="1076"/>
        <pc:sldMkLst>
          <pc:docMk/>
          <pc:sldMk cId="3758586578" sldId="531"/>
        </pc:sldMkLst>
        <pc:spChg chg="mod">
          <ac:chgData name="Cristian Chilipirea" userId="34ab170da5908fc4" providerId="LiveId" clId="{657DC964-B470-42A9-AA52-9F1F849BFB76}" dt="2019-10-13T10:19:51.619" v="408"/>
          <ac:spMkLst>
            <pc:docMk/>
            <pc:sldMk cId="3758586578" sldId="531"/>
            <ac:spMk id="2" creationId="{9A0E4BC0-36F3-4F37-959C-AE87729AF85C}"/>
          </ac:spMkLst>
        </pc:spChg>
        <pc:spChg chg="del">
          <ac:chgData name="Cristian Chilipirea" userId="34ab170da5908fc4" providerId="LiveId" clId="{657DC964-B470-42A9-AA52-9F1F849BFB76}" dt="2019-10-13T10:19:55.155" v="409" actId="478"/>
          <ac:spMkLst>
            <pc:docMk/>
            <pc:sldMk cId="3758586578" sldId="531"/>
            <ac:spMk id="3" creationId="{9EA4FD81-5AB4-4826-A8AF-61278F76D3C7}"/>
          </ac:spMkLst>
        </pc:spChg>
        <pc:spChg chg="add del">
          <ac:chgData name="Cristian Chilipirea" userId="34ab170da5908fc4" providerId="LiveId" clId="{657DC964-B470-42A9-AA52-9F1F849BFB76}" dt="2019-10-13T10:20:01.302" v="411"/>
          <ac:spMkLst>
            <pc:docMk/>
            <pc:sldMk cId="3758586578" sldId="531"/>
            <ac:spMk id="4" creationId="{349E6B47-2B38-45E3-B195-735082CD713A}"/>
          </ac:spMkLst>
        </pc:spChg>
        <pc:spChg chg="add mod">
          <ac:chgData name="Cristian Chilipirea" userId="34ab170da5908fc4" providerId="LiveId" clId="{657DC964-B470-42A9-AA52-9F1F849BFB76}" dt="2019-10-13T10:20:03.452" v="413" actId="1076"/>
          <ac:spMkLst>
            <pc:docMk/>
            <pc:sldMk cId="3758586578" sldId="531"/>
            <ac:spMk id="5" creationId="{72421378-C012-4724-9936-5C1DC583939E}"/>
          </ac:spMkLst>
        </pc:spChg>
      </pc:sldChg>
      <pc:sldChg chg="addSp delSp modSp add">
        <pc:chgData name="Cristian Chilipirea" userId="34ab170da5908fc4" providerId="LiveId" clId="{657DC964-B470-42A9-AA52-9F1F849BFB76}" dt="2019-10-13T10:20:23.288" v="422" actId="1076"/>
        <pc:sldMkLst>
          <pc:docMk/>
          <pc:sldMk cId="2994853658" sldId="532"/>
        </pc:sldMkLst>
        <pc:spChg chg="mod">
          <ac:chgData name="Cristian Chilipirea" userId="34ab170da5908fc4" providerId="LiveId" clId="{657DC964-B470-42A9-AA52-9F1F849BFB76}" dt="2019-10-13T10:20:19.688" v="419" actId="1076"/>
          <ac:spMkLst>
            <pc:docMk/>
            <pc:sldMk cId="2994853658" sldId="532"/>
            <ac:spMk id="2" creationId="{4599377C-984A-4393-9187-7689FACB30A5}"/>
          </ac:spMkLst>
        </pc:spChg>
        <pc:spChg chg="del">
          <ac:chgData name="Cristian Chilipirea" userId="34ab170da5908fc4" providerId="LiveId" clId="{657DC964-B470-42A9-AA52-9F1F849BFB76}" dt="2019-10-13T10:20:12.567" v="416" actId="478"/>
          <ac:spMkLst>
            <pc:docMk/>
            <pc:sldMk cId="2994853658" sldId="532"/>
            <ac:spMk id="3" creationId="{C9D0D9D8-7624-48B7-A27A-8DD44573690D}"/>
          </ac:spMkLst>
        </pc:spChg>
        <pc:graphicFrameChg chg="add mod">
          <ac:chgData name="Cristian Chilipirea" userId="34ab170da5908fc4" providerId="LiveId" clId="{657DC964-B470-42A9-AA52-9F1F849BFB76}" dt="2019-10-13T10:20:23.288" v="422" actId="1076"/>
          <ac:graphicFrameMkLst>
            <pc:docMk/>
            <pc:sldMk cId="2994853658" sldId="532"/>
            <ac:graphicFrameMk id="4" creationId="{6E2CF3C7-497C-45EF-B3F6-C7E67B44D2AB}"/>
          </ac:graphicFrameMkLst>
        </pc:graphicFrameChg>
      </pc:sldChg>
      <pc:sldChg chg="addSp delSp modSp add">
        <pc:chgData name="Cristian Chilipirea" userId="34ab170da5908fc4" providerId="LiveId" clId="{657DC964-B470-42A9-AA52-9F1F849BFB76}" dt="2019-10-13T10:20:38.113" v="429" actId="1076"/>
        <pc:sldMkLst>
          <pc:docMk/>
          <pc:sldMk cId="186630438" sldId="533"/>
        </pc:sldMkLst>
        <pc:spChg chg="mod">
          <ac:chgData name="Cristian Chilipirea" userId="34ab170da5908fc4" providerId="LiveId" clId="{657DC964-B470-42A9-AA52-9F1F849BFB76}" dt="2019-10-13T10:20:29.302" v="424"/>
          <ac:spMkLst>
            <pc:docMk/>
            <pc:sldMk cId="186630438" sldId="533"/>
            <ac:spMk id="2" creationId="{D479F450-B7E2-4F1E-B29B-185704B6C428}"/>
          </ac:spMkLst>
        </pc:spChg>
        <pc:spChg chg="del">
          <ac:chgData name="Cristian Chilipirea" userId="34ab170da5908fc4" providerId="LiveId" clId="{657DC964-B470-42A9-AA52-9F1F849BFB76}" dt="2019-10-13T10:20:31.479" v="425" actId="478"/>
          <ac:spMkLst>
            <pc:docMk/>
            <pc:sldMk cId="186630438" sldId="533"/>
            <ac:spMk id="3" creationId="{A5C2C538-7C6D-46F1-B5FF-273B4D531FD7}"/>
          </ac:spMkLst>
        </pc:spChg>
        <pc:spChg chg="add del">
          <ac:chgData name="Cristian Chilipirea" userId="34ab170da5908fc4" providerId="LiveId" clId="{657DC964-B470-42A9-AA52-9F1F849BFB76}" dt="2019-10-13T10:20:36.460" v="427"/>
          <ac:spMkLst>
            <pc:docMk/>
            <pc:sldMk cId="186630438" sldId="533"/>
            <ac:spMk id="4" creationId="{78AB5C41-9F57-436B-9D4C-AACF889E73E8}"/>
          </ac:spMkLst>
        </pc:spChg>
        <pc:spChg chg="add mod">
          <ac:chgData name="Cristian Chilipirea" userId="34ab170da5908fc4" providerId="LiveId" clId="{657DC964-B470-42A9-AA52-9F1F849BFB76}" dt="2019-10-13T10:20:38.113" v="429" actId="1076"/>
          <ac:spMkLst>
            <pc:docMk/>
            <pc:sldMk cId="186630438" sldId="533"/>
            <ac:spMk id="5" creationId="{981B1F7E-3A79-426B-8353-87DF16590883}"/>
          </ac:spMkLst>
        </pc:spChg>
      </pc:sldChg>
      <pc:sldChg chg="addSp delSp add">
        <pc:chgData name="Cristian Chilipirea" userId="34ab170da5908fc4" providerId="LiveId" clId="{657DC964-B470-42A9-AA52-9F1F849BFB76}" dt="2019-10-13T10:20:53.316" v="437"/>
        <pc:sldMkLst>
          <pc:docMk/>
          <pc:sldMk cId="174604596" sldId="534"/>
        </pc:sldMkLst>
        <pc:spChg chg="del">
          <ac:chgData name="Cristian Chilipirea" userId="34ab170da5908fc4" providerId="LiveId" clId="{657DC964-B470-42A9-AA52-9F1F849BFB76}" dt="2019-10-13T10:20:47.034" v="432" actId="478"/>
          <ac:spMkLst>
            <pc:docMk/>
            <pc:sldMk cId="174604596" sldId="534"/>
            <ac:spMk id="2" creationId="{211569F3-C98C-486A-9A5D-2F974CABB855}"/>
          </ac:spMkLst>
        </pc:spChg>
        <pc:spChg chg="del">
          <ac:chgData name="Cristian Chilipirea" userId="34ab170da5908fc4" providerId="LiveId" clId="{657DC964-B470-42A9-AA52-9F1F849BFB76}" dt="2019-10-13T10:20:45.914" v="431" actId="478"/>
          <ac:spMkLst>
            <pc:docMk/>
            <pc:sldMk cId="174604596" sldId="534"/>
            <ac:spMk id="3" creationId="{AF69AE23-165B-4D7A-BD62-10D49E29EEC8}"/>
          </ac:spMkLst>
        </pc:spChg>
        <pc:spChg chg="add del">
          <ac:chgData name="Cristian Chilipirea" userId="34ab170da5908fc4" providerId="LiveId" clId="{657DC964-B470-42A9-AA52-9F1F849BFB76}" dt="2019-10-13T10:20:49.013" v="434"/>
          <ac:spMkLst>
            <pc:docMk/>
            <pc:sldMk cId="174604596" sldId="534"/>
            <ac:spMk id="4" creationId="{C48DD42D-F17C-44A1-88A5-A13A6CF80893}"/>
          </ac:spMkLst>
        </pc:spChg>
        <pc:spChg chg="add del">
          <ac:chgData name="Cristian Chilipirea" userId="34ab170da5908fc4" providerId="LiveId" clId="{657DC964-B470-42A9-AA52-9F1F849BFB76}" dt="2019-10-13T10:20:53.310" v="436"/>
          <ac:spMkLst>
            <pc:docMk/>
            <pc:sldMk cId="174604596" sldId="534"/>
            <ac:spMk id="5" creationId="{AE06D71F-CC1C-4F99-AB70-09CDA3EBB7C8}"/>
          </ac:spMkLst>
        </pc:spChg>
        <pc:spChg chg="add">
          <ac:chgData name="Cristian Chilipirea" userId="34ab170da5908fc4" providerId="LiveId" clId="{657DC964-B470-42A9-AA52-9F1F849BFB76}" dt="2019-10-13T10:20:53.316" v="437"/>
          <ac:spMkLst>
            <pc:docMk/>
            <pc:sldMk cId="174604596" sldId="534"/>
            <ac:spMk id="6" creationId="{3683A6C7-F02D-470E-90BC-BF4580E38E50}"/>
          </ac:spMkLst>
        </pc:spChg>
      </pc:sldChg>
    </pc:docChg>
  </pc:docChgLst>
  <pc:docChgLst>
    <pc:chgData name="Cristian Chilipirea" userId="34ab170da5908fc4" providerId="LiveId" clId="{8D7DEDE3-80AA-4184-B7F9-7AE18451EC3E}"/>
    <pc:docChg chg="addSld delSld modSld modSection">
      <pc:chgData name="Cristian Chilipirea" userId="34ab170da5908fc4" providerId="LiveId" clId="{8D7DEDE3-80AA-4184-B7F9-7AE18451EC3E}" dt="2019-10-06T17:49:31.204" v="263"/>
      <pc:docMkLst>
        <pc:docMk/>
      </pc:docMkLst>
      <pc:sldChg chg="modSp">
        <pc:chgData name="Cristian Chilipirea" userId="34ab170da5908fc4" providerId="LiveId" clId="{8D7DEDE3-80AA-4184-B7F9-7AE18451EC3E}" dt="2019-10-06T17:41:41.266" v="108"/>
        <pc:sldMkLst>
          <pc:docMk/>
          <pc:sldMk cId="0" sldId="485"/>
        </pc:sldMkLst>
        <pc:spChg chg="mod">
          <ac:chgData name="Cristian Chilipirea" userId="34ab170da5908fc4" providerId="LiveId" clId="{8D7DEDE3-80AA-4184-B7F9-7AE18451EC3E}" dt="2019-10-06T17:41:41.266" v="108"/>
          <ac:spMkLst>
            <pc:docMk/>
            <pc:sldMk cId="0" sldId="485"/>
            <ac:spMk id="15361" creationId="{B7373C27-AE51-474E-BA1F-0C5F0233AACE}"/>
          </ac:spMkLst>
        </pc:spChg>
        <pc:spChg chg="mod">
          <ac:chgData name="Cristian Chilipirea" userId="34ab170da5908fc4" providerId="LiveId" clId="{8D7DEDE3-80AA-4184-B7F9-7AE18451EC3E}" dt="2019-10-06T17:41:28.300" v="105" actId="6549"/>
          <ac:spMkLst>
            <pc:docMk/>
            <pc:sldMk cId="0" sldId="485"/>
            <ac:spMk id="15363" creationId="{8AD4A1D2-344F-4CD3-949B-26BEB5FF75C3}"/>
          </ac:spMkLst>
        </pc:spChg>
      </pc:sldChg>
      <pc:sldChg chg="addSp delSp modSp add">
        <pc:chgData name="Cristian Chilipirea" userId="34ab170da5908fc4" providerId="LiveId" clId="{8D7DEDE3-80AA-4184-B7F9-7AE18451EC3E}" dt="2019-10-06T17:42:00.595" v="119" actId="1076"/>
        <pc:sldMkLst>
          <pc:docMk/>
          <pc:sldMk cId="1027992857" sldId="486"/>
        </pc:sldMkLst>
        <pc:spChg chg="mod">
          <ac:chgData name="Cristian Chilipirea" userId="34ab170da5908fc4" providerId="LiveId" clId="{8D7DEDE3-80AA-4184-B7F9-7AE18451EC3E}" dt="2019-10-06T17:41:47.545" v="109"/>
          <ac:spMkLst>
            <pc:docMk/>
            <pc:sldMk cId="1027992857" sldId="486"/>
            <ac:spMk id="2" creationId="{CAFD830F-CE29-4FAB-B9D3-76D74E6FB294}"/>
          </ac:spMkLst>
        </pc:spChg>
        <pc:spChg chg="del">
          <ac:chgData name="Cristian Chilipirea" userId="34ab170da5908fc4" providerId="LiveId" clId="{8D7DEDE3-80AA-4184-B7F9-7AE18451EC3E}" dt="2019-10-06T17:41:52.664" v="110" actId="478"/>
          <ac:spMkLst>
            <pc:docMk/>
            <pc:sldMk cId="1027992857" sldId="486"/>
            <ac:spMk id="3" creationId="{A31A56ED-50ED-43B6-A4BA-BA6DFE8FFB23}"/>
          </ac:spMkLst>
        </pc:spChg>
        <pc:spChg chg="add del mod">
          <ac:chgData name="Cristian Chilipirea" userId="34ab170da5908fc4" providerId="LiveId" clId="{8D7DEDE3-80AA-4184-B7F9-7AE18451EC3E}" dt="2019-10-06T17:41:58.447" v="117"/>
          <ac:spMkLst>
            <pc:docMk/>
            <pc:sldMk cId="1027992857" sldId="486"/>
            <ac:spMk id="4" creationId="{46FA51A1-24DF-44D4-BDA3-0BEF00489713}"/>
          </ac:spMkLst>
        </pc:spChg>
        <pc:spChg chg="add mod">
          <ac:chgData name="Cristian Chilipirea" userId="34ab170da5908fc4" providerId="LiveId" clId="{8D7DEDE3-80AA-4184-B7F9-7AE18451EC3E}" dt="2019-10-06T17:42:00.595" v="119" actId="1076"/>
          <ac:spMkLst>
            <pc:docMk/>
            <pc:sldMk cId="1027992857" sldId="486"/>
            <ac:spMk id="5" creationId="{12521590-0298-4BB0-95E1-508CFEA682CA}"/>
          </ac:spMkLst>
        </pc:spChg>
      </pc:sldChg>
      <pc:sldChg chg="addSp delSp modSp add">
        <pc:chgData name="Cristian Chilipirea" userId="34ab170da5908fc4" providerId="LiveId" clId="{8D7DEDE3-80AA-4184-B7F9-7AE18451EC3E}" dt="2019-10-06T17:42:19.028" v="126" actId="1076"/>
        <pc:sldMkLst>
          <pc:docMk/>
          <pc:sldMk cId="138587081" sldId="487"/>
        </pc:sldMkLst>
        <pc:spChg chg="mod">
          <ac:chgData name="Cristian Chilipirea" userId="34ab170da5908fc4" providerId="LiveId" clId="{8D7DEDE3-80AA-4184-B7F9-7AE18451EC3E}" dt="2019-10-06T17:42:06.913" v="121"/>
          <ac:spMkLst>
            <pc:docMk/>
            <pc:sldMk cId="138587081" sldId="487"/>
            <ac:spMk id="2" creationId="{6513519C-FD2C-483C-AE1D-B4D656FCA6C0}"/>
          </ac:spMkLst>
        </pc:spChg>
        <pc:spChg chg="del">
          <ac:chgData name="Cristian Chilipirea" userId="34ab170da5908fc4" providerId="LiveId" clId="{8D7DEDE3-80AA-4184-B7F9-7AE18451EC3E}" dt="2019-10-06T17:42:14.100" v="122" actId="478"/>
          <ac:spMkLst>
            <pc:docMk/>
            <pc:sldMk cId="138587081" sldId="487"/>
            <ac:spMk id="3" creationId="{49C508CD-CD85-4105-A435-6D58982B0AF6}"/>
          </ac:spMkLst>
        </pc:spChg>
        <pc:spChg chg="add del">
          <ac:chgData name="Cristian Chilipirea" userId="34ab170da5908fc4" providerId="LiveId" clId="{8D7DEDE3-80AA-4184-B7F9-7AE18451EC3E}" dt="2019-10-06T17:42:16.725" v="124"/>
          <ac:spMkLst>
            <pc:docMk/>
            <pc:sldMk cId="138587081" sldId="487"/>
            <ac:spMk id="4" creationId="{0D7E193C-8F54-44DA-9B30-7E1B90DBDB11}"/>
          </ac:spMkLst>
        </pc:spChg>
        <pc:spChg chg="add mod">
          <ac:chgData name="Cristian Chilipirea" userId="34ab170da5908fc4" providerId="LiveId" clId="{8D7DEDE3-80AA-4184-B7F9-7AE18451EC3E}" dt="2019-10-06T17:42:19.028" v="126" actId="1076"/>
          <ac:spMkLst>
            <pc:docMk/>
            <pc:sldMk cId="138587081" sldId="487"/>
            <ac:spMk id="5" creationId="{9FD8CA38-E146-4A5A-BB37-AC4E5340B7B6}"/>
          </ac:spMkLst>
        </pc:spChg>
      </pc:sldChg>
      <pc:sldChg chg="addSp delSp add modAnim">
        <pc:chgData name="Cristian Chilipirea" userId="34ab170da5908fc4" providerId="LiveId" clId="{8D7DEDE3-80AA-4184-B7F9-7AE18451EC3E}" dt="2019-10-06T17:42:41.943" v="132"/>
        <pc:sldMkLst>
          <pc:docMk/>
          <pc:sldMk cId="1246785372" sldId="488"/>
        </pc:sldMkLst>
        <pc:spChg chg="del">
          <ac:chgData name="Cristian Chilipirea" userId="34ab170da5908fc4" providerId="LiveId" clId="{8D7DEDE3-80AA-4184-B7F9-7AE18451EC3E}" dt="2019-10-06T17:42:31.667" v="128"/>
          <ac:spMkLst>
            <pc:docMk/>
            <pc:sldMk cId="1246785372" sldId="488"/>
            <ac:spMk id="2" creationId="{F404CC54-A83F-4C94-BA99-964E3083E18E}"/>
          </ac:spMkLst>
        </pc:spChg>
        <pc:spChg chg="del">
          <ac:chgData name="Cristian Chilipirea" userId="34ab170da5908fc4" providerId="LiveId" clId="{8D7DEDE3-80AA-4184-B7F9-7AE18451EC3E}" dt="2019-10-06T17:42:33.859" v="129" actId="478"/>
          <ac:spMkLst>
            <pc:docMk/>
            <pc:sldMk cId="1246785372" sldId="488"/>
            <ac:spMk id="3" creationId="{204010CE-DCAB-4C5F-B78B-C37CFE47F60B}"/>
          </ac:spMkLst>
        </pc:spChg>
        <pc:spChg chg="add">
          <ac:chgData name="Cristian Chilipirea" userId="34ab170da5908fc4" providerId="LiveId" clId="{8D7DEDE3-80AA-4184-B7F9-7AE18451EC3E}" dt="2019-10-06T17:42:31.667" v="128"/>
          <ac:spMkLst>
            <pc:docMk/>
            <pc:sldMk cId="1246785372" sldId="488"/>
            <ac:spMk id="4" creationId="{35E6826D-DCA6-423C-83A8-0CF3F691C4B1}"/>
          </ac:spMkLst>
        </pc:spChg>
        <pc:spChg chg="add del">
          <ac:chgData name="Cristian Chilipirea" userId="34ab170da5908fc4" providerId="LiveId" clId="{8D7DEDE3-80AA-4184-B7F9-7AE18451EC3E}" dt="2019-10-06T17:42:41.919" v="131"/>
          <ac:spMkLst>
            <pc:docMk/>
            <pc:sldMk cId="1246785372" sldId="488"/>
            <ac:spMk id="5" creationId="{AE34D164-23B0-4887-AE2E-6674A5F76BC9}"/>
          </ac:spMkLst>
        </pc:spChg>
        <pc:spChg chg="add del">
          <ac:chgData name="Cristian Chilipirea" userId="34ab170da5908fc4" providerId="LiveId" clId="{8D7DEDE3-80AA-4184-B7F9-7AE18451EC3E}" dt="2019-10-06T17:42:41.919" v="131"/>
          <ac:spMkLst>
            <pc:docMk/>
            <pc:sldMk cId="1246785372" sldId="488"/>
            <ac:spMk id="6" creationId="{7478DB8A-FFDA-4CA1-A45A-B65FDE7DDA50}"/>
          </ac:spMkLst>
        </pc:spChg>
        <pc:spChg chg="add del">
          <ac:chgData name="Cristian Chilipirea" userId="34ab170da5908fc4" providerId="LiveId" clId="{8D7DEDE3-80AA-4184-B7F9-7AE18451EC3E}" dt="2019-10-06T17:42:41.919" v="131"/>
          <ac:spMkLst>
            <pc:docMk/>
            <pc:sldMk cId="1246785372" sldId="488"/>
            <ac:spMk id="7" creationId="{184C8217-8983-4DC5-B301-4861B9C33B18}"/>
          </ac:spMkLst>
        </pc:spChg>
        <pc:spChg chg="add del">
          <ac:chgData name="Cristian Chilipirea" userId="34ab170da5908fc4" providerId="LiveId" clId="{8D7DEDE3-80AA-4184-B7F9-7AE18451EC3E}" dt="2019-10-06T17:42:41.919" v="131"/>
          <ac:spMkLst>
            <pc:docMk/>
            <pc:sldMk cId="1246785372" sldId="488"/>
            <ac:spMk id="8" creationId="{591B9BC8-1DB6-4F54-98BF-981E5F09B3B0}"/>
          </ac:spMkLst>
        </pc:spChg>
        <pc:spChg chg="add del">
          <ac:chgData name="Cristian Chilipirea" userId="34ab170da5908fc4" providerId="LiveId" clId="{8D7DEDE3-80AA-4184-B7F9-7AE18451EC3E}" dt="2019-10-06T17:42:41.919" v="131"/>
          <ac:spMkLst>
            <pc:docMk/>
            <pc:sldMk cId="1246785372" sldId="488"/>
            <ac:spMk id="9" creationId="{FA2D569F-CA62-47D1-B58D-9F3E2D4016AA}"/>
          </ac:spMkLst>
        </pc:spChg>
        <pc:spChg chg="add del">
          <ac:chgData name="Cristian Chilipirea" userId="34ab170da5908fc4" providerId="LiveId" clId="{8D7DEDE3-80AA-4184-B7F9-7AE18451EC3E}" dt="2019-10-06T17:42:41.919" v="131"/>
          <ac:spMkLst>
            <pc:docMk/>
            <pc:sldMk cId="1246785372" sldId="488"/>
            <ac:spMk id="10" creationId="{B3A96C93-A66A-4598-B065-2CDFE095F820}"/>
          </ac:spMkLst>
        </pc:spChg>
        <pc:spChg chg="add del">
          <ac:chgData name="Cristian Chilipirea" userId="34ab170da5908fc4" providerId="LiveId" clId="{8D7DEDE3-80AA-4184-B7F9-7AE18451EC3E}" dt="2019-10-06T17:42:41.919" v="131"/>
          <ac:spMkLst>
            <pc:docMk/>
            <pc:sldMk cId="1246785372" sldId="488"/>
            <ac:spMk id="11" creationId="{26F8C493-6D19-4E77-A32A-11E162AC94E2}"/>
          </ac:spMkLst>
        </pc:spChg>
        <pc:spChg chg="add del">
          <ac:chgData name="Cristian Chilipirea" userId="34ab170da5908fc4" providerId="LiveId" clId="{8D7DEDE3-80AA-4184-B7F9-7AE18451EC3E}" dt="2019-10-06T17:42:41.919" v="131"/>
          <ac:spMkLst>
            <pc:docMk/>
            <pc:sldMk cId="1246785372" sldId="488"/>
            <ac:spMk id="12" creationId="{E6C06BA9-15B8-417A-8D00-847AE8BCEB15}"/>
          </ac:spMkLst>
        </pc:spChg>
        <pc:spChg chg="add del">
          <ac:chgData name="Cristian Chilipirea" userId="34ab170da5908fc4" providerId="LiveId" clId="{8D7DEDE3-80AA-4184-B7F9-7AE18451EC3E}" dt="2019-10-06T17:42:41.919" v="131"/>
          <ac:spMkLst>
            <pc:docMk/>
            <pc:sldMk cId="1246785372" sldId="488"/>
            <ac:spMk id="13" creationId="{407101A6-7342-44A9-B228-8EC3B0517F25}"/>
          </ac:spMkLst>
        </pc:spChg>
        <pc:spChg chg="add del">
          <ac:chgData name="Cristian Chilipirea" userId="34ab170da5908fc4" providerId="LiveId" clId="{8D7DEDE3-80AA-4184-B7F9-7AE18451EC3E}" dt="2019-10-06T17:42:41.919" v="131"/>
          <ac:spMkLst>
            <pc:docMk/>
            <pc:sldMk cId="1246785372" sldId="488"/>
            <ac:spMk id="14" creationId="{FB277CBB-F8F7-4BAA-9FBF-4C87AFD87579}"/>
          </ac:spMkLst>
        </pc:spChg>
        <pc:spChg chg="add del">
          <ac:chgData name="Cristian Chilipirea" userId="34ab170da5908fc4" providerId="LiveId" clId="{8D7DEDE3-80AA-4184-B7F9-7AE18451EC3E}" dt="2019-10-06T17:42:41.919" v="131"/>
          <ac:spMkLst>
            <pc:docMk/>
            <pc:sldMk cId="1246785372" sldId="488"/>
            <ac:spMk id="15" creationId="{4365CF74-2837-42E8-94EE-D5D43820FA19}"/>
          </ac:spMkLst>
        </pc:spChg>
        <pc:spChg chg="add del">
          <ac:chgData name="Cristian Chilipirea" userId="34ab170da5908fc4" providerId="LiveId" clId="{8D7DEDE3-80AA-4184-B7F9-7AE18451EC3E}" dt="2019-10-06T17:42:41.919" v="131"/>
          <ac:spMkLst>
            <pc:docMk/>
            <pc:sldMk cId="1246785372" sldId="488"/>
            <ac:spMk id="16" creationId="{1F78CEA8-8EEB-45A5-A3AC-763E38A56E6D}"/>
          </ac:spMkLst>
        </pc:spChg>
        <pc:spChg chg="add del">
          <ac:chgData name="Cristian Chilipirea" userId="34ab170da5908fc4" providerId="LiveId" clId="{8D7DEDE3-80AA-4184-B7F9-7AE18451EC3E}" dt="2019-10-06T17:42:41.919" v="131"/>
          <ac:spMkLst>
            <pc:docMk/>
            <pc:sldMk cId="1246785372" sldId="488"/>
            <ac:spMk id="17" creationId="{A40242B7-A83C-442C-A8D6-73722D082B2F}"/>
          </ac:spMkLst>
        </pc:spChg>
        <pc:spChg chg="add del">
          <ac:chgData name="Cristian Chilipirea" userId="34ab170da5908fc4" providerId="LiveId" clId="{8D7DEDE3-80AA-4184-B7F9-7AE18451EC3E}" dt="2019-10-06T17:42:41.919" v="131"/>
          <ac:spMkLst>
            <pc:docMk/>
            <pc:sldMk cId="1246785372" sldId="488"/>
            <ac:spMk id="18" creationId="{12075353-A43A-41FD-A912-D75DD1C8EE96}"/>
          </ac:spMkLst>
        </pc:spChg>
        <pc:spChg chg="add del">
          <ac:chgData name="Cristian Chilipirea" userId="34ab170da5908fc4" providerId="LiveId" clId="{8D7DEDE3-80AA-4184-B7F9-7AE18451EC3E}" dt="2019-10-06T17:42:41.919" v="131"/>
          <ac:spMkLst>
            <pc:docMk/>
            <pc:sldMk cId="1246785372" sldId="488"/>
            <ac:spMk id="19" creationId="{9E06110E-2875-4155-9700-F559820A5D91}"/>
          </ac:spMkLst>
        </pc:spChg>
        <pc:spChg chg="add del">
          <ac:chgData name="Cristian Chilipirea" userId="34ab170da5908fc4" providerId="LiveId" clId="{8D7DEDE3-80AA-4184-B7F9-7AE18451EC3E}" dt="2019-10-06T17:42:41.919" v="131"/>
          <ac:spMkLst>
            <pc:docMk/>
            <pc:sldMk cId="1246785372" sldId="488"/>
            <ac:spMk id="20" creationId="{314B617E-22B6-48D2-B65A-941504A84FE1}"/>
          </ac:spMkLst>
        </pc:spChg>
        <pc:spChg chg="add del">
          <ac:chgData name="Cristian Chilipirea" userId="34ab170da5908fc4" providerId="LiveId" clId="{8D7DEDE3-80AA-4184-B7F9-7AE18451EC3E}" dt="2019-10-06T17:42:41.919" v="131"/>
          <ac:spMkLst>
            <pc:docMk/>
            <pc:sldMk cId="1246785372" sldId="488"/>
            <ac:spMk id="21" creationId="{BEEB07B8-6494-4FC8-895E-E265CDBE4C16}"/>
          </ac:spMkLst>
        </pc:spChg>
        <pc:spChg chg="add del">
          <ac:chgData name="Cristian Chilipirea" userId="34ab170da5908fc4" providerId="LiveId" clId="{8D7DEDE3-80AA-4184-B7F9-7AE18451EC3E}" dt="2019-10-06T17:42:41.919" v="131"/>
          <ac:spMkLst>
            <pc:docMk/>
            <pc:sldMk cId="1246785372" sldId="488"/>
            <ac:spMk id="22" creationId="{2ED64FF1-983F-4808-9BDA-624C6F77C159}"/>
          </ac:spMkLst>
        </pc:spChg>
        <pc:spChg chg="add del">
          <ac:chgData name="Cristian Chilipirea" userId="34ab170da5908fc4" providerId="LiveId" clId="{8D7DEDE3-80AA-4184-B7F9-7AE18451EC3E}" dt="2019-10-06T17:42:41.919" v="131"/>
          <ac:spMkLst>
            <pc:docMk/>
            <pc:sldMk cId="1246785372" sldId="488"/>
            <ac:spMk id="23" creationId="{1F9F51B0-0A57-4D14-BDB4-ECBA3F734585}"/>
          </ac:spMkLst>
        </pc:spChg>
        <pc:spChg chg="add del">
          <ac:chgData name="Cristian Chilipirea" userId="34ab170da5908fc4" providerId="LiveId" clId="{8D7DEDE3-80AA-4184-B7F9-7AE18451EC3E}" dt="2019-10-06T17:42:41.919" v="131"/>
          <ac:spMkLst>
            <pc:docMk/>
            <pc:sldMk cId="1246785372" sldId="488"/>
            <ac:spMk id="24" creationId="{7A77D673-CB5D-4A2E-9FF9-F715275CA15F}"/>
          </ac:spMkLst>
        </pc:spChg>
        <pc:spChg chg="add del">
          <ac:chgData name="Cristian Chilipirea" userId="34ab170da5908fc4" providerId="LiveId" clId="{8D7DEDE3-80AA-4184-B7F9-7AE18451EC3E}" dt="2019-10-06T17:42:41.919" v="131"/>
          <ac:spMkLst>
            <pc:docMk/>
            <pc:sldMk cId="1246785372" sldId="488"/>
            <ac:spMk id="25" creationId="{B51BDB03-BA3C-4E69-BDBC-243B707E1C60}"/>
          </ac:spMkLst>
        </pc:spChg>
        <pc:spChg chg="add del">
          <ac:chgData name="Cristian Chilipirea" userId="34ab170da5908fc4" providerId="LiveId" clId="{8D7DEDE3-80AA-4184-B7F9-7AE18451EC3E}" dt="2019-10-06T17:42:41.919" v="131"/>
          <ac:spMkLst>
            <pc:docMk/>
            <pc:sldMk cId="1246785372" sldId="488"/>
            <ac:spMk id="26" creationId="{5016292C-857B-4B92-BE84-725E5A944ECB}"/>
          </ac:spMkLst>
        </pc:spChg>
        <pc:spChg chg="add del">
          <ac:chgData name="Cristian Chilipirea" userId="34ab170da5908fc4" providerId="LiveId" clId="{8D7DEDE3-80AA-4184-B7F9-7AE18451EC3E}" dt="2019-10-06T17:42:41.919" v="131"/>
          <ac:spMkLst>
            <pc:docMk/>
            <pc:sldMk cId="1246785372" sldId="488"/>
            <ac:spMk id="27" creationId="{81D7AB60-A622-4050-821D-DD5C6684DCB8}"/>
          </ac:spMkLst>
        </pc:spChg>
        <pc:spChg chg="add del">
          <ac:chgData name="Cristian Chilipirea" userId="34ab170da5908fc4" providerId="LiveId" clId="{8D7DEDE3-80AA-4184-B7F9-7AE18451EC3E}" dt="2019-10-06T17:42:41.919" v="131"/>
          <ac:spMkLst>
            <pc:docMk/>
            <pc:sldMk cId="1246785372" sldId="488"/>
            <ac:spMk id="28" creationId="{4919C840-D525-422E-8CFF-915B160061FE}"/>
          </ac:spMkLst>
        </pc:spChg>
        <pc:spChg chg="add del">
          <ac:chgData name="Cristian Chilipirea" userId="34ab170da5908fc4" providerId="LiveId" clId="{8D7DEDE3-80AA-4184-B7F9-7AE18451EC3E}" dt="2019-10-06T17:42:41.919" v="131"/>
          <ac:spMkLst>
            <pc:docMk/>
            <pc:sldMk cId="1246785372" sldId="488"/>
            <ac:spMk id="29" creationId="{7627ED02-C125-47CB-9EF8-3C01981A6757}"/>
          </ac:spMkLst>
        </pc:spChg>
        <pc:spChg chg="add del">
          <ac:chgData name="Cristian Chilipirea" userId="34ab170da5908fc4" providerId="LiveId" clId="{8D7DEDE3-80AA-4184-B7F9-7AE18451EC3E}" dt="2019-10-06T17:42:41.919" v="131"/>
          <ac:spMkLst>
            <pc:docMk/>
            <pc:sldMk cId="1246785372" sldId="488"/>
            <ac:spMk id="30" creationId="{83C93D17-3ECF-4652-BA2B-5299F7895698}"/>
          </ac:spMkLst>
        </pc:spChg>
        <pc:spChg chg="add del">
          <ac:chgData name="Cristian Chilipirea" userId="34ab170da5908fc4" providerId="LiveId" clId="{8D7DEDE3-80AA-4184-B7F9-7AE18451EC3E}" dt="2019-10-06T17:42:41.919" v="131"/>
          <ac:spMkLst>
            <pc:docMk/>
            <pc:sldMk cId="1246785372" sldId="488"/>
            <ac:spMk id="31" creationId="{316A77D2-3C9F-42F1-A958-DBB054E45B76}"/>
          </ac:spMkLst>
        </pc:spChg>
        <pc:spChg chg="add del">
          <ac:chgData name="Cristian Chilipirea" userId="34ab170da5908fc4" providerId="LiveId" clId="{8D7DEDE3-80AA-4184-B7F9-7AE18451EC3E}" dt="2019-10-06T17:42:41.919" v="131"/>
          <ac:spMkLst>
            <pc:docMk/>
            <pc:sldMk cId="1246785372" sldId="488"/>
            <ac:spMk id="32" creationId="{961ED832-0B7B-45DD-B316-6F204E8B5DF5}"/>
          </ac:spMkLst>
        </pc:spChg>
        <pc:spChg chg="add del">
          <ac:chgData name="Cristian Chilipirea" userId="34ab170da5908fc4" providerId="LiveId" clId="{8D7DEDE3-80AA-4184-B7F9-7AE18451EC3E}" dt="2019-10-06T17:42:41.919" v="131"/>
          <ac:spMkLst>
            <pc:docMk/>
            <pc:sldMk cId="1246785372" sldId="488"/>
            <ac:spMk id="33" creationId="{BBD7207A-B05C-41BA-B3E0-B7402778E4E2}"/>
          </ac:spMkLst>
        </pc:spChg>
        <pc:spChg chg="add">
          <ac:chgData name="Cristian Chilipirea" userId="34ab170da5908fc4" providerId="LiveId" clId="{8D7DEDE3-80AA-4184-B7F9-7AE18451EC3E}" dt="2019-10-06T17:42:41.943" v="132"/>
          <ac:spMkLst>
            <pc:docMk/>
            <pc:sldMk cId="1246785372" sldId="488"/>
            <ac:spMk id="34" creationId="{7DE8B043-CB4C-4ADB-AA3F-5ED412EA7F4B}"/>
          </ac:spMkLst>
        </pc:spChg>
        <pc:spChg chg="add">
          <ac:chgData name="Cristian Chilipirea" userId="34ab170da5908fc4" providerId="LiveId" clId="{8D7DEDE3-80AA-4184-B7F9-7AE18451EC3E}" dt="2019-10-06T17:42:41.943" v="132"/>
          <ac:spMkLst>
            <pc:docMk/>
            <pc:sldMk cId="1246785372" sldId="488"/>
            <ac:spMk id="35" creationId="{84731610-C2E4-47BA-96A5-3B09482A6AB6}"/>
          </ac:spMkLst>
        </pc:spChg>
        <pc:spChg chg="add">
          <ac:chgData name="Cristian Chilipirea" userId="34ab170da5908fc4" providerId="LiveId" clId="{8D7DEDE3-80AA-4184-B7F9-7AE18451EC3E}" dt="2019-10-06T17:42:41.943" v="132"/>
          <ac:spMkLst>
            <pc:docMk/>
            <pc:sldMk cId="1246785372" sldId="488"/>
            <ac:spMk id="36" creationId="{0873DB18-E8AD-4B22-A7CC-D1462CA1FAA3}"/>
          </ac:spMkLst>
        </pc:spChg>
        <pc:spChg chg="add">
          <ac:chgData name="Cristian Chilipirea" userId="34ab170da5908fc4" providerId="LiveId" clId="{8D7DEDE3-80AA-4184-B7F9-7AE18451EC3E}" dt="2019-10-06T17:42:41.943" v="132"/>
          <ac:spMkLst>
            <pc:docMk/>
            <pc:sldMk cId="1246785372" sldId="488"/>
            <ac:spMk id="37" creationId="{804AE306-34C4-4B7B-B515-D00C5F0517C5}"/>
          </ac:spMkLst>
        </pc:spChg>
        <pc:spChg chg="add">
          <ac:chgData name="Cristian Chilipirea" userId="34ab170da5908fc4" providerId="LiveId" clId="{8D7DEDE3-80AA-4184-B7F9-7AE18451EC3E}" dt="2019-10-06T17:42:41.943" v="132"/>
          <ac:spMkLst>
            <pc:docMk/>
            <pc:sldMk cId="1246785372" sldId="488"/>
            <ac:spMk id="38" creationId="{55D7E1D7-E8FE-4154-8319-DE85D8B1D706}"/>
          </ac:spMkLst>
        </pc:spChg>
        <pc:spChg chg="add">
          <ac:chgData name="Cristian Chilipirea" userId="34ab170da5908fc4" providerId="LiveId" clId="{8D7DEDE3-80AA-4184-B7F9-7AE18451EC3E}" dt="2019-10-06T17:42:41.943" v="132"/>
          <ac:spMkLst>
            <pc:docMk/>
            <pc:sldMk cId="1246785372" sldId="488"/>
            <ac:spMk id="39" creationId="{EED103C0-DEE0-4D74-B461-3438BC489C93}"/>
          </ac:spMkLst>
        </pc:spChg>
        <pc:spChg chg="add">
          <ac:chgData name="Cristian Chilipirea" userId="34ab170da5908fc4" providerId="LiveId" clId="{8D7DEDE3-80AA-4184-B7F9-7AE18451EC3E}" dt="2019-10-06T17:42:41.943" v="132"/>
          <ac:spMkLst>
            <pc:docMk/>
            <pc:sldMk cId="1246785372" sldId="488"/>
            <ac:spMk id="40" creationId="{9C33B583-F927-4031-9189-1A6687965857}"/>
          </ac:spMkLst>
        </pc:spChg>
        <pc:spChg chg="add">
          <ac:chgData name="Cristian Chilipirea" userId="34ab170da5908fc4" providerId="LiveId" clId="{8D7DEDE3-80AA-4184-B7F9-7AE18451EC3E}" dt="2019-10-06T17:42:41.943" v="132"/>
          <ac:spMkLst>
            <pc:docMk/>
            <pc:sldMk cId="1246785372" sldId="488"/>
            <ac:spMk id="41" creationId="{3332B80F-C31A-487A-8C7F-C4A8C5275209}"/>
          </ac:spMkLst>
        </pc:spChg>
        <pc:spChg chg="add">
          <ac:chgData name="Cristian Chilipirea" userId="34ab170da5908fc4" providerId="LiveId" clId="{8D7DEDE3-80AA-4184-B7F9-7AE18451EC3E}" dt="2019-10-06T17:42:41.943" v="132"/>
          <ac:spMkLst>
            <pc:docMk/>
            <pc:sldMk cId="1246785372" sldId="488"/>
            <ac:spMk id="42" creationId="{0B896858-0ED1-4481-825E-34B298983E05}"/>
          </ac:spMkLst>
        </pc:spChg>
        <pc:spChg chg="add">
          <ac:chgData name="Cristian Chilipirea" userId="34ab170da5908fc4" providerId="LiveId" clId="{8D7DEDE3-80AA-4184-B7F9-7AE18451EC3E}" dt="2019-10-06T17:42:41.943" v="132"/>
          <ac:spMkLst>
            <pc:docMk/>
            <pc:sldMk cId="1246785372" sldId="488"/>
            <ac:spMk id="43" creationId="{38731670-0209-44BA-9FFE-149004A29646}"/>
          </ac:spMkLst>
        </pc:spChg>
        <pc:spChg chg="add">
          <ac:chgData name="Cristian Chilipirea" userId="34ab170da5908fc4" providerId="LiveId" clId="{8D7DEDE3-80AA-4184-B7F9-7AE18451EC3E}" dt="2019-10-06T17:42:41.943" v="132"/>
          <ac:spMkLst>
            <pc:docMk/>
            <pc:sldMk cId="1246785372" sldId="488"/>
            <ac:spMk id="44" creationId="{3FD937CF-30F1-497E-A07F-9B7ACAB6B205}"/>
          </ac:spMkLst>
        </pc:spChg>
        <pc:spChg chg="add">
          <ac:chgData name="Cristian Chilipirea" userId="34ab170da5908fc4" providerId="LiveId" clId="{8D7DEDE3-80AA-4184-B7F9-7AE18451EC3E}" dt="2019-10-06T17:42:41.943" v="132"/>
          <ac:spMkLst>
            <pc:docMk/>
            <pc:sldMk cId="1246785372" sldId="488"/>
            <ac:spMk id="45" creationId="{942C59C4-144E-401E-9B63-633896BE6EEB}"/>
          </ac:spMkLst>
        </pc:spChg>
        <pc:spChg chg="add">
          <ac:chgData name="Cristian Chilipirea" userId="34ab170da5908fc4" providerId="LiveId" clId="{8D7DEDE3-80AA-4184-B7F9-7AE18451EC3E}" dt="2019-10-06T17:42:41.943" v="132"/>
          <ac:spMkLst>
            <pc:docMk/>
            <pc:sldMk cId="1246785372" sldId="488"/>
            <ac:spMk id="46" creationId="{5D4E803D-F4F9-4947-A4F8-189DFDF0266E}"/>
          </ac:spMkLst>
        </pc:spChg>
        <pc:spChg chg="add">
          <ac:chgData name="Cristian Chilipirea" userId="34ab170da5908fc4" providerId="LiveId" clId="{8D7DEDE3-80AA-4184-B7F9-7AE18451EC3E}" dt="2019-10-06T17:42:41.943" v="132"/>
          <ac:spMkLst>
            <pc:docMk/>
            <pc:sldMk cId="1246785372" sldId="488"/>
            <ac:spMk id="47" creationId="{8B9D1893-BE72-42C3-AF26-45C72C0927AA}"/>
          </ac:spMkLst>
        </pc:spChg>
        <pc:spChg chg="add">
          <ac:chgData name="Cristian Chilipirea" userId="34ab170da5908fc4" providerId="LiveId" clId="{8D7DEDE3-80AA-4184-B7F9-7AE18451EC3E}" dt="2019-10-06T17:42:41.943" v="132"/>
          <ac:spMkLst>
            <pc:docMk/>
            <pc:sldMk cId="1246785372" sldId="488"/>
            <ac:spMk id="48" creationId="{22054EF7-11B3-4481-BBA6-A68F2BE0B2CF}"/>
          </ac:spMkLst>
        </pc:spChg>
        <pc:spChg chg="add">
          <ac:chgData name="Cristian Chilipirea" userId="34ab170da5908fc4" providerId="LiveId" clId="{8D7DEDE3-80AA-4184-B7F9-7AE18451EC3E}" dt="2019-10-06T17:42:41.943" v="132"/>
          <ac:spMkLst>
            <pc:docMk/>
            <pc:sldMk cId="1246785372" sldId="488"/>
            <ac:spMk id="49" creationId="{4D713492-321C-487D-8012-9EA5060D2B0E}"/>
          </ac:spMkLst>
        </pc:spChg>
        <pc:spChg chg="add">
          <ac:chgData name="Cristian Chilipirea" userId="34ab170da5908fc4" providerId="LiveId" clId="{8D7DEDE3-80AA-4184-B7F9-7AE18451EC3E}" dt="2019-10-06T17:42:41.943" v="132"/>
          <ac:spMkLst>
            <pc:docMk/>
            <pc:sldMk cId="1246785372" sldId="488"/>
            <ac:spMk id="50" creationId="{FA7C7C6D-862D-49C5-8888-1860B54BDB2F}"/>
          </ac:spMkLst>
        </pc:spChg>
        <pc:spChg chg="add">
          <ac:chgData name="Cristian Chilipirea" userId="34ab170da5908fc4" providerId="LiveId" clId="{8D7DEDE3-80AA-4184-B7F9-7AE18451EC3E}" dt="2019-10-06T17:42:41.943" v="132"/>
          <ac:spMkLst>
            <pc:docMk/>
            <pc:sldMk cId="1246785372" sldId="488"/>
            <ac:spMk id="51" creationId="{13797048-8D50-4AE3-888C-45CC78BF595F}"/>
          </ac:spMkLst>
        </pc:spChg>
        <pc:spChg chg="add">
          <ac:chgData name="Cristian Chilipirea" userId="34ab170da5908fc4" providerId="LiveId" clId="{8D7DEDE3-80AA-4184-B7F9-7AE18451EC3E}" dt="2019-10-06T17:42:41.943" v="132"/>
          <ac:spMkLst>
            <pc:docMk/>
            <pc:sldMk cId="1246785372" sldId="488"/>
            <ac:spMk id="52" creationId="{E844A28F-1D1F-4243-A531-005257C273D3}"/>
          </ac:spMkLst>
        </pc:spChg>
        <pc:spChg chg="add">
          <ac:chgData name="Cristian Chilipirea" userId="34ab170da5908fc4" providerId="LiveId" clId="{8D7DEDE3-80AA-4184-B7F9-7AE18451EC3E}" dt="2019-10-06T17:42:41.943" v="132"/>
          <ac:spMkLst>
            <pc:docMk/>
            <pc:sldMk cId="1246785372" sldId="488"/>
            <ac:spMk id="53" creationId="{BA24C533-9E7A-474A-812D-997090B0C514}"/>
          </ac:spMkLst>
        </pc:spChg>
        <pc:spChg chg="add">
          <ac:chgData name="Cristian Chilipirea" userId="34ab170da5908fc4" providerId="LiveId" clId="{8D7DEDE3-80AA-4184-B7F9-7AE18451EC3E}" dt="2019-10-06T17:42:41.943" v="132"/>
          <ac:spMkLst>
            <pc:docMk/>
            <pc:sldMk cId="1246785372" sldId="488"/>
            <ac:spMk id="54" creationId="{ECA02838-C4E4-4A3E-9ECA-B56891D70FA2}"/>
          </ac:spMkLst>
        </pc:spChg>
        <pc:spChg chg="add">
          <ac:chgData name="Cristian Chilipirea" userId="34ab170da5908fc4" providerId="LiveId" clId="{8D7DEDE3-80AA-4184-B7F9-7AE18451EC3E}" dt="2019-10-06T17:42:41.943" v="132"/>
          <ac:spMkLst>
            <pc:docMk/>
            <pc:sldMk cId="1246785372" sldId="488"/>
            <ac:spMk id="55" creationId="{F2F0CF6B-2016-4806-AE50-F9D773E1BD1E}"/>
          </ac:spMkLst>
        </pc:spChg>
        <pc:spChg chg="add">
          <ac:chgData name="Cristian Chilipirea" userId="34ab170da5908fc4" providerId="LiveId" clId="{8D7DEDE3-80AA-4184-B7F9-7AE18451EC3E}" dt="2019-10-06T17:42:41.943" v="132"/>
          <ac:spMkLst>
            <pc:docMk/>
            <pc:sldMk cId="1246785372" sldId="488"/>
            <ac:spMk id="56" creationId="{FEBEEE57-C80D-4ADF-B4F8-2B35B817AA0A}"/>
          </ac:spMkLst>
        </pc:spChg>
        <pc:spChg chg="add">
          <ac:chgData name="Cristian Chilipirea" userId="34ab170da5908fc4" providerId="LiveId" clId="{8D7DEDE3-80AA-4184-B7F9-7AE18451EC3E}" dt="2019-10-06T17:42:41.943" v="132"/>
          <ac:spMkLst>
            <pc:docMk/>
            <pc:sldMk cId="1246785372" sldId="488"/>
            <ac:spMk id="57" creationId="{E786AE41-4853-400C-BB82-D375FB99ABE4}"/>
          </ac:spMkLst>
        </pc:spChg>
        <pc:spChg chg="add">
          <ac:chgData name="Cristian Chilipirea" userId="34ab170da5908fc4" providerId="LiveId" clId="{8D7DEDE3-80AA-4184-B7F9-7AE18451EC3E}" dt="2019-10-06T17:42:41.943" v="132"/>
          <ac:spMkLst>
            <pc:docMk/>
            <pc:sldMk cId="1246785372" sldId="488"/>
            <ac:spMk id="58" creationId="{E6BD99C7-FE70-447E-87A8-111D9C35E7C0}"/>
          </ac:spMkLst>
        </pc:spChg>
        <pc:spChg chg="add">
          <ac:chgData name="Cristian Chilipirea" userId="34ab170da5908fc4" providerId="LiveId" clId="{8D7DEDE3-80AA-4184-B7F9-7AE18451EC3E}" dt="2019-10-06T17:42:41.943" v="132"/>
          <ac:spMkLst>
            <pc:docMk/>
            <pc:sldMk cId="1246785372" sldId="488"/>
            <ac:spMk id="59" creationId="{3190A27F-97A0-49B8-8627-3916C3FC7433}"/>
          </ac:spMkLst>
        </pc:spChg>
        <pc:spChg chg="add">
          <ac:chgData name="Cristian Chilipirea" userId="34ab170da5908fc4" providerId="LiveId" clId="{8D7DEDE3-80AA-4184-B7F9-7AE18451EC3E}" dt="2019-10-06T17:42:41.943" v="132"/>
          <ac:spMkLst>
            <pc:docMk/>
            <pc:sldMk cId="1246785372" sldId="488"/>
            <ac:spMk id="60" creationId="{FA389C17-C2A9-4468-9ECA-51455BBB16C1}"/>
          </ac:spMkLst>
        </pc:spChg>
        <pc:spChg chg="add">
          <ac:chgData name="Cristian Chilipirea" userId="34ab170da5908fc4" providerId="LiveId" clId="{8D7DEDE3-80AA-4184-B7F9-7AE18451EC3E}" dt="2019-10-06T17:42:41.943" v="132"/>
          <ac:spMkLst>
            <pc:docMk/>
            <pc:sldMk cId="1246785372" sldId="488"/>
            <ac:spMk id="61" creationId="{8CA295BC-CDBF-49E2-A8CC-BCC8B55EF886}"/>
          </ac:spMkLst>
        </pc:spChg>
        <pc:spChg chg="add">
          <ac:chgData name="Cristian Chilipirea" userId="34ab170da5908fc4" providerId="LiveId" clId="{8D7DEDE3-80AA-4184-B7F9-7AE18451EC3E}" dt="2019-10-06T17:42:41.943" v="132"/>
          <ac:spMkLst>
            <pc:docMk/>
            <pc:sldMk cId="1246785372" sldId="488"/>
            <ac:spMk id="62" creationId="{1B531820-C4D0-423B-9EEC-39526770D4F3}"/>
          </ac:spMkLst>
        </pc:spChg>
      </pc:sldChg>
      <pc:sldChg chg="addSp delSp modSp add">
        <pc:chgData name="Cristian Chilipirea" userId="34ab170da5908fc4" providerId="LiveId" clId="{8D7DEDE3-80AA-4184-B7F9-7AE18451EC3E}" dt="2019-10-06T17:43:12.732" v="139" actId="1076"/>
        <pc:sldMkLst>
          <pc:docMk/>
          <pc:sldMk cId="2831191411" sldId="489"/>
        </pc:sldMkLst>
        <pc:spChg chg="mod">
          <ac:chgData name="Cristian Chilipirea" userId="34ab170da5908fc4" providerId="LiveId" clId="{8D7DEDE3-80AA-4184-B7F9-7AE18451EC3E}" dt="2019-10-06T17:43:00.689" v="134"/>
          <ac:spMkLst>
            <pc:docMk/>
            <pc:sldMk cId="2831191411" sldId="489"/>
            <ac:spMk id="2" creationId="{9A2B01A0-ED9C-4EEE-885B-E045AF541128}"/>
          </ac:spMkLst>
        </pc:spChg>
        <pc:spChg chg="del">
          <ac:chgData name="Cristian Chilipirea" userId="34ab170da5908fc4" providerId="LiveId" clId="{8D7DEDE3-80AA-4184-B7F9-7AE18451EC3E}" dt="2019-10-06T17:43:06.711" v="135" actId="478"/>
          <ac:spMkLst>
            <pc:docMk/>
            <pc:sldMk cId="2831191411" sldId="489"/>
            <ac:spMk id="3" creationId="{6F0EE780-2072-4549-9E22-43B14BB27896}"/>
          </ac:spMkLst>
        </pc:spChg>
        <pc:spChg chg="add del">
          <ac:chgData name="Cristian Chilipirea" userId="34ab170da5908fc4" providerId="LiveId" clId="{8D7DEDE3-80AA-4184-B7F9-7AE18451EC3E}" dt="2019-10-06T17:43:09.191" v="137"/>
          <ac:spMkLst>
            <pc:docMk/>
            <pc:sldMk cId="2831191411" sldId="489"/>
            <ac:spMk id="4" creationId="{4C6D33A7-9735-4B94-ACAB-0ACB82E81736}"/>
          </ac:spMkLst>
        </pc:spChg>
        <pc:spChg chg="add mod">
          <ac:chgData name="Cristian Chilipirea" userId="34ab170da5908fc4" providerId="LiveId" clId="{8D7DEDE3-80AA-4184-B7F9-7AE18451EC3E}" dt="2019-10-06T17:43:12.732" v="139" actId="1076"/>
          <ac:spMkLst>
            <pc:docMk/>
            <pc:sldMk cId="2831191411" sldId="489"/>
            <ac:spMk id="5" creationId="{B9641658-F147-412E-B4A6-C22E7F232EA0}"/>
          </ac:spMkLst>
        </pc:spChg>
      </pc:sldChg>
      <pc:sldChg chg="addSp delSp modSp add">
        <pc:chgData name="Cristian Chilipirea" userId="34ab170da5908fc4" providerId="LiveId" clId="{8D7DEDE3-80AA-4184-B7F9-7AE18451EC3E}" dt="2019-10-06T17:43:32.976" v="146" actId="1076"/>
        <pc:sldMkLst>
          <pc:docMk/>
          <pc:sldMk cId="4095643832" sldId="490"/>
        </pc:sldMkLst>
        <pc:spChg chg="mod">
          <ac:chgData name="Cristian Chilipirea" userId="34ab170da5908fc4" providerId="LiveId" clId="{8D7DEDE3-80AA-4184-B7F9-7AE18451EC3E}" dt="2019-10-06T17:43:21.664" v="141"/>
          <ac:spMkLst>
            <pc:docMk/>
            <pc:sldMk cId="4095643832" sldId="490"/>
            <ac:spMk id="2" creationId="{49F3D11C-266E-4432-BBDB-EB950158AA6B}"/>
          </ac:spMkLst>
        </pc:spChg>
        <pc:spChg chg="del">
          <ac:chgData name="Cristian Chilipirea" userId="34ab170da5908fc4" providerId="LiveId" clId="{8D7DEDE3-80AA-4184-B7F9-7AE18451EC3E}" dt="2019-10-06T17:43:24.728" v="142" actId="478"/>
          <ac:spMkLst>
            <pc:docMk/>
            <pc:sldMk cId="4095643832" sldId="490"/>
            <ac:spMk id="3" creationId="{5D9ECFDF-F963-4C3A-877D-DCF2B1B9AF78}"/>
          </ac:spMkLst>
        </pc:spChg>
        <pc:spChg chg="add del">
          <ac:chgData name="Cristian Chilipirea" userId="34ab170da5908fc4" providerId="LiveId" clId="{8D7DEDE3-80AA-4184-B7F9-7AE18451EC3E}" dt="2019-10-06T17:43:30.623" v="144"/>
          <ac:spMkLst>
            <pc:docMk/>
            <pc:sldMk cId="4095643832" sldId="490"/>
            <ac:spMk id="4" creationId="{05CA871B-5AC3-4EA4-B831-753070D1BF2E}"/>
          </ac:spMkLst>
        </pc:spChg>
        <pc:spChg chg="add mod">
          <ac:chgData name="Cristian Chilipirea" userId="34ab170da5908fc4" providerId="LiveId" clId="{8D7DEDE3-80AA-4184-B7F9-7AE18451EC3E}" dt="2019-10-06T17:43:32.976" v="146" actId="1076"/>
          <ac:spMkLst>
            <pc:docMk/>
            <pc:sldMk cId="4095643832" sldId="490"/>
            <ac:spMk id="5" creationId="{91281B63-0309-4D91-BECB-10707F304E94}"/>
          </ac:spMkLst>
        </pc:spChg>
      </pc:sldChg>
      <pc:sldChg chg="addSp delSp modSp add modAnim">
        <pc:chgData name="Cristian Chilipirea" userId="34ab170da5908fc4" providerId="LiveId" clId="{8D7DEDE3-80AA-4184-B7F9-7AE18451EC3E}" dt="2019-10-06T17:43:49.483" v="152"/>
        <pc:sldMkLst>
          <pc:docMk/>
          <pc:sldMk cId="2192830871" sldId="491"/>
        </pc:sldMkLst>
        <pc:spChg chg="mod">
          <ac:chgData name="Cristian Chilipirea" userId="34ab170da5908fc4" providerId="LiveId" clId="{8D7DEDE3-80AA-4184-B7F9-7AE18451EC3E}" dt="2019-10-06T17:43:40.317" v="148"/>
          <ac:spMkLst>
            <pc:docMk/>
            <pc:sldMk cId="2192830871" sldId="491"/>
            <ac:spMk id="2" creationId="{1D9E1976-3847-4AF8-AF5A-8DD733D3A561}"/>
          </ac:spMkLst>
        </pc:spChg>
        <pc:spChg chg="del">
          <ac:chgData name="Cristian Chilipirea" userId="34ab170da5908fc4" providerId="LiveId" clId="{8D7DEDE3-80AA-4184-B7F9-7AE18451EC3E}" dt="2019-10-06T17:43:46.420" v="149" actId="478"/>
          <ac:spMkLst>
            <pc:docMk/>
            <pc:sldMk cId="2192830871" sldId="491"/>
            <ac:spMk id="3" creationId="{8063E25E-8437-479C-8BD1-29DEB07E0E34}"/>
          </ac:spMkLst>
        </pc:spChg>
        <pc:spChg chg="add del">
          <ac:chgData name="Cristian Chilipirea" userId="34ab170da5908fc4" providerId="LiveId" clId="{8D7DEDE3-80AA-4184-B7F9-7AE18451EC3E}" dt="2019-10-06T17:43:49.468" v="151"/>
          <ac:spMkLst>
            <pc:docMk/>
            <pc:sldMk cId="2192830871" sldId="491"/>
            <ac:spMk id="4" creationId="{2EE36762-2AC6-45BA-8D7C-3BD8B2AE2AA1}"/>
          </ac:spMkLst>
        </pc:spChg>
        <pc:spChg chg="add del">
          <ac:chgData name="Cristian Chilipirea" userId="34ab170da5908fc4" providerId="LiveId" clId="{8D7DEDE3-80AA-4184-B7F9-7AE18451EC3E}" dt="2019-10-06T17:43:49.468" v="151"/>
          <ac:spMkLst>
            <pc:docMk/>
            <pc:sldMk cId="2192830871" sldId="491"/>
            <ac:spMk id="5" creationId="{B61F5DEA-26BD-4242-A3ED-1D17EAFB7824}"/>
          </ac:spMkLst>
        </pc:spChg>
        <pc:spChg chg="add del">
          <ac:chgData name="Cristian Chilipirea" userId="34ab170da5908fc4" providerId="LiveId" clId="{8D7DEDE3-80AA-4184-B7F9-7AE18451EC3E}" dt="2019-10-06T17:43:49.468" v="151"/>
          <ac:spMkLst>
            <pc:docMk/>
            <pc:sldMk cId="2192830871" sldId="491"/>
            <ac:spMk id="6" creationId="{1DC8F559-1810-4DFA-A8FC-0200B7AAEE96}"/>
          </ac:spMkLst>
        </pc:spChg>
        <pc:spChg chg="add del">
          <ac:chgData name="Cristian Chilipirea" userId="34ab170da5908fc4" providerId="LiveId" clId="{8D7DEDE3-80AA-4184-B7F9-7AE18451EC3E}" dt="2019-10-06T17:43:49.468" v="151"/>
          <ac:spMkLst>
            <pc:docMk/>
            <pc:sldMk cId="2192830871" sldId="491"/>
            <ac:spMk id="7" creationId="{62E08BB6-FC5A-48F3-AB8B-767306EC4B15}"/>
          </ac:spMkLst>
        </pc:spChg>
        <pc:spChg chg="add del">
          <ac:chgData name="Cristian Chilipirea" userId="34ab170da5908fc4" providerId="LiveId" clId="{8D7DEDE3-80AA-4184-B7F9-7AE18451EC3E}" dt="2019-10-06T17:43:49.468" v="151"/>
          <ac:spMkLst>
            <pc:docMk/>
            <pc:sldMk cId="2192830871" sldId="491"/>
            <ac:spMk id="8" creationId="{940AC704-5CB8-4144-A9DB-74477056A882}"/>
          </ac:spMkLst>
        </pc:spChg>
        <pc:spChg chg="add del">
          <ac:chgData name="Cristian Chilipirea" userId="34ab170da5908fc4" providerId="LiveId" clId="{8D7DEDE3-80AA-4184-B7F9-7AE18451EC3E}" dt="2019-10-06T17:43:49.468" v="151"/>
          <ac:spMkLst>
            <pc:docMk/>
            <pc:sldMk cId="2192830871" sldId="491"/>
            <ac:spMk id="9" creationId="{31E0BE01-6E55-4932-9038-3270588AC0EF}"/>
          </ac:spMkLst>
        </pc:spChg>
        <pc:spChg chg="add del">
          <ac:chgData name="Cristian Chilipirea" userId="34ab170da5908fc4" providerId="LiveId" clId="{8D7DEDE3-80AA-4184-B7F9-7AE18451EC3E}" dt="2019-10-06T17:43:49.468" v="151"/>
          <ac:spMkLst>
            <pc:docMk/>
            <pc:sldMk cId="2192830871" sldId="491"/>
            <ac:spMk id="10" creationId="{89595F32-82FB-4BCD-AA48-A06A090E8EA6}"/>
          </ac:spMkLst>
        </pc:spChg>
        <pc:spChg chg="add del">
          <ac:chgData name="Cristian Chilipirea" userId="34ab170da5908fc4" providerId="LiveId" clId="{8D7DEDE3-80AA-4184-B7F9-7AE18451EC3E}" dt="2019-10-06T17:43:49.468" v="151"/>
          <ac:spMkLst>
            <pc:docMk/>
            <pc:sldMk cId="2192830871" sldId="491"/>
            <ac:spMk id="11" creationId="{AB2425F8-5D2D-44CE-AC5A-68A2A210DF40}"/>
          </ac:spMkLst>
        </pc:spChg>
        <pc:spChg chg="add del">
          <ac:chgData name="Cristian Chilipirea" userId="34ab170da5908fc4" providerId="LiveId" clId="{8D7DEDE3-80AA-4184-B7F9-7AE18451EC3E}" dt="2019-10-06T17:43:49.468" v="151"/>
          <ac:spMkLst>
            <pc:docMk/>
            <pc:sldMk cId="2192830871" sldId="491"/>
            <ac:spMk id="12" creationId="{EE5D773E-A34F-47F9-97A6-C5797AF49C7D}"/>
          </ac:spMkLst>
        </pc:spChg>
        <pc:spChg chg="add del">
          <ac:chgData name="Cristian Chilipirea" userId="34ab170da5908fc4" providerId="LiveId" clId="{8D7DEDE3-80AA-4184-B7F9-7AE18451EC3E}" dt="2019-10-06T17:43:49.468" v="151"/>
          <ac:spMkLst>
            <pc:docMk/>
            <pc:sldMk cId="2192830871" sldId="491"/>
            <ac:spMk id="13" creationId="{56884AC6-F283-4A83-B774-0A313B0C3CBF}"/>
          </ac:spMkLst>
        </pc:spChg>
        <pc:spChg chg="add del">
          <ac:chgData name="Cristian Chilipirea" userId="34ab170da5908fc4" providerId="LiveId" clId="{8D7DEDE3-80AA-4184-B7F9-7AE18451EC3E}" dt="2019-10-06T17:43:49.468" v="151"/>
          <ac:spMkLst>
            <pc:docMk/>
            <pc:sldMk cId="2192830871" sldId="491"/>
            <ac:spMk id="14" creationId="{81AEA18A-FDCE-48F2-B2D1-FD0F7E0D9DE0}"/>
          </ac:spMkLst>
        </pc:spChg>
        <pc:spChg chg="add del">
          <ac:chgData name="Cristian Chilipirea" userId="34ab170da5908fc4" providerId="LiveId" clId="{8D7DEDE3-80AA-4184-B7F9-7AE18451EC3E}" dt="2019-10-06T17:43:49.468" v="151"/>
          <ac:spMkLst>
            <pc:docMk/>
            <pc:sldMk cId="2192830871" sldId="491"/>
            <ac:spMk id="15" creationId="{529291C4-F3DD-4082-9346-77D9ABFCB21A}"/>
          </ac:spMkLst>
        </pc:spChg>
        <pc:spChg chg="add del">
          <ac:chgData name="Cristian Chilipirea" userId="34ab170da5908fc4" providerId="LiveId" clId="{8D7DEDE3-80AA-4184-B7F9-7AE18451EC3E}" dt="2019-10-06T17:43:49.468" v="151"/>
          <ac:spMkLst>
            <pc:docMk/>
            <pc:sldMk cId="2192830871" sldId="491"/>
            <ac:spMk id="16" creationId="{A35B3B4E-1DFC-4ADB-A1A8-B14A7F406BF7}"/>
          </ac:spMkLst>
        </pc:spChg>
        <pc:spChg chg="add del">
          <ac:chgData name="Cristian Chilipirea" userId="34ab170da5908fc4" providerId="LiveId" clId="{8D7DEDE3-80AA-4184-B7F9-7AE18451EC3E}" dt="2019-10-06T17:43:49.468" v="151"/>
          <ac:spMkLst>
            <pc:docMk/>
            <pc:sldMk cId="2192830871" sldId="491"/>
            <ac:spMk id="17" creationId="{C1E86798-E4FA-4C9B-A631-D815E7400BD2}"/>
          </ac:spMkLst>
        </pc:spChg>
        <pc:spChg chg="add del">
          <ac:chgData name="Cristian Chilipirea" userId="34ab170da5908fc4" providerId="LiveId" clId="{8D7DEDE3-80AA-4184-B7F9-7AE18451EC3E}" dt="2019-10-06T17:43:49.468" v="151"/>
          <ac:spMkLst>
            <pc:docMk/>
            <pc:sldMk cId="2192830871" sldId="491"/>
            <ac:spMk id="18" creationId="{A9586F66-6418-46FA-9928-280EB3654B5F}"/>
          </ac:spMkLst>
        </pc:spChg>
        <pc:spChg chg="add del">
          <ac:chgData name="Cristian Chilipirea" userId="34ab170da5908fc4" providerId="LiveId" clId="{8D7DEDE3-80AA-4184-B7F9-7AE18451EC3E}" dt="2019-10-06T17:43:49.468" v="151"/>
          <ac:spMkLst>
            <pc:docMk/>
            <pc:sldMk cId="2192830871" sldId="491"/>
            <ac:spMk id="19" creationId="{847DEC51-664D-4612-A02D-6A1A4943AF1B}"/>
          </ac:spMkLst>
        </pc:spChg>
        <pc:spChg chg="add del">
          <ac:chgData name="Cristian Chilipirea" userId="34ab170da5908fc4" providerId="LiveId" clId="{8D7DEDE3-80AA-4184-B7F9-7AE18451EC3E}" dt="2019-10-06T17:43:49.468" v="151"/>
          <ac:spMkLst>
            <pc:docMk/>
            <pc:sldMk cId="2192830871" sldId="491"/>
            <ac:spMk id="20" creationId="{202630F3-7319-45F3-8515-E47C4E645D3D}"/>
          </ac:spMkLst>
        </pc:spChg>
        <pc:spChg chg="add del">
          <ac:chgData name="Cristian Chilipirea" userId="34ab170da5908fc4" providerId="LiveId" clId="{8D7DEDE3-80AA-4184-B7F9-7AE18451EC3E}" dt="2019-10-06T17:43:49.468" v="151"/>
          <ac:spMkLst>
            <pc:docMk/>
            <pc:sldMk cId="2192830871" sldId="491"/>
            <ac:spMk id="21" creationId="{8E97BE1D-F09D-4EAC-BB0E-F68CC45F56CC}"/>
          </ac:spMkLst>
        </pc:spChg>
        <pc:spChg chg="add del">
          <ac:chgData name="Cristian Chilipirea" userId="34ab170da5908fc4" providerId="LiveId" clId="{8D7DEDE3-80AA-4184-B7F9-7AE18451EC3E}" dt="2019-10-06T17:43:49.468" v="151"/>
          <ac:spMkLst>
            <pc:docMk/>
            <pc:sldMk cId="2192830871" sldId="491"/>
            <ac:spMk id="22" creationId="{778FE5D4-FF29-4E10-8B16-7316D4841322}"/>
          </ac:spMkLst>
        </pc:spChg>
        <pc:spChg chg="add del">
          <ac:chgData name="Cristian Chilipirea" userId="34ab170da5908fc4" providerId="LiveId" clId="{8D7DEDE3-80AA-4184-B7F9-7AE18451EC3E}" dt="2019-10-06T17:43:49.468" v="151"/>
          <ac:spMkLst>
            <pc:docMk/>
            <pc:sldMk cId="2192830871" sldId="491"/>
            <ac:spMk id="23" creationId="{C27F968E-0A01-4B40-B767-A053C7CEB23C}"/>
          </ac:spMkLst>
        </pc:spChg>
        <pc:spChg chg="add del">
          <ac:chgData name="Cristian Chilipirea" userId="34ab170da5908fc4" providerId="LiveId" clId="{8D7DEDE3-80AA-4184-B7F9-7AE18451EC3E}" dt="2019-10-06T17:43:49.468" v="151"/>
          <ac:spMkLst>
            <pc:docMk/>
            <pc:sldMk cId="2192830871" sldId="491"/>
            <ac:spMk id="24" creationId="{4C131928-D7DF-4491-A239-31AEC718E6EF}"/>
          </ac:spMkLst>
        </pc:spChg>
        <pc:spChg chg="add del">
          <ac:chgData name="Cristian Chilipirea" userId="34ab170da5908fc4" providerId="LiveId" clId="{8D7DEDE3-80AA-4184-B7F9-7AE18451EC3E}" dt="2019-10-06T17:43:49.468" v="151"/>
          <ac:spMkLst>
            <pc:docMk/>
            <pc:sldMk cId="2192830871" sldId="491"/>
            <ac:spMk id="25" creationId="{22A7D23F-8C57-42BD-978B-5DDCF249204E}"/>
          </ac:spMkLst>
        </pc:spChg>
        <pc:spChg chg="add del">
          <ac:chgData name="Cristian Chilipirea" userId="34ab170da5908fc4" providerId="LiveId" clId="{8D7DEDE3-80AA-4184-B7F9-7AE18451EC3E}" dt="2019-10-06T17:43:49.468" v="151"/>
          <ac:spMkLst>
            <pc:docMk/>
            <pc:sldMk cId="2192830871" sldId="491"/>
            <ac:spMk id="26" creationId="{357697E6-F70C-4DA1-B530-F1C6CDEBDAB6}"/>
          </ac:spMkLst>
        </pc:spChg>
        <pc:spChg chg="add">
          <ac:chgData name="Cristian Chilipirea" userId="34ab170da5908fc4" providerId="LiveId" clId="{8D7DEDE3-80AA-4184-B7F9-7AE18451EC3E}" dt="2019-10-06T17:43:49.483" v="152"/>
          <ac:spMkLst>
            <pc:docMk/>
            <pc:sldMk cId="2192830871" sldId="491"/>
            <ac:spMk id="55" creationId="{697426CC-FF7C-4F9C-8B14-02C56105F0D0}"/>
          </ac:spMkLst>
        </pc:spChg>
        <pc:spChg chg="add">
          <ac:chgData name="Cristian Chilipirea" userId="34ab170da5908fc4" providerId="LiveId" clId="{8D7DEDE3-80AA-4184-B7F9-7AE18451EC3E}" dt="2019-10-06T17:43:49.483" v="152"/>
          <ac:spMkLst>
            <pc:docMk/>
            <pc:sldMk cId="2192830871" sldId="491"/>
            <ac:spMk id="56" creationId="{C518642C-8031-4245-A7C9-8E49CB8BC721}"/>
          </ac:spMkLst>
        </pc:spChg>
        <pc:spChg chg="add">
          <ac:chgData name="Cristian Chilipirea" userId="34ab170da5908fc4" providerId="LiveId" clId="{8D7DEDE3-80AA-4184-B7F9-7AE18451EC3E}" dt="2019-10-06T17:43:49.483" v="152"/>
          <ac:spMkLst>
            <pc:docMk/>
            <pc:sldMk cId="2192830871" sldId="491"/>
            <ac:spMk id="57" creationId="{36FFFDA3-CC41-4F29-96F3-4E017B983486}"/>
          </ac:spMkLst>
        </pc:spChg>
        <pc:spChg chg="add">
          <ac:chgData name="Cristian Chilipirea" userId="34ab170da5908fc4" providerId="LiveId" clId="{8D7DEDE3-80AA-4184-B7F9-7AE18451EC3E}" dt="2019-10-06T17:43:49.483" v="152"/>
          <ac:spMkLst>
            <pc:docMk/>
            <pc:sldMk cId="2192830871" sldId="491"/>
            <ac:spMk id="58" creationId="{6BAFE45F-A8C7-4DA4-A95E-38B62DAB8BDB}"/>
          </ac:spMkLst>
        </pc:spChg>
        <pc:spChg chg="add">
          <ac:chgData name="Cristian Chilipirea" userId="34ab170da5908fc4" providerId="LiveId" clId="{8D7DEDE3-80AA-4184-B7F9-7AE18451EC3E}" dt="2019-10-06T17:43:49.483" v="152"/>
          <ac:spMkLst>
            <pc:docMk/>
            <pc:sldMk cId="2192830871" sldId="491"/>
            <ac:spMk id="59" creationId="{96EE5694-96B7-4B8E-94E2-D7B9E31C4F1C}"/>
          </ac:spMkLst>
        </pc:spChg>
        <pc:spChg chg="add">
          <ac:chgData name="Cristian Chilipirea" userId="34ab170da5908fc4" providerId="LiveId" clId="{8D7DEDE3-80AA-4184-B7F9-7AE18451EC3E}" dt="2019-10-06T17:43:49.483" v="152"/>
          <ac:spMkLst>
            <pc:docMk/>
            <pc:sldMk cId="2192830871" sldId="491"/>
            <ac:spMk id="60" creationId="{123A7CB5-2EBE-4043-BBB3-18BB78105344}"/>
          </ac:spMkLst>
        </pc:spChg>
        <pc:spChg chg="add">
          <ac:chgData name="Cristian Chilipirea" userId="34ab170da5908fc4" providerId="LiveId" clId="{8D7DEDE3-80AA-4184-B7F9-7AE18451EC3E}" dt="2019-10-06T17:43:49.483" v="152"/>
          <ac:spMkLst>
            <pc:docMk/>
            <pc:sldMk cId="2192830871" sldId="491"/>
            <ac:spMk id="61" creationId="{83226467-50C7-41D2-842D-E5F3F6CF2A80}"/>
          </ac:spMkLst>
        </pc:spChg>
        <pc:spChg chg="add">
          <ac:chgData name="Cristian Chilipirea" userId="34ab170da5908fc4" providerId="LiveId" clId="{8D7DEDE3-80AA-4184-B7F9-7AE18451EC3E}" dt="2019-10-06T17:43:49.483" v="152"/>
          <ac:spMkLst>
            <pc:docMk/>
            <pc:sldMk cId="2192830871" sldId="491"/>
            <ac:spMk id="62" creationId="{25727E4B-E896-4C68-98E9-6625AF3D29B4}"/>
          </ac:spMkLst>
        </pc:spChg>
        <pc:spChg chg="add">
          <ac:chgData name="Cristian Chilipirea" userId="34ab170da5908fc4" providerId="LiveId" clId="{8D7DEDE3-80AA-4184-B7F9-7AE18451EC3E}" dt="2019-10-06T17:43:49.483" v="152"/>
          <ac:spMkLst>
            <pc:docMk/>
            <pc:sldMk cId="2192830871" sldId="491"/>
            <ac:spMk id="63" creationId="{50E5DA12-37E3-4517-A91A-9265F3A824B9}"/>
          </ac:spMkLst>
        </pc:spChg>
        <pc:spChg chg="add">
          <ac:chgData name="Cristian Chilipirea" userId="34ab170da5908fc4" providerId="LiveId" clId="{8D7DEDE3-80AA-4184-B7F9-7AE18451EC3E}" dt="2019-10-06T17:43:49.483" v="152"/>
          <ac:spMkLst>
            <pc:docMk/>
            <pc:sldMk cId="2192830871" sldId="491"/>
            <ac:spMk id="64" creationId="{4B06CF6E-59B0-44D0-A826-658E7CFA65D2}"/>
          </ac:spMkLst>
        </pc:spChg>
        <pc:spChg chg="add">
          <ac:chgData name="Cristian Chilipirea" userId="34ab170da5908fc4" providerId="LiveId" clId="{8D7DEDE3-80AA-4184-B7F9-7AE18451EC3E}" dt="2019-10-06T17:43:49.483" v="152"/>
          <ac:spMkLst>
            <pc:docMk/>
            <pc:sldMk cId="2192830871" sldId="491"/>
            <ac:spMk id="65" creationId="{7363E588-6BAC-411B-AA9D-2E88A37562A6}"/>
          </ac:spMkLst>
        </pc:spChg>
        <pc:spChg chg="add">
          <ac:chgData name="Cristian Chilipirea" userId="34ab170da5908fc4" providerId="LiveId" clId="{8D7DEDE3-80AA-4184-B7F9-7AE18451EC3E}" dt="2019-10-06T17:43:49.483" v="152"/>
          <ac:spMkLst>
            <pc:docMk/>
            <pc:sldMk cId="2192830871" sldId="491"/>
            <ac:spMk id="66" creationId="{5D6752E2-CF4A-4761-B366-EAC065D54388}"/>
          </ac:spMkLst>
        </pc:spChg>
        <pc:spChg chg="add">
          <ac:chgData name="Cristian Chilipirea" userId="34ab170da5908fc4" providerId="LiveId" clId="{8D7DEDE3-80AA-4184-B7F9-7AE18451EC3E}" dt="2019-10-06T17:43:49.483" v="152"/>
          <ac:spMkLst>
            <pc:docMk/>
            <pc:sldMk cId="2192830871" sldId="491"/>
            <ac:spMk id="67" creationId="{7A4F76AB-6BAD-4363-BB92-466F57F43F4A}"/>
          </ac:spMkLst>
        </pc:spChg>
        <pc:spChg chg="add">
          <ac:chgData name="Cristian Chilipirea" userId="34ab170da5908fc4" providerId="LiveId" clId="{8D7DEDE3-80AA-4184-B7F9-7AE18451EC3E}" dt="2019-10-06T17:43:49.483" v="152"/>
          <ac:spMkLst>
            <pc:docMk/>
            <pc:sldMk cId="2192830871" sldId="491"/>
            <ac:spMk id="68" creationId="{CC9F0AEF-CEEC-4A92-B637-DCC879D147AA}"/>
          </ac:spMkLst>
        </pc:spChg>
        <pc:spChg chg="add">
          <ac:chgData name="Cristian Chilipirea" userId="34ab170da5908fc4" providerId="LiveId" clId="{8D7DEDE3-80AA-4184-B7F9-7AE18451EC3E}" dt="2019-10-06T17:43:49.483" v="152"/>
          <ac:spMkLst>
            <pc:docMk/>
            <pc:sldMk cId="2192830871" sldId="491"/>
            <ac:spMk id="69" creationId="{3FFBFC4C-09FF-4D1B-9F0F-C536282C1592}"/>
          </ac:spMkLst>
        </pc:spChg>
        <pc:spChg chg="add">
          <ac:chgData name="Cristian Chilipirea" userId="34ab170da5908fc4" providerId="LiveId" clId="{8D7DEDE3-80AA-4184-B7F9-7AE18451EC3E}" dt="2019-10-06T17:43:49.483" v="152"/>
          <ac:spMkLst>
            <pc:docMk/>
            <pc:sldMk cId="2192830871" sldId="491"/>
            <ac:spMk id="70" creationId="{98AC09C7-E7C9-432E-B750-582DD3E97F37}"/>
          </ac:spMkLst>
        </pc:spChg>
        <pc:spChg chg="add">
          <ac:chgData name="Cristian Chilipirea" userId="34ab170da5908fc4" providerId="LiveId" clId="{8D7DEDE3-80AA-4184-B7F9-7AE18451EC3E}" dt="2019-10-06T17:43:49.483" v="152"/>
          <ac:spMkLst>
            <pc:docMk/>
            <pc:sldMk cId="2192830871" sldId="491"/>
            <ac:spMk id="71" creationId="{CC57BBB7-A579-4FDB-AB23-4A3EF25CDEC4}"/>
          </ac:spMkLst>
        </pc:spChg>
        <pc:spChg chg="add">
          <ac:chgData name="Cristian Chilipirea" userId="34ab170da5908fc4" providerId="LiveId" clId="{8D7DEDE3-80AA-4184-B7F9-7AE18451EC3E}" dt="2019-10-06T17:43:49.483" v="152"/>
          <ac:spMkLst>
            <pc:docMk/>
            <pc:sldMk cId="2192830871" sldId="491"/>
            <ac:spMk id="72" creationId="{6962F638-D500-4D42-B7CD-7DA116D22DD7}"/>
          </ac:spMkLst>
        </pc:spChg>
        <pc:spChg chg="add">
          <ac:chgData name="Cristian Chilipirea" userId="34ab170da5908fc4" providerId="LiveId" clId="{8D7DEDE3-80AA-4184-B7F9-7AE18451EC3E}" dt="2019-10-06T17:43:49.483" v="152"/>
          <ac:spMkLst>
            <pc:docMk/>
            <pc:sldMk cId="2192830871" sldId="491"/>
            <ac:spMk id="73" creationId="{5C6E4783-A754-45D1-B298-E5B73E5BAB64}"/>
          </ac:spMkLst>
        </pc:spChg>
        <pc:spChg chg="add">
          <ac:chgData name="Cristian Chilipirea" userId="34ab170da5908fc4" providerId="LiveId" clId="{8D7DEDE3-80AA-4184-B7F9-7AE18451EC3E}" dt="2019-10-06T17:43:49.483" v="152"/>
          <ac:spMkLst>
            <pc:docMk/>
            <pc:sldMk cId="2192830871" sldId="491"/>
            <ac:spMk id="74" creationId="{B503EEB2-8F4E-49A7-B245-0AC0646EB2CE}"/>
          </ac:spMkLst>
        </pc:spChg>
        <pc:spChg chg="add">
          <ac:chgData name="Cristian Chilipirea" userId="34ab170da5908fc4" providerId="LiveId" clId="{8D7DEDE3-80AA-4184-B7F9-7AE18451EC3E}" dt="2019-10-06T17:43:49.483" v="152"/>
          <ac:spMkLst>
            <pc:docMk/>
            <pc:sldMk cId="2192830871" sldId="491"/>
            <ac:spMk id="75" creationId="{A15A9D74-0F4C-445E-A6BC-88B86D4D0168}"/>
          </ac:spMkLst>
        </pc:spChg>
        <pc:spChg chg="add">
          <ac:chgData name="Cristian Chilipirea" userId="34ab170da5908fc4" providerId="LiveId" clId="{8D7DEDE3-80AA-4184-B7F9-7AE18451EC3E}" dt="2019-10-06T17:43:49.483" v="152"/>
          <ac:spMkLst>
            <pc:docMk/>
            <pc:sldMk cId="2192830871" sldId="491"/>
            <ac:spMk id="76" creationId="{9D12CCEB-751E-4812-ADEE-8A5DD3718382}"/>
          </ac:spMkLst>
        </pc:spChg>
        <pc:spChg chg="add">
          <ac:chgData name="Cristian Chilipirea" userId="34ab170da5908fc4" providerId="LiveId" clId="{8D7DEDE3-80AA-4184-B7F9-7AE18451EC3E}" dt="2019-10-06T17:43:49.483" v="152"/>
          <ac:spMkLst>
            <pc:docMk/>
            <pc:sldMk cId="2192830871" sldId="491"/>
            <ac:spMk id="77" creationId="{13417A4A-9239-4610-80AF-221FDC235F61}"/>
          </ac:spMkLst>
        </pc:spChg>
        <pc:grpChg chg="add del">
          <ac:chgData name="Cristian Chilipirea" userId="34ab170da5908fc4" providerId="LiveId" clId="{8D7DEDE3-80AA-4184-B7F9-7AE18451EC3E}" dt="2019-10-06T17:43:49.468" v="151"/>
          <ac:grpSpMkLst>
            <pc:docMk/>
            <pc:sldMk cId="2192830871" sldId="491"/>
            <ac:grpSpMk id="27" creationId="{A20B409D-DDA5-457C-9B4A-F207E58E2042}"/>
          </ac:grpSpMkLst>
        </pc:grpChg>
        <pc:grpChg chg="add del">
          <ac:chgData name="Cristian Chilipirea" userId="34ab170da5908fc4" providerId="LiveId" clId="{8D7DEDE3-80AA-4184-B7F9-7AE18451EC3E}" dt="2019-10-06T17:43:49.468" v="151"/>
          <ac:grpSpMkLst>
            <pc:docMk/>
            <pc:sldMk cId="2192830871" sldId="491"/>
            <ac:grpSpMk id="31" creationId="{78433BB2-3872-42BB-B0C0-00391EC4E9E0}"/>
          </ac:grpSpMkLst>
        </pc:grpChg>
        <pc:grpChg chg="add del">
          <ac:chgData name="Cristian Chilipirea" userId="34ab170da5908fc4" providerId="LiveId" clId="{8D7DEDE3-80AA-4184-B7F9-7AE18451EC3E}" dt="2019-10-06T17:43:49.468" v="151"/>
          <ac:grpSpMkLst>
            <pc:docMk/>
            <pc:sldMk cId="2192830871" sldId="491"/>
            <ac:grpSpMk id="35" creationId="{069CF0F6-CDFA-4B1B-9FB6-C5805C8478D8}"/>
          </ac:grpSpMkLst>
        </pc:grpChg>
        <pc:grpChg chg="add del">
          <ac:chgData name="Cristian Chilipirea" userId="34ab170da5908fc4" providerId="LiveId" clId="{8D7DEDE3-80AA-4184-B7F9-7AE18451EC3E}" dt="2019-10-06T17:43:49.468" v="151"/>
          <ac:grpSpMkLst>
            <pc:docMk/>
            <pc:sldMk cId="2192830871" sldId="491"/>
            <ac:grpSpMk id="39" creationId="{8A8632DE-DC56-402C-8544-C8DD187B8209}"/>
          </ac:grpSpMkLst>
        </pc:grpChg>
        <pc:grpChg chg="add del">
          <ac:chgData name="Cristian Chilipirea" userId="34ab170da5908fc4" providerId="LiveId" clId="{8D7DEDE3-80AA-4184-B7F9-7AE18451EC3E}" dt="2019-10-06T17:43:49.468" v="151"/>
          <ac:grpSpMkLst>
            <pc:docMk/>
            <pc:sldMk cId="2192830871" sldId="491"/>
            <ac:grpSpMk id="43" creationId="{8B433970-F190-490F-AAE3-34E7A374AD49}"/>
          </ac:grpSpMkLst>
        </pc:grpChg>
        <pc:grpChg chg="add del">
          <ac:chgData name="Cristian Chilipirea" userId="34ab170da5908fc4" providerId="LiveId" clId="{8D7DEDE3-80AA-4184-B7F9-7AE18451EC3E}" dt="2019-10-06T17:43:49.468" v="151"/>
          <ac:grpSpMkLst>
            <pc:docMk/>
            <pc:sldMk cId="2192830871" sldId="491"/>
            <ac:grpSpMk id="47" creationId="{B5ABB732-377E-4A83-A4E5-9B3F666C035D}"/>
          </ac:grpSpMkLst>
        </pc:grpChg>
        <pc:grpChg chg="add del">
          <ac:chgData name="Cristian Chilipirea" userId="34ab170da5908fc4" providerId="LiveId" clId="{8D7DEDE3-80AA-4184-B7F9-7AE18451EC3E}" dt="2019-10-06T17:43:49.468" v="151"/>
          <ac:grpSpMkLst>
            <pc:docMk/>
            <pc:sldMk cId="2192830871" sldId="491"/>
            <ac:grpSpMk id="51" creationId="{70F82B53-56CC-4B75-B177-3640B97F093B}"/>
          </ac:grpSpMkLst>
        </pc:grpChg>
        <pc:grpChg chg="add">
          <ac:chgData name="Cristian Chilipirea" userId="34ab170da5908fc4" providerId="LiveId" clId="{8D7DEDE3-80AA-4184-B7F9-7AE18451EC3E}" dt="2019-10-06T17:43:49.483" v="152"/>
          <ac:grpSpMkLst>
            <pc:docMk/>
            <pc:sldMk cId="2192830871" sldId="491"/>
            <ac:grpSpMk id="78" creationId="{75FCFB31-A3DB-4936-8ACE-F2928BF24A32}"/>
          </ac:grpSpMkLst>
        </pc:grpChg>
        <pc:grpChg chg="add">
          <ac:chgData name="Cristian Chilipirea" userId="34ab170da5908fc4" providerId="LiveId" clId="{8D7DEDE3-80AA-4184-B7F9-7AE18451EC3E}" dt="2019-10-06T17:43:49.483" v="152"/>
          <ac:grpSpMkLst>
            <pc:docMk/>
            <pc:sldMk cId="2192830871" sldId="491"/>
            <ac:grpSpMk id="82" creationId="{B8F2297B-3FCB-4BF6-97FB-5A0C25973464}"/>
          </ac:grpSpMkLst>
        </pc:grpChg>
        <pc:grpChg chg="add">
          <ac:chgData name="Cristian Chilipirea" userId="34ab170da5908fc4" providerId="LiveId" clId="{8D7DEDE3-80AA-4184-B7F9-7AE18451EC3E}" dt="2019-10-06T17:43:49.483" v="152"/>
          <ac:grpSpMkLst>
            <pc:docMk/>
            <pc:sldMk cId="2192830871" sldId="491"/>
            <ac:grpSpMk id="86" creationId="{F09DB4B0-7312-4919-87ED-8D75DA3908AD}"/>
          </ac:grpSpMkLst>
        </pc:grpChg>
        <pc:grpChg chg="add">
          <ac:chgData name="Cristian Chilipirea" userId="34ab170da5908fc4" providerId="LiveId" clId="{8D7DEDE3-80AA-4184-B7F9-7AE18451EC3E}" dt="2019-10-06T17:43:49.483" v="152"/>
          <ac:grpSpMkLst>
            <pc:docMk/>
            <pc:sldMk cId="2192830871" sldId="491"/>
            <ac:grpSpMk id="90" creationId="{670EC288-D5BA-489A-86B6-FB2A2FCD3CE1}"/>
          </ac:grpSpMkLst>
        </pc:grpChg>
        <pc:grpChg chg="add">
          <ac:chgData name="Cristian Chilipirea" userId="34ab170da5908fc4" providerId="LiveId" clId="{8D7DEDE3-80AA-4184-B7F9-7AE18451EC3E}" dt="2019-10-06T17:43:49.483" v="152"/>
          <ac:grpSpMkLst>
            <pc:docMk/>
            <pc:sldMk cId="2192830871" sldId="491"/>
            <ac:grpSpMk id="94" creationId="{F4EA979C-9ADA-4FD7-9736-F15B3F32639D}"/>
          </ac:grpSpMkLst>
        </pc:grpChg>
        <pc:grpChg chg="add">
          <ac:chgData name="Cristian Chilipirea" userId="34ab170da5908fc4" providerId="LiveId" clId="{8D7DEDE3-80AA-4184-B7F9-7AE18451EC3E}" dt="2019-10-06T17:43:49.483" v="152"/>
          <ac:grpSpMkLst>
            <pc:docMk/>
            <pc:sldMk cId="2192830871" sldId="491"/>
            <ac:grpSpMk id="98" creationId="{84D4BCC2-EBE1-4C7B-B7EB-15F882EADA4B}"/>
          </ac:grpSpMkLst>
        </pc:grpChg>
        <pc:grpChg chg="add">
          <ac:chgData name="Cristian Chilipirea" userId="34ab170da5908fc4" providerId="LiveId" clId="{8D7DEDE3-80AA-4184-B7F9-7AE18451EC3E}" dt="2019-10-06T17:43:49.483" v="152"/>
          <ac:grpSpMkLst>
            <pc:docMk/>
            <pc:sldMk cId="2192830871" sldId="491"/>
            <ac:grpSpMk id="102" creationId="{40E63CB7-2F01-4B4D-B619-A7EF1EBC9D75}"/>
          </ac:grpSpMkLst>
        </pc:grpChg>
      </pc:sldChg>
      <pc:sldChg chg="addSp delSp modSp add">
        <pc:chgData name="Cristian Chilipirea" userId="34ab170da5908fc4" providerId="LiveId" clId="{8D7DEDE3-80AA-4184-B7F9-7AE18451EC3E}" dt="2019-10-06T17:44:09.906" v="159" actId="1076"/>
        <pc:sldMkLst>
          <pc:docMk/>
          <pc:sldMk cId="2867972107" sldId="492"/>
        </pc:sldMkLst>
        <pc:spChg chg="mod">
          <ac:chgData name="Cristian Chilipirea" userId="34ab170da5908fc4" providerId="LiveId" clId="{8D7DEDE3-80AA-4184-B7F9-7AE18451EC3E}" dt="2019-10-06T17:43:58.432" v="154"/>
          <ac:spMkLst>
            <pc:docMk/>
            <pc:sldMk cId="2867972107" sldId="492"/>
            <ac:spMk id="2" creationId="{9D67008C-3051-4E7E-BB69-E1D095C25552}"/>
          </ac:spMkLst>
        </pc:spChg>
        <pc:spChg chg="del">
          <ac:chgData name="Cristian Chilipirea" userId="34ab170da5908fc4" providerId="LiveId" clId="{8D7DEDE3-80AA-4184-B7F9-7AE18451EC3E}" dt="2019-10-06T17:44:04.920" v="155" actId="478"/>
          <ac:spMkLst>
            <pc:docMk/>
            <pc:sldMk cId="2867972107" sldId="492"/>
            <ac:spMk id="3" creationId="{9CA3C1A8-34ED-4774-A3B3-52CCFC8BBE67}"/>
          </ac:spMkLst>
        </pc:spChg>
        <pc:spChg chg="add del">
          <ac:chgData name="Cristian Chilipirea" userId="34ab170da5908fc4" providerId="LiveId" clId="{8D7DEDE3-80AA-4184-B7F9-7AE18451EC3E}" dt="2019-10-06T17:44:07.593" v="157"/>
          <ac:spMkLst>
            <pc:docMk/>
            <pc:sldMk cId="2867972107" sldId="492"/>
            <ac:spMk id="4" creationId="{9B84FAF8-26D4-45CA-9838-3399DD4078B2}"/>
          </ac:spMkLst>
        </pc:spChg>
        <pc:spChg chg="add mod">
          <ac:chgData name="Cristian Chilipirea" userId="34ab170da5908fc4" providerId="LiveId" clId="{8D7DEDE3-80AA-4184-B7F9-7AE18451EC3E}" dt="2019-10-06T17:44:09.906" v="159" actId="1076"/>
          <ac:spMkLst>
            <pc:docMk/>
            <pc:sldMk cId="2867972107" sldId="492"/>
            <ac:spMk id="5" creationId="{5D10577B-E4C7-4871-9B00-454A1AEE2003}"/>
          </ac:spMkLst>
        </pc:spChg>
      </pc:sldChg>
      <pc:sldChg chg="addSp delSp modSp add modAnim">
        <pc:chgData name="Cristian Chilipirea" userId="34ab170da5908fc4" providerId="LiveId" clId="{8D7DEDE3-80AA-4184-B7F9-7AE18451EC3E}" dt="2019-10-06T17:44:30.016" v="166" actId="1076"/>
        <pc:sldMkLst>
          <pc:docMk/>
          <pc:sldMk cId="225010310" sldId="493"/>
        </pc:sldMkLst>
        <pc:spChg chg="mod">
          <ac:chgData name="Cristian Chilipirea" userId="34ab170da5908fc4" providerId="LiveId" clId="{8D7DEDE3-80AA-4184-B7F9-7AE18451EC3E}" dt="2019-10-06T17:44:18.069" v="161"/>
          <ac:spMkLst>
            <pc:docMk/>
            <pc:sldMk cId="225010310" sldId="493"/>
            <ac:spMk id="2" creationId="{6FFF2945-812F-4D9E-BADE-D181BB04724F}"/>
          </ac:spMkLst>
        </pc:spChg>
        <pc:spChg chg="del">
          <ac:chgData name="Cristian Chilipirea" userId="34ab170da5908fc4" providerId="LiveId" clId="{8D7DEDE3-80AA-4184-B7F9-7AE18451EC3E}" dt="2019-10-06T17:44:21.124" v="162" actId="478"/>
          <ac:spMkLst>
            <pc:docMk/>
            <pc:sldMk cId="225010310" sldId="493"/>
            <ac:spMk id="3" creationId="{B3D90802-F4A3-40D3-AF9A-BE9ED063598D}"/>
          </ac:spMkLst>
        </pc:spChg>
        <pc:spChg chg="add del">
          <ac:chgData name="Cristian Chilipirea" userId="34ab170da5908fc4" providerId="LiveId" clId="{8D7DEDE3-80AA-4184-B7F9-7AE18451EC3E}" dt="2019-10-06T17:44:27.662" v="164"/>
          <ac:spMkLst>
            <pc:docMk/>
            <pc:sldMk cId="225010310" sldId="493"/>
            <ac:spMk id="4" creationId="{8EA1C9CC-FE9D-4D76-87D8-48BD5AE19219}"/>
          </ac:spMkLst>
        </pc:spChg>
        <pc:spChg chg="add del">
          <ac:chgData name="Cristian Chilipirea" userId="34ab170da5908fc4" providerId="LiveId" clId="{8D7DEDE3-80AA-4184-B7F9-7AE18451EC3E}" dt="2019-10-06T17:44:27.662" v="164"/>
          <ac:spMkLst>
            <pc:docMk/>
            <pc:sldMk cId="225010310" sldId="493"/>
            <ac:spMk id="5" creationId="{5E48E6AD-22AA-401F-9C03-9231541492B8}"/>
          </ac:spMkLst>
        </pc:spChg>
        <pc:spChg chg="add del">
          <ac:chgData name="Cristian Chilipirea" userId="34ab170da5908fc4" providerId="LiveId" clId="{8D7DEDE3-80AA-4184-B7F9-7AE18451EC3E}" dt="2019-10-06T17:44:27.662" v="164"/>
          <ac:spMkLst>
            <pc:docMk/>
            <pc:sldMk cId="225010310" sldId="493"/>
            <ac:spMk id="53" creationId="{2FD9A4B9-018B-4B6C-AD73-8247DBE21070}"/>
          </ac:spMkLst>
        </pc:spChg>
        <pc:spChg chg="add del">
          <ac:chgData name="Cristian Chilipirea" userId="34ab170da5908fc4" providerId="LiveId" clId="{8D7DEDE3-80AA-4184-B7F9-7AE18451EC3E}" dt="2019-10-06T17:44:27.662" v="164"/>
          <ac:spMkLst>
            <pc:docMk/>
            <pc:sldMk cId="225010310" sldId="493"/>
            <ac:spMk id="54" creationId="{1AD0E43D-F310-41A5-AEAB-30F81E2BC7CA}"/>
          </ac:spMkLst>
        </pc:spChg>
        <pc:spChg chg="add del">
          <ac:chgData name="Cristian Chilipirea" userId="34ab170da5908fc4" providerId="LiveId" clId="{8D7DEDE3-80AA-4184-B7F9-7AE18451EC3E}" dt="2019-10-06T17:44:27.662" v="164"/>
          <ac:spMkLst>
            <pc:docMk/>
            <pc:sldMk cId="225010310" sldId="493"/>
            <ac:spMk id="55" creationId="{2423D0AF-5891-4D65-BE54-61D273A08F6F}"/>
          </ac:spMkLst>
        </pc:spChg>
        <pc:spChg chg="add del">
          <ac:chgData name="Cristian Chilipirea" userId="34ab170da5908fc4" providerId="LiveId" clId="{8D7DEDE3-80AA-4184-B7F9-7AE18451EC3E}" dt="2019-10-06T17:44:27.662" v="164"/>
          <ac:spMkLst>
            <pc:docMk/>
            <pc:sldMk cId="225010310" sldId="493"/>
            <ac:spMk id="56" creationId="{08CEB650-E751-4E45-9DEB-FDAF0BB716C7}"/>
          </ac:spMkLst>
        </pc:spChg>
        <pc:spChg chg="add del">
          <ac:chgData name="Cristian Chilipirea" userId="34ab170da5908fc4" providerId="LiveId" clId="{8D7DEDE3-80AA-4184-B7F9-7AE18451EC3E}" dt="2019-10-06T17:44:27.662" v="164"/>
          <ac:spMkLst>
            <pc:docMk/>
            <pc:sldMk cId="225010310" sldId="493"/>
            <ac:spMk id="57" creationId="{29A82F32-4924-48C8-833E-06142A332438}"/>
          </ac:spMkLst>
        </pc:spChg>
        <pc:spChg chg="add del">
          <ac:chgData name="Cristian Chilipirea" userId="34ab170da5908fc4" providerId="LiveId" clId="{8D7DEDE3-80AA-4184-B7F9-7AE18451EC3E}" dt="2019-10-06T17:44:27.662" v="164"/>
          <ac:spMkLst>
            <pc:docMk/>
            <pc:sldMk cId="225010310" sldId="493"/>
            <ac:spMk id="58" creationId="{DD047376-47B2-41FE-8E3E-C31FC1708FCA}"/>
          </ac:spMkLst>
        </pc:spChg>
        <pc:spChg chg="add del">
          <ac:chgData name="Cristian Chilipirea" userId="34ab170da5908fc4" providerId="LiveId" clId="{8D7DEDE3-80AA-4184-B7F9-7AE18451EC3E}" dt="2019-10-06T17:44:27.662" v="164"/>
          <ac:spMkLst>
            <pc:docMk/>
            <pc:sldMk cId="225010310" sldId="493"/>
            <ac:spMk id="62" creationId="{5A535829-EDAC-40A7-ADD7-61344635420D}"/>
          </ac:spMkLst>
        </pc:spChg>
        <pc:spChg chg="add del">
          <ac:chgData name="Cristian Chilipirea" userId="34ab170da5908fc4" providerId="LiveId" clId="{8D7DEDE3-80AA-4184-B7F9-7AE18451EC3E}" dt="2019-10-06T17:44:27.662" v="164"/>
          <ac:spMkLst>
            <pc:docMk/>
            <pc:sldMk cId="225010310" sldId="493"/>
            <ac:spMk id="63" creationId="{111D672D-98DD-4F96-9609-044C08173B65}"/>
          </ac:spMkLst>
        </pc:spChg>
        <pc:spChg chg="add del">
          <ac:chgData name="Cristian Chilipirea" userId="34ab170da5908fc4" providerId="LiveId" clId="{8D7DEDE3-80AA-4184-B7F9-7AE18451EC3E}" dt="2019-10-06T17:44:27.662" v="164"/>
          <ac:spMkLst>
            <pc:docMk/>
            <pc:sldMk cId="225010310" sldId="493"/>
            <ac:spMk id="64" creationId="{DE3EF4C6-F6F1-4235-A61B-0FE2F3A0C9D1}"/>
          </ac:spMkLst>
        </pc:spChg>
        <pc:spChg chg="add del">
          <ac:chgData name="Cristian Chilipirea" userId="34ab170da5908fc4" providerId="LiveId" clId="{8D7DEDE3-80AA-4184-B7F9-7AE18451EC3E}" dt="2019-10-06T17:44:27.662" v="164"/>
          <ac:spMkLst>
            <pc:docMk/>
            <pc:sldMk cId="225010310" sldId="493"/>
            <ac:spMk id="65" creationId="{B39C0A0F-DED7-436E-B82E-8EFC069BB179}"/>
          </ac:spMkLst>
        </pc:spChg>
        <pc:spChg chg="add mod">
          <ac:chgData name="Cristian Chilipirea" userId="34ab170da5908fc4" providerId="LiveId" clId="{8D7DEDE3-80AA-4184-B7F9-7AE18451EC3E}" dt="2019-10-06T17:44:30.016" v="166" actId="1076"/>
          <ac:spMkLst>
            <pc:docMk/>
            <pc:sldMk cId="225010310" sldId="493"/>
            <ac:spMk id="66" creationId="{354A9236-10F9-4D2F-85EA-14573329525B}"/>
          </ac:spMkLst>
        </pc:spChg>
        <pc:spChg chg="add mod">
          <ac:chgData name="Cristian Chilipirea" userId="34ab170da5908fc4" providerId="LiveId" clId="{8D7DEDE3-80AA-4184-B7F9-7AE18451EC3E}" dt="2019-10-06T17:44:30.016" v="166" actId="1076"/>
          <ac:spMkLst>
            <pc:docMk/>
            <pc:sldMk cId="225010310" sldId="493"/>
            <ac:spMk id="67" creationId="{95A73EE1-CB9E-424C-8918-57850274869E}"/>
          </ac:spMkLst>
        </pc:spChg>
        <pc:spChg chg="add mod">
          <ac:chgData name="Cristian Chilipirea" userId="34ab170da5908fc4" providerId="LiveId" clId="{8D7DEDE3-80AA-4184-B7F9-7AE18451EC3E}" dt="2019-10-06T17:44:30.016" v="166" actId="1076"/>
          <ac:spMkLst>
            <pc:docMk/>
            <pc:sldMk cId="225010310" sldId="493"/>
            <ac:spMk id="115" creationId="{82EDF701-2727-4BD9-800C-CF40FBE72751}"/>
          </ac:spMkLst>
        </pc:spChg>
        <pc:spChg chg="add mod">
          <ac:chgData name="Cristian Chilipirea" userId="34ab170da5908fc4" providerId="LiveId" clId="{8D7DEDE3-80AA-4184-B7F9-7AE18451EC3E}" dt="2019-10-06T17:44:30.016" v="166" actId="1076"/>
          <ac:spMkLst>
            <pc:docMk/>
            <pc:sldMk cId="225010310" sldId="493"/>
            <ac:spMk id="116" creationId="{CB6EDC23-A39A-42EA-A683-45BF78574168}"/>
          </ac:spMkLst>
        </pc:spChg>
        <pc:spChg chg="add mod">
          <ac:chgData name="Cristian Chilipirea" userId="34ab170da5908fc4" providerId="LiveId" clId="{8D7DEDE3-80AA-4184-B7F9-7AE18451EC3E}" dt="2019-10-06T17:44:30.016" v="166" actId="1076"/>
          <ac:spMkLst>
            <pc:docMk/>
            <pc:sldMk cId="225010310" sldId="493"/>
            <ac:spMk id="117" creationId="{228CDCC8-A10E-4366-BFDC-B7D1FCE74C38}"/>
          </ac:spMkLst>
        </pc:spChg>
        <pc:spChg chg="add mod">
          <ac:chgData name="Cristian Chilipirea" userId="34ab170da5908fc4" providerId="LiveId" clId="{8D7DEDE3-80AA-4184-B7F9-7AE18451EC3E}" dt="2019-10-06T17:44:30.016" v="166" actId="1076"/>
          <ac:spMkLst>
            <pc:docMk/>
            <pc:sldMk cId="225010310" sldId="493"/>
            <ac:spMk id="118" creationId="{70655375-85FD-47DF-9341-2714F8324B15}"/>
          </ac:spMkLst>
        </pc:spChg>
        <pc:spChg chg="add mod">
          <ac:chgData name="Cristian Chilipirea" userId="34ab170da5908fc4" providerId="LiveId" clId="{8D7DEDE3-80AA-4184-B7F9-7AE18451EC3E}" dt="2019-10-06T17:44:30.016" v="166" actId="1076"/>
          <ac:spMkLst>
            <pc:docMk/>
            <pc:sldMk cId="225010310" sldId="493"/>
            <ac:spMk id="119" creationId="{6EAE2B6D-694B-4E3D-A780-4B50DFD94544}"/>
          </ac:spMkLst>
        </pc:spChg>
        <pc:spChg chg="add mod">
          <ac:chgData name="Cristian Chilipirea" userId="34ab170da5908fc4" providerId="LiveId" clId="{8D7DEDE3-80AA-4184-B7F9-7AE18451EC3E}" dt="2019-10-06T17:44:30.016" v="166" actId="1076"/>
          <ac:spMkLst>
            <pc:docMk/>
            <pc:sldMk cId="225010310" sldId="493"/>
            <ac:spMk id="120" creationId="{9E0C08AC-9C21-4240-9D9B-D69C72D11E2B}"/>
          </ac:spMkLst>
        </pc:spChg>
        <pc:spChg chg="add mod">
          <ac:chgData name="Cristian Chilipirea" userId="34ab170da5908fc4" providerId="LiveId" clId="{8D7DEDE3-80AA-4184-B7F9-7AE18451EC3E}" dt="2019-10-06T17:44:30.016" v="166" actId="1076"/>
          <ac:spMkLst>
            <pc:docMk/>
            <pc:sldMk cId="225010310" sldId="493"/>
            <ac:spMk id="124" creationId="{BAA7AC78-E1AB-44B0-BEC1-D40035515D8B}"/>
          </ac:spMkLst>
        </pc:spChg>
        <pc:spChg chg="add mod">
          <ac:chgData name="Cristian Chilipirea" userId="34ab170da5908fc4" providerId="LiveId" clId="{8D7DEDE3-80AA-4184-B7F9-7AE18451EC3E}" dt="2019-10-06T17:44:30.016" v="166" actId="1076"/>
          <ac:spMkLst>
            <pc:docMk/>
            <pc:sldMk cId="225010310" sldId="493"/>
            <ac:spMk id="125" creationId="{FDD4C341-208D-4F21-8499-F543D81B6355}"/>
          </ac:spMkLst>
        </pc:spChg>
        <pc:spChg chg="add mod">
          <ac:chgData name="Cristian Chilipirea" userId="34ab170da5908fc4" providerId="LiveId" clId="{8D7DEDE3-80AA-4184-B7F9-7AE18451EC3E}" dt="2019-10-06T17:44:30.016" v="166" actId="1076"/>
          <ac:spMkLst>
            <pc:docMk/>
            <pc:sldMk cId="225010310" sldId="493"/>
            <ac:spMk id="126" creationId="{4CFF7CDF-DECF-44F6-A6A0-2E8D1388BFB3}"/>
          </ac:spMkLst>
        </pc:spChg>
        <pc:spChg chg="add mod">
          <ac:chgData name="Cristian Chilipirea" userId="34ab170da5908fc4" providerId="LiveId" clId="{8D7DEDE3-80AA-4184-B7F9-7AE18451EC3E}" dt="2019-10-06T17:44:30.016" v="166" actId="1076"/>
          <ac:spMkLst>
            <pc:docMk/>
            <pc:sldMk cId="225010310" sldId="493"/>
            <ac:spMk id="127" creationId="{7ED42794-1840-4375-A90C-D820CD775F9D}"/>
          </ac:spMkLst>
        </pc:spChg>
        <pc:grpChg chg="add del">
          <ac:chgData name="Cristian Chilipirea" userId="34ab170da5908fc4" providerId="LiveId" clId="{8D7DEDE3-80AA-4184-B7F9-7AE18451EC3E}" dt="2019-10-06T17:44:27.662" v="164"/>
          <ac:grpSpMkLst>
            <pc:docMk/>
            <pc:sldMk cId="225010310" sldId="493"/>
            <ac:grpSpMk id="6" creationId="{F68EF8D2-0C7C-4F2D-B18B-CAE9C04D20D5}"/>
          </ac:grpSpMkLst>
        </pc:grpChg>
        <pc:grpChg chg="add mod">
          <ac:chgData name="Cristian Chilipirea" userId="34ab170da5908fc4" providerId="LiveId" clId="{8D7DEDE3-80AA-4184-B7F9-7AE18451EC3E}" dt="2019-10-06T17:44:30.016" v="166" actId="1076"/>
          <ac:grpSpMkLst>
            <pc:docMk/>
            <pc:sldMk cId="225010310" sldId="493"/>
            <ac:grpSpMk id="68" creationId="{C7A1A2C6-EE1E-4C07-B709-20F78D55DF76}"/>
          </ac:grpSpMkLst>
        </pc:grpChg>
        <pc:grpChg chg="mod">
          <ac:chgData name="Cristian Chilipirea" userId="34ab170da5908fc4" providerId="LiveId" clId="{8D7DEDE3-80AA-4184-B7F9-7AE18451EC3E}" dt="2019-10-06T17:44:30.016" v="166" actId="1076"/>
          <ac:grpSpMkLst>
            <pc:docMk/>
            <pc:sldMk cId="225010310" sldId="493"/>
            <ac:grpSpMk id="69" creationId="{E69B45B0-7C37-4413-85B8-B95BD9EB0808}"/>
          </ac:grpSpMkLst>
        </pc:grpChg>
        <pc:grpChg chg="mod">
          <ac:chgData name="Cristian Chilipirea" userId="34ab170da5908fc4" providerId="LiveId" clId="{8D7DEDE3-80AA-4184-B7F9-7AE18451EC3E}" dt="2019-10-06T17:44:30.016" v="166" actId="1076"/>
          <ac:grpSpMkLst>
            <pc:docMk/>
            <pc:sldMk cId="225010310" sldId="493"/>
            <ac:grpSpMk id="70" creationId="{CE49419D-401E-4F64-B624-5189AF0CAE8B}"/>
          </ac:grpSpMkLst>
        </pc:grpChg>
        <pc:grpChg chg="mod">
          <ac:chgData name="Cristian Chilipirea" userId="34ab170da5908fc4" providerId="LiveId" clId="{8D7DEDE3-80AA-4184-B7F9-7AE18451EC3E}" dt="2019-10-06T17:44:30.016" v="166" actId="1076"/>
          <ac:grpSpMkLst>
            <pc:docMk/>
            <pc:sldMk cId="225010310" sldId="493"/>
            <ac:grpSpMk id="71" creationId="{BD8D5F61-7021-4223-B4FD-618688548084}"/>
          </ac:grpSpMkLst>
        </pc:grpChg>
        <pc:grpChg chg="mod">
          <ac:chgData name="Cristian Chilipirea" userId="34ab170da5908fc4" providerId="LiveId" clId="{8D7DEDE3-80AA-4184-B7F9-7AE18451EC3E}" dt="2019-10-06T17:44:30.016" v="166" actId="1076"/>
          <ac:grpSpMkLst>
            <pc:docMk/>
            <pc:sldMk cId="225010310" sldId="493"/>
            <ac:grpSpMk id="72" creationId="{42B7E524-33CE-4F34-A4E7-E75871225520}"/>
          </ac:grpSpMkLst>
        </pc:grpChg>
        <pc:grpChg chg="mod">
          <ac:chgData name="Cristian Chilipirea" userId="34ab170da5908fc4" providerId="LiveId" clId="{8D7DEDE3-80AA-4184-B7F9-7AE18451EC3E}" dt="2019-10-06T17:44:30.016" v="166" actId="1076"/>
          <ac:grpSpMkLst>
            <pc:docMk/>
            <pc:sldMk cId="225010310" sldId="493"/>
            <ac:grpSpMk id="73" creationId="{579FA228-95A1-4E98-B701-927B62E9E55A}"/>
          </ac:grpSpMkLst>
        </pc:grpChg>
        <pc:grpChg chg="mod">
          <ac:chgData name="Cristian Chilipirea" userId="34ab170da5908fc4" providerId="LiveId" clId="{8D7DEDE3-80AA-4184-B7F9-7AE18451EC3E}" dt="2019-10-06T17:44:30.016" v="166" actId="1076"/>
          <ac:grpSpMkLst>
            <pc:docMk/>
            <pc:sldMk cId="225010310" sldId="493"/>
            <ac:grpSpMk id="74" creationId="{138E0901-9493-4236-8A7E-004795515100}"/>
          </ac:grpSpMkLst>
        </pc:grpChg>
        <pc:grpChg chg="mod">
          <ac:chgData name="Cristian Chilipirea" userId="34ab170da5908fc4" providerId="LiveId" clId="{8D7DEDE3-80AA-4184-B7F9-7AE18451EC3E}" dt="2019-10-06T17:44:30.016" v="166" actId="1076"/>
          <ac:grpSpMkLst>
            <pc:docMk/>
            <pc:sldMk cId="225010310" sldId="493"/>
            <ac:grpSpMk id="83" creationId="{7CAFCB5A-2D1B-4FEC-B518-9674337A467D}"/>
          </ac:grpSpMkLst>
        </pc:grpChg>
        <pc:grpChg chg="mod">
          <ac:chgData name="Cristian Chilipirea" userId="34ab170da5908fc4" providerId="LiveId" clId="{8D7DEDE3-80AA-4184-B7F9-7AE18451EC3E}" dt="2019-10-06T17:44:30.016" v="166" actId="1076"/>
          <ac:grpSpMkLst>
            <pc:docMk/>
            <pc:sldMk cId="225010310" sldId="493"/>
            <ac:grpSpMk id="84" creationId="{03C179E6-96F5-462D-ABDE-56B6254B7C06}"/>
          </ac:grpSpMkLst>
        </pc:grpChg>
        <pc:grpChg chg="mod">
          <ac:chgData name="Cristian Chilipirea" userId="34ab170da5908fc4" providerId="LiveId" clId="{8D7DEDE3-80AA-4184-B7F9-7AE18451EC3E}" dt="2019-10-06T17:44:30.016" v="166" actId="1076"/>
          <ac:grpSpMkLst>
            <pc:docMk/>
            <pc:sldMk cId="225010310" sldId="493"/>
            <ac:grpSpMk id="93" creationId="{61EAD063-61C5-42B8-BE06-25926B457E0C}"/>
          </ac:grpSpMkLst>
        </pc:grpChg>
        <pc:grpChg chg="mod">
          <ac:chgData name="Cristian Chilipirea" userId="34ab170da5908fc4" providerId="LiveId" clId="{8D7DEDE3-80AA-4184-B7F9-7AE18451EC3E}" dt="2019-10-06T17:44:30.016" v="166" actId="1076"/>
          <ac:grpSpMkLst>
            <pc:docMk/>
            <pc:sldMk cId="225010310" sldId="493"/>
            <ac:grpSpMk id="94" creationId="{EDB38042-7400-42EE-830E-43F211806648}"/>
          </ac:grpSpMkLst>
        </pc:grpChg>
        <pc:grpChg chg="mod">
          <ac:chgData name="Cristian Chilipirea" userId="34ab170da5908fc4" providerId="LiveId" clId="{8D7DEDE3-80AA-4184-B7F9-7AE18451EC3E}" dt="2019-10-06T17:44:30.016" v="166" actId="1076"/>
          <ac:grpSpMkLst>
            <pc:docMk/>
            <pc:sldMk cId="225010310" sldId="493"/>
            <ac:grpSpMk id="95" creationId="{794512AF-05C6-4A2F-A779-58245E1D8D37}"/>
          </ac:grpSpMkLst>
        </pc:grpChg>
        <pc:grpChg chg="mod">
          <ac:chgData name="Cristian Chilipirea" userId="34ab170da5908fc4" providerId="LiveId" clId="{8D7DEDE3-80AA-4184-B7F9-7AE18451EC3E}" dt="2019-10-06T17:44:30.016" v="166" actId="1076"/>
          <ac:grpSpMkLst>
            <pc:docMk/>
            <pc:sldMk cId="225010310" sldId="493"/>
            <ac:grpSpMk id="96" creationId="{12DE6909-AC7D-4A2C-B408-4C7523324DC3}"/>
          </ac:grpSpMkLst>
        </pc:grpChg>
        <pc:grpChg chg="mod">
          <ac:chgData name="Cristian Chilipirea" userId="34ab170da5908fc4" providerId="LiveId" clId="{8D7DEDE3-80AA-4184-B7F9-7AE18451EC3E}" dt="2019-10-06T17:44:30.016" v="166" actId="1076"/>
          <ac:grpSpMkLst>
            <pc:docMk/>
            <pc:sldMk cId="225010310" sldId="493"/>
            <ac:grpSpMk id="105" creationId="{201FA9C6-11B7-4975-929E-82D299165413}"/>
          </ac:grpSpMkLst>
        </pc:grpChg>
        <pc:grpChg chg="mod">
          <ac:chgData name="Cristian Chilipirea" userId="34ab170da5908fc4" providerId="LiveId" clId="{8D7DEDE3-80AA-4184-B7F9-7AE18451EC3E}" dt="2019-10-06T17:44:30.016" v="166" actId="1076"/>
          <ac:grpSpMkLst>
            <pc:docMk/>
            <pc:sldMk cId="225010310" sldId="493"/>
            <ac:grpSpMk id="106" creationId="{2C660D62-C609-4A55-AF60-AE67EAE67421}"/>
          </ac:grpSpMkLst>
        </pc:grpChg>
        <pc:cxnChg chg="add del">
          <ac:chgData name="Cristian Chilipirea" userId="34ab170da5908fc4" providerId="LiveId" clId="{8D7DEDE3-80AA-4184-B7F9-7AE18451EC3E}" dt="2019-10-06T17:44:27.662" v="164"/>
          <ac:cxnSpMkLst>
            <pc:docMk/>
            <pc:sldMk cId="225010310" sldId="493"/>
            <ac:cxnSpMk id="59" creationId="{E8E1FE2C-B7B1-4381-8E24-1B90ED65C153}"/>
          </ac:cxnSpMkLst>
        </pc:cxnChg>
        <pc:cxnChg chg="add del">
          <ac:chgData name="Cristian Chilipirea" userId="34ab170da5908fc4" providerId="LiveId" clId="{8D7DEDE3-80AA-4184-B7F9-7AE18451EC3E}" dt="2019-10-06T17:44:27.662" v="164"/>
          <ac:cxnSpMkLst>
            <pc:docMk/>
            <pc:sldMk cId="225010310" sldId="493"/>
            <ac:cxnSpMk id="60" creationId="{36AD8593-0A14-4962-A343-6DCAAA20ABAB}"/>
          </ac:cxnSpMkLst>
        </pc:cxnChg>
        <pc:cxnChg chg="add del">
          <ac:chgData name="Cristian Chilipirea" userId="34ab170da5908fc4" providerId="LiveId" clId="{8D7DEDE3-80AA-4184-B7F9-7AE18451EC3E}" dt="2019-10-06T17:44:27.662" v="164"/>
          <ac:cxnSpMkLst>
            <pc:docMk/>
            <pc:sldMk cId="225010310" sldId="493"/>
            <ac:cxnSpMk id="61" creationId="{7D4C10F0-74D0-40A9-BEAC-94A5D088AC05}"/>
          </ac:cxnSpMkLst>
        </pc:cxnChg>
        <pc:cxnChg chg="add mod">
          <ac:chgData name="Cristian Chilipirea" userId="34ab170da5908fc4" providerId="LiveId" clId="{8D7DEDE3-80AA-4184-B7F9-7AE18451EC3E}" dt="2019-10-06T17:44:30.016" v="166" actId="1076"/>
          <ac:cxnSpMkLst>
            <pc:docMk/>
            <pc:sldMk cId="225010310" sldId="493"/>
            <ac:cxnSpMk id="121" creationId="{278A750A-3C10-4081-B3A6-51EB017B29AF}"/>
          </ac:cxnSpMkLst>
        </pc:cxnChg>
        <pc:cxnChg chg="add mod">
          <ac:chgData name="Cristian Chilipirea" userId="34ab170da5908fc4" providerId="LiveId" clId="{8D7DEDE3-80AA-4184-B7F9-7AE18451EC3E}" dt="2019-10-06T17:44:30.016" v="166" actId="1076"/>
          <ac:cxnSpMkLst>
            <pc:docMk/>
            <pc:sldMk cId="225010310" sldId="493"/>
            <ac:cxnSpMk id="122" creationId="{5F7A72CC-BE0C-4D25-BE38-220864CCAD72}"/>
          </ac:cxnSpMkLst>
        </pc:cxnChg>
        <pc:cxnChg chg="add mod">
          <ac:chgData name="Cristian Chilipirea" userId="34ab170da5908fc4" providerId="LiveId" clId="{8D7DEDE3-80AA-4184-B7F9-7AE18451EC3E}" dt="2019-10-06T17:44:30.016" v="166" actId="1076"/>
          <ac:cxnSpMkLst>
            <pc:docMk/>
            <pc:sldMk cId="225010310" sldId="493"/>
            <ac:cxnSpMk id="123" creationId="{042024B8-DEDE-422C-8B0A-8CEA6887D055}"/>
          </ac:cxnSpMkLst>
        </pc:cxnChg>
      </pc:sldChg>
      <pc:sldChg chg="addSp delSp modSp add modAnim">
        <pc:chgData name="Cristian Chilipirea" userId="34ab170da5908fc4" providerId="LiveId" clId="{8D7DEDE3-80AA-4184-B7F9-7AE18451EC3E}" dt="2019-10-06T17:44:58.055" v="175" actId="1076"/>
        <pc:sldMkLst>
          <pc:docMk/>
          <pc:sldMk cId="2096246749" sldId="494"/>
        </pc:sldMkLst>
        <pc:spChg chg="mod">
          <ac:chgData name="Cristian Chilipirea" userId="34ab170da5908fc4" providerId="LiveId" clId="{8D7DEDE3-80AA-4184-B7F9-7AE18451EC3E}" dt="2019-10-06T17:44:37.177" v="168"/>
          <ac:spMkLst>
            <pc:docMk/>
            <pc:sldMk cId="2096246749" sldId="494"/>
            <ac:spMk id="2" creationId="{F426F33A-ED4F-4222-9275-07920D1CCBD9}"/>
          </ac:spMkLst>
        </pc:spChg>
        <pc:spChg chg="del">
          <ac:chgData name="Cristian Chilipirea" userId="34ab170da5908fc4" providerId="LiveId" clId="{8D7DEDE3-80AA-4184-B7F9-7AE18451EC3E}" dt="2019-10-06T17:44:39.648" v="169" actId="478"/>
          <ac:spMkLst>
            <pc:docMk/>
            <pc:sldMk cId="2096246749" sldId="494"/>
            <ac:spMk id="3" creationId="{9D44D60D-1C30-4189-8D28-2CF5DAEBCE55}"/>
          </ac:spMkLst>
        </pc:spChg>
        <pc:spChg chg="add del">
          <ac:chgData name="Cristian Chilipirea" userId="34ab170da5908fc4" providerId="LiveId" clId="{8D7DEDE3-80AA-4184-B7F9-7AE18451EC3E}" dt="2019-10-06T17:44:47.056" v="171"/>
          <ac:spMkLst>
            <pc:docMk/>
            <pc:sldMk cId="2096246749" sldId="494"/>
            <ac:spMk id="4" creationId="{5E73F8AA-4F3B-4878-968D-BFB4C14338A9}"/>
          </ac:spMkLst>
        </pc:spChg>
        <pc:spChg chg="add del">
          <ac:chgData name="Cristian Chilipirea" userId="34ab170da5908fc4" providerId="LiveId" clId="{8D7DEDE3-80AA-4184-B7F9-7AE18451EC3E}" dt="2019-10-06T17:44:47.056" v="171"/>
          <ac:spMkLst>
            <pc:docMk/>
            <pc:sldMk cId="2096246749" sldId="494"/>
            <ac:spMk id="54" creationId="{96C6EEE9-04B0-4F42-A38A-A6A506DB49CF}"/>
          </ac:spMkLst>
        </pc:spChg>
        <pc:spChg chg="add del">
          <ac:chgData name="Cristian Chilipirea" userId="34ab170da5908fc4" providerId="LiveId" clId="{8D7DEDE3-80AA-4184-B7F9-7AE18451EC3E}" dt="2019-10-06T17:44:47.056" v="171"/>
          <ac:spMkLst>
            <pc:docMk/>
            <pc:sldMk cId="2096246749" sldId="494"/>
            <ac:spMk id="55" creationId="{6B857A90-BAE7-4019-A3A6-2F7B9E3BE9E3}"/>
          </ac:spMkLst>
        </pc:spChg>
        <pc:spChg chg="add del">
          <ac:chgData name="Cristian Chilipirea" userId="34ab170da5908fc4" providerId="LiveId" clId="{8D7DEDE3-80AA-4184-B7F9-7AE18451EC3E}" dt="2019-10-06T17:44:47.056" v="171"/>
          <ac:spMkLst>
            <pc:docMk/>
            <pc:sldMk cId="2096246749" sldId="494"/>
            <ac:spMk id="56" creationId="{5327D46B-044A-46FC-A290-6560FF555678}"/>
          </ac:spMkLst>
        </pc:spChg>
        <pc:spChg chg="add del">
          <ac:chgData name="Cristian Chilipirea" userId="34ab170da5908fc4" providerId="LiveId" clId="{8D7DEDE3-80AA-4184-B7F9-7AE18451EC3E}" dt="2019-10-06T17:44:47.056" v="171"/>
          <ac:spMkLst>
            <pc:docMk/>
            <pc:sldMk cId="2096246749" sldId="494"/>
            <ac:spMk id="57" creationId="{191A71D7-B5B5-4D9B-A756-486C63534109}"/>
          </ac:spMkLst>
        </pc:spChg>
        <pc:spChg chg="add del">
          <ac:chgData name="Cristian Chilipirea" userId="34ab170da5908fc4" providerId="LiveId" clId="{8D7DEDE3-80AA-4184-B7F9-7AE18451EC3E}" dt="2019-10-06T17:44:47.056" v="171"/>
          <ac:spMkLst>
            <pc:docMk/>
            <pc:sldMk cId="2096246749" sldId="494"/>
            <ac:spMk id="62" creationId="{224A55CD-CF75-4335-AAF7-A405EFAA1E41}"/>
          </ac:spMkLst>
        </pc:spChg>
        <pc:spChg chg="add del">
          <ac:chgData name="Cristian Chilipirea" userId="34ab170da5908fc4" providerId="LiveId" clId="{8D7DEDE3-80AA-4184-B7F9-7AE18451EC3E}" dt="2019-10-06T17:44:54.216" v="173"/>
          <ac:spMkLst>
            <pc:docMk/>
            <pc:sldMk cId="2096246749" sldId="494"/>
            <ac:spMk id="63" creationId="{6369AA50-3CE8-4485-BF29-486AD3A61A36}"/>
          </ac:spMkLst>
        </pc:spChg>
        <pc:spChg chg="add del">
          <ac:chgData name="Cristian Chilipirea" userId="34ab170da5908fc4" providerId="LiveId" clId="{8D7DEDE3-80AA-4184-B7F9-7AE18451EC3E}" dt="2019-10-06T17:44:54.216" v="173"/>
          <ac:spMkLst>
            <pc:docMk/>
            <pc:sldMk cId="2096246749" sldId="494"/>
            <ac:spMk id="66" creationId="{F2EC78A1-03E5-4D7C-AC67-63E94083EB69}"/>
          </ac:spMkLst>
        </pc:spChg>
        <pc:spChg chg="add del">
          <ac:chgData name="Cristian Chilipirea" userId="34ab170da5908fc4" providerId="LiveId" clId="{8D7DEDE3-80AA-4184-B7F9-7AE18451EC3E}" dt="2019-10-06T17:44:54.216" v="173"/>
          <ac:spMkLst>
            <pc:docMk/>
            <pc:sldMk cId="2096246749" sldId="494"/>
            <ac:spMk id="114" creationId="{3C010ECE-F152-41D3-BA50-D32C48C28B30}"/>
          </ac:spMkLst>
        </pc:spChg>
        <pc:spChg chg="add del">
          <ac:chgData name="Cristian Chilipirea" userId="34ab170da5908fc4" providerId="LiveId" clId="{8D7DEDE3-80AA-4184-B7F9-7AE18451EC3E}" dt="2019-10-06T17:44:54.216" v="173"/>
          <ac:spMkLst>
            <pc:docMk/>
            <pc:sldMk cId="2096246749" sldId="494"/>
            <ac:spMk id="115" creationId="{A93074BF-87B4-4862-8845-F83A12AD8E78}"/>
          </ac:spMkLst>
        </pc:spChg>
        <pc:spChg chg="add del">
          <ac:chgData name="Cristian Chilipirea" userId="34ab170da5908fc4" providerId="LiveId" clId="{8D7DEDE3-80AA-4184-B7F9-7AE18451EC3E}" dt="2019-10-06T17:44:54.216" v="173"/>
          <ac:spMkLst>
            <pc:docMk/>
            <pc:sldMk cId="2096246749" sldId="494"/>
            <ac:spMk id="116" creationId="{920A058D-4872-499B-84AF-64D931AE419D}"/>
          </ac:spMkLst>
        </pc:spChg>
        <pc:spChg chg="add del">
          <ac:chgData name="Cristian Chilipirea" userId="34ab170da5908fc4" providerId="LiveId" clId="{8D7DEDE3-80AA-4184-B7F9-7AE18451EC3E}" dt="2019-10-06T17:44:54.216" v="173"/>
          <ac:spMkLst>
            <pc:docMk/>
            <pc:sldMk cId="2096246749" sldId="494"/>
            <ac:spMk id="117" creationId="{F5612B3E-A1BA-4FBC-9E4F-DF9031644454}"/>
          </ac:spMkLst>
        </pc:spChg>
        <pc:spChg chg="add del">
          <ac:chgData name="Cristian Chilipirea" userId="34ab170da5908fc4" providerId="LiveId" clId="{8D7DEDE3-80AA-4184-B7F9-7AE18451EC3E}" dt="2019-10-06T17:44:54.216" v="173"/>
          <ac:spMkLst>
            <pc:docMk/>
            <pc:sldMk cId="2096246749" sldId="494"/>
            <ac:spMk id="122" creationId="{46D74DB4-D36F-4FF2-9C3A-BD755C3A1860}"/>
          </ac:spMkLst>
        </pc:spChg>
        <pc:spChg chg="add mod">
          <ac:chgData name="Cristian Chilipirea" userId="34ab170da5908fc4" providerId="LiveId" clId="{8D7DEDE3-80AA-4184-B7F9-7AE18451EC3E}" dt="2019-10-06T17:44:58.055" v="175" actId="1076"/>
          <ac:spMkLst>
            <pc:docMk/>
            <pc:sldMk cId="2096246749" sldId="494"/>
            <ac:spMk id="123" creationId="{D2084B15-49AA-4DDB-9A3F-06976C61A466}"/>
          </ac:spMkLst>
        </pc:spChg>
        <pc:spChg chg="add mod">
          <ac:chgData name="Cristian Chilipirea" userId="34ab170da5908fc4" providerId="LiveId" clId="{8D7DEDE3-80AA-4184-B7F9-7AE18451EC3E}" dt="2019-10-06T17:44:58.055" v="175" actId="1076"/>
          <ac:spMkLst>
            <pc:docMk/>
            <pc:sldMk cId="2096246749" sldId="494"/>
            <ac:spMk id="126" creationId="{5CE94D7F-6651-4CCC-97A0-E3E1B8DA8681}"/>
          </ac:spMkLst>
        </pc:spChg>
        <pc:spChg chg="add mod">
          <ac:chgData name="Cristian Chilipirea" userId="34ab170da5908fc4" providerId="LiveId" clId="{8D7DEDE3-80AA-4184-B7F9-7AE18451EC3E}" dt="2019-10-06T17:44:58.055" v="175" actId="1076"/>
          <ac:spMkLst>
            <pc:docMk/>
            <pc:sldMk cId="2096246749" sldId="494"/>
            <ac:spMk id="174" creationId="{FE8123DF-5319-4121-92D6-13617E28FF3A}"/>
          </ac:spMkLst>
        </pc:spChg>
        <pc:spChg chg="add mod">
          <ac:chgData name="Cristian Chilipirea" userId="34ab170da5908fc4" providerId="LiveId" clId="{8D7DEDE3-80AA-4184-B7F9-7AE18451EC3E}" dt="2019-10-06T17:44:58.055" v="175" actId="1076"/>
          <ac:spMkLst>
            <pc:docMk/>
            <pc:sldMk cId="2096246749" sldId="494"/>
            <ac:spMk id="175" creationId="{7082DD20-ED22-47D9-9B9F-14F0D7435FEA}"/>
          </ac:spMkLst>
        </pc:spChg>
        <pc:spChg chg="add mod">
          <ac:chgData name="Cristian Chilipirea" userId="34ab170da5908fc4" providerId="LiveId" clId="{8D7DEDE3-80AA-4184-B7F9-7AE18451EC3E}" dt="2019-10-06T17:44:58.055" v="175" actId="1076"/>
          <ac:spMkLst>
            <pc:docMk/>
            <pc:sldMk cId="2096246749" sldId="494"/>
            <ac:spMk id="176" creationId="{3E30A255-D21E-4615-A17A-FF951012A9E9}"/>
          </ac:spMkLst>
        </pc:spChg>
        <pc:spChg chg="add mod">
          <ac:chgData name="Cristian Chilipirea" userId="34ab170da5908fc4" providerId="LiveId" clId="{8D7DEDE3-80AA-4184-B7F9-7AE18451EC3E}" dt="2019-10-06T17:44:58.055" v="175" actId="1076"/>
          <ac:spMkLst>
            <pc:docMk/>
            <pc:sldMk cId="2096246749" sldId="494"/>
            <ac:spMk id="177" creationId="{A03501EE-DD64-4390-95F0-F682A004FC6C}"/>
          </ac:spMkLst>
        </pc:spChg>
        <pc:spChg chg="add mod">
          <ac:chgData name="Cristian Chilipirea" userId="34ab170da5908fc4" providerId="LiveId" clId="{8D7DEDE3-80AA-4184-B7F9-7AE18451EC3E}" dt="2019-10-06T17:44:58.055" v="175" actId="1076"/>
          <ac:spMkLst>
            <pc:docMk/>
            <pc:sldMk cId="2096246749" sldId="494"/>
            <ac:spMk id="182" creationId="{38133998-B194-4C23-9CBC-93F1F7826E11}"/>
          </ac:spMkLst>
        </pc:spChg>
        <pc:grpChg chg="add del">
          <ac:chgData name="Cristian Chilipirea" userId="34ab170da5908fc4" providerId="LiveId" clId="{8D7DEDE3-80AA-4184-B7F9-7AE18451EC3E}" dt="2019-10-06T17:44:47.056" v="171"/>
          <ac:grpSpMkLst>
            <pc:docMk/>
            <pc:sldMk cId="2096246749" sldId="494"/>
            <ac:grpSpMk id="7" creationId="{A39FA2F3-DE8D-4BCA-B2E1-755350EA93A5}"/>
          </ac:grpSpMkLst>
        </pc:grpChg>
        <pc:grpChg chg="add del">
          <ac:chgData name="Cristian Chilipirea" userId="34ab170da5908fc4" providerId="LiveId" clId="{8D7DEDE3-80AA-4184-B7F9-7AE18451EC3E}" dt="2019-10-06T17:44:54.216" v="173"/>
          <ac:grpSpMkLst>
            <pc:docMk/>
            <pc:sldMk cId="2096246749" sldId="494"/>
            <ac:grpSpMk id="67" creationId="{FBCD63B9-E1A8-4092-BDE9-C92C618399B6}"/>
          </ac:grpSpMkLst>
        </pc:grpChg>
        <pc:grpChg chg="add mod">
          <ac:chgData name="Cristian Chilipirea" userId="34ab170da5908fc4" providerId="LiveId" clId="{8D7DEDE3-80AA-4184-B7F9-7AE18451EC3E}" dt="2019-10-06T17:44:58.055" v="175" actId="1076"/>
          <ac:grpSpMkLst>
            <pc:docMk/>
            <pc:sldMk cId="2096246749" sldId="494"/>
            <ac:grpSpMk id="127" creationId="{F29F4BA9-4EA8-49F9-8032-38DFDD932C16}"/>
          </ac:grpSpMkLst>
        </pc:grpChg>
        <pc:grpChg chg="mod">
          <ac:chgData name="Cristian Chilipirea" userId="34ab170da5908fc4" providerId="LiveId" clId="{8D7DEDE3-80AA-4184-B7F9-7AE18451EC3E}" dt="2019-10-06T17:44:58.055" v="175" actId="1076"/>
          <ac:grpSpMkLst>
            <pc:docMk/>
            <pc:sldMk cId="2096246749" sldId="494"/>
            <ac:grpSpMk id="128" creationId="{D3C33B22-B2E1-4000-8866-1BB58052E560}"/>
          </ac:grpSpMkLst>
        </pc:grpChg>
        <pc:grpChg chg="mod">
          <ac:chgData name="Cristian Chilipirea" userId="34ab170da5908fc4" providerId="LiveId" clId="{8D7DEDE3-80AA-4184-B7F9-7AE18451EC3E}" dt="2019-10-06T17:44:58.055" v="175" actId="1076"/>
          <ac:grpSpMkLst>
            <pc:docMk/>
            <pc:sldMk cId="2096246749" sldId="494"/>
            <ac:grpSpMk id="129" creationId="{0B8BDCB7-3CCF-46C2-B7CC-7F71A003C5BB}"/>
          </ac:grpSpMkLst>
        </pc:grpChg>
        <pc:grpChg chg="mod">
          <ac:chgData name="Cristian Chilipirea" userId="34ab170da5908fc4" providerId="LiveId" clId="{8D7DEDE3-80AA-4184-B7F9-7AE18451EC3E}" dt="2019-10-06T17:44:58.055" v="175" actId="1076"/>
          <ac:grpSpMkLst>
            <pc:docMk/>
            <pc:sldMk cId="2096246749" sldId="494"/>
            <ac:grpSpMk id="130" creationId="{441BD2D0-73E5-415B-94B2-B380DA1BB175}"/>
          </ac:grpSpMkLst>
        </pc:grpChg>
        <pc:grpChg chg="mod">
          <ac:chgData name="Cristian Chilipirea" userId="34ab170da5908fc4" providerId="LiveId" clId="{8D7DEDE3-80AA-4184-B7F9-7AE18451EC3E}" dt="2019-10-06T17:44:58.055" v="175" actId="1076"/>
          <ac:grpSpMkLst>
            <pc:docMk/>
            <pc:sldMk cId="2096246749" sldId="494"/>
            <ac:grpSpMk id="131" creationId="{661F721E-5B2B-47AD-9759-643338A22CDB}"/>
          </ac:grpSpMkLst>
        </pc:grpChg>
        <pc:grpChg chg="mod">
          <ac:chgData name="Cristian Chilipirea" userId="34ab170da5908fc4" providerId="LiveId" clId="{8D7DEDE3-80AA-4184-B7F9-7AE18451EC3E}" dt="2019-10-06T17:44:58.055" v="175" actId="1076"/>
          <ac:grpSpMkLst>
            <pc:docMk/>
            <pc:sldMk cId="2096246749" sldId="494"/>
            <ac:grpSpMk id="132" creationId="{9BB6F01F-F434-4BAE-962A-EDBC32857885}"/>
          </ac:grpSpMkLst>
        </pc:grpChg>
        <pc:grpChg chg="mod">
          <ac:chgData name="Cristian Chilipirea" userId="34ab170da5908fc4" providerId="LiveId" clId="{8D7DEDE3-80AA-4184-B7F9-7AE18451EC3E}" dt="2019-10-06T17:44:58.055" v="175" actId="1076"/>
          <ac:grpSpMkLst>
            <pc:docMk/>
            <pc:sldMk cId="2096246749" sldId="494"/>
            <ac:grpSpMk id="133" creationId="{EC16A79A-33B2-4462-936A-A00878D4EFD1}"/>
          </ac:grpSpMkLst>
        </pc:grpChg>
        <pc:grpChg chg="mod">
          <ac:chgData name="Cristian Chilipirea" userId="34ab170da5908fc4" providerId="LiveId" clId="{8D7DEDE3-80AA-4184-B7F9-7AE18451EC3E}" dt="2019-10-06T17:44:58.055" v="175" actId="1076"/>
          <ac:grpSpMkLst>
            <pc:docMk/>
            <pc:sldMk cId="2096246749" sldId="494"/>
            <ac:grpSpMk id="142" creationId="{BB0126C6-B090-4E49-83A9-E9E500A50F9D}"/>
          </ac:grpSpMkLst>
        </pc:grpChg>
        <pc:grpChg chg="mod">
          <ac:chgData name="Cristian Chilipirea" userId="34ab170da5908fc4" providerId="LiveId" clId="{8D7DEDE3-80AA-4184-B7F9-7AE18451EC3E}" dt="2019-10-06T17:44:58.055" v="175" actId="1076"/>
          <ac:grpSpMkLst>
            <pc:docMk/>
            <pc:sldMk cId="2096246749" sldId="494"/>
            <ac:grpSpMk id="143" creationId="{1C707774-9826-4E26-960B-C784151D689F}"/>
          </ac:grpSpMkLst>
        </pc:grpChg>
        <pc:grpChg chg="mod">
          <ac:chgData name="Cristian Chilipirea" userId="34ab170da5908fc4" providerId="LiveId" clId="{8D7DEDE3-80AA-4184-B7F9-7AE18451EC3E}" dt="2019-10-06T17:44:58.055" v="175" actId="1076"/>
          <ac:grpSpMkLst>
            <pc:docMk/>
            <pc:sldMk cId="2096246749" sldId="494"/>
            <ac:grpSpMk id="152" creationId="{C6F749D7-6EE7-46E7-A734-6261DB115D28}"/>
          </ac:grpSpMkLst>
        </pc:grpChg>
        <pc:grpChg chg="mod">
          <ac:chgData name="Cristian Chilipirea" userId="34ab170da5908fc4" providerId="LiveId" clId="{8D7DEDE3-80AA-4184-B7F9-7AE18451EC3E}" dt="2019-10-06T17:44:58.055" v="175" actId="1076"/>
          <ac:grpSpMkLst>
            <pc:docMk/>
            <pc:sldMk cId="2096246749" sldId="494"/>
            <ac:grpSpMk id="153" creationId="{82BEA7A0-107F-4994-A0C3-2617B781DFB6}"/>
          </ac:grpSpMkLst>
        </pc:grpChg>
        <pc:grpChg chg="mod">
          <ac:chgData name="Cristian Chilipirea" userId="34ab170da5908fc4" providerId="LiveId" clId="{8D7DEDE3-80AA-4184-B7F9-7AE18451EC3E}" dt="2019-10-06T17:44:58.055" v="175" actId="1076"/>
          <ac:grpSpMkLst>
            <pc:docMk/>
            <pc:sldMk cId="2096246749" sldId="494"/>
            <ac:grpSpMk id="154" creationId="{9BE4F03E-D15C-43D3-A054-F52357AF2E5E}"/>
          </ac:grpSpMkLst>
        </pc:grpChg>
        <pc:grpChg chg="mod">
          <ac:chgData name="Cristian Chilipirea" userId="34ab170da5908fc4" providerId="LiveId" clId="{8D7DEDE3-80AA-4184-B7F9-7AE18451EC3E}" dt="2019-10-06T17:44:58.055" v="175" actId="1076"/>
          <ac:grpSpMkLst>
            <pc:docMk/>
            <pc:sldMk cId="2096246749" sldId="494"/>
            <ac:grpSpMk id="155" creationId="{971190E1-3E35-40AA-8B9D-897420CEF856}"/>
          </ac:grpSpMkLst>
        </pc:grpChg>
        <pc:grpChg chg="mod">
          <ac:chgData name="Cristian Chilipirea" userId="34ab170da5908fc4" providerId="LiveId" clId="{8D7DEDE3-80AA-4184-B7F9-7AE18451EC3E}" dt="2019-10-06T17:44:58.055" v="175" actId="1076"/>
          <ac:grpSpMkLst>
            <pc:docMk/>
            <pc:sldMk cId="2096246749" sldId="494"/>
            <ac:grpSpMk id="164" creationId="{6FBF0DEC-701E-4361-8B77-526296076367}"/>
          </ac:grpSpMkLst>
        </pc:grpChg>
        <pc:grpChg chg="mod">
          <ac:chgData name="Cristian Chilipirea" userId="34ab170da5908fc4" providerId="LiveId" clId="{8D7DEDE3-80AA-4184-B7F9-7AE18451EC3E}" dt="2019-10-06T17:44:58.055" v="175" actId="1076"/>
          <ac:grpSpMkLst>
            <pc:docMk/>
            <pc:sldMk cId="2096246749" sldId="494"/>
            <ac:grpSpMk id="165" creationId="{EAA50C88-95C8-428A-BC6F-6F93E8FABE04}"/>
          </ac:grpSpMkLst>
        </pc:grpChg>
        <pc:cxnChg chg="add del">
          <ac:chgData name="Cristian Chilipirea" userId="34ab170da5908fc4" providerId="LiveId" clId="{8D7DEDE3-80AA-4184-B7F9-7AE18451EC3E}" dt="2019-10-06T17:44:47.056" v="171"/>
          <ac:cxnSpMkLst>
            <pc:docMk/>
            <pc:sldMk cId="2096246749" sldId="494"/>
            <ac:cxnSpMk id="5" creationId="{05E22517-FE85-4EE8-BCF3-5DD342974108}"/>
          </ac:cxnSpMkLst>
        </pc:cxnChg>
        <pc:cxnChg chg="add del">
          <ac:chgData name="Cristian Chilipirea" userId="34ab170da5908fc4" providerId="LiveId" clId="{8D7DEDE3-80AA-4184-B7F9-7AE18451EC3E}" dt="2019-10-06T17:44:47.056" v="171"/>
          <ac:cxnSpMkLst>
            <pc:docMk/>
            <pc:sldMk cId="2096246749" sldId="494"/>
            <ac:cxnSpMk id="6" creationId="{7976881F-8122-44AC-8910-7E71AF7CEF13}"/>
          </ac:cxnSpMkLst>
        </pc:cxnChg>
        <pc:cxnChg chg="add del">
          <ac:chgData name="Cristian Chilipirea" userId="34ab170da5908fc4" providerId="LiveId" clId="{8D7DEDE3-80AA-4184-B7F9-7AE18451EC3E}" dt="2019-10-06T17:44:47.056" v="171"/>
          <ac:cxnSpMkLst>
            <pc:docMk/>
            <pc:sldMk cId="2096246749" sldId="494"/>
            <ac:cxnSpMk id="58" creationId="{B1293803-32BB-4FF7-9AC2-30F770730C55}"/>
          </ac:cxnSpMkLst>
        </pc:cxnChg>
        <pc:cxnChg chg="add del">
          <ac:chgData name="Cristian Chilipirea" userId="34ab170da5908fc4" providerId="LiveId" clId="{8D7DEDE3-80AA-4184-B7F9-7AE18451EC3E}" dt="2019-10-06T17:44:47.056" v="171"/>
          <ac:cxnSpMkLst>
            <pc:docMk/>
            <pc:sldMk cId="2096246749" sldId="494"/>
            <ac:cxnSpMk id="59" creationId="{7989F71B-6FFF-4D05-B99C-A4C31C3C8889}"/>
          </ac:cxnSpMkLst>
        </pc:cxnChg>
        <pc:cxnChg chg="add del">
          <ac:chgData name="Cristian Chilipirea" userId="34ab170da5908fc4" providerId="LiveId" clId="{8D7DEDE3-80AA-4184-B7F9-7AE18451EC3E}" dt="2019-10-06T17:44:47.056" v="171"/>
          <ac:cxnSpMkLst>
            <pc:docMk/>
            <pc:sldMk cId="2096246749" sldId="494"/>
            <ac:cxnSpMk id="60" creationId="{0C12657E-AA4E-4319-87F1-EFDFD2C7D210}"/>
          </ac:cxnSpMkLst>
        </pc:cxnChg>
        <pc:cxnChg chg="add del">
          <ac:chgData name="Cristian Chilipirea" userId="34ab170da5908fc4" providerId="LiveId" clId="{8D7DEDE3-80AA-4184-B7F9-7AE18451EC3E}" dt="2019-10-06T17:44:47.056" v="171"/>
          <ac:cxnSpMkLst>
            <pc:docMk/>
            <pc:sldMk cId="2096246749" sldId="494"/>
            <ac:cxnSpMk id="61" creationId="{702F25F0-30B7-4C66-A48A-383D5FF44D02}"/>
          </ac:cxnSpMkLst>
        </pc:cxnChg>
        <pc:cxnChg chg="add del">
          <ac:chgData name="Cristian Chilipirea" userId="34ab170da5908fc4" providerId="LiveId" clId="{8D7DEDE3-80AA-4184-B7F9-7AE18451EC3E}" dt="2019-10-06T17:44:54.216" v="173"/>
          <ac:cxnSpMkLst>
            <pc:docMk/>
            <pc:sldMk cId="2096246749" sldId="494"/>
            <ac:cxnSpMk id="64" creationId="{00E53E97-EAFD-4351-9FBA-CC28B1A3C28C}"/>
          </ac:cxnSpMkLst>
        </pc:cxnChg>
        <pc:cxnChg chg="add del">
          <ac:chgData name="Cristian Chilipirea" userId="34ab170da5908fc4" providerId="LiveId" clId="{8D7DEDE3-80AA-4184-B7F9-7AE18451EC3E}" dt="2019-10-06T17:44:54.216" v="173"/>
          <ac:cxnSpMkLst>
            <pc:docMk/>
            <pc:sldMk cId="2096246749" sldId="494"/>
            <ac:cxnSpMk id="65" creationId="{1FBAE6EC-CB33-43F0-BC59-BB5FA62D9593}"/>
          </ac:cxnSpMkLst>
        </pc:cxnChg>
        <pc:cxnChg chg="add del">
          <ac:chgData name="Cristian Chilipirea" userId="34ab170da5908fc4" providerId="LiveId" clId="{8D7DEDE3-80AA-4184-B7F9-7AE18451EC3E}" dt="2019-10-06T17:44:54.216" v="173"/>
          <ac:cxnSpMkLst>
            <pc:docMk/>
            <pc:sldMk cId="2096246749" sldId="494"/>
            <ac:cxnSpMk id="118" creationId="{96AC9031-CA6F-409D-82A5-AE03493BADE5}"/>
          </ac:cxnSpMkLst>
        </pc:cxnChg>
        <pc:cxnChg chg="add del">
          <ac:chgData name="Cristian Chilipirea" userId="34ab170da5908fc4" providerId="LiveId" clId="{8D7DEDE3-80AA-4184-B7F9-7AE18451EC3E}" dt="2019-10-06T17:44:54.216" v="173"/>
          <ac:cxnSpMkLst>
            <pc:docMk/>
            <pc:sldMk cId="2096246749" sldId="494"/>
            <ac:cxnSpMk id="119" creationId="{3464480E-96BB-48A1-9328-F51025E729B4}"/>
          </ac:cxnSpMkLst>
        </pc:cxnChg>
        <pc:cxnChg chg="add del">
          <ac:chgData name="Cristian Chilipirea" userId="34ab170da5908fc4" providerId="LiveId" clId="{8D7DEDE3-80AA-4184-B7F9-7AE18451EC3E}" dt="2019-10-06T17:44:54.216" v="173"/>
          <ac:cxnSpMkLst>
            <pc:docMk/>
            <pc:sldMk cId="2096246749" sldId="494"/>
            <ac:cxnSpMk id="120" creationId="{1C0398F0-F75C-4F2B-B000-D338DE3A48AF}"/>
          </ac:cxnSpMkLst>
        </pc:cxnChg>
        <pc:cxnChg chg="add del">
          <ac:chgData name="Cristian Chilipirea" userId="34ab170da5908fc4" providerId="LiveId" clId="{8D7DEDE3-80AA-4184-B7F9-7AE18451EC3E}" dt="2019-10-06T17:44:54.216" v="173"/>
          <ac:cxnSpMkLst>
            <pc:docMk/>
            <pc:sldMk cId="2096246749" sldId="494"/>
            <ac:cxnSpMk id="121" creationId="{0BBC6EA0-8E94-4B9D-BA05-5B1AF93FD9DF}"/>
          </ac:cxnSpMkLst>
        </pc:cxnChg>
        <pc:cxnChg chg="add mod">
          <ac:chgData name="Cristian Chilipirea" userId="34ab170da5908fc4" providerId="LiveId" clId="{8D7DEDE3-80AA-4184-B7F9-7AE18451EC3E}" dt="2019-10-06T17:44:58.055" v="175" actId="1076"/>
          <ac:cxnSpMkLst>
            <pc:docMk/>
            <pc:sldMk cId="2096246749" sldId="494"/>
            <ac:cxnSpMk id="124" creationId="{C43FD858-9C8E-439B-81CB-B5DF21710545}"/>
          </ac:cxnSpMkLst>
        </pc:cxnChg>
        <pc:cxnChg chg="add mod">
          <ac:chgData name="Cristian Chilipirea" userId="34ab170da5908fc4" providerId="LiveId" clId="{8D7DEDE3-80AA-4184-B7F9-7AE18451EC3E}" dt="2019-10-06T17:44:58.055" v="175" actId="1076"/>
          <ac:cxnSpMkLst>
            <pc:docMk/>
            <pc:sldMk cId="2096246749" sldId="494"/>
            <ac:cxnSpMk id="125" creationId="{19E7E38D-B420-4E4F-BD50-5DE85915FC26}"/>
          </ac:cxnSpMkLst>
        </pc:cxnChg>
        <pc:cxnChg chg="add mod">
          <ac:chgData name="Cristian Chilipirea" userId="34ab170da5908fc4" providerId="LiveId" clId="{8D7DEDE3-80AA-4184-B7F9-7AE18451EC3E}" dt="2019-10-06T17:44:58.055" v="175" actId="1076"/>
          <ac:cxnSpMkLst>
            <pc:docMk/>
            <pc:sldMk cId="2096246749" sldId="494"/>
            <ac:cxnSpMk id="178" creationId="{341D19AE-FFA5-47AE-A703-29860A09E831}"/>
          </ac:cxnSpMkLst>
        </pc:cxnChg>
        <pc:cxnChg chg="add mod">
          <ac:chgData name="Cristian Chilipirea" userId="34ab170da5908fc4" providerId="LiveId" clId="{8D7DEDE3-80AA-4184-B7F9-7AE18451EC3E}" dt="2019-10-06T17:44:58.055" v="175" actId="1076"/>
          <ac:cxnSpMkLst>
            <pc:docMk/>
            <pc:sldMk cId="2096246749" sldId="494"/>
            <ac:cxnSpMk id="179" creationId="{36D29D31-AF24-4228-B924-22A4443D2B04}"/>
          </ac:cxnSpMkLst>
        </pc:cxnChg>
        <pc:cxnChg chg="add mod">
          <ac:chgData name="Cristian Chilipirea" userId="34ab170da5908fc4" providerId="LiveId" clId="{8D7DEDE3-80AA-4184-B7F9-7AE18451EC3E}" dt="2019-10-06T17:44:58.055" v="175" actId="1076"/>
          <ac:cxnSpMkLst>
            <pc:docMk/>
            <pc:sldMk cId="2096246749" sldId="494"/>
            <ac:cxnSpMk id="180" creationId="{8344A9DA-7191-4A5D-A045-213A32951CE1}"/>
          </ac:cxnSpMkLst>
        </pc:cxnChg>
        <pc:cxnChg chg="add mod">
          <ac:chgData name="Cristian Chilipirea" userId="34ab170da5908fc4" providerId="LiveId" clId="{8D7DEDE3-80AA-4184-B7F9-7AE18451EC3E}" dt="2019-10-06T17:44:58.055" v="175" actId="1076"/>
          <ac:cxnSpMkLst>
            <pc:docMk/>
            <pc:sldMk cId="2096246749" sldId="494"/>
            <ac:cxnSpMk id="181" creationId="{F6F5CF80-8DB9-4B68-96D2-988DA6F69AAC}"/>
          </ac:cxnSpMkLst>
        </pc:cxnChg>
      </pc:sldChg>
      <pc:sldChg chg="addSp delSp modSp add modAnim">
        <pc:chgData name="Cristian Chilipirea" userId="34ab170da5908fc4" providerId="LiveId" clId="{8D7DEDE3-80AA-4184-B7F9-7AE18451EC3E}" dt="2019-10-06T17:45:15.670" v="181"/>
        <pc:sldMkLst>
          <pc:docMk/>
          <pc:sldMk cId="3714542689" sldId="495"/>
        </pc:sldMkLst>
        <pc:spChg chg="mod">
          <ac:chgData name="Cristian Chilipirea" userId="34ab170da5908fc4" providerId="LiveId" clId="{8D7DEDE3-80AA-4184-B7F9-7AE18451EC3E}" dt="2019-10-06T17:45:04.850" v="177"/>
          <ac:spMkLst>
            <pc:docMk/>
            <pc:sldMk cId="3714542689" sldId="495"/>
            <ac:spMk id="2" creationId="{C61656D0-8689-4710-A92C-277B01333414}"/>
          </ac:spMkLst>
        </pc:spChg>
        <pc:spChg chg="del">
          <ac:chgData name="Cristian Chilipirea" userId="34ab170da5908fc4" providerId="LiveId" clId="{8D7DEDE3-80AA-4184-B7F9-7AE18451EC3E}" dt="2019-10-06T17:45:12.447" v="178" actId="478"/>
          <ac:spMkLst>
            <pc:docMk/>
            <pc:sldMk cId="3714542689" sldId="495"/>
            <ac:spMk id="3" creationId="{1130A7A3-D69D-4DF2-A25B-10598B4B690B}"/>
          </ac:spMkLst>
        </pc:spChg>
        <pc:spChg chg="add del">
          <ac:chgData name="Cristian Chilipirea" userId="34ab170da5908fc4" providerId="LiveId" clId="{8D7DEDE3-80AA-4184-B7F9-7AE18451EC3E}" dt="2019-10-06T17:45:15.644" v="180"/>
          <ac:spMkLst>
            <pc:docMk/>
            <pc:sldMk cId="3714542689" sldId="495"/>
            <ac:spMk id="20" creationId="{9BB9A06D-C121-4DFD-B40C-5B5EDBA244C5}"/>
          </ac:spMkLst>
        </pc:spChg>
        <pc:spChg chg="add del">
          <ac:chgData name="Cristian Chilipirea" userId="34ab170da5908fc4" providerId="LiveId" clId="{8D7DEDE3-80AA-4184-B7F9-7AE18451EC3E}" dt="2019-10-06T17:45:15.644" v="180"/>
          <ac:spMkLst>
            <pc:docMk/>
            <pc:sldMk cId="3714542689" sldId="495"/>
            <ac:spMk id="21" creationId="{EEF22B1A-956A-4BEA-B068-BD3DD5B38D0A}"/>
          </ac:spMkLst>
        </pc:spChg>
        <pc:spChg chg="add del">
          <ac:chgData name="Cristian Chilipirea" userId="34ab170da5908fc4" providerId="LiveId" clId="{8D7DEDE3-80AA-4184-B7F9-7AE18451EC3E}" dt="2019-10-06T17:45:15.644" v="180"/>
          <ac:spMkLst>
            <pc:docMk/>
            <pc:sldMk cId="3714542689" sldId="495"/>
            <ac:spMk id="22" creationId="{D1BCF7F4-9B94-4071-AA86-6D4CDDAD11F8}"/>
          </ac:spMkLst>
        </pc:spChg>
        <pc:spChg chg="add del">
          <ac:chgData name="Cristian Chilipirea" userId="34ab170da5908fc4" providerId="LiveId" clId="{8D7DEDE3-80AA-4184-B7F9-7AE18451EC3E}" dt="2019-10-06T17:45:15.644" v="180"/>
          <ac:spMkLst>
            <pc:docMk/>
            <pc:sldMk cId="3714542689" sldId="495"/>
            <ac:spMk id="23" creationId="{C2041409-8F6A-4213-AAAE-86A1123C79F4}"/>
          </ac:spMkLst>
        </pc:spChg>
        <pc:spChg chg="add del">
          <ac:chgData name="Cristian Chilipirea" userId="34ab170da5908fc4" providerId="LiveId" clId="{8D7DEDE3-80AA-4184-B7F9-7AE18451EC3E}" dt="2019-10-06T17:45:15.644" v="180"/>
          <ac:spMkLst>
            <pc:docMk/>
            <pc:sldMk cId="3714542689" sldId="495"/>
            <ac:spMk id="24" creationId="{FCF05A59-1263-4D05-A2EE-3BCED4D94278}"/>
          </ac:spMkLst>
        </pc:spChg>
        <pc:spChg chg="add del">
          <ac:chgData name="Cristian Chilipirea" userId="34ab170da5908fc4" providerId="LiveId" clId="{8D7DEDE3-80AA-4184-B7F9-7AE18451EC3E}" dt="2019-10-06T17:45:15.644" v="180"/>
          <ac:spMkLst>
            <pc:docMk/>
            <pc:sldMk cId="3714542689" sldId="495"/>
            <ac:spMk id="25" creationId="{F6F36E7A-5EAF-4128-89F9-853CB1BEE851}"/>
          </ac:spMkLst>
        </pc:spChg>
        <pc:spChg chg="add del">
          <ac:chgData name="Cristian Chilipirea" userId="34ab170da5908fc4" providerId="LiveId" clId="{8D7DEDE3-80AA-4184-B7F9-7AE18451EC3E}" dt="2019-10-06T17:45:15.644" v="180"/>
          <ac:spMkLst>
            <pc:docMk/>
            <pc:sldMk cId="3714542689" sldId="495"/>
            <ac:spMk id="42" creationId="{A9CFD3AA-4C8A-4240-8B4A-49D7B8A303EE}"/>
          </ac:spMkLst>
        </pc:spChg>
        <pc:spChg chg="add del">
          <ac:chgData name="Cristian Chilipirea" userId="34ab170da5908fc4" providerId="LiveId" clId="{8D7DEDE3-80AA-4184-B7F9-7AE18451EC3E}" dt="2019-10-06T17:45:15.644" v="180"/>
          <ac:spMkLst>
            <pc:docMk/>
            <pc:sldMk cId="3714542689" sldId="495"/>
            <ac:spMk id="43" creationId="{752C5EEE-5E29-4496-93D4-FB7BCE898A22}"/>
          </ac:spMkLst>
        </pc:spChg>
        <pc:spChg chg="add del">
          <ac:chgData name="Cristian Chilipirea" userId="34ab170da5908fc4" providerId="LiveId" clId="{8D7DEDE3-80AA-4184-B7F9-7AE18451EC3E}" dt="2019-10-06T17:45:15.644" v="180"/>
          <ac:spMkLst>
            <pc:docMk/>
            <pc:sldMk cId="3714542689" sldId="495"/>
            <ac:spMk id="46" creationId="{8FD53660-A455-4227-BC0A-3F280F579FC0}"/>
          </ac:spMkLst>
        </pc:spChg>
        <pc:spChg chg="add">
          <ac:chgData name="Cristian Chilipirea" userId="34ab170da5908fc4" providerId="LiveId" clId="{8D7DEDE3-80AA-4184-B7F9-7AE18451EC3E}" dt="2019-10-06T17:45:15.670" v="181"/>
          <ac:spMkLst>
            <pc:docMk/>
            <pc:sldMk cId="3714542689" sldId="495"/>
            <ac:spMk id="63" creationId="{B73F15C6-5249-42A7-80E8-FDBA4D423B09}"/>
          </ac:spMkLst>
        </pc:spChg>
        <pc:spChg chg="add">
          <ac:chgData name="Cristian Chilipirea" userId="34ab170da5908fc4" providerId="LiveId" clId="{8D7DEDE3-80AA-4184-B7F9-7AE18451EC3E}" dt="2019-10-06T17:45:15.670" v="181"/>
          <ac:spMkLst>
            <pc:docMk/>
            <pc:sldMk cId="3714542689" sldId="495"/>
            <ac:spMk id="64" creationId="{12CF9302-B9C7-451D-B2A7-FBB0360081A4}"/>
          </ac:spMkLst>
        </pc:spChg>
        <pc:spChg chg="add">
          <ac:chgData name="Cristian Chilipirea" userId="34ab170da5908fc4" providerId="LiveId" clId="{8D7DEDE3-80AA-4184-B7F9-7AE18451EC3E}" dt="2019-10-06T17:45:15.670" v="181"/>
          <ac:spMkLst>
            <pc:docMk/>
            <pc:sldMk cId="3714542689" sldId="495"/>
            <ac:spMk id="65" creationId="{3D43B14E-64D6-4A25-BB28-99396105C2DF}"/>
          </ac:spMkLst>
        </pc:spChg>
        <pc:spChg chg="add">
          <ac:chgData name="Cristian Chilipirea" userId="34ab170da5908fc4" providerId="LiveId" clId="{8D7DEDE3-80AA-4184-B7F9-7AE18451EC3E}" dt="2019-10-06T17:45:15.670" v="181"/>
          <ac:spMkLst>
            <pc:docMk/>
            <pc:sldMk cId="3714542689" sldId="495"/>
            <ac:spMk id="66" creationId="{BEAB2B8C-A26A-4835-BC91-EC4E42537489}"/>
          </ac:spMkLst>
        </pc:spChg>
        <pc:spChg chg="add">
          <ac:chgData name="Cristian Chilipirea" userId="34ab170da5908fc4" providerId="LiveId" clId="{8D7DEDE3-80AA-4184-B7F9-7AE18451EC3E}" dt="2019-10-06T17:45:15.670" v="181"/>
          <ac:spMkLst>
            <pc:docMk/>
            <pc:sldMk cId="3714542689" sldId="495"/>
            <ac:spMk id="67" creationId="{A6B9254C-F313-4DF9-A356-2ACFD5E7BCA1}"/>
          </ac:spMkLst>
        </pc:spChg>
        <pc:spChg chg="add">
          <ac:chgData name="Cristian Chilipirea" userId="34ab170da5908fc4" providerId="LiveId" clId="{8D7DEDE3-80AA-4184-B7F9-7AE18451EC3E}" dt="2019-10-06T17:45:15.670" v="181"/>
          <ac:spMkLst>
            <pc:docMk/>
            <pc:sldMk cId="3714542689" sldId="495"/>
            <ac:spMk id="68" creationId="{A07D0667-ACE4-4FD9-9133-0B1F21F019E3}"/>
          </ac:spMkLst>
        </pc:spChg>
        <pc:spChg chg="add">
          <ac:chgData name="Cristian Chilipirea" userId="34ab170da5908fc4" providerId="LiveId" clId="{8D7DEDE3-80AA-4184-B7F9-7AE18451EC3E}" dt="2019-10-06T17:45:15.670" v="181"/>
          <ac:spMkLst>
            <pc:docMk/>
            <pc:sldMk cId="3714542689" sldId="495"/>
            <ac:spMk id="85" creationId="{6F9853F7-F484-448D-84AD-32F309A22564}"/>
          </ac:spMkLst>
        </pc:spChg>
        <pc:spChg chg="add">
          <ac:chgData name="Cristian Chilipirea" userId="34ab170da5908fc4" providerId="LiveId" clId="{8D7DEDE3-80AA-4184-B7F9-7AE18451EC3E}" dt="2019-10-06T17:45:15.670" v="181"/>
          <ac:spMkLst>
            <pc:docMk/>
            <pc:sldMk cId="3714542689" sldId="495"/>
            <ac:spMk id="86" creationId="{53AE3C0C-3F71-46E9-BC2D-B3D5156D5B28}"/>
          </ac:spMkLst>
        </pc:spChg>
        <pc:spChg chg="add">
          <ac:chgData name="Cristian Chilipirea" userId="34ab170da5908fc4" providerId="LiveId" clId="{8D7DEDE3-80AA-4184-B7F9-7AE18451EC3E}" dt="2019-10-06T17:45:15.670" v="181"/>
          <ac:spMkLst>
            <pc:docMk/>
            <pc:sldMk cId="3714542689" sldId="495"/>
            <ac:spMk id="89" creationId="{54F51BB9-3CC1-45A9-83AD-DE10F9D1488C}"/>
          </ac:spMkLst>
        </pc:spChg>
        <pc:grpChg chg="add del">
          <ac:chgData name="Cristian Chilipirea" userId="34ab170da5908fc4" providerId="LiveId" clId="{8D7DEDE3-80AA-4184-B7F9-7AE18451EC3E}" dt="2019-10-06T17:45:15.644" v="180"/>
          <ac:grpSpMkLst>
            <pc:docMk/>
            <pc:sldMk cId="3714542689" sldId="495"/>
            <ac:grpSpMk id="4" creationId="{DC24E315-C0A2-4CF7-B866-1623FDDE6CA3}"/>
          </ac:grpSpMkLst>
        </pc:grpChg>
        <pc:grpChg chg="add del">
          <ac:chgData name="Cristian Chilipirea" userId="34ab170da5908fc4" providerId="LiveId" clId="{8D7DEDE3-80AA-4184-B7F9-7AE18451EC3E}" dt="2019-10-06T17:45:15.644" v="180"/>
          <ac:grpSpMkLst>
            <pc:docMk/>
            <pc:sldMk cId="3714542689" sldId="495"/>
            <ac:grpSpMk id="8" creationId="{FE61ABD2-38D6-4038-9661-5A2948C30E4F}"/>
          </ac:grpSpMkLst>
        </pc:grpChg>
        <pc:grpChg chg="add del">
          <ac:chgData name="Cristian Chilipirea" userId="34ab170da5908fc4" providerId="LiveId" clId="{8D7DEDE3-80AA-4184-B7F9-7AE18451EC3E}" dt="2019-10-06T17:45:15.644" v="180"/>
          <ac:grpSpMkLst>
            <pc:docMk/>
            <pc:sldMk cId="3714542689" sldId="495"/>
            <ac:grpSpMk id="12" creationId="{C55BCB65-6A5F-4E58-A95B-6EAF6EA500A0}"/>
          </ac:grpSpMkLst>
        </pc:grpChg>
        <pc:grpChg chg="add del">
          <ac:chgData name="Cristian Chilipirea" userId="34ab170da5908fc4" providerId="LiveId" clId="{8D7DEDE3-80AA-4184-B7F9-7AE18451EC3E}" dt="2019-10-06T17:45:15.644" v="180"/>
          <ac:grpSpMkLst>
            <pc:docMk/>
            <pc:sldMk cId="3714542689" sldId="495"/>
            <ac:grpSpMk id="16" creationId="{33FE52B4-DDD1-450E-880B-8C5D57305043}"/>
          </ac:grpSpMkLst>
        </pc:grpChg>
        <pc:grpChg chg="add del">
          <ac:chgData name="Cristian Chilipirea" userId="34ab170da5908fc4" providerId="LiveId" clId="{8D7DEDE3-80AA-4184-B7F9-7AE18451EC3E}" dt="2019-10-06T17:45:15.644" v="180"/>
          <ac:grpSpMkLst>
            <pc:docMk/>
            <pc:sldMk cId="3714542689" sldId="495"/>
            <ac:grpSpMk id="26" creationId="{A7C1720E-214A-4192-8DC0-83692F3E26C8}"/>
          </ac:grpSpMkLst>
        </pc:grpChg>
        <pc:grpChg chg="add">
          <ac:chgData name="Cristian Chilipirea" userId="34ab170da5908fc4" providerId="LiveId" clId="{8D7DEDE3-80AA-4184-B7F9-7AE18451EC3E}" dt="2019-10-06T17:45:15.670" v="181"/>
          <ac:grpSpMkLst>
            <pc:docMk/>
            <pc:sldMk cId="3714542689" sldId="495"/>
            <ac:grpSpMk id="47" creationId="{10CE6C52-5834-4A88-8E13-D00A30379BE2}"/>
          </ac:grpSpMkLst>
        </pc:grpChg>
        <pc:grpChg chg="add">
          <ac:chgData name="Cristian Chilipirea" userId="34ab170da5908fc4" providerId="LiveId" clId="{8D7DEDE3-80AA-4184-B7F9-7AE18451EC3E}" dt="2019-10-06T17:45:15.670" v="181"/>
          <ac:grpSpMkLst>
            <pc:docMk/>
            <pc:sldMk cId="3714542689" sldId="495"/>
            <ac:grpSpMk id="51" creationId="{08A7E7EC-6CD9-4804-BC2A-58924B6803A4}"/>
          </ac:grpSpMkLst>
        </pc:grpChg>
        <pc:grpChg chg="add">
          <ac:chgData name="Cristian Chilipirea" userId="34ab170da5908fc4" providerId="LiveId" clId="{8D7DEDE3-80AA-4184-B7F9-7AE18451EC3E}" dt="2019-10-06T17:45:15.670" v="181"/>
          <ac:grpSpMkLst>
            <pc:docMk/>
            <pc:sldMk cId="3714542689" sldId="495"/>
            <ac:grpSpMk id="55" creationId="{7D1E5303-2246-47A2-8B1E-26642473C100}"/>
          </ac:grpSpMkLst>
        </pc:grpChg>
        <pc:grpChg chg="add">
          <ac:chgData name="Cristian Chilipirea" userId="34ab170da5908fc4" providerId="LiveId" clId="{8D7DEDE3-80AA-4184-B7F9-7AE18451EC3E}" dt="2019-10-06T17:45:15.670" v="181"/>
          <ac:grpSpMkLst>
            <pc:docMk/>
            <pc:sldMk cId="3714542689" sldId="495"/>
            <ac:grpSpMk id="59" creationId="{06630ADE-8B3D-454B-9898-E965CCF4229B}"/>
          </ac:grpSpMkLst>
        </pc:grpChg>
        <pc:grpChg chg="add">
          <ac:chgData name="Cristian Chilipirea" userId="34ab170da5908fc4" providerId="LiveId" clId="{8D7DEDE3-80AA-4184-B7F9-7AE18451EC3E}" dt="2019-10-06T17:45:15.670" v="181"/>
          <ac:grpSpMkLst>
            <pc:docMk/>
            <pc:sldMk cId="3714542689" sldId="495"/>
            <ac:grpSpMk id="69" creationId="{CCB3BB49-F2D0-4612-85DB-8AEC839B3DE8}"/>
          </ac:grpSpMkLst>
        </pc:grpChg>
        <pc:cxnChg chg="add del">
          <ac:chgData name="Cristian Chilipirea" userId="34ab170da5908fc4" providerId="LiveId" clId="{8D7DEDE3-80AA-4184-B7F9-7AE18451EC3E}" dt="2019-10-06T17:45:15.644" v="180"/>
          <ac:cxnSpMkLst>
            <pc:docMk/>
            <pc:sldMk cId="3714542689" sldId="495"/>
            <ac:cxnSpMk id="44" creationId="{D7CB0324-F634-4C95-8FF7-E08017E9254D}"/>
          </ac:cxnSpMkLst>
        </pc:cxnChg>
        <pc:cxnChg chg="add del">
          <ac:chgData name="Cristian Chilipirea" userId="34ab170da5908fc4" providerId="LiveId" clId="{8D7DEDE3-80AA-4184-B7F9-7AE18451EC3E}" dt="2019-10-06T17:45:15.644" v="180"/>
          <ac:cxnSpMkLst>
            <pc:docMk/>
            <pc:sldMk cId="3714542689" sldId="495"/>
            <ac:cxnSpMk id="45" creationId="{7DA1D394-20A1-4A68-ACB8-EC7577DEF71E}"/>
          </ac:cxnSpMkLst>
        </pc:cxnChg>
        <pc:cxnChg chg="add">
          <ac:chgData name="Cristian Chilipirea" userId="34ab170da5908fc4" providerId="LiveId" clId="{8D7DEDE3-80AA-4184-B7F9-7AE18451EC3E}" dt="2019-10-06T17:45:15.670" v="181"/>
          <ac:cxnSpMkLst>
            <pc:docMk/>
            <pc:sldMk cId="3714542689" sldId="495"/>
            <ac:cxnSpMk id="87" creationId="{E8C60CFA-9B2C-4FAF-973A-53DA7677DD52}"/>
          </ac:cxnSpMkLst>
        </pc:cxnChg>
        <pc:cxnChg chg="add">
          <ac:chgData name="Cristian Chilipirea" userId="34ab170da5908fc4" providerId="LiveId" clId="{8D7DEDE3-80AA-4184-B7F9-7AE18451EC3E}" dt="2019-10-06T17:45:15.670" v="181"/>
          <ac:cxnSpMkLst>
            <pc:docMk/>
            <pc:sldMk cId="3714542689" sldId="495"/>
            <ac:cxnSpMk id="88" creationId="{498AA9AC-D584-47DE-AAED-616DD6CF2A98}"/>
          </ac:cxnSpMkLst>
        </pc:cxnChg>
      </pc:sldChg>
      <pc:sldChg chg="addSp delSp modSp add modAnim">
        <pc:chgData name="Cristian Chilipirea" userId="34ab170da5908fc4" providerId="LiveId" clId="{8D7DEDE3-80AA-4184-B7F9-7AE18451EC3E}" dt="2019-10-06T17:45:36.574" v="187"/>
        <pc:sldMkLst>
          <pc:docMk/>
          <pc:sldMk cId="1341029990" sldId="496"/>
        </pc:sldMkLst>
        <pc:spChg chg="mod">
          <ac:chgData name="Cristian Chilipirea" userId="34ab170da5908fc4" providerId="LiveId" clId="{8D7DEDE3-80AA-4184-B7F9-7AE18451EC3E}" dt="2019-10-06T17:45:25.052" v="183"/>
          <ac:spMkLst>
            <pc:docMk/>
            <pc:sldMk cId="1341029990" sldId="496"/>
            <ac:spMk id="2" creationId="{771E9441-8AAC-4346-AB7C-FD821CBF4877}"/>
          </ac:spMkLst>
        </pc:spChg>
        <pc:spChg chg="del">
          <ac:chgData name="Cristian Chilipirea" userId="34ab170da5908fc4" providerId="LiveId" clId="{8D7DEDE3-80AA-4184-B7F9-7AE18451EC3E}" dt="2019-10-06T17:45:33.660" v="184" actId="478"/>
          <ac:spMkLst>
            <pc:docMk/>
            <pc:sldMk cId="1341029990" sldId="496"/>
            <ac:spMk id="3" creationId="{A637FE55-7FAA-4CBF-9FC6-9F47FE31451A}"/>
          </ac:spMkLst>
        </pc:spChg>
        <pc:spChg chg="add del">
          <ac:chgData name="Cristian Chilipirea" userId="34ab170da5908fc4" providerId="LiveId" clId="{8D7DEDE3-80AA-4184-B7F9-7AE18451EC3E}" dt="2019-10-06T17:45:36.549" v="186"/>
          <ac:spMkLst>
            <pc:docMk/>
            <pc:sldMk cId="1341029990" sldId="496"/>
            <ac:spMk id="4" creationId="{25AAA6F3-7E07-44CC-935A-831545DC053C}"/>
          </ac:spMkLst>
        </pc:spChg>
        <pc:spChg chg="add del">
          <ac:chgData name="Cristian Chilipirea" userId="34ab170da5908fc4" providerId="LiveId" clId="{8D7DEDE3-80AA-4184-B7F9-7AE18451EC3E}" dt="2019-10-06T17:45:36.549" v="186"/>
          <ac:spMkLst>
            <pc:docMk/>
            <pc:sldMk cId="1341029990" sldId="496"/>
            <ac:spMk id="5" creationId="{62B62D37-1A14-4892-A3D6-7FA189DFEB25}"/>
          </ac:spMkLst>
        </pc:spChg>
        <pc:spChg chg="add del">
          <ac:chgData name="Cristian Chilipirea" userId="34ab170da5908fc4" providerId="LiveId" clId="{8D7DEDE3-80AA-4184-B7F9-7AE18451EC3E}" dt="2019-10-06T17:45:36.549" v="186"/>
          <ac:spMkLst>
            <pc:docMk/>
            <pc:sldMk cId="1341029990" sldId="496"/>
            <ac:spMk id="22" creationId="{C664A2B6-8CB8-454D-8C14-FE69E6A1C3C6}"/>
          </ac:spMkLst>
        </pc:spChg>
        <pc:spChg chg="add del">
          <ac:chgData name="Cristian Chilipirea" userId="34ab170da5908fc4" providerId="LiveId" clId="{8D7DEDE3-80AA-4184-B7F9-7AE18451EC3E}" dt="2019-10-06T17:45:36.549" v="186"/>
          <ac:spMkLst>
            <pc:docMk/>
            <pc:sldMk cId="1341029990" sldId="496"/>
            <ac:spMk id="23" creationId="{0CF9B85C-B7CF-4EB9-95BF-E2572C71E98C}"/>
          </ac:spMkLst>
        </pc:spChg>
        <pc:spChg chg="add del">
          <ac:chgData name="Cristian Chilipirea" userId="34ab170da5908fc4" providerId="LiveId" clId="{8D7DEDE3-80AA-4184-B7F9-7AE18451EC3E}" dt="2019-10-06T17:45:36.549" v="186"/>
          <ac:spMkLst>
            <pc:docMk/>
            <pc:sldMk cId="1341029990" sldId="496"/>
            <ac:spMk id="24" creationId="{1A203B6C-A82C-4B7C-A286-4A2BC49E71C1}"/>
          </ac:spMkLst>
        </pc:spChg>
        <pc:spChg chg="add del">
          <ac:chgData name="Cristian Chilipirea" userId="34ab170da5908fc4" providerId="LiveId" clId="{8D7DEDE3-80AA-4184-B7F9-7AE18451EC3E}" dt="2019-10-06T17:45:36.549" v="186"/>
          <ac:spMkLst>
            <pc:docMk/>
            <pc:sldMk cId="1341029990" sldId="496"/>
            <ac:spMk id="25" creationId="{638E6460-0D6C-46FB-BA75-7D5061118ECA}"/>
          </ac:spMkLst>
        </pc:spChg>
        <pc:spChg chg="add del">
          <ac:chgData name="Cristian Chilipirea" userId="34ab170da5908fc4" providerId="LiveId" clId="{8D7DEDE3-80AA-4184-B7F9-7AE18451EC3E}" dt="2019-10-06T17:45:36.549" v="186"/>
          <ac:spMkLst>
            <pc:docMk/>
            <pc:sldMk cId="1341029990" sldId="496"/>
            <ac:spMk id="26" creationId="{FA585495-EF88-47D8-9491-10DBE45C4644}"/>
          </ac:spMkLst>
        </pc:spChg>
        <pc:spChg chg="add del">
          <ac:chgData name="Cristian Chilipirea" userId="34ab170da5908fc4" providerId="LiveId" clId="{8D7DEDE3-80AA-4184-B7F9-7AE18451EC3E}" dt="2019-10-06T17:45:36.549" v="186"/>
          <ac:spMkLst>
            <pc:docMk/>
            <pc:sldMk cId="1341029990" sldId="496"/>
            <ac:spMk id="43" creationId="{30A46621-54AD-414A-AB8D-027FDB6B6FCE}"/>
          </ac:spMkLst>
        </pc:spChg>
        <pc:spChg chg="add del">
          <ac:chgData name="Cristian Chilipirea" userId="34ab170da5908fc4" providerId="LiveId" clId="{8D7DEDE3-80AA-4184-B7F9-7AE18451EC3E}" dt="2019-10-06T17:45:36.549" v="186"/>
          <ac:spMkLst>
            <pc:docMk/>
            <pc:sldMk cId="1341029990" sldId="496"/>
            <ac:spMk id="44" creationId="{48E36728-EEE1-4CEB-A9CD-D6142D802FB3}"/>
          </ac:spMkLst>
        </pc:spChg>
        <pc:spChg chg="add">
          <ac:chgData name="Cristian Chilipirea" userId="34ab170da5908fc4" providerId="LiveId" clId="{8D7DEDE3-80AA-4184-B7F9-7AE18451EC3E}" dt="2019-10-06T17:45:36.574" v="187"/>
          <ac:spMkLst>
            <pc:docMk/>
            <pc:sldMk cId="1341029990" sldId="496"/>
            <ac:spMk id="48" creationId="{31F6BB83-2054-4508-BFD3-85807ABFEE8C}"/>
          </ac:spMkLst>
        </pc:spChg>
        <pc:spChg chg="add">
          <ac:chgData name="Cristian Chilipirea" userId="34ab170da5908fc4" providerId="LiveId" clId="{8D7DEDE3-80AA-4184-B7F9-7AE18451EC3E}" dt="2019-10-06T17:45:36.574" v="187"/>
          <ac:spMkLst>
            <pc:docMk/>
            <pc:sldMk cId="1341029990" sldId="496"/>
            <ac:spMk id="49" creationId="{01473BAF-32E6-40D4-9283-BFE5E2E764F9}"/>
          </ac:spMkLst>
        </pc:spChg>
        <pc:spChg chg="add">
          <ac:chgData name="Cristian Chilipirea" userId="34ab170da5908fc4" providerId="LiveId" clId="{8D7DEDE3-80AA-4184-B7F9-7AE18451EC3E}" dt="2019-10-06T17:45:36.574" v="187"/>
          <ac:spMkLst>
            <pc:docMk/>
            <pc:sldMk cId="1341029990" sldId="496"/>
            <ac:spMk id="66" creationId="{67CB599F-9B57-4DCA-A10E-66E58D4AC8EB}"/>
          </ac:spMkLst>
        </pc:spChg>
        <pc:spChg chg="add">
          <ac:chgData name="Cristian Chilipirea" userId="34ab170da5908fc4" providerId="LiveId" clId="{8D7DEDE3-80AA-4184-B7F9-7AE18451EC3E}" dt="2019-10-06T17:45:36.574" v="187"/>
          <ac:spMkLst>
            <pc:docMk/>
            <pc:sldMk cId="1341029990" sldId="496"/>
            <ac:spMk id="67" creationId="{234F141C-0AF0-4CCD-988B-04AA28A41E21}"/>
          </ac:spMkLst>
        </pc:spChg>
        <pc:spChg chg="add">
          <ac:chgData name="Cristian Chilipirea" userId="34ab170da5908fc4" providerId="LiveId" clId="{8D7DEDE3-80AA-4184-B7F9-7AE18451EC3E}" dt="2019-10-06T17:45:36.574" v="187"/>
          <ac:spMkLst>
            <pc:docMk/>
            <pc:sldMk cId="1341029990" sldId="496"/>
            <ac:spMk id="68" creationId="{8CBF788E-4785-4C53-A4AA-B372861DFD8C}"/>
          </ac:spMkLst>
        </pc:spChg>
        <pc:spChg chg="add">
          <ac:chgData name="Cristian Chilipirea" userId="34ab170da5908fc4" providerId="LiveId" clId="{8D7DEDE3-80AA-4184-B7F9-7AE18451EC3E}" dt="2019-10-06T17:45:36.574" v="187"/>
          <ac:spMkLst>
            <pc:docMk/>
            <pc:sldMk cId="1341029990" sldId="496"/>
            <ac:spMk id="69" creationId="{7125E8D9-BF95-4374-908C-D265BC8756B9}"/>
          </ac:spMkLst>
        </pc:spChg>
        <pc:spChg chg="add">
          <ac:chgData name="Cristian Chilipirea" userId="34ab170da5908fc4" providerId="LiveId" clId="{8D7DEDE3-80AA-4184-B7F9-7AE18451EC3E}" dt="2019-10-06T17:45:36.574" v="187"/>
          <ac:spMkLst>
            <pc:docMk/>
            <pc:sldMk cId="1341029990" sldId="496"/>
            <ac:spMk id="70" creationId="{75C622E8-C3E4-46EE-820A-CF13EFE85FE3}"/>
          </ac:spMkLst>
        </pc:spChg>
        <pc:spChg chg="add">
          <ac:chgData name="Cristian Chilipirea" userId="34ab170da5908fc4" providerId="LiveId" clId="{8D7DEDE3-80AA-4184-B7F9-7AE18451EC3E}" dt="2019-10-06T17:45:36.574" v="187"/>
          <ac:spMkLst>
            <pc:docMk/>
            <pc:sldMk cId="1341029990" sldId="496"/>
            <ac:spMk id="87" creationId="{EA6C3932-A36F-4485-9A37-ABD29C49AD7D}"/>
          </ac:spMkLst>
        </pc:spChg>
        <pc:spChg chg="add">
          <ac:chgData name="Cristian Chilipirea" userId="34ab170da5908fc4" providerId="LiveId" clId="{8D7DEDE3-80AA-4184-B7F9-7AE18451EC3E}" dt="2019-10-06T17:45:36.574" v="187"/>
          <ac:spMkLst>
            <pc:docMk/>
            <pc:sldMk cId="1341029990" sldId="496"/>
            <ac:spMk id="88" creationId="{BDDDA3F7-DB22-4E68-974D-646105877AE2}"/>
          </ac:spMkLst>
        </pc:spChg>
        <pc:grpChg chg="add del">
          <ac:chgData name="Cristian Chilipirea" userId="34ab170da5908fc4" providerId="LiveId" clId="{8D7DEDE3-80AA-4184-B7F9-7AE18451EC3E}" dt="2019-10-06T17:45:36.549" v="186"/>
          <ac:grpSpMkLst>
            <pc:docMk/>
            <pc:sldMk cId="1341029990" sldId="496"/>
            <ac:grpSpMk id="6" creationId="{5B22AA17-F864-4843-8978-7FB9E41D4075}"/>
          </ac:grpSpMkLst>
        </pc:grpChg>
        <pc:grpChg chg="add del">
          <ac:chgData name="Cristian Chilipirea" userId="34ab170da5908fc4" providerId="LiveId" clId="{8D7DEDE3-80AA-4184-B7F9-7AE18451EC3E}" dt="2019-10-06T17:45:36.549" v="186"/>
          <ac:grpSpMkLst>
            <pc:docMk/>
            <pc:sldMk cId="1341029990" sldId="496"/>
            <ac:grpSpMk id="10" creationId="{837AF2CC-DEA9-49BE-B548-AB8FFDC6BEA4}"/>
          </ac:grpSpMkLst>
        </pc:grpChg>
        <pc:grpChg chg="add del">
          <ac:chgData name="Cristian Chilipirea" userId="34ab170da5908fc4" providerId="LiveId" clId="{8D7DEDE3-80AA-4184-B7F9-7AE18451EC3E}" dt="2019-10-06T17:45:36.549" v="186"/>
          <ac:grpSpMkLst>
            <pc:docMk/>
            <pc:sldMk cId="1341029990" sldId="496"/>
            <ac:grpSpMk id="14" creationId="{3AA30C70-65B9-41A5-8F05-A404CC3DD0F2}"/>
          </ac:grpSpMkLst>
        </pc:grpChg>
        <pc:grpChg chg="add del">
          <ac:chgData name="Cristian Chilipirea" userId="34ab170da5908fc4" providerId="LiveId" clId="{8D7DEDE3-80AA-4184-B7F9-7AE18451EC3E}" dt="2019-10-06T17:45:36.549" v="186"/>
          <ac:grpSpMkLst>
            <pc:docMk/>
            <pc:sldMk cId="1341029990" sldId="496"/>
            <ac:grpSpMk id="18" creationId="{A474A0C5-1E50-4A6F-8A99-6B14A95418B2}"/>
          </ac:grpSpMkLst>
        </pc:grpChg>
        <pc:grpChg chg="add del">
          <ac:chgData name="Cristian Chilipirea" userId="34ab170da5908fc4" providerId="LiveId" clId="{8D7DEDE3-80AA-4184-B7F9-7AE18451EC3E}" dt="2019-10-06T17:45:36.549" v="186"/>
          <ac:grpSpMkLst>
            <pc:docMk/>
            <pc:sldMk cId="1341029990" sldId="496"/>
            <ac:grpSpMk id="27" creationId="{23E3411E-03CD-44E9-8470-799BCBA6A735}"/>
          </ac:grpSpMkLst>
        </pc:grpChg>
        <pc:grpChg chg="add">
          <ac:chgData name="Cristian Chilipirea" userId="34ab170da5908fc4" providerId="LiveId" clId="{8D7DEDE3-80AA-4184-B7F9-7AE18451EC3E}" dt="2019-10-06T17:45:36.574" v="187"/>
          <ac:grpSpMkLst>
            <pc:docMk/>
            <pc:sldMk cId="1341029990" sldId="496"/>
            <ac:grpSpMk id="50" creationId="{C9EB1C1D-8321-4E51-A0F0-0531D9B2E2D7}"/>
          </ac:grpSpMkLst>
        </pc:grpChg>
        <pc:grpChg chg="add">
          <ac:chgData name="Cristian Chilipirea" userId="34ab170da5908fc4" providerId="LiveId" clId="{8D7DEDE3-80AA-4184-B7F9-7AE18451EC3E}" dt="2019-10-06T17:45:36.574" v="187"/>
          <ac:grpSpMkLst>
            <pc:docMk/>
            <pc:sldMk cId="1341029990" sldId="496"/>
            <ac:grpSpMk id="54" creationId="{4EDF0686-B02D-4826-8FDA-06E54CDC3F6E}"/>
          </ac:grpSpMkLst>
        </pc:grpChg>
        <pc:grpChg chg="add">
          <ac:chgData name="Cristian Chilipirea" userId="34ab170da5908fc4" providerId="LiveId" clId="{8D7DEDE3-80AA-4184-B7F9-7AE18451EC3E}" dt="2019-10-06T17:45:36.574" v="187"/>
          <ac:grpSpMkLst>
            <pc:docMk/>
            <pc:sldMk cId="1341029990" sldId="496"/>
            <ac:grpSpMk id="58" creationId="{0E705E0D-92FE-4F45-8119-0DCB7599E3FC}"/>
          </ac:grpSpMkLst>
        </pc:grpChg>
        <pc:grpChg chg="add">
          <ac:chgData name="Cristian Chilipirea" userId="34ab170da5908fc4" providerId="LiveId" clId="{8D7DEDE3-80AA-4184-B7F9-7AE18451EC3E}" dt="2019-10-06T17:45:36.574" v="187"/>
          <ac:grpSpMkLst>
            <pc:docMk/>
            <pc:sldMk cId="1341029990" sldId="496"/>
            <ac:grpSpMk id="62" creationId="{681356B2-A27B-4EA5-90BC-65843511C707}"/>
          </ac:grpSpMkLst>
        </pc:grpChg>
        <pc:grpChg chg="add">
          <ac:chgData name="Cristian Chilipirea" userId="34ab170da5908fc4" providerId="LiveId" clId="{8D7DEDE3-80AA-4184-B7F9-7AE18451EC3E}" dt="2019-10-06T17:45:36.574" v="187"/>
          <ac:grpSpMkLst>
            <pc:docMk/>
            <pc:sldMk cId="1341029990" sldId="496"/>
            <ac:grpSpMk id="71" creationId="{F7B70947-E352-4A18-B5B1-DA7502407657}"/>
          </ac:grpSpMkLst>
        </pc:grpChg>
        <pc:cxnChg chg="add del">
          <ac:chgData name="Cristian Chilipirea" userId="34ab170da5908fc4" providerId="LiveId" clId="{8D7DEDE3-80AA-4184-B7F9-7AE18451EC3E}" dt="2019-10-06T17:45:36.549" v="186"/>
          <ac:cxnSpMkLst>
            <pc:docMk/>
            <pc:sldMk cId="1341029990" sldId="496"/>
            <ac:cxnSpMk id="45" creationId="{68E66C0D-BD5A-4D16-9FFB-FB7EF721FAF2}"/>
          </ac:cxnSpMkLst>
        </pc:cxnChg>
        <pc:cxnChg chg="add del">
          <ac:chgData name="Cristian Chilipirea" userId="34ab170da5908fc4" providerId="LiveId" clId="{8D7DEDE3-80AA-4184-B7F9-7AE18451EC3E}" dt="2019-10-06T17:45:36.549" v="186"/>
          <ac:cxnSpMkLst>
            <pc:docMk/>
            <pc:sldMk cId="1341029990" sldId="496"/>
            <ac:cxnSpMk id="46" creationId="{63D498B2-5D24-4352-9D6E-B77C9914CED9}"/>
          </ac:cxnSpMkLst>
        </pc:cxnChg>
        <pc:cxnChg chg="add del">
          <ac:chgData name="Cristian Chilipirea" userId="34ab170da5908fc4" providerId="LiveId" clId="{8D7DEDE3-80AA-4184-B7F9-7AE18451EC3E}" dt="2019-10-06T17:45:36.549" v="186"/>
          <ac:cxnSpMkLst>
            <pc:docMk/>
            <pc:sldMk cId="1341029990" sldId="496"/>
            <ac:cxnSpMk id="47" creationId="{B36ACFEE-D76B-4208-B85B-664D21E224B5}"/>
          </ac:cxnSpMkLst>
        </pc:cxnChg>
        <pc:cxnChg chg="add">
          <ac:chgData name="Cristian Chilipirea" userId="34ab170da5908fc4" providerId="LiveId" clId="{8D7DEDE3-80AA-4184-B7F9-7AE18451EC3E}" dt="2019-10-06T17:45:36.574" v="187"/>
          <ac:cxnSpMkLst>
            <pc:docMk/>
            <pc:sldMk cId="1341029990" sldId="496"/>
            <ac:cxnSpMk id="89" creationId="{25D90F46-9129-4C27-BE31-6BDE39AA1C07}"/>
          </ac:cxnSpMkLst>
        </pc:cxnChg>
        <pc:cxnChg chg="add">
          <ac:chgData name="Cristian Chilipirea" userId="34ab170da5908fc4" providerId="LiveId" clId="{8D7DEDE3-80AA-4184-B7F9-7AE18451EC3E}" dt="2019-10-06T17:45:36.574" v="187"/>
          <ac:cxnSpMkLst>
            <pc:docMk/>
            <pc:sldMk cId="1341029990" sldId="496"/>
            <ac:cxnSpMk id="90" creationId="{4E9FD37F-4E24-416E-8A7E-C460F132FF71}"/>
          </ac:cxnSpMkLst>
        </pc:cxnChg>
        <pc:cxnChg chg="add">
          <ac:chgData name="Cristian Chilipirea" userId="34ab170da5908fc4" providerId="LiveId" clId="{8D7DEDE3-80AA-4184-B7F9-7AE18451EC3E}" dt="2019-10-06T17:45:36.574" v="187"/>
          <ac:cxnSpMkLst>
            <pc:docMk/>
            <pc:sldMk cId="1341029990" sldId="496"/>
            <ac:cxnSpMk id="91" creationId="{56210D31-429D-4BE0-B9A1-256F202480DD}"/>
          </ac:cxnSpMkLst>
        </pc:cxnChg>
      </pc:sldChg>
      <pc:sldChg chg="addSp delSp modSp add modAnim">
        <pc:chgData name="Cristian Chilipirea" userId="34ab170da5908fc4" providerId="LiveId" clId="{8D7DEDE3-80AA-4184-B7F9-7AE18451EC3E}" dt="2019-10-06T17:46:02.922" v="196" actId="1076"/>
        <pc:sldMkLst>
          <pc:docMk/>
          <pc:sldMk cId="152564301" sldId="497"/>
        </pc:sldMkLst>
        <pc:spChg chg="mod">
          <ac:chgData name="Cristian Chilipirea" userId="34ab170da5908fc4" providerId="LiveId" clId="{8D7DEDE3-80AA-4184-B7F9-7AE18451EC3E}" dt="2019-10-06T17:45:44.727" v="189"/>
          <ac:spMkLst>
            <pc:docMk/>
            <pc:sldMk cId="152564301" sldId="497"/>
            <ac:spMk id="2" creationId="{9896C12C-59D9-4D8C-8F4B-BD2A3560919C}"/>
          </ac:spMkLst>
        </pc:spChg>
        <pc:spChg chg="del">
          <ac:chgData name="Cristian Chilipirea" userId="34ab170da5908fc4" providerId="LiveId" clId="{8D7DEDE3-80AA-4184-B7F9-7AE18451EC3E}" dt="2019-10-06T17:45:50.736" v="190" actId="478"/>
          <ac:spMkLst>
            <pc:docMk/>
            <pc:sldMk cId="152564301" sldId="497"/>
            <ac:spMk id="3" creationId="{CDAC9110-9A6A-4B6B-8F0A-9AB883767DC0}"/>
          </ac:spMkLst>
        </pc:spChg>
        <pc:spChg chg="add del">
          <ac:chgData name="Cristian Chilipirea" userId="34ab170da5908fc4" providerId="LiveId" clId="{8D7DEDE3-80AA-4184-B7F9-7AE18451EC3E}" dt="2019-10-06T17:45:53.019" v="192"/>
          <ac:spMkLst>
            <pc:docMk/>
            <pc:sldMk cId="152564301" sldId="497"/>
            <ac:spMk id="4" creationId="{E523D956-DC3B-4CD5-B335-DE5F0737D11F}"/>
          </ac:spMkLst>
        </pc:spChg>
        <pc:spChg chg="add mod">
          <ac:chgData name="Cristian Chilipirea" userId="34ab170da5908fc4" providerId="LiveId" clId="{8D7DEDE3-80AA-4184-B7F9-7AE18451EC3E}" dt="2019-10-06T17:46:02.922" v="196" actId="1076"/>
          <ac:spMkLst>
            <pc:docMk/>
            <pc:sldMk cId="152564301" sldId="497"/>
            <ac:spMk id="5" creationId="{A446CDD6-3976-4590-8B1F-1615237CD938}"/>
          </ac:spMkLst>
        </pc:spChg>
      </pc:sldChg>
      <pc:sldChg chg="del">
        <pc:chgData name="Cristian Chilipirea" userId="34ab170da5908fc4" providerId="LiveId" clId="{8D7DEDE3-80AA-4184-B7F9-7AE18451EC3E}" dt="2019-10-06T17:41:01.608" v="1" actId="2696"/>
        <pc:sldMkLst>
          <pc:docMk/>
          <pc:sldMk cId="2850693201" sldId="498"/>
        </pc:sldMkLst>
      </pc:sldChg>
      <pc:sldChg chg="addSp delSp modSp add">
        <pc:chgData name="Cristian Chilipirea" userId="34ab170da5908fc4" providerId="LiveId" clId="{8D7DEDE3-80AA-4184-B7F9-7AE18451EC3E}" dt="2019-10-06T17:46:26.302" v="207" actId="1076"/>
        <pc:sldMkLst>
          <pc:docMk/>
          <pc:sldMk cId="3733676236" sldId="498"/>
        </pc:sldMkLst>
        <pc:spChg chg="del">
          <ac:chgData name="Cristian Chilipirea" userId="34ab170da5908fc4" providerId="LiveId" clId="{8D7DEDE3-80AA-4184-B7F9-7AE18451EC3E}" dt="2019-10-06T17:46:13.764" v="198" actId="478"/>
          <ac:spMkLst>
            <pc:docMk/>
            <pc:sldMk cId="3733676236" sldId="498"/>
            <ac:spMk id="2" creationId="{82CA8193-848A-4F34-B95A-69A7507072F1}"/>
          </ac:spMkLst>
        </pc:spChg>
        <pc:spChg chg="del">
          <ac:chgData name="Cristian Chilipirea" userId="34ab170da5908fc4" providerId="LiveId" clId="{8D7DEDE3-80AA-4184-B7F9-7AE18451EC3E}" dt="2019-10-06T17:46:16.064" v="199" actId="478"/>
          <ac:spMkLst>
            <pc:docMk/>
            <pc:sldMk cId="3733676236" sldId="498"/>
            <ac:spMk id="3" creationId="{9F390CE0-91C8-48B5-B17A-2C4911B1B0EB}"/>
          </ac:spMkLst>
        </pc:spChg>
        <pc:spChg chg="add del mod">
          <ac:chgData name="Cristian Chilipirea" userId="34ab170da5908fc4" providerId="LiveId" clId="{8D7DEDE3-80AA-4184-B7F9-7AE18451EC3E}" dt="2019-10-06T17:46:21.355" v="203"/>
          <ac:spMkLst>
            <pc:docMk/>
            <pc:sldMk cId="3733676236" sldId="498"/>
            <ac:spMk id="4" creationId="{9D9F6169-5D1E-4AAD-8E02-6BCAB040FDEE}"/>
          </ac:spMkLst>
        </pc:spChg>
        <pc:spChg chg="add del">
          <ac:chgData name="Cristian Chilipirea" userId="34ab170da5908fc4" providerId="LiveId" clId="{8D7DEDE3-80AA-4184-B7F9-7AE18451EC3E}" dt="2019-10-06T17:46:23.592" v="205"/>
          <ac:spMkLst>
            <pc:docMk/>
            <pc:sldMk cId="3733676236" sldId="498"/>
            <ac:spMk id="5" creationId="{89D193FE-165B-454C-9F7B-E90FBFE134E4}"/>
          </ac:spMkLst>
        </pc:spChg>
        <pc:spChg chg="add mod">
          <ac:chgData name="Cristian Chilipirea" userId="34ab170da5908fc4" providerId="LiveId" clId="{8D7DEDE3-80AA-4184-B7F9-7AE18451EC3E}" dt="2019-10-06T17:46:26.302" v="207" actId="1076"/>
          <ac:spMkLst>
            <pc:docMk/>
            <pc:sldMk cId="3733676236" sldId="498"/>
            <ac:spMk id="6" creationId="{4EF956AC-2A30-49FD-A716-41454E0AA662}"/>
          </ac:spMkLst>
        </pc:spChg>
      </pc:sldChg>
      <pc:sldChg chg="addSp delSp modSp add modAnim">
        <pc:chgData name="Cristian Chilipirea" userId="34ab170da5908fc4" providerId="LiveId" clId="{8D7DEDE3-80AA-4184-B7F9-7AE18451EC3E}" dt="2019-10-06T17:46:50.451" v="216" actId="1076"/>
        <pc:sldMkLst>
          <pc:docMk/>
          <pc:sldMk cId="3990504236" sldId="499"/>
        </pc:sldMkLst>
        <pc:spChg chg="del">
          <ac:chgData name="Cristian Chilipirea" userId="34ab170da5908fc4" providerId="LiveId" clId="{8D7DEDE3-80AA-4184-B7F9-7AE18451EC3E}" dt="2019-10-06T17:46:37.935" v="209" actId="478"/>
          <ac:spMkLst>
            <pc:docMk/>
            <pc:sldMk cId="3990504236" sldId="499"/>
            <ac:spMk id="2" creationId="{DCD9DAE4-D2DF-4B3F-B572-5868D04FDF1E}"/>
          </ac:spMkLst>
        </pc:spChg>
        <pc:spChg chg="del">
          <ac:chgData name="Cristian Chilipirea" userId="34ab170da5908fc4" providerId="LiveId" clId="{8D7DEDE3-80AA-4184-B7F9-7AE18451EC3E}" dt="2019-10-06T17:46:39.280" v="210" actId="478"/>
          <ac:spMkLst>
            <pc:docMk/>
            <pc:sldMk cId="3990504236" sldId="499"/>
            <ac:spMk id="3" creationId="{A00CCF92-A4C4-492C-BD85-BC791DFAEEC7}"/>
          </ac:spMkLst>
        </pc:spChg>
        <pc:spChg chg="add del">
          <ac:chgData name="Cristian Chilipirea" userId="34ab170da5908fc4" providerId="LiveId" clId="{8D7DEDE3-80AA-4184-B7F9-7AE18451EC3E}" dt="2019-10-06T17:46:42.731" v="212"/>
          <ac:spMkLst>
            <pc:docMk/>
            <pc:sldMk cId="3990504236" sldId="499"/>
            <ac:spMk id="4" creationId="{F77A2D76-8F9C-4E42-8FC9-DD4A9A69DC45}"/>
          </ac:spMkLst>
        </pc:spChg>
        <pc:spChg chg="add mod">
          <ac:chgData name="Cristian Chilipirea" userId="34ab170da5908fc4" providerId="LiveId" clId="{8D7DEDE3-80AA-4184-B7F9-7AE18451EC3E}" dt="2019-10-06T17:46:50.451" v="216" actId="1076"/>
          <ac:spMkLst>
            <pc:docMk/>
            <pc:sldMk cId="3990504236" sldId="499"/>
            <ac:spMk id="5" creationId="{51579545-45B1-4F3D-A5B4-52C6D785D614}"/>
          </ac:spMkLst>
        </pc:spChg>
      </pc:sldChg>
      <pc:sldChg chg="del">
        <pc:chgData name="Cristian Chilipirea" userId="34ab170da5908fc4" providerId="LiveId" clId="{8D7DEDE3-80AA-4184-B7F9-7AE18451EC3E}" dt="2019-10-06T17:41:04.378" v="17" actId="2696"/>
        <pc:sldMkLst>
          <pc:docMk/>
          <pc:sldMk cId="1523895393" sldId="500"/>
        </pc:sldMkLst>
      </pc:sldChg>
      <pc:sldChg chg="addSp delSp modSp add">
        <pc:chgData name="Cristian Chilipirea" userId="34ab170da5908fc4" providerId="LiveId" clId="{8D7DEDE3-80AA-4184-B7F9-7AE18451EC3E}" dt="2019-10-06T17:47:10.608" v="224" actId="1076"/>
        <pc:sldMkLst>
          <pc:docMk/>
          <pc:sldMk cId="4007712790" sldId="500"/>
        </pc:sldMkLst>
        <pc:spChg chg="del">
          <ac:chgData name="Cristian Chilipirea" userId="34ab170da5908fc4" providerId="LiveId" clId="{8D7DEDE3-80AA-4184-B7F9-7AE18451EC3E}" dt="2019-10-06T17:46:58.956" v="218" actId="478"/>
          <ac:spMkLst>
            <pc:docMk/>
            <pc:sldMk cId="4007712790" sldId="500"/>
            <ac:spMk id="2" creationId="{0A7CC89C-2FE7-4EE7-8CCC-2E3690254F6D}"/>
          </ac:spMkLst>
        </pc:spChg>
        <pc:spChg chg="del">
          <ac:chgData name="Cristian Chilipirea" userId="34ab170da5908fc4" providerId="LiveId" clId="{8D7DEDE3-80AA-4184-B7F9-7AE18451EC3E}" dt="2019-10-06T17:47:00.355" v="219" actId="478"/>
          <ac:spMkLst>
            <pc:docMk/>
            <pc:sldMk cId="4007712790" sldId="500"/>
            <ac:spMk id="3" creationId="{FC368CCF-780C-4431-A56F-A8FEA049503F}"/>
          </ac:spMkLst>
        </pc:spChg>
        <pc:spChg chg="add del">
          <ac:chgData name="Cristian Chilipirea" userId="34ab170da5908fc4" providerId="LiveId" clId="{8D7DEDE3-80AA-4184-B7F9-7AE18451EC3E}" dt="2019-10-06T17:47:04.007" v="221"/>
          <ac:spMkLst>
            <pc:docMk/>
            <pc:sldMk cId="4007712790" sldId="500"/>
            <ac:spMk id="4" creationId="{ABDB8BB7-D5E6-422B-AED8-93B380E73A0E}"/>
          </ac:spMkLst>
        </pc:spChg>
        <pc:spChg chg="add mod">
          <ac:chgData name="Cristian Chilipirea" userId="34ab170da5908fc4" providerId="LiveId" clId="{8D7DEDE3-80AA-4184-B7F9-7AE18451EC3E}" dt="2019-10-06T17:47:10.608" v="224" actId="1076"/>
          <ac:spMkLst>
            <pc:docMk/>
            <pc:sldMk cId="4007712790" sldId="500"/>
            <ac:spMk id="5" creationId="{DC28271F-20F9-44B8-AB05-0CEE115025DB}"/>
          </ac:spMkLst>
        </pc:spChg>
      </pc:sldChg>
      <pc:sldChg chg="addSp delSp modSp add">
        <pc:chgData name="Cristian Chilipirea" userId="34ab170da5908fc4" providerId="LiveId" clId="{8D7DEDE3-80AA-4184-B7F9-7AE18451EC3E}" dt="2019-10-06T17:47:28.929" v="231" actId="1076"/>
        <pc:sldMkLst>
          <pc:docMk/>
          <pc:sldMk cId="215342913" sldId="501"/>
        </pc:sldMkLst>
        <pc:spChg chg="mod">
          <ac:chgData name="Cristian Chilipirea" userId="34ab170da5908fc4" providerId="LiveId" clId="{8D7DEDE3-80AA-4184-B7F9-7AE18451EC3E}" dt="2019-10-06T17:47:19.711" v="226"/>
          <ac:spMkLst>
            <pc:docMk/>
            <pc:sldMk cId="215342913" sldId="501"/>
            <ac:spMk id="2" creationId="{6814B2E1-522C-4D91-9C2F-1E5EF23A622D}"/>
          </ac:spMkLst>
        </pc:spChg>
        <pc:spChg chg="del">
          <ac:chgData name="Cristian Chilipirea" userId="34ab170da5908fc4" providerId="LiveId" clId="{8D7DEDE3-80AA-4184-B7F9-7AE18451EC3E}" dt="2019-10-06T17:47:24.848" v="227" actId="478"/>
          <ac:spMkLst>
            <pc:docMk/>
            <pc:sldMk cId="215342913" sldId="501"/>
            <ac:spMk id="3" creationId="{00BC03DF-8D0F-4028-A1BD-B381D3F71679}"/>
          </ac:spMkLst>
        </pc:spChg>
        <pc:spChg chg="add del">
          <ac:chgData name="Cristian Chilipirea" userId="34ab170da5908fc4" providerId="LiveId" clId="{8D7DEDE3-80AA-4184-B7F9-7AE18451EC3E}" dt="2019-10-06T17:47:27.318" v="229"/>
          <ac:spMkLst>
            <pc:docMk/>
            <pc:sldMk cId="215342913" sldId="501"/>
            <ac:spMk id="4" creationId="{41030634-792D-47BB-886F-E0317465FCFC}"/>
          </ac:spMkLst>
        </pc:spChg>
        <pc:spChg chg="add mod">
          <ac:chgData name="Cristian Chilipirea" userId="34ab170da5908fc4" providerId="LiveId" clId="{8D7DEDE3-80AA-4184-B7F9-7AE18451EC3E}" dt="2019-10-06T17:47:28.929" v="231" actId="1076"/>
          <ac:spMkLst>
            <pc:docMk/>
            <pc:sldMk cId="215342913" sldId="501"/>
            <ac:spMk id="5" creationId="{8EAC4C7E-2C9C-4C26-AEED-39ABDF652436}"/>
          </ac:spMkLst>
        </pc:spChg>
      </pc:sldChg>
      <pc:sldChg chg="del">
        <pc:chgData name="Cristian Chilipirea" userId="34ab170da5908fc4" providerId="LiveId" clId="{8D7DEDE3-80AA-4184-B7F9-7AE18451EC3E}" dt="2019-10-06T17:41:04.604" v="18" actId="2696"/>
        <pc:sldMkLst>
          <pc:docMk/>
          <pc:sldMk cId="1501301851" sldId="501"/>
        </pc:sldMkLst>
      </pc:sldChg>
      <pc:sldChg chg="del">
        <pc:chgData name="Cristian Chilipirea" userId="34ab170da5908fc4" providerId="LiveId" clId="{8D7DEDE3-80AA-4184-B7F9-7AE18451EC3E}" dt="2019-10-06T17:41:02.030" v="4" actId="2696"/>
        <pc:sldMkLst>
          <pc:docMk/>
          <pc:sldMk cId="3057009429" sldId="502"/>
        </pc:sldMkLst>
      </pc:sldChg>
      <pc:sldChg chg="addSp delSp modSp add modAnim">
        <pc:chgData name="Cristian Chilipirea" userId="34ab170da5908fc4" providerId="LiveId" clId="{8D7DEDE3-80AA-4184-B7F9-7AE18451EC3E}" dt="2019-10-06T17:47:59.160" v="237"/>
        <pc:sldMkLst>
          <pc:docMk/>
          <pc:sldMk cId="4086428221" sldId="502"/>
        </pc:sldMkLst>
        <pc:spChg chg="mod">
          <ac:chgData name="Cristian Chilipirea" userId="34ab170da5908fc4" providerId="LiveId" clId="{8D7DEDE3-80AA-4184-B7F9-7AE18451EC3E}" dt="2019-10-06T17:47:49.422" v="233"/>
          <ac:spMkLst>
            <pc:docMk/>
            <pc:sldMk cId="4086428221" sldId="502"/>
            <ac:spMk id="2" creationId="{A679C502-16B3-4583-9376-27B275DA8FD8}"/>
          </ac:spMkLst>
        </pc:spChg>
        <pc:spChg chg="del">
          <ac:chgData name="Cristian Chilipirea" userId="34ab170da5908fc4" providerId="LiveId" clId="{8D7DEDE3-80AA-4184-B7F9-7AE18451EC3E}" dt="2019-10-06T17:47:52.629" v="234" actId="478"/>
          <ac:spMkLst>
            <pc:docMk/>
            <pc:sldMk cId="4086428221" sldId="502"/>
            <ac:spMk id="3" creationId="{89601540-528F-4165-B5A5-B61E9CB7CB7C}"/>
          </ac:spMkLst>
        </pc:spChg>
        <pc:spChg chg="add del">
          <ac:chgData name="Cristian Chilipirea" userId="34ab170da5908fc4" providerId="LiveId" clId="{8D7DEDE3-80AA-4184-B7F9-7AE18451EC3E}" dt="2019-10-06T17:47:59.150" v="236"/>
          <ac:spMkLst>
            <pc:docMk/>
            <pc:sldMk cId="4086428221" sldId="502"/>
            <ac:spMk id="4" creationId="{A3088D0C-AE26-4046-B25B-3F3DAC92C26E}"/>
          </ac:spMkLst>
        </pc:spChg>
        <pc:spChg chg="add">
          <ac:chgData name="Cristian Chilipirea" userId="34ab170da5908fc4" providerId="LiveId" clId="{8D7DEDE3-80AA-4184-B7F9-7AE18451EC3E}" dt="2019-10-06T17:47:59.160" v="237"/>
          <ac:spMkLst>
            <pc:docMk/>
            <pc:sldMk cId="4086428221" sldId="502"/>
            <ac:spMk id="5" creationId="{265D5948-A0D8-484C-B5AC-67652399549E}"/>
          </ac:spMkLst>
        </pc:spChg>
      </pc:sldChg>
      <pc:sldChg chg="del">
        <pc:chgData name="Cristian Chilipirea" userId="34ab170da5908fc4" providerId="LiveId" clId="{8D7DEDE3-80AA-4184-B7F9-7AE18451EC3E}" dt="2019-10-06T17:41:02.428" v="7" actId="2696"/>
        <pc:sldMkLst>
          <pc:docMk/>
          <pc:sldMk cId="1013673347" sldId="503"/>
        </pc:sldMkLst>
      </pc:sldChg>
      <pc:sldChg chg="addSp delSp modSp add">
        <pc:chgData name="Cristian Chilipirea" userId="34ab170da5908fc4" providerId="LiveId" clId="{8D7DEDE3-80AA-4184-B7F9-7AE18451EC3E}" dt="2019-10-06T17:48:28.804" v="244" actId="1076"/>
        <pc:sldMkLst>
          <pc:docMk/>
          <pc:sldMk cId="2561944996" sldId="503"/>
        </pc:sldMkLst>
        <pc:spChg chg="mod">
          <ac:chgData name="Cristian Chilipirea" userId="34ab170da5908fc4" providerId="LiveId" clId="{8D7DEDE3-80AA-4184-B7F9-7AE18451EC3E}" dt="2019-10-06T17:48:17.245" v="239"/>
          <ac:spMkLst>
            <pc:docMk/>
            <pc:sldMk cId="2561944996" sldId="503"/>
            <ac:spMk id="2" creationId="{E2D95880-4BEF-413E-8EE4-CBF3233A9412}"/>
          </ac:spMkLst>
        </pc:spChg>
        <pc:spChg chg="del">
          <ac:chgData name="Cristian Chilipirea" userId="34ab170da5908fc4" providerId="LiveId" clId="{8D7DEDE3-80AA-4184-B7F9-7AE18451EC3E}" dt="2019-10-06T17:48:19.104" v="240" actId="478"/>
          <ac:spMkLst>
            <pc:docMk/>
            <pc:sldMk cId="2561944996" sldId="503"/>
            <ac:spMk id="3" creationId="{3276BFA0-4C90-4C3C-B1E9-467ACE1322D5}"/>
          </ac:spMkLst>
        </pc:spChg>
        <pc:spChg chg="add del">
          <ac:chgData name="Cristian Chilipirea" userId="34ab170da5908fc4" providerId="LiveId" clId="{8D7DEDE3-80AA-4184-B7F9-7AE18451EC3E}" dt="2019-10-06T17:48:26.024" v="242"/>
          <ac:spMkLst>
            <pc:docMk/>
            <pc:sldMk cId="2561944996" sldId="503"/>
            <ac:spMk id="4" creationId="{206DCA34-B50A-4CDB-A2F7-9BF6A277069B}"/>
          </ac:spMkLst>
        </pc:spChg>
        <pc:spChg chg="add mod">
          <ac:chgData name="Cristian Chilipirea" userId="34ab170da5908fc4" providerId="LiveId" clId="{8D7DEDE3-80AA-4184-B7F9-7AE18451EC3E}" dt="2019-10-06T17:48:28.804" v="244" actId="1076"/>
          <ac:spMkLst>
            <pc:docMk/>
            <pc:sldMk cId="2561944996" sldId="503"/>
            <ac:spMk id="5" creationId="{494B96C4-A8DD-43FA-B0CB-730B113A9143}"/>
          </ac:spMkLst>
        </pc:spChg>
      </pc:sldChg>
      <pc:sldChg chg="addSp delSp modSp add modAnim">
        <pc:chgData name="Cristian Chilipirea" userId="34ab170da5908fc4" providerId="LiveId" clId="{8D7DEDE3-80AA-4184-B7F9-7AE18451EC3E}" dt="2019-10-06T17:49:18.286" v="257" actId="1076"/>
        <pc:sldMkLst>
          <pc:docMk/>
          <pc:sldMk cId="3155671206" sldId="504"/>
        </pc:sldMkLst>
        <pc:spChg chg="mod">
          <ac:chgData name="Cristian Chilipirea" userId="34ab170da5908fc4" providerId="LiveId" clId="{8D7DEDE3-80AA-4184-B7F9-7AE18451EC3E}" dt="2019-10-06T17:49:05.345" v="246"/>
          <ac:spMkLst>
            <pc:docMk/>
            <pc:sldMk cId="3155671206" sldId="504"/>
            <ac:spMk id="2" creationId="{7A3A1B93-9BD9-42C2-A074-CE57D1D7C921}"/>
          </ac:spMkLst>
        </pc:spChg>
        <pc:spChg chg="del">
          <ac:chgData name="Cristian Chilipirea" userId="34ab170da5908fc4" providerId="LiveId" clId="{8D7DEDE3-80AA-4184-B7F9-7AE18451EC3E}" dt="2019-10-06T17:49:09.799" v="247" actId="478"/>
          <ac:spMkLst>
            <pc:docMk/>
            <pc:sldMk cId="3155671206" sldId="504"/>
            <ac:spMk id="3" creationId="{7FE132D1-FB93-47AD-A2B1-191E6B780E31}"/>
          </ac:spMkLst>
        </pc:spChg>
        <pc:spChg chg="add del mod">
          <ac:chgData name="Cristian Chilipirea" userId="34ab170da5908fc4" providerId="LiveId" clId="{8D7DEDE3-80AA-4184-B7F9-7AE18451EC3E}" dt="2019-10-06T17:49:14.752" v="252"/>
          <ac:spMkLst>
            <pc:docMk/>
            <pc:sldMk cId="3155671206" sldId="504"/>
            <ac:spMk id="4" creationId="{213E8BCB-F51A-436A-8AF7-B19ED3684278}"/>
          </ac:spMkLst>
        </pc:spChg>
        <pc:spChg chg="add del mod">
          <ac:chgData name="Cristian Chilipirea" userId="34ab170da5908fc4" providerId="LiveId" clId="{8D7DEDE3-80AA-4184-B7F9-7AE18451EC3E}" dt="2019-10-06T17:49:16.849" v="255"/>
          <ac:spMkLst>
            <pc:docMk/>
            <pc:sldMk cId="3155671206" sldId="504"/>
            <ac:spMk id="5" creationId="{940B16C1-3937-47B2-930D-606BAF89E00D}"/>
          </ac:spMkLst>
        </pc:spChg>
        <pc:spChg chg="add mod">
          <ac:chgData name="Cristian Chilipirea" userId="34ab170da5908fc4" providerId="LiveId" clId="{8D7DEDE3-80AA-4184-B7F9-7AE18451EC3E}" dt="2019-10-06T17:49:18.286" v="257" actId="1076"/>
          <ac:spMkLst>
            <pc:docMk/>
            <pc:sldMk cId="3155671206" sldId="504"/>
            <ac:spMk id="6" creationId="{E17A2174-9C33-48DA-A7BE-C39C987CE316}"/>
          </ac:spMkLst>
        </pc:spChg>
      </pc:sldChg>
      <pc:sldChg chg="addSp delSp modSp add">
        <pc:chgData name="Cristian Chilipirea" userId="34ab170da5908fc4" providerId="LiveId" clId="{8D7DEDE3-80AA-4184-B7F9-7AE18451EC3E}" dt="2019-10-06T17:49:31.204" v="263"/>
        <pc:sldMkLst>
          <pc:docMk/>
          <pc:sldMk cId="2699375114" sldId="505"/>
        </pc:sldMkLst>
        <pc:spChg chg="mod">
          <ac:chgData name="Cristian Chilipirea" userId="34ab170da5908fc4" providerId="LiveId" clId="{8D7DEDE3-80AA-4184-B7F9-7AE18451EC3E}" dt="2019-10-06T17:49:24.097" v="259"/>
          <ac:spMkLst>
            <pc:docMk/>
            <pc:sldMk cId="2699375114" sldId="505"/>
            <ac:spMk id="2" creationId="{15D21F38-4440-4592-9330-43A6F0D0E00B}"/>
          </ac:spMkLst>
        </pc:spChg>
        <pc:spChg chg="del">
          <ac:chgData name="Cristian Chilipirea" userId="34ab170da5908fc4" providerId="LiveId" clId="{8D7DEDE3-80AA-4184-B7F9-7AE18451EC3E}" dt="2019-10-06T17:49:25.736" v="260" actId="478"/>
          <ac:spMkLst>
            <pc:docMk/>
            <pc:sldMk cId="2699375114" sldId="505"/>
            <ac:spMk id="3" creationId="{077130A8-B0E2-49C4-8A73-3D7402AD591E}"/>
          </ac:spMkLst>
        </pc:spChg>
        <pc:spChg chg="add del">
          <ac:chgData name="Cristian Chilipirea" userId="34ab170da5908fc4" providerId="LiveId" clId="{8D7DEDE3-80AA-4184-B7F9-7AE18451EC3E}" dt="2019-10-06T17:49:31.195" v="262"/>
          <ac:spMkLst>
            <pc:docMk/>
            <pc:sldMk cId="2699375114" sldId="505"/>
            <ac:spMk id="4" creationId="{6337EBF9-57B5-4A9E-9448-E10639922329}"/>
          </ac:spMkLst>
        </pc:spChg>
        <pc:spChg chg="add">
          <ac:chgData name="Cristian Chilipirea" userId="34ab170da5908fc4" providerId="LiveId" clId="{8D7DEDE3-80AA-4184-B7F9-7AE18451EC3E}" dt="2019-10-06T17:49:31.204" v="263"/>
          <ac:spMkLst>
            <pc:docMk/>
            <pc:sldMk cId="2699375114" sldId="505"/>
            <ac:spMk id="5" creationId="{379233E5-5C0B-487A-B499-7B50504A8008}"/>
          </ac:spMkLst>
        </pc:spChg>
      </pc:sldChg>
      <pc:sldChg chg="del">
        <pc:chgData name="Cristian Chilipirea" userId="34ab170da5908fc4" providerId="LiveId" clId="{8D7DEDE3-80AA-4184-B7F9-7AE18451EC3E}" dt="2019-10-06T17:41:02.674" v="9" actId="2696"/>
        <pc:sldMkLst>
          <pc:docMk/>
          <pc:sldMk cId="3381332427" sldId="506"/>
        </pc:sldMkLst>
      </pc:sldChg>
      <pc:sldChg chg="del">
        <pc:chgData name="Cristian Chilipirea" userId="34ab170da5908fc4" providerId="LiveId" clId="{8D7DEDE3-80AA-4184-B7F9-7AE18451EC3E}" dt="2019-10-06T17:41:04.836" v="19" actId="2696"/>
        <pc:sldMkLst>
          <pc:docMk/>
          <pc:sldMk cId="3162047561" sldId="508"/>
        </pc:sldMkLst>
      </pc:sldChg>
      <pc:sldChg chg="del">
        <pc:chgData name="Cristian Chilipirea" userId="34ab170da5908fc4" providerId="LiveId" clId="{8D7DEDE3-80AA-4184-B7F9-7AE18451EC3E}" dt="2019-10-06T17:41:05.539" v="22" actId="2696"/>
        <pc:sldMkLst>
          <pc:docMk/>
          <pc:sldMk cId="1653909499" sldId="509"/>
        </pc:sldMkLst>
      </pc:sldChg>
      <pc:sldChg chg="del">
        <pc:chgData name="Cristian Chilipirea" userId="34ab170da5908fc4" providerId="LiveId" clId="{8D7DEDE3-80AA-4184-B7F9-7AE18451EC3E}" dt="2019-10-06T17:41:05.757" v="23" actId="2696"/>
        <pc:sldMkLst>
          <pc:docMk/>
          <pc:sldMk cId="3608127337" sldId="510"/>
        </pc:sldMkLst>
      </pc:sldChg>
      <pc:sldChg chg="del">
        <pc:chgData name="Cristian Chilipirea" userId="34ab170da5908fc4" providerId="LiveId" clId="{8D7DEDE3-80AA-4184-B7F9-7AE18451EC3E}" dt="2019-10-06T17:41:06.088" v="26" actId="2696"/>
        <pc:sldMkLst>
          <pc:docMk/>
          <pc:sldMk cId="4042985229" sldId="511"/>
        </pc:sldMkLst>
      </pc:sldChg>
      <pc:sldChg chg="del">
        <pc:chgData name="Cristian Chilipirea" userId="34ab170da5908fc4" providerId="LiveId" clId="{8D7DEDE3-80AA-4184-B7F9-7AE18451EC3E}" dt="2019-10-06T17:41:07.229" v="31" actId="2696"/>
        <pc:sldMkLst>
          <pc:docMk/>
          <pc:sldMk cId="2727535347" sldId="512"/>
        </pc:sldMkLst>
      </pc:sldChg>
      <pc:sldChg chg="del">
        <pc:chgData name="Cristian Chilipirea" userId="34ab170da5908fc4" providerId="LiveId" clId="{8D7DEDE3-80AA-4184-B7F9-7AE18451EC3E}" dt="2019-10-06T17:41:05.946" v="24" actId="2696"/>
        <pc:sldMkLst>
          <pc:docMk/>
          <pc:sldMk cId="3285445849" sldId="513"/>
        </pc:sldMkLst>
      </pc:sldChg>
      <pc:sldChg chg="del">
        <pc:chgData name="Cristian Chilipirea" userId="34ab170da5908fc4" providerId="LiveId" clId="{8D7DEDE3-80AA-4184-B7F9-7AE18451EC3E}" dt="2019-10-06T17:41:06.064" v="25" actId="2696"/>
        <pc:sldMkLst>
          <pc:docMk/>
          <pc:sldMk cId="650840403" sldId="514"/>
        </pc:sldMkLst>
      </pc:sldChg>
      <pc:sldChg chg="del">
        <pc:chgData name="Cristian Chilipirea" userId="34ab170da5908fc4" providerId="LiveId" clId="{8D7DEDE3-80AA-4184-B7F9-7AE18451EC3E}" dt="2019-10-06T17:41:06.237" v="27" actId="2696"/>
        <pc:sldMkLst>
          <pc:docMk/>
          <pc:sldMk cId="2095946675" sldId="515"/>
        </pc:sldMkLst>
      </pc:sldChg>
      <pc:sldChg chg="del">
        <pc:chgData name="Cristian Chilipirea" userId="34ab170da5908fc4" providerId="LiveId" clId="{8D7DEDE3-80AA-4184-B7F9-7AE18451EC3E}" dt="2019-10-06T17:41:06.530" v="29" actId="2696"/>
        <pc:sldMkLst>
          <pc:docMk/>
          <pc:sldMk cId="1633443332" sldId="516"/>
        </pc:sldMkLst>
      </pc:sldChg>
      <pc:sldChg chg="del">
        <pc:chgData name="Cristian Chilipirea" userId="34ab170da5908fc4" providerId="LiveId" clId="{8D7DEDE3-80AA-4184-B7F9-7AE18451EC3E}" dt="2019-10-06T17:41:06.404" v="28" actId="2696"/>
        <pc:sldMkLst>
          <pc:docMk/>
          <pc:sldMk cId="3100481663" sldId="517"/>
        </pc:sldMkLst>
      </pc:sldChg>
      <pc:sldChg chg="del">
        <pc:chgData name="Cristian Chilipirea" userId="34ab170da5908fc4" providerId="LiveId" clId="{8D7DEDE3-80AA-4184-B7F9-7AE18451EC3E}" dt="2019-10-06T17:41:07.010" v="30" actId="2696"/>
        <pc:sldMkLst>
          <pc:docMk/>
          <pc:sldMk cId="3859228379" sldId="518"/>
        </pc:sldMkLst>
      </pc:sldChg>
      <pc:sldChg chg="del">
        <pc:chgData name="Cristian Chilipirea" userId="34ab170da5908fc4" providerId="LiveId" clId="{8D7DEDE3-80AA-4184-B7F9-7AE18451EC3E}" dt="2019-10-06T17:41:08.711" v="37" actId="2696"/>
        <pc:sldMkLst>
          <pc:docMk/>
          <pc:sldMk cId="1223463397" sldId="520"/>
        </pc:sldMkLst>
      </pc:sldChg>
      <pc:sldChg chg="del">
        <pc:chgData name="Cristian Chilipirea" userId="34ab170da5908fc4" providerId="LiveId" clId="{8D7DEDE3-80AA-4184-B7F9-7AE18451EC3E}" dt="2019-10-06T17:41:02.817" v="10" actId="2696"/>
        <pc:sldMkLst>
          <pc:docMk/>
          <pc:sldMk cId="193191226" sldId="523"/>
        </pc:sldMkLst>
      </pc:sldChg>
      <pc:sldChg chg="del">
        <pc:chgData name="Cristian Chilipirea" userId="34ab170da5908fc4" providerId="LiveId" clId="{8D7DEDE3-80AA-4184-B7F9-7AE18451EC3E}" dt="2019-10-06T17:41:02.945" v="11" actId="2696"/>
        <pc:sldMkLst>
          <pc:docMk/>
          <pc:sldMk cId="761323086" sldId="524"/>
        </pc:sldMkLst>
      </pc:sldChg>
      <pc:sldChg chg="del">
        <pc:chgData name="Cristian Chilipirea" userId="34ab170da5908fc4" providerId="LiveId" clId="{8D7DEDE3-80AA-4184-B7F9-7AE18451EC3E}" dt="2019-10-06T17:41:08.948" v="38" actId="2696"/>
        <pc:sldMkLst>
          <pc:docMk/>
          <pc:sldMk cId="2128174877" sldId="525"/>
        </pc:sldMkLst>
      </pc:sldChg>
      <pc:sldChg chg="del">
        <pc:chgData name="Cristian Chilipirea" userId="34ab170da5908fc4" providerId="LiveId" clId="{8D7DEDE3-80AA-4184-B7F9-7AE18451EC3E}" dt="2019-10-06T17:41:09.211" v="39" actId="2696"/>
        <pc:sldMkLst>
          <pc:docMk/>
          <pc:sldMk cId="384922801" sldId="526"/>
        </pc:sldMkLst>
      </pc:sldChg>
      <pc:sldChg chg="del">
        <pc:chgData name="Cristian Chilipirea" userId="34ab170da5908fc4" providerId="LiveId" clId="{8D7DEDE3-80AA-4184-B7F9-7AE18451EC3E}" dt="2019-10-06T17:41:10.478" v="46" actId="2696"/>
        <pc:sldMkLst>
          <pc:docMk/>
          <pc:sldMk cId="3314915467" sldId="527"/>
        </pc:sldMkLst>
      </pc:sldChg>
      <pc:sldChg chg="del">
        <pc:chgData name="Cristian Chilipirea" userId="34ab170da5908fc4" providerId="LiveId" clId="{8D7DEDE3-80AA-4184-B7F9-7AE18451EC3E}" dt="2019-10-06T17:41:10.144" v="44" actId="2696"/>
        <pc:sldMkLst>
          <pc:docMk/>
          <pc:sldMk cId="2683223940" sldId="528"/>
        </pc:sldMkLst>
      </pc:sldChg>
      <pc:sldChg chg="del">
        <pc:chgData name="Cristian Chilipirea" userId="34ab170da5908fc4" providerId="LiveId" clId="{8D7DEDE3-80AA-4184-B7F9-7AE18451EC3E}" dt="2019-10-06T17:41:02.159" v="5" actId="2696"/>
        <pc:sldMkLst>
          <pc:docMk/>
          <pc:sldMk cId="617174008" sldId="529"/>
        </pc:sldMkLst>
      </pc:sldChg>
      <pc:sldChg chg="del">
        <pc:chgData name="Cristian Chilipirea" userId="34ab170da5908fc4" providerId="LiveId" clId="{8D7DEDE3-80AA-4184-B7F9-7AE18451EC3E}" dt="2019-10-06T17:41:02.276" v="6" actId="2696"/>
        <pc:sldMkLst>
          <pc:docMk/>
          <pc:sldMk cId="742774632" sldId="530"/>
        </pc:sldMkLst>
      </pc:sldChg>
      <pc:sldChg chg="del">
        <pc:chgData name="Cristian Chilipirea" userId="34ab170da5908fc4" providerId="LiveId" clId="{8D7DEDE3-80AA-4184-B7F9-7AE18451EC3E}" dt="2019-10-06T17:41:02.543" v="8" actId="2696"/>
        <pc:sldMkLst>
          <pc:docMk/>
          <pc:sldMk cId="2619967694" sldId="531"/>
        </pc:sldMkLst>
      </pc:sldChg>
      <pc:sldChg chg="del">
        <pc:chgData name="Cristian Chilipirea" userId="34ab170da5908fc4" providerId="LiveId" clId="{8D7DEDE3-80AA-4184-B7F9-7AE18451EC3E}" dt="2019-10-06T17:41:03.105" v="12" actId="2696"/>
        <pc:sldMkLst>
          <pc:docMk/>
          <pc:sldMk cId="2286012924" sldId="533"/>
        </pc:sldMkLst>
      </pc:sldChg>
      <pc:sldChg chg="del">
        <pc:chgData name="Cristian Chilipirea" userId="34ab170da5908fc4" providerId="LiveId" clId="{8D7DEDE3-80AA-4184-B7F9-7AE18451EC3E}" dt="2019-10-06T17:41:03.245" v="13" actId="2696"/>
        <pc:sldMkLst>
          <pc:docMk/>
          <pc:sldMk cId="733346778" sldId="534"/>
        </pc:sldMkLst>
      </pc:sldChg>
      <pc:sldChg chg="del">
        <pc:chgData name="Cristian Chilipirea" userId="34ab170da5908fc4" providerId="LiveId" clId="{8D7DEDE3-80AA-4184-B7F9-7AE18451EC3E}" dt="2019-10-06T17:41:03.830" v="15" actId="2696"/>
        <pc:sldMkLst>
          <pc:docMk/>
          <pc:sldMk cId="3424030094" sldId="535"/>
        </pc:sldMkLst>
      </pc:sldChg>
      <pc:sldChg chg="del">
        <pc:chgData name="Cristian Chilipirea" userId="34ab170da5908fc4" providerId="LiveId" clId="{8D7DEDE3-80AA-4184-B7F9-7AE18451EC3E}" dt="2019-10-06T17:41:03.651" v="14" actId="2696"/>
        <pc:sldMkLst>
          <pc:docMk/>
          <pc:sldMk cId="1635445270" sldId="536"/>
        </pc:sldMkLst>
      </pc:sldChg>
      <pc:sldChg chg="del">
        <pc:chgData name="Cristian Chilipirea" userId="34ab170da5908fc4" providerId="LiveId" clId="{8D7DEDE3-80AA-4184-B7F9-7AE18451EC3E}" dt="2019-10-06T17:41:04.113" v="16" actId="2696"/>
        <pc:sldMkLst>
          <pc:docMk/>
          <pc:sldMk cId="1741540215" sldId="538"/>
        </pc:sldMkLst>
      </pc:sldChg>
      <pc:sldChg chg="del">
        <pc:chgData name="Cristian Chilipirea" userId="34ab170da5908fc4" providerId="LiveId" clId="{8D7DEDE3-80AA-4184-B7F9-7AE18451EC3E}" dt="2019-10-06T17:41:05.362" v="21" actId="2696"/>
        <pc:sldMkLst>
          <pc:docMk/>
          <pc:sldMk cId="1544035050" sldId="539"/>
        </pc:sldMkLst>
      </pc:sldChg>
      <pc:sldChg chg="del">
        <pc:chgData name="Cristian Chilipirea" userId="34ab170da5908fc4" providerId="LiveId" clId="{8D7DEDE3-80AA-4184-B7F9-7AE18451EC3E}" dt="2019-10-06T17:41:05.054" v="20" actId="2696"/>
        <pc:sldMkLst>
          <pc:docMk/>
          <pc:sldMk cId="2002666867" sldId="540"/>
        </pc:sldMkLst>
      </pc:sldChg>
      <pc:sldChg chg="del">
        <pc:chgData name="Cristian Chilipirea" userId="34ab170da5908fc4" providerId="LiveId" clId="{8D7DEDE3-80AA-4184-B7F9-7AE18451EC3E}" dt="2019-10-06T17:41:10.303" v="45" actId="2696"/>
        <pc:sldMkLst>
          <pc:docMk/>
          <pc:sldMk cId="1462569323" sldId="541"/>
        </pc:sldMkLst>
      </pc:sldChg>
      <pc:sldChg chg="del">
        <pc:chgData name="Cristian Chilipirea" userId="34ab170da5908fc4" providerId="LiveId" clId="{8D7DEDE3-80AA-4184-B7F9-7AE18451EC3E}" dt="2019-10-06T17:41:10.780" v="47" actId="2696"/>
        <pc:sldMkLst>
          <pc:docMk/>
          <pc:sldMk cId="3728125730" sldId="542"/>
        </pc:sldMkLst>
      </pc:sldChg>
      <pc:sldChg chg="del">
        <pc:chgData name="Cristian Chilipirea" userId="34ab170da5908fc4" providerId="LiveId" clId="{8D7DEDE3-80AA-4184-B7F9-7AE18451EC3E}" dt="2019-10-06T17:41:11.656" v="51" actId="2696"/>
        <pc:sldMkLst>
          <pc:docMk/>
          <pc:sldMk cId="1289218972" sldId="543"/>
        </pc:sldMkLst>
      </pc:sldChg>
      <pc:sldChg chg="del">
        <pc:chgData name="Cristian Chilipirea" userId="34ab170da5908fc4" providerId="LiveId" clId="{8D7DEDE3-80AA-4184-B7F9-7AE18451EC3E}" dt="2019-10-06T17:41:10.980" v="48" actId="2696"/>
        <pc:sldMkLst>
          <pc:docMk/>
          <pc:sldMk cId="2126027227" sldId="544"/>
        </pc:sldMkLst>
      </pc:sldChg>
      <pc:sldChg chg="del">
        <pc:chgData name="Cristian Chilipirea" userId="34ab170da5908fc4" providerId="LiveId" clId="{8D7DEDE3-80AA-4184-B7F9-7AE18451EC3E}" dt="2019-10-06T17:41:11.140" v="49" actId="2696"/>
        <pc:sldMkLst>
          <pc:docMk/>
          <pc:sldMk cId="3144370955" sldId="545"/>
        </pc:sldMkLst>
      </pc:sldChg>
      <pc:sldChg chg="del">
        <pc:chgData name="Cristian Chilipirea" userId="34ab170da5908fc4" providerId="LiveId" clId="{8D7DEDE3-80AA-4184-B7F9-7AE18451EC3E}" dt="2019-10-06T17:41:11.492" v="50" actId="2696"/>
        <pc:sldMkLst>
          <pc:docMk/>
          <pc:sldMk cId="1882107523" sldId="546"/>
        </pc:sldMkLst>
      </pc:sldChg>
      <pc:sldChg chg="del">
        <pc:chgData name="Cristian Chilipirea" userId="34ab170da5908fc4" providerId="LiveId" clId="{8D7DEDE3-80AA-4184-B7F9-7AE18451EC3E}" dt="2019-10-06T17:41:11.822" v="52" actId="2696"/>
        <pc:sldMkLst>
          <pc:docMk/>
          <pc:sldMk cId="558091035" sldId="547"/>
        </pc:sldMkLst>
      </pc:sldChg>
      <pc:sldChg chg="del">
        <pc:chgData name="Cristian Chilipirea" userId="34ab170da5908fc4" providerId="LiveId" clId="{8D7DEDE3-80AA-4184-B7F9-7AE18451EC3E}" dt="2019-10-06T17:41:11.998" v="53" actId="2696"/>
        <pc:sldMkLst>
          <pc:docMk/>
          <pc:sldMk cId="3034493033" sldId="548"/>
        </pc:sldMkLst>
      </pc:sldChg>
      <pc:sldChg chg="del">
        <pc:chgData name="Cristian Chilipirea" userId="34ab170da5908fc4" providerId="LiveId" clId="{8D7DEDE3-80AA-4184-B7F9-7AE18451EC3E}" dt="2019-10-06T17:41:12.182" v="54" actId="2696"/>
        <pc:sldMkLst>
          <pc:docMk/>
          <pc:sldMk cId="2448597296" sldId="549"/>
        </pc:sldMkLst>
      </pc:sldChg>
      <pc:sldChg chg="del">
        <pc:chgData name="Cristian Chilipirea" userId="34ab170da5908fc4" providerId="LiveId" clId="{8D7DEDE3-80AA-4184-B7F9-7AE18451EC3E}" dt="2019-10-06T17:41:12.342" v="55" actId="2696"/>
        <pc:sldMkLst>
          <pc:docMk/>
          <pc:sldMk cId="3128890427" sldId="550"/>
        </pc:sldMkLst>
      </pc:sldChg>
      <pc:sldChg chg="del">
        <pc:chgData name="Cristian Chilipirea" userId="34ab170da5908fc4" providerId="LiveId" clId="{8D7DEDE3-80AA-4184-B7F9-7AE18451EC3E}" dt="2019-10-06T17:41:12.518" v="56" actId="2696"/>
        <pc:sldMkLst>
          <pc:docMk/>
          <pc:sldMk cId="1483517246" sldId="552"/>
        </pc:sldMkLst>
      </pc:sldChg>
      <pc:sldChg chg="del">
        <pc:chgData name="Cristian Chilipirea" userId="34ab170da5908fc4" providerId="LiveId" clId="{8D7DEDE3-80AA-4184-B7F9-7AE18451EC3E}" dt="2019-10-06T17:41:12.699" v="57" actId="2696"/>
        <pc:sldMkLst>
          <pc:docMk/>
          <pc:sldMk cId="901537233" sldId="553"/>
        </pc:sldMkLst>
      </pc:sldChg>
      <pc:sldChg chg="del">
        <pc:chgData name="Cristian Chilipirea" userId="34ab170da5908fc4" providerId="LiveId" clId="{8D7DEDE3-80AA-4184-B7F9-7AE18451EC3E}" dt="2019-10-06T17:41:12.877" v="58" actId="2696"/>
        <pc:sldMkLst>
          <pc:docMk/>
          <pc:sldMk cId="1544456519" sldId="554"/>
        </pc:sldMkLst>
      </pc:sldChg>
      <pc:sldChg chg="del">
        <pc:chgData name="Cristian Chilipirea" userId="34ab170da5908fc4" providerId="LiveId" clId="{8D7DEDE3-80AA-4184-B7F9-7AE18451EC3E}" dt="2019-10-06T17:41:01.462" v="0" actId="2696"/>
        <pc:sldMkLst>
          <pc:docMk/>
          <pc:sldMk cId="2016561363" sldId="555"/>
        </pc:sldMkLst>
      </pc:sldChg>
      <pc:sldChg chg="del">
        <pc:chgData name="Cristian Chilipirea" userId="34ab170da5908fc4" providerId="LiveId" clId="{8D7DEDE3-80AA-4184-B7F9-7AE18451EC3E}" dt="2019-10-06T17:41:01.770" v="2" actId="2696"/>
        <pc:sldMkLst>
          <pc:docMk/>
          <pc:sldMk cId="278542565" sldId="556"/>
        </pc:sldMkLst>
      </pc:sldChg>
      <pc:sldChg chg="del">
        <pc:chgData name="Cristian Chilipirea" userId="34ab170da5908fc4" providerId="LiveId" clId="{8D7DEDE3-80AA-4184-B7F9-7AE18451EC3E}" dt="2019-10-06T17:41:01.898" v="3" actId="2696"/>
        <pc:sldMkLst>
          <pc:docMk/>
          <pc:sldMk cId="2006060040" sldId="557"/>
        </pc:sldMkLst>
      </pc:sldChg>
      <pc:sldChg chg="del">
        <pc:chgData name="Cristian Chilipirea" userId="34ab170da5908fc4" providerId="LiveId" clId="{8D7DEDE3-80AA-4184-B7F9-7AE18451EC3E}" dt="2019-10-06T17:41:13.406" v="60" actId="2696"/>
        <pc:sldMkLst>
          <pc:docMk/>
          <pc:sldMk cId="3440455392" sldId="586"/>
        </pc:sldMkLst>
      </pc:sldChg>
      <pc:sldChg chg="del">
        <pc:chgData name="Cristian Chilipirea" userId="34ab170da5908fc4" providerId="LiveId" clId="{8D7DEDE3-80AA-4184-B7F9-7AE18451EC3E}" dt="2019-10-06T17:41:07.456" v="32" actId="2696"/>
        <pc:sldMkLst>
          <pc:docMk/>
          <pc:sldMk cId="1004568210" sldId="587"/>
        </pc:sldMkLst>
      </pc:sldChg>
      <pc:sldChg chg="del">
        <pc:chgData name="Cristian Chilipirea" userId="34ab170da5908fc4" providerId="LiveId" clId="{8D7DEDE3-80AA-4184-B7F9-7AE18451EC3E}" dt="2019-10-06T17:41:07.747" v="33" actId="2696"/>
        <pc:sldMkLst>
          <pc:docMk/>
          <pc:sldMk cId="2844747525" sldId="588"/>
        </pc:sldMkLst>
      </pc:sldChg>
      <pc:sldChg chg="del">
        <pc:chgData name="Cristian Chilipirea" userId="34ab170da5908fc4" providerId="LiveId" clId="{8D7DEDE3-80AA-4184-B7F9-7AE18451EC3E}" dt="2019-10-06T17:41:13.575" v="61" actId="2696"/>
        <pc:sldMkLst>
          <pc:docMk/>
          <pc:sldMk cId="3229519859" sldId="589"/>
        </pc:sldMkLst>
      </pc:sldChg>
      <pc:sldChg chg="del">
        <pc:chgData name="Cristian Chilipirea" userId="34ab170da5908fc4" providerId="LiveId" clId="{8D7DEDE3-80AA-4184-B7F9-7AE18451EC3E}" dt="2019-10-06T17:41:13.735" v="62" actId="2696"/>
        <pc:sldMkLst>
          <pc:docMk/>
          <pc:sldMk cId="2934982308" sldId="590"/>
        </pc:sldMkLst>
      </pc:sldChg>
      <pc:sldChg chg="del">
        <pc:chgData name="Cristian Chilipirea" userId="34ab170da5908fc4" providerId="LiveId" clId="{8D7DEDE3-80AA-4184-B7F9-7AE18451EC3E}" dt="2019-10-06T17:41:13.893" v="63" actId="2696"/>
        <pc:sldMkLst>
          <pc:docMk/>
          <pc:sldMk cId="638753181" sldId="591"/>
        </pc:sldMkLst>
      </pc:sldChg>
      <pc:sldChg chg="del">
        <pc:chgData name="Cristian Chilipirea" userId="34ab170da5908fc4" providerId="LiveId" clId="{8D7DEDE3-80AA-4184-B7F9-7AE18451EC3E}" dt="2019-10-06T17:41:14.203" v="65" actId="2696"/>
        <pc:sldMkLst>
          <pc:docMk/>
          <pc:sldMk cId="2526377157" sldId="592"/>
        </pc:sldMkLst>
      </pc:sldChg>
      <pc:sldChg chg="del">
        <pc:chgData name="Cristian Chilipirea" userId="34ab170da5908fc4" providerId="LiveId" clId="{8D7DEDE3-80AA-4184-B7F9-7AE18451EC3E}" dt="2019-10-06T17:41:14.339" v="66" actId="2696"/>
        <pc:sldMkLst>
          <pc:docMk/>
          <pc:sldMk cId="3249049725" sldId="593"/>
        </pc:sldMkLst>
      </pc:sldChg>
      <pc:sldChg chg="del">
        <pc:chgData name="Cristian Chilipirea" userId="34ab170da5908fc4" providerId="LiveId" clId="{8D7DEDE3-80AA-4184-B7F9-7AE18451EC3E}" dt="2019-10-06T17:41:14.555" v="67" actId="2696"/>
        <pc:sldMkLst>
          <pc:docMk/>
          <pc:sldMk cId="2757188932" sldId="594"/>
        </pc:sldMkLst>
      </pc:sldChg>
      <pc:sldChg chg="del">
        <pc:chgData name="Cristian Chilipirea" userId="34ab170da5908fc4" providerId="LiveId" clId="{8D7DEDE3-80AA-4184-B7F9-7AE18451EC3E}" dt="2019-10-06T17:41:14.931" v="68" actId="2696"/>
        <pc:sldMkLst>
          <pc:docMk/>
          <pc:sldMk cId="2457825635" sldId="595"/>
        </pc:sldMkLst>
      </pc:sldChg>
      <pc:sldChg chg="del">
        <pc:chgData name="Cristian Chilipirea" userId="34ab170da5908fc4" providerId="LiveId" clId="{8D7DEDE3-80AA-4184-B7F9-7AE18451EC3E}" dt="2019-10-06T17:41:15.131" v="69" actId="2696"/>
        <pc:sldMkLst>
          <pc:docMk/>
          <pc:sldMk cId="1862494286" sldId="596"/>
        </pc:sldMkLst>
      </pc:sldChg>
      <pc:sldChg chg="del">
        <pc:chgData name="Cristian Chilipirea" userId="34ab170da5908fc4" providerId="LiveId" clId="{8D7DEDE3-80AA-4184-B7F9-7AE18451EC3E}" dt="2019-10-06T17:41:15.291" v="70" actId="2696"/>
        <pc:sldMkLst>
          <pc:docMk/>
          <pc:sldMk cId="2528492379" sldId="597"/>
        </pc:sldMkLst>
      </pc:sldChg>
      <pc:sldChg chg="del">
        <pc:chgData name="Cristian Chilipirea" userId="34ab170da5908fc4" providerId="LiveId" clId="{8D7DEDE3-80AA-4184-B7F9-7AE18451EC3E}" dt="2019-10-06T17:41:15.785" v="71" actId="2696"/>
        <pc:sldMkLst>
          <pc:docMk/>
          <pc:sldMk cId="2518629561" sldId="598"/>
        </pc:sldMkLst>
      </pc:sldChg>
      <pc:sldChg chg="del">
        <pc:chgData name="Cristian Chilipirea" userId="34ab170da5908fc4" providerId="LiveId" clId="{8D7DEDE3-80AA-4184-B7F9-7AE18451EC3E}" dt="2019-10-06T17:41:15.884" v="73" actId="2696"/>
        <pc:sldMkLst>
          <pc:docMk/>
          <pc:sldMk cId="3957409372" sldId="599"/>
        </pc:sldMkLst>
      </pc:sldChg>
      <pc:sldChg chg="del">
        <pc:chgData name="Cristian Chilipirea" userId="34ab170da5908fc4" providerId="LiveId" clId="{8D7DEDE3-80AA-4184-B7F9-7AE18451EC3E}" dt="2019-10-06T17:41:15.951" v="75" actId="2696"/>
        <pc:sldMkLst>
          <pc:docMk/>
          <pc:sldMk cId="2442255895" sldId="600"/>
        </pc:sldMkLst>
      </pc:sldChg>
      <pc:sldChg chg="del">
        <pc:chgData name="Cristian Chilipirea" userId="34ab170da5908fc4" providerId="LiveId" clId="{8D7DEDE3-80AA-4184-B7F9-7AE18451EC3E}" dt="2019-10-06T17:41:15.967" v="76" actId="2696"/>
        <pc:sldMkLst>
          <pc:docMk/>
          <pc:sldMk cId="539200228" sldId="601"/>
        </pc:sldMkLst>
      </pc:sldChg>
      <pc:sldChg chg="del">
        <pc:chgData name="Cristian Chilipirea" userId="34ab170da5908fc4" providerId="LiveId" clId="{8D7DEDE3-80AA-4184-B7F9-7AE18451EC3E}" dt="2019-10-06T17:41:16.115" v="77" actId="2696"/>
        <pc:sldMkLst>
          <pc:docMk/>
          <pc:sldMk cId="2552501450" sldId="602"/>
        </pc:sldMkLst>
      </pc:sldChg>
      <pc:sldChg chg="del">
        <pc:chgData name="Cristian Chilipirea" userId="34ab170da5908fc4" providerId="LiveId" clId="{8D7DEDE3-80AA-4184-B7F9-7AE18451EC3E}" dt="2019-10-06T17:41:16.651" v="78" actId="2696"/>
        <pc:sldMkLst>
          <pc:docMk/>
          <pc:sldMk cId="1787298923" sldId="603"/>
        </pc:sldMkLst>
      </pc:sldChg>
      <pc:sldChg chg="del">
        <pc:chgData name="Cristian Chilipirea" userId="34ab170da5908fc4" providerId="LiveId" clId="{8D7DEDE3-80AA-4184-B7F9-7AE18451EC3E}" dt="2019-10-06T17:41:17.278" v="79" actId="2696"/>
        <pc:sldMkLst>
          <pc:docMk/>
          <pc:sldMk cId="2363012813" sldId="604"/>
        </pc:sldMkLst>
      </pc:sldChg>
      <pc:sldChg chg="del">
        <pc:chgData name="Cristian Chilipirea" userId="34ab170da5908fc4" providerId="LiveId" clId="{8D7DEDE3-80AA-4184-B7F9-7AE18451EC3E}" dt="2019-10-06T17:41:15.901" v="74" actId="2696"/>
        <pc:sldMkLst>
          <pc:docMk/>
          <pc:sldMk cId="269224354" sldId="605"/>
        </pc:sldMkLst>
      </pc:sldChg>
      <pc:sldChg chg="del">
        <pc:chgData name="Cristian Chilipirea" userId="34ab170da5908fc4" providerId="LiveId" clId="{8D7DEDE3-80AA-4184-B7F9-7AE18451EC3E}" dt="2019-10-06T17:41:15.834" v="72" actId="2696"/>
        <pc:sldMkLst>
          <pc:docMk/>
          <pc:sldMk cId="2954594501" sldId="606"/>
        </pc:sldMkLst>
      </pc:sldChg>
      <pc:sldChg chg="del">
        <pc:chgData name="Cristian Chilipirea" userId="34ab170da5908fc4" providerId="LiveId" clId="{8D7DEDE3-80AA-4184-B7F9-7AE18451EC3E}" dt="2019-10-06T17:41:14.025" v="64" actId="2696"/>
        <pc:sldMkLst>
          <pc:docMk/>
          <pc:sldMk cId="1131665879" sldId="607"/>
        </pc:sldMkLst>
      </pc:sldChg>
      <pc:sldChg chg="del">
        <pc:chgData name="Cristian Chilipirea" userId="34ab170da5908fc4" providerId="LiveId" clId="{8D7DEDE3-80AA-4184-B7F9-7AE18451EC3E}" dt="2019-10-06T17:41:17.598" v="80" actId="2696"/>
        <pc:sldMkLst>
          <pc:docMk/>
          <pc:sldMk cId="289251862" sldId="610"/>
        </pc:sldMkLst>
      </pc:sldChg>
      <pc:sldChg chg="del">
        <pc:chgData name="Cristian Chilipirea" userId="34ab170da5908fc4" providerId="LiveId" clId="{8D7DEDE3-80AA-4184-B7F9-7AE18451EC3E}" dt="2019-10-06T17:41:17.744" v="81" actId="2696"/>
        <pc:sldMkLst>
          <pc:docMk/>
          <pc:sldMk cId="1539260797" sldId="617"/>
        </pc:sldMkLst>
      </pc:sldChg>
      <pc:sldChg chg="del">
        <pc:chgData name="Cristian Chilipirea" userId="34ab170da5908fc4" providerId="LiveId" clId="{8D7DEDE3-80AA-4184-B7F9-7AE18451EC3E}" dt="2019-10-06T17:41:18.844" v="88" actId="2696"/>
        <pc:sldMkLst>
          <pc:docMk/>
          <pc:sldMk cId="1602396881" sldId="619"/>
        </pc:sldMkLst>
      </pc:sldChg>
      <pc:sldChg chg="del">
        <pc:chgData name="Cristian Chilipirea" userId="34ab170da5908fc4" providerId="LiveId" clId="{8D7DEDE3-80AA-4184-B7F9-7AE18451EC3E}" dt="2019-10-06T17:41:18.676" v="87" actId="2696"/>
        <pc:sldMkLst>
          <pc:docMk/>
          <pc:sldMk cId="983254241" sldId="620"/>
        </pc:sldMkLst>
      </pc:sldChg>
      <pc:sldChg chg="del">
        <pc:chgData name="Cristian Chilipirea" userId="34ab170da5908fc4" providerId="LiveId" clId="{8D7DEDE3-80AA-4184-B7F9-7AE18451EC3E}" dt="2019-10-06T17:41:18.948" v="89" actId="2696"/>
        <pc:sldMkLst>
          <pc:docMk/>
          <pc:sldMk cId="1693112902" sldId="621"/>
        </pc:sldMkLst>
      </pc:sldChg>
      <pc:sldChg chg="del">
        <pc:chgData name="Cristian Chilipirea" userId="34ab170da5908fc4" providerId="LiveId" clId="{8D7DEDE3-80AA-4184-B7F9-7AE18451EC3E}" dt="2019-10-06T17:41:19.140" v="90" actId="2696"/>
        <pc:sldMkLst>
          <pc:docMk/>
          <pc:sldMk cId="3591667173" sldId="622"/>
        </pc:sldMkLst>
      </pc:sldChg>
      <pc:sldChg chg="del">
        <pc:chgData name="Cristian Chilipirea" userId="34ab170da5908fc4" providerId="LiveId" clId="{8D7DEDE3-80AA-4184-B7F9-7AE18451EC3E}" dt="2019-10-06T17:41:19.296" v="91" actId="2696"/>
        <pc:sldMkLst>
          <pc:docMk/>
          <pc:sldMk cId="3871055158" sldId="623"/>
        </pc:sldMkLst>
      </pc:sldChg>
      <pc:sldChg chg="del">
        <pc:chgData name="Cristian Chilipirea" userId="34ab170da5908fc4" providerId="LiveId" clId="{8D7DEDE3-80AA-4184-B7F9-7AE18451EC3E}" dt="2019-10-06T17:41:19.451" v="92" actId="2696"/>
        <pc:sldMkLst>
          <pc:docMk/>
          <pc:sldMk cId="1035402042" sldId="624"/>
        </pc:sldMkLst>
      </pc:sldChg>
      <pc:sldChg chg="del">
        <pc:chgData name="Cristian Chilipirea" userId="34ab170da5908fc4" providerId="LiveId" clId="{8D7DEDE3-80AA-4184-B7F9-7AE18451EC3E}" dt="2019-10-06T17:41:18.520" v="86" actId="2696"/>
        <pc:sldMkLst>
          <pc:docMk/>
          <pc:sldMk cId="2430536616" sldId="625"/>
        </pc:sldMkLst>
      </pc:sldChg>
      <pc:sldChg chg="del">
        <pc:chgData name="Cristian Chilipirea" userId="34ab170da5908fc4" providerId="LiveId" clId="{8D7DEDE3-80AA-4184-B7F9-7AE18451EC3E}" dt="2019-10-06T17:41:19.580" v="93" actId="2696"/>
        <pc:sldMkLst>
          <pc:docMk/>
          <pc:sldMk cId="1092089267" sldId="626"/>
        </pc:sldMkLst>
      </pc:sldChg>
      <pc:sldChg chg="del">
        <pc:chgData name="Cristian Chilipirea" userId="34ab170da5908fc4" providerId="LiveId" clId="{8D7DEDE3-80AA-4184-B7F9-7AE18451EC3E}" dt="2019-10-06T17:41:19.765" v="94" actId="2696"/>
        <pc:sldMkLst>
          <pc:docMk/>
          <pc:sldMk cId="2157519186" sldId="627"/>
        </pc:sldMkLst>
      </pc:sldChg>
      <pc:sldChg chg="del">
        <pc:chgData name="Cristian Chilipirea" userId="34ab170da5908fc4" providerId="LiveId" clId="{8D7DEDE3-80AA-4184-B7F9-7AE18451EC3E}" dt="2019-10-06T17:41:20.292" v="96" actId="2696"/>
        <pc:sldMkLst>
          <pc:docMk/>
          <pc:sldMk cId="3475865016" sldId="628"/>
        </pc:sldMkLst>
      </pc:sldChg>
      <pc:sldChg chg="del">
        <pc:chgData name="Cristian Chilipirea" userId="34ab170da5908fc4" providerId="LiveId" clId="{8D7DEDE3-80AA-4184-B7F9-7AE18451EC3E}" dt="2019-10-06T17:41:20.692" v="98" actId="2696"/>
        <pc:sldMkLst>
          <pc:docMk/>
          <pc:sldMk cId="399722945" sldId="629"/>
        </pc:sldMkLst>
      </pc:sldChg>
      <pc:sldChg chg="del">
        <pc:chgData name="Cristian Chilipirea" userId="34ab170da5908fc4" providerId="LiveId" clId="{8D7DEDE3-80AA-4184-B7F9-7AE18451EC3E}" dt="2019-10-06T17:41:21.084" v="100" actId="2696"/>
        <pc:sldMkLst>
          <pc:docMk/>
          <pc:sldMk cId="415877145" sldId="630"/>
        </pc:sldMkLst>
      </pc:sldChg>
      <pc:sldChg chg="del">
        <pc:chgData name="Cristian Chilipirea" userId="34ab170da5908fc4" providerId="LiveId" clId="{8D7DEDE3-80AA-4184-B7F9-7AE18451EC3E}" dt="2019-10-06T17:41:33.704" v="106" actId="2696"/>
        <pc:sldMkLst>
          <pc:docMk/>
          <pc:sldMk cId="2256760796" sldId="631"/>
        </pc:sldMkLst>
      </pc:sldChg>
      <pc:sldChg chg="del">
        <pc:chgData name="Cristian Chilipirea" userId="34ab170da5908fc4" providerId="LiveId" clId="{8D7DEDE3-80AA-4184-B7F9-7AE18451EC3E}" dt="2019-10-06T17:41:22.603" v="104" actId="2696"/>
        <pc:sldMkLst>
          <pc:docMk/>
          <pc:sldMk cId="3056894308" sldId="632"/>
        </pc:sldMkLst>
      </pc:sldChg>
      <pc:sldChg chg="del">
        <pc:chgData name="Cristian Chilipirea" userId="34ab170da5908fc4" providerId="LiveId" clId="{8D7DEDE3-80AA-4184-B7F9-7AE18451EC3E}" dt="2019-10-06T17:41:21.828" v="102" actId="2696"/>
        <pc:sldMkLst>
          <pc:docMk/>
          <pc:sldMk cId="1561823746" sldId="633"/>
        </pc:sldMkLst>
      </pc:sldChg>
      <pc:sldChg chg="del">
        <pc:chgData name="Cristian Chilipirea" userId="34ab170da5908fc4" providerId="LiveId" clId="{8D7DEDE3-80AA-4184-B7F9-7AE18451EC3E}" dt="2019-10-06T17:41:19.924" v="95" actId="2696"/>
        <pc:sldMkLst>
          <pc:docMk/>
          <pc:sldMk cId="696013976" sldId="634"/>
        </pc:sldMkLst>
      </pc:sldChg>
      <pc:sldChg chg="del">
        <pc:chgData name="Cristian Chilipirea" userId="34ab170da5908fc4" providerId="LiveId" clId="{8D7DEDE3-80AA-4184-B7F9-7AE18451EC3E}" dt="2019-10-06T17:41:20.485" v="97" actId="2696"/>
        <pc:sldMkLst>
          <pc:docMk/>
          <pc:sldMk cId="4191572566" sldId="635"/>
        </pc:sldMkLst>
      </pc:sldChg>
      <pc:sldChg chg="del">
        <pc:chgData name="Cristian Chilipirea" userId="34ab170da5908fc4" providerId="LiveId" clId="{8D7DEDE3-80AA-4184-B7F9-7AE18451EC3E}" dt="2019-10-06T17:41:20.878" v="99" actId="2696"/>
        <pc:sldMkLst>
          <pc:docMk/>
          <pc:sldMk cId="807977974" sldId="636"/>
        </pc:sldMkLst>
      </pc:sldChg>
      <pc:sldChg chg="del">
        <pc:chgData name="Cristian Chilipirea" userId="34ab170da5908fc4" providerId="LiveId" clId="{8D7DEDE3-80AA-4184-B7F9-7AE18451EC3E}" dt="2019-10-06T17:41:21.252" v="101" actId="2696"/>
        <pc:sldMkLst>
          <pc:docMk/>
          <pc:sldMk cId="2574714365" sldId="637"/>
        </pc:sldMkLst>
      </pc:sldChg>
      <pc:sldChg chg="del">
        <pc:chgData name="Cristian Chilipirea" userId="34ab170da5908fc4" providerId="LiveId" clId="{8D7DEDE3-80AA-4184-B7F9-7AE18451EC3E}" dt="2019-10-06T17:41:22.152" v="103" actId="2696"/>
        <pc:sldMkLst>
          <pc:docMk/>
          <pc:sldMk cId="3652549265" sldId="638"/>
        </pc:sldMkLst>
      </pc:sldChg>
      <pc:sldChg chg="del">
        <pc:chgData name="Cristian Chilipirea" userId="34ab170da5908fc4" providerId="LiveId" clId="{8D7DEDE3-80AA-4184-B7F9-7AE18451EC3E}" dt="2019-10-06T17:41:07.968" v="34" actId="2696"/>
        <pc:sldMkLst>
          <pc:docMk/>
          <pc:sldMk cId="2226103853" sldId="674"/>
        </pc:sldMkLst>
      </pc:sldChg>
      <pc:sldChg chg="del">
        <pc:chgData name="Cristian Chilipirea" userId="34ab170da5908fc4" providerId="LiveId" clId="{8D7DEDE3-80AA-4184-B7F9-7AE18451EC3E}" dt="2019-10-06T17:41:08.240" v="35" actId="2696"/>
        <pc:sldMkLst>
          <pc:docMk/>
          <pc:sldMk cId="3773405892" sldId="675"/>
        </pc:sldMkLst>
      </pc:sldChg>
      <pc:sldChg chg="del">
        <pc:chgData name="Cristian Chilipirea" userId="34ab170da5908fc4" providerId="LiveId" clId="{8D7DEDE3-80AA-4184-B7F9-7AE18451EC3E}" dt="2019-10-06T17:41:08.479" v="36" actId="2696"/>
        <pc:sldMkLst>
          <pc:docMk/>
          <pc:sldMk cId="1837309573" sldId="676"/>
        </pc:sldMkLst>
      </pc:sldChg>
      <pc:sldChg chg="del">
        <pc:chgData name="Cristian Chilipirea" userId="34ab170da5908fc4" providerId="LiveId" clId="{8D7DEDE3-80AA-4184-B7F9-7AE18451EC3E}" dt="2019-10-06T17:41:17.890" v="82" actId="2696"/>
        <pc:sldMkLst>
          <pc:docMk/>
          <pc:sldMk cId="1429318266" sldId="697"/>
        </pc:sldMkLst>
      </pc:sldChg>
      <pc:sldChg chg="del">
        <pc:chgData name="Cristian Chilipirea" userId="34ab170da5908fc4" providerId="LiveId" clId="{8D7DEDE3-80AA-4184-B7F9-7AE18451EC3E}" dt="2019-10-06T17:41:18.052" v="83" actId="2696"/>
        <pc:sldMkLst>
          <pc:docMk/>
          <pc:sldMk cId="656273675" sldId="698"/>
        </pc:sldMkLst>
      </pc:sldChg>
      <pc:sldChg chg="del">
        <pc:chgData name="Cristian Chilipirea" userId="34ab170da5908fc4" providerId="LiveId" clId="{8D7DEDE3-80AA-4184-B7F9-7AE18451EC3E}" dt="2019-10-06T17:41:18.219" v="84" actId="2696"/>
        <pc:sldMkLst>
          <pc:docMk/>
          <pc:sldMk cId="3053016918" sldId="699"/>
        </pc:sldMkLst>
      </pc:sldChg>
      <pc:sldChg chg="del">
        <pc:chgData name="Cristian Chilipirea" userId="34ab170da5908fc4" providerId="LiveId" clId="{8D7DEDE3-80AA-4184-B7F9-7AE18451EC3E}" dt="2019-10-06T17:41:18.364" v="85" actId="2696"/>
        <pc:sldMkLst>
          <pc:docMk/>
          <pc:sldMk cId="4067465942" sldId="700"/>
        </pc:sldMkLst>
      </pc:sldChg>
      <pc:sldChg chg="del">
        <pc:chgData name="Cristian Chilipirea" userId="34ab170da5908fc4" providerId="LiveId" clId="{8D7DEDE3-80AA-4184-B7F9-7AE18451EC3E}" dt="2019-10-06T17:41:13.189" v="59" actId="2696"/>
        <pc:sldMkLst>
          <pc:docMk/>
          <pc:sldMk cId="344641337" sldId="701"/>
        </pc:sldMkLst>
      </pc:sldChg>
      <pc:sldChg chg="del">
        <pc:chgData name="Cristian Chilipirea" userId="34ab170da5908fc4" providerId="LiveId" clId="{8D7DEDE3-80AA-4184-B7F9-7AE18451EC3E}" dt="2019-10-06T17:41:09.458" v="40" actId="2696"/>
        <pc:sldMkLst>
          <pc:docMk/>
          <pc:sldMk cId="2042151825" sldId="702"/>
        </pc:sldMkLst>
      </pc:sldChg>
      <pc:sldChg chg="del">
        <pc:chgData name="Cristian Chilipirea" userId="34ab170da5908fc4" providerId="LiveId" clId="{8D7DEDE3-80AA-4184-B7F9-7AE18451EC3E}" dt="2019-10-06T17:41:09.687" v="41" actId="2696"/>
        <pc:sldMkLst>
          <pc:docMk/>
          <pc:sldMk cId="1836877158" sldId="703"/>
        </pc:sldMkLst>
      </pc:sldChg>
      <pc:sldChg chg="del">
        <pc:chgData name="Cristian Chilipirea" userId="34ab170da5908fc4" providerId="LiveId" clId="{8D7DEDE3-80AA-4184-B7F9-7AE18451EC3E}" dt="2019-10-06T17:41:09.853" v="42" actId="2696"/>
        <pc:sldMkLst>
          <pc:docMk/>
          <pc:sldMk cId="120645923" sldId="704"/>
        </pc:sldMkLst>
      </pc:sldChg>
      <pc:sldChg chg="del">
        <pc:chgData name="Cristian Chilipirea" userId="34ab170da5908fc4" providerId="LiveId" clId="{8D7DEDE3-80AA-4184-B7F9-7AE18451EC3E}" dt="2019-10-06T17:41:10.014" v="43" actId="2696"/>
        <pc:sldMkLst>
          <pc:docMk/>
          <pc:sldMk cId="3594135705" sldId="70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9106" name="Rectangle 2">
            <a:extLst>
              <a:ext uri="{FF2B5EF4-FFF2-40B4-BE49-F238E27FC236}">
                <a16:creationId xmlns:a16="http://schemas.microsoft.com/office/drawing/2014/main" id="{C3F2AC8C-8735-EF44-A5B2-5ECDE2E9664D}"/>
              </a:ext>
            </a:extLst>
          </p:cNvPr>
          <p:cNvSpPr>
            <a:spLocks noGrp="1" noChangeArrowheads="1"/>
          </p:cNvSpPr>
          <p:nvPr>
            <p:ph type="hdr" sz="quarter"/>
          </p:nvPr>
        </p:nvSpPr>
        <p:spPr bwMode="auto">
          <a:xfrm>
            <a:off x="0" y="0"/>
            <a:ext cx="2878138" cy="522288"/>
          </a:xfrm>
          <a:prstGeom prst="rect">
            <a:avLst/>
          </a:prstGeom>
          <a:noFill/>
          <a:ln>
            <a:noFill/>
          </a:ln>
          <a:effectLst/>
          <a:extLst>
            <a:ext uri="{909E8E84-426E-40dd-AFC4-6F175D3DCCD1}"/>
            <a:ext uri="{91240B29-F687-4f45-9708-019B960494DF}"/>
            <a:ext uri="{AF507438-7753-43e0-B8FC-AC1667EBCBE1}"/>
          </a:extLst>
        </p:spPr>
        <p:txBody>
          <a:bodyPr vert="horz" wrap="square" lIns="89101" tIns="44550" rIns="89101" bIns="44550" numCol="1" anchor="t" anchorCtr="0" compatLnSpc="1">
            <a:prstTxWarp prst="textNoShape">
              <a:avLst/>
            </a:prstTxWarp>
          </a:bodyPr>
          <a:lstStyle>
            <a:lvl1pPr defTabSz="889000" eaLnBrk="1" hangingPunct="1">
              <a:defRPr sz="1200">
                <a:latin typeface="Arial" charset="0"/>
                <a:ea typeface="+mn-ea"/>
                <a:cs typeface="+mn-cs"/>
              </a:defRPr>
            </a:lvl1pPr>
          </a:lstStyle>
          <a:p>
            <a:pPr>
              <a:defRPr/>
            </a:pPr>
            <a:endParaRPr lang="en-GB"/>
          </a:p>
        </p:txBody>
      </p:sp>
      <p:sp>
        <p:nvSpPr>
          <p:cNvPr id="559107" name="Rectangle 3">
            <a:extLst>
              <a:ext uri="{FF2B5EF4-FFF2-40B4-BE49-F238E27FC236}">
                <a16:creationId xmlns:a16="http://schemas.microsoft.com/office/drawing/2014/main" id="{6A912965-B82C-E24D-9C3B-D0AF241523AC}"/>
              </a:ext>
            </a:extLst>
          </p:cNvPr>
          <p:cNvSpPr>
            <a:spLocks noGrp="1" noChangeArrowheads="1"/>
          </p:cNvSpPr>
          <p:nvPr>
            <p:ph type="dt" sz="quarter" idx="1"/>
          </p:nvPr>
        </p:nvSpPr>
        <p:spPr bwMode="auto">
          <a:xfrm>
            <a:off x="3762376" y="0"/>
            <a:ext cx="2952750" cy="522288"/>
          </a:xfrm>
          <a:prstGeom prst="rect">
            <a:avLst/>
          </a:prstGeom>
          <a:noFill/>
          <a:ln>
            <a:noFill/>
          </a:ln>
          <a:effectLst/>
          <a:extLst>
            <a:ext uri="{909E8E84-426E-40dd-AFC4-6F175D3DCCD1}"/>
            <a:ext uri="{91240B29-F687-4f45-9708-019B960494DF}"/>
            <a:ext uri="{AF507438-7753-43e0-B8FC-AC1667EBCBE1}"/>
          </a:extLst>
        </p:spPr>
        <p:txBody>
          <a:bodyPr vert="horz" wrap="square" lIns="89101" tIns="44550" rIns="89101" bIns="44550" numCol="1" anchor="t" anchorCtr="0" compatLnSpc="1">
            <a:prstTxWarp prst="textNoShape">
              <a:avLst/>
            </a:prstTxWarp>
          </a:bodyPr>
          <a:lstStyle>
            <a:lvl1pPr algn="r" defTabSz="889000" eaLnBrk="1" hangingPunct="1">
              <a:defRPr sz="1200">
                <a:latin typeface="Arial" charset="0"/>
                <a:ea typeface="+mn-ea"/>
                <a:cs typeface="+mn-cs"/>
              </a:defRPr>
            </a:lvl1pPr>
          </a:lstStyle>
          <a:p>
            <a:pPr>
              <a:defRPr/>
            </a:pPr>
            <a:endParaRPr lang="en-GB"/>
          </a:p>
        </p:txBody>
      </p:sp>
      <p:sp>
        <p:nvSpPr>
          <p:cNvPr id="559108" name="Rectangle 4">
            <a:extLst>
              <a:ext uri="{FF2B5EF4-FFF2-40B4-BE49-F238E27FC236}">
                <a16:creationId xmlns:a16="http://schemas.microsoft.com/office/drawing/2014/main" id="{3853EBF1-6178-4444-A8C6-3069AD37CE52}"/>
              </a:ext>
            </a:extLst>
          </p:cNvPr>
          <p:cNvSpPr>
            <a:spLocks noGrp="1" noChangeArrowheads="1"/>
          </p:cNvSpPr>
          <p:nvPr>
            <p:ph type="ftr" sz="quarter" idx="2"/>
          </p:nvPr>
        </p:nvSpPr>
        <p:spPr bwMode="auto">
          <a:xfrm>
            <a:off x="0" y="9323388"/>
            <a:ext cx="2878138" cy="522288"/>
          </a:xfrm>
          <a:prstGeom prst="rect">
            <a:avLst/>
          </a:prstGeom>
          <a:noFill/>
          <a:ln>
            <a:noFill/>
          </a:ln>
          <a:effectLst/>
          <a:extLst>
            <a:ext uri="{909E8E84-426E-40dd-AFC4-6F175D3DCCD1}"/>
            <a:ext uri="{91240B29-F687-4f45-9708-019B960494DF}"/>
            <a:ext uri="{AF507438-7753-43e0-B8FC-AC1667EBCBE1}"/>
          </a:extLst>
        </p:spPr>
        <p:txBody>
          <a:bodyPr vert="horz" wrap="square" lIns="89101" tIns="44550" rIns="89101" bIns="44550" numCol="1" anchor="b" anchorCtr="0" compatLnSpc="1">
            <a:prstTxWarp prst="textNoShape">
              <a:avLst/>
            </a:prstTxWarp>
          </a:bodyPr>
          <a:lstStyle>
            <a:lvl1pPr defTabSz="889000" eaLnBrk="1" hangingPunct="1">
              <a:defRPr sz="1200">
                <a:latin typeface="Arial" charset="0"/>
                <a:ea typeface="+mn-ea"/>
                <a:cs typeface="+mn-cs"/>
              </a:defRPr>
            </a:lvl1pPr>
          </a:lstStyle>
          <a:p>
            <a:pPr>
              <a:defRPr/>
            </a:pPr>
            <a:endParaRPr lang="en-GB"/>
          </a:p>
        </p:txBody>
      </p:sp>
      <p:sp>
        <p:nvSpPr>
          <p:cNvPr id="559109" name="Rectangle 5">
            <a:extLst>
              <a:ext uri="{FF2B5EF4-FFF2-40B4-BE49-F238E27FC236}">
                <a16:creationId xmlns:a16="http://schemas.microsoft.com/office/drawing/2014/main" id="{78E04CD7-A96F-D446-B767-FC53C6EDBD5E}"/>
              </a:ext>
            </a:extLst>
          </p:cNvPr>
          <p:cNvSpPr>
            <a:spLocks noGrp="1" noChangeArrowheads="1"/>
          </p:cNvSpPr>
          <p:nvPr>
            <p:ph type="sldNum" sz="quarter" idx="3"/>
          </p:nvPr>
        </p:nvSpPr>
        <p:spPr bwMode="auto">
          <a:xfrm>
            <a:off x="3762376" y="9323388"/>
            <a:ext cx="2952750" cy="522288"/>
          </a:xfrm>
          <a:prstGeom prst="rect">
            <a:avLst/>
          </a:prstGeom>
          <a:noFill/>
          <a:ln>
            <a:noFill/>
          </a:ln>
          <a:effectLst/>
          <a:extLst>
            <a:ext uri="{909E8E84-426E-40dd-AFC4-6F175D3DCCD1}"/>
            <a:ext uri="{91240B29-F687-4f45-9708-019B960494DF}"/>
            <a:ext uri="{AF507438-7753-43e0-B8FC-AC1667EBCBE1}"/>
          </a:extLst>
        </p:spPr>
        <p:txBody>
          <a:bodyPr vert="horz" wrap="square" lIns="89101" tIns="44550" rIns="89101" bIns="44550" numCol="1" anchor="b" anchorCtr="0" compatLnSpc="1">
            <a:prstTxWarp prst="textNoShape">
              <a:avLst/>
            </a:prstTxWarp>
          </a:bodyPr>
          <a:lstStyle>
            <a:lvl1pPr algn="r" defTabSz="889000" eaLnBrk="1" hangingPunct="1">
              <a:defRPr sz="1200">
                <a:latin typeface="Arial" charset="0"/>
                <a:ea typeface="ＭＳ Ｐゴシック" charset="-128"/>
              </a:defRPr>
            </a:lvl1pPr>
          </a:lstStyle>
          <a:p>
            <a:pPr>
              <a:defRPr/>
            </a:pPr>
            <a:fld id="{FAF4125F-9075-4FF1-89D1-08E1A766A3DA}" type="slidenum">
              <a:rPr lang="en-GB" altLang="en-US"/>
              <a:pPr>
                <a:defRPr/>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1DAFC31A-959A-894B-85AF-D4BC778BD3FA}"/>
              </a:ext>
            </a:extLst>
          </p:cNvPr>
          <p:cNvSpPr>
            <a:spLocks noGrp="1" noChangeArrowheads="1"/>
          </p:cNvSpPr>
          <p:nvPr>
            <p:ph type="hdr" sz="quarter"/>
          </p:nvPr>
        </p:nvSpPr>
        <p:spPr bwMode="auto">
          <a:xfrm>
            <a:off x="0" y="1"/>
            <a:ext cx="2901950" cy="492125"/>
          </a:xfrm>
          <a:prstGeom prst="rect">
            <a:avLst/>
          </a:prstGeom>
          <a:noFill/>
          <a:ln>
            <a:noFill/>
          </a:ln>
          <a:effectLst/>
          <a:extLst>
            <a:ext uri="{909E8E84-426E-40dd-AFC4-6F175D3DCCD1}"/>
            <a:ext uri="{91240B29-F687-4f45-9708-019B960494DF}"/>
            <a:ext uri="{AF507438-7753-43e0-B8FC-AC1667EBCBE1}"/>
          </a:extLst>
        </p:spPr>
        <p:txBody>
          <a:bodyPr vert="horz" wrap="square" lIns="94475" tIns="47239" rIns="94475" bIns="47239" numCol="1" anchor="t" anchorCtr="0" compatLnSpc="1">
            <a:prstTxWarp prst="textNoShape">
              <a:avLst/>
            </a:prstTxWarp>
          </a:bodyPr>
          <a:lstStyle>
            <a:lvl1pPr defTabSz="942975" eaLnBrk="1" hangingPunct="1">
              <a:defRPr sz="1300">
                <a:latin typeface="Arial" charset="0"/>
                <a:ea typeface="+mn-ea"/>
                <a:cs typeface="+mn-cs"/>
              </a:defRPr>
            </a:lvl1pPr>
          </a:lstStyle>
          <a:p>
            <a:pPr>
              <a:defRPr/>
            </a:pPr>
            <a:endParaRPr lang="en-GB"/>
          </a:p>
        </p:txBody>
      </p:sp>
      <p:sp>
        <p:nvSpPr>
          <p:cNvPr id="6147" name="Rectangle 3">
            <a:extLst>
              <a:ext uri="{FF2B5EF4-FFF2-40B4-BE49-F238E27FC236}">
                <a16:creationId xmlns:a16="http://schemas.microsoft.com/office/drawing/2014/main" id="{31D9279F-09F5-644B-B29E-2565EE893C6A}"/>
              </a:ext>
            </a:extLst>
          </p:cNvPr>
          <p:cNvSpPr>
            <a:spLocks noGrp="1" noChangeArrowheads="1"/>
          </p:cNvSpPr>
          <p:nvPr>
            <p:ph type="dt" idx="1"/>
          </p:nvPr>
        </p:nvSpPr>
        <p:spPr bwMode="auto">
          <a:xfrm>
            <a:off x="3797300" y="1"/>
            <a:ext cx="2901950" cy="492125"/>
          </a:xfrm>
          <a:prstGeom prst="rect">
            <a:avLst/>
          </a:prstGeom>
          <a:noFill/>
          <a:ln>
            <a:noFill/>
          </a:ln>
          <a:effectLst/>
          <a:extLst>
            <a:ext uri="{909E8E84-426E-40dd-AFC4-6F175D3DCCD1}"/>
            <a:ext uri="{91240B29-F687-4f45-9708-019B960494DF}"/>
            <a:ext uri="{AF507438-7753-43e0-B8FC-AC1667EBCBE1}"/>
          </a:extLst>
        </p:spPr>
        <p:txBody>
          <a:bodyPr vert="horz" wrap="square" lIns="94475" tIns="47239" rIns="94475" bIns="47239" numCol="1" anchor="t" anchorCtr="0" compatLnSpc="1">
            <a:prstTxWarp prst="textNoShape">
              <a:avLst/>
            </a:prstTxWarp>
          </a:bodyPr>
          <a:lstStyle>
            <a:lvl1pPr algn="r" defTabSz="942975" eaLnBrk="1" hangingPunct="1">
              <a:defRPr sz="1300">
                <a:latin typeface="Arial" charset="0"/>
                <a:ea typeface="+mn-ea"/>
                <a:cs typeface="+mn-cs"/>
              </a:defRPr>
            </a:lvl1pPr>
          </a:lstStyle>
          <a:p>
            <a:pPr>
              <a:defRPr/>
            </a:pPr>
            <a:endParaRPr lang="en-GB"/>
          </a:p>
        </p:txBody>
      </p:sp>
      <p:sp>
        <p:nvSpPr>
          <p:cNvPr id="13316" name="Rectangle 4">
            <a:extLst>
              <a:ext uri="{FF2B5EF4-FFF2-40B4-BE49-F238E27FC236}">
                <a16:creationId xmlns:a16="http://schemas.microsoft.com/office/drawing/2014/main" id="{0997C238-63AA-4742-8A35-398804C4E86E}"/>
              </a:ext>
            </a:extLst>
          </p:cNvPr>
          <p:cNvSpPr>
            <a:spLocks noGrp="1" noRot="1" noChangeAspect="1" noChangeArrowheads="1" noTextEdit="1"/>
          </p:cNvSpPr>
          <p:nvPr>
            <p:ph type="sldImg" idx="2"/>
          </p:nvPr>
        </p:nvSpPr>
        <p:spPr bwMode="auto">
          <a:xfrm>
            <a:off x="890588" y="738188"/>
            <a:ext cx="4919662" cy="369093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047204AC-23DA-4D49-9A6C-58E527EBD388}"/>
              </a:ext>
            </a:extLst>
          </p:cNvPr>
          <p:cNvSpPr>
            <a:spLocks noGrp="1" noChangeArrowheads="1"/>
          </p:cNvSpPr>
          <p:nvPr>
            <p:ph type="body" sz="quarter" idx="3"/>
          </p:nvPr>
        </p:nvSpPr>
        <p:spPr bwMode="auto">
          <a:xfrm>
            <a:off x="893764" y="4672013"/>
            <a:ext cx="4911725" cy="4425950"/>
          </a:xfrm>
          <a:prstGeom prst="rect">
            <a:avLst/>
          </a:prstGeom>
          <a:noFill/>
          <a:ln>
            <a:noFill/>
          </a:ln>
          <a:effectLst/>
          <a:extLst>
            <a:ext uri="{909E8E84-426E-40dd-AFC4-6F175D3DCCD1}"/>
            <a:ext uri="{91240B29-F687-4f45-9708-019B960494DF}"/>
            <a:ext uri="{AF507438-7753-43e0-B8FC-AC1667EBCBE1}"/>
          </a:extLst>
        </p:spPr>
        <p:txBody>
          <a:bodyPr vert="horz" wrap="square" lIns="94475" tIns="47239" rIns="94475" bIns="47239" numCol="1" anchor="t" anchorCtr="0" compatLnSpc="1">
            <a:prstTxWarp prst="textNoShape">
              <a:avLst/>
            </a:prstTxWarp>
          </a:bodyPr>
          <a:lstStyle/>
          <a:p>
            <a:pPr lvl="0"/>
            <a:r>
              <a:rPr lang="en-GB" altLang="en-US" noProof="0"/>
              <a:t>Klicken Sie, um die Formate des Vorlagentextes zu bearbeiten</a:t>
            </a:r>
          </a:p>
          <a:p>
            <a:pPr lvl="1"/>
            <a:r>
              <a:rPr lang="en-GB" altLang="en-US" noProof="0"/>
              <a:t>Zweite Ebene</a:t>
            </a:r>
          </a:p>
          <a:p>
            <a:pPr lvl="2"/>
            <a:r>
              <a:rPr lang="en-GB" altLang="en-US" noProof="0"/>
              <a:t>Dritte Ebene</a:t>
            </a:r>
          </a:p>
          <a:p>
            <a:pPr lvl="3"/>
            <a:r>
              <a:rPr lang="en-GB" altLang="en-US" noProof="0"/>
              <a:t>Vierte Ebene</a:t>
            </a:r>
          </a:p>
          <a:p>
            <a:pPr lvl="4"/>
            <a:r>
              <a:rPr lang="en-GB" altLang="en-US" noProof="0"/>
              <a:t>Fünfte Ebene</a:t>
            </a:r>
          </a:p>
        </p:txBody>
      </p:sp>
      <p:sp>
        <p:nvSpPr>
          <p:cNvPr id="6150" name="Rectangle 6">
            <a:extLst>
              <a:ext uri="{FF2B5EF4-FFF2-40B4-BE49-F238E27FC236}">
                <a16:creationId xmlns:a16="http://schemas.microsoft.com/office/drawing/2014/main" id="{E528FC1C-BEF6-2441-B20C-C8BA7028C761}"/>
              </a:ext>
            </a:extLst>
          </p:cNvPr>
          <p:cNvSpPr>
            <a:spLocks noGrp="1" noChangeArrowheads="1"/>
          </p:cNvSpPr>
          <p:nvPr>
            <p:ph type="ftr" sz="quarter" idx="4"/>
          </p:nvPr>
        </p:nvSpPr>
        <p:spPr bwMode="auto">
          <a:xfrm>
            <a:off x="0" y="9345614"/>
            <a:ext cx="2901950" cy="490537"/>
          </a:xfrm>
          <a:prstGeom prst="rect">
            <a:avLst/>
          </a:prstGeom>
          <a:noFill/>
          <a:ln>
            <a:noFill/>
          </a:ln>
          <a:effectLst/>
          <a:extLst>
            <a:ext uri="{909E8E84-426E-40dd-AFC4-6F175D3DCCD1}"/>
            <a:ext uri="{91240B29-F687-4f45-9708-019B960494DF}"/>
            <a:ext uri="{AF507438-7753-43e0-B8FC-AC1667EBCBE1}"/>
          </a:extLst>
        </p:spPr>
        <p:txBody>
          <a:bodyPr vert="horz" wrap="square" lIns="94475" tIns="47239" rIns="94475" bIns="47239" numCol="1" anchor="b" anchorCtr="0" compatLnSpc="1">
            <a:prstTxWarp prst="textNoShape">
              <a:avLst/>
            </a:prstTxWarp>
          </a:bodyPr>
          <a:lstStyle>
            <a:lvl1pPr defTabSz="942975" eaLnBrk="1" hangingPunct="1">
              <a:defRPr sz="1300">
                <a:latin typeface="Arial" charset="0"/>
                <a:ea typeface="+mn-ea"/>
                <a:cs typeface="+mn-cs"/>
              </a:defRPr>
            </a:lvl1pPr>
          </a:lstStyle>
          <a:p>
            <a:pPr>
              <a:defRPr/>
            </a:pPr>
            <a:endParaRPr lang="en-GB"/>
          </a:p>
        </p:txBody>
      </p:sp>
      <p:sp>
        <p:nvSpPr>
          <p:cNvPr id="6151" name="Rectangle 7">
            <a:extLst>
              <a:ext uri="{FF2B5EF4-FFF2-40B4-BE49-F238E27FC236}">
                <a16:creationId xmlns:a16="http://schemas.microsoft.com/office/drawing/2014/main" id="{35047CC7-2422-B34B-A33F-2BB7B819A712}"/>
              </a:ext>
            </a:extLst>
          </p:cNvPr>
          <p:cNvSpPr>
            <a:spLocks noGrp="1" noChangeArrowheads="1"/>
          </p:cNvSpPr>
          <p:nvPr>
            <p:ph type="sldNum" sz="quarter" idx="5"/>
          </p:nvPr>
        </p:nvSpPr>
        <p:spPr bwMode="auto">
          <a:xfrm>
            <a:off x="3797300" y="9345614"/>
            <a:ext cx="2901950" cy="490537"/>
          </a:xfrm>
          <a:prstGeom prst="rect">
            <a:avLst/>
          </a:prstGeom>
          <a:noFill/>
          <a:ln>
            <a:noFill/>
          </a:ln>
          <a:effectLst/>
          <a:extLst>
            <a:ext uri="{909E8E84-426E-40dd-AFC4-6F175D3DCCD1}"/>
            <a:ext uri="{91240B29-F687-4f45-9708-019B960494DF}"/>
            <a:ext uri="{AF507438-7753-43e0-B8FC-AC1667EBCBE1}"/>
          </a:extLst>
        </p:spPr>
        <p:txBody>
          <a:bodyPr vert="horz" wrap="square" lIns="94475" tIns="47239" rIns="94475" bIns="47239" numCol="1" anchor="b" anchorCtr="0" compatLnSpc="1">
            <a:prstTxWarp prst="textNoShape">
              <a:avLst/>
            </a:prstTxWarp>
          </a:bodyPr>
          <a:lstStyle>
            <a:lvl1pPr algn="r" defTabSz="942975" eaLnBrk="1" hangingPunct="1">
              <a:defRPr sz="1300">
                <a:latin typeface="Arial" charset="0"/>
                <a:ea typeface="ＭＳ Ｐゴシック" charset="-128"/>
              </a:defRPr>
            </a:lvl1pPr>
          </a:lstStyle>
          <a:p>
            <a:pPr>
              <a:defRPr/>
            </a:pPr>
            <a:fld id="{AB25B644-9825-4291-AFB4-44863C374B2B}"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1026">
            <a:extLst>
              <a:ext uri="{FF2B5EF4-FFF2-40B4-BE49-F238E27FC236}">
                <a16:creationId xmlns:a16="http://schemas.microsoft.com/office/drawing/2014/main" id="{C53935B0-DBB4-0144-ABBD-096EE49CD5C4}"/>
              </a:ext>
            </a:extLst>
          </p:cNvPr>
          <p:cNvSpPr>
            <a:spLocks noGrp="1" noChangeArrowheads="1"/>
          </p:cNvSpPr>
          <p:nvPr>
            <p:ph type="body" idx="1"/>
          </p:nvPr>
        </p:nvSpPr>
        <p:spPr>
          <a:xfrm>
            <a:off x="242889" y="5253038"/>
            <a:ext cx="6283325" cy="4051300"/>
          </a:xfrm>
          <a:extLst>
            <a:ext uri="{FAA26D3D-D897-4be2-8F04-BA451C77F1D7}"/>
            <a:ext uri="{AF507438-7753-43e0-B8FC-AC1667EBCBE1}"/>
          </a:extLst>
        </p:spPr>
        <p:txBody>
          <a:bodyPr lIns="89384" tIns="44694" rIns="89384" bIns="44694"/>
          <a:lstStyle/>
          <a:p>
            <a:pPr eaLnBrk="1" hangingPunct="1">
              <a:defRPr/>
            </a:pPr>
            <a:endParaRPr lang="en-GB" dirty="0">
              <a:cs typeface="+mn-cs"/>
            </a:endParaRPr>
          </a:p>
        </p:txBody>
      </p:sp>
      <p:sp>
        <p:nvSpPr>
          <p:cNvPr id="16387" name="Rectangle 1027">
            <a:extLst>
              <a:ext uri="{FF2B5EF4-FFF2-40B4-BE49-F238E27FC236}">
                <a16:creationId xmlns:a16="http://schemas.microsoft.com/office/drawing/2014/main" id="{B914E21E-0120-4DDA-A9B8-CA746B38F143}"/>
              </a:ext>
            </a:extLst>
          </p:cNvPr>
          <p:cNvSpPr>
            <a:spLocks noGrp="1" noRot="1" noChangeAspect="1" noChangeArrowheads="1" noTextEdit="1"/>
          </p:cNvSpPr>
          <p:nvPr>
            <p:ph type="sldImg"/>
          </p:nvPr>
        </p:nvSpPr>
        <p:spPr>
          <a:xfrm>
            <a:off x="1588" y="0"/>
            <a:ext cx="6696075" cy="5022850"/>
          </a:xfr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F9C08A-F062-7B40-BE21-EF4B4C9BBBBD}"/>
              </a:ext>
            </a:extLst>
          </p:cNvPr>
          <p:cNvSpPr>
            <a:spLocks noGrp="1" noChangeArrowheads="1"/>
          </p:cNvSpPr>
          <p:nvPr>
            <p:ph type="sldNum" sz="quarter" idx="5"/>
          </p:nvPr>
        </p:nvSpPr>
        <p:spPr>
          <a:ln/>
        </p:spPr>
        <p:txBody>
          <a:bodyPr/>
          <a:lstStyle/>
          <a:p>
            <a:fld id="{0E456FFC-BC4E-004A-8FC5-70E38DE55360}" type="slidenum">
              <a:rPr lang="en-US" altLang="ro-RO"/>
              <a:pPr/>
              <a:t>2</a:t>
            </a:fld>
            <a:endParaRPr lang="en-US" altLang="ro-RO"/>
          </a:p>
        </p:txBody>
      </p:sp>
      <p:sp>
        <p:nvSpPr>
          <p:cNvPr id="1708034" name="Rectangle 2">
            <a:extLst>
              <a:ext uri="{FF2B5EF4-FFF2-40B4-BE49-F238E27FC236}">
                <a16:creationId xmlns:a16="http://schemas.microsoft.com/office/drawing/2014/main" id="{EE38D5ED-ABC1-F54D-B329-8E738AB3F23A}"/>
              </a:ext>
            </a:extLst>
          </p:cNvPr>
          <p:cNvSpPr>
            <a:spLocks noGrp="1" noRot="1" noChangeAspect="1" noChangeArrowheads="1" noTextEdit="1"/>
          </p:cNvSpPr>
          <p:nvPr>
            <p:ph type="sldImg"/>
          </p:nvPr>
        </p:nvSpPr>
        <p:spPr>
          <a:ln/>
        </p:spPr>
      </p:sp>
      <p:sp>
        <p:nvSpPr>
          <p:cNvPr id="1708035" name="Rectangle 3">
            <a:extLst>
              <a:ext uri="{FF2B5EF4-FFF2-40B4-BE49-F238E27FC236}">
                <a16:creationId xmlns:a16="http://schemas.microsoft.com/office/drawing/2014/main" id="{88723A1C-4248-CC44-8DF2-4CE6281A616C}"/>
              </a:ext>
            </a:extLst>
          </p:cNvPr>
          <p:cNvSpPr>
            <a:spLocks noGrp="1" noChangeArrowheads="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ＭＳ Ｐゴシック" charset="0"/>
                <a:cs typeface="ＭＳ Ｐゴシック" charset="0"/>
              </a:rPr>
              <a:t>If the data that you’re replicating does not change over time, then replication is easy: you just need to copy the data to every node once, and you’re done. All of the </a:t>
            </a:r>
            <a:r>
              <a:rPr lang="en-GB" sz="1200" kern="1200" dirty="0" err="1">
                <a:solidFill>
                  <a:schemeClr val="tx1"/>
                </a:solidFill>
                <a:effectLst/>
                <a:latin typeface="Arial" charset="0"/>
                <a:ea typeface="ＭＳ Ｐゴシック" charset="0"/>
                <a:cs typeface="ＭＳ Ｐゴシック" charset="0"/>
              </a:rPr>
              <a:t>diffi</a:t>
            </a:r>
            <a:r>
              <a:rPr lang="en-GB" sz="1200" kern="1200" dirty="0">
                <a:solidFill>
                  <a:schemeClr val="tx1"/>
                </a:solidFill>
                <a:effectLst/>
                <a:latin typeface="Arial" charset="0"/>
                <a:ea typeface="ＭＳ Ｐゴシック" charset="0"/>
                <a:cs typeface="ＭＳ Ｐゴシック" charset="0"/>
              </a:rPr>
              <a:t>‐ </a:t>
            </a:r>
            <a:r>
              <a:rPr lang="en-GB" sz="1200" kern="1200" dirty="0" err="1">
                <a:solidFill>
                  <a:schemeClr val="tx1"/>
                </a:solidFill>
                <a:effectLst/>
                <a:latin typeface="Arial" charset="0"/>
                <a:ea typeface="ＭＳ Ｐゴシック" charset="0"/>
                <a:cs typeface="ＭＳ Ｐゴシック" charset="0"/>
              </a:rPr>
              <a:t>culty</a:t>
            </a:r>
            <a:r>
              <a:rPr lang="en-GB" sz="1200" kern="1200" dirty="0">
                <a:solidFill>
                  <a:schemeClr val="tx1"/>
                </a:solidFill>
                <a:effectLst/>
                <a:latin typeface="Arial" charset="0"/>
                <a:ea typeface="ＭＳ Ｐゴシック" charset="0"/>
                <a:cs typeface="ＭＳ Ｐゴシック" charset="0"/>
              </a:rPr>
              <a:t> in replication lies in handling </a:t>
            </a:r>
            <a:r>
              <a:rPr lang="en-GB" sz="1200" i="1" kern="1200" dirty="0">
                <a:solidFill>
                  <a:schemeClr val="tx1"/>
                </a:solidFill>
                <a:effectLst/>
                <a:latin typeface="Arial" charset="0"/>
                <a:ea typeface="ＭＳ Ｐゴシック" charset="0"/>
                <a:cs typeface="ＭＳ Ｐゴシック" charset="0"/>
              </a:rPr>
              <a:t>changes </a:t>
            </a:r>
            <a:r>
              <a:rPr lang="en-GB" sz="1200" kern="1200" dirty="0">
                <a:solidFill>
                  <a:schemeClr val="tx1"/>
                </a:solidFill>
                <a:effectLst/>
                <a:latin typeface="Arial" charset="0"/>
                <a:ea typeface="ＭＳ Ｐゴシック" charset="0"/>
                <a:cs typeface="ＭＳ Ｐゴシック" charset="0"/>
              </a:rPr>
              <a:t>to replicated data, and that’s what this chapter is about. </a:t>
            </a:r>
            <a:endParaRPr lang="en-GB" dirty="0">
              <a:effectLst/>
            </a:endParaRPr>
          </a:p>
          <a:p>
            <a:endParaRPr lang="ro-RO" altLang="ro-RO" dirty="0"/>
          </a:p>
        </p:txBody>
      </p:sp>
    </p:spTree>
    <p:extLst>
      <p:ext uri="{BB962C8B-B14F-4D97-AF65-F5344CB8AC3E}">
        <p14:creationId xmlns:p14="http://schemas.microsoft.com/office/powerpoint/2010/main" val="15576194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F9C08A-F062-7B40-BE21-EF4B4C9BBBBD}"/>
              </a:ext>
            </a:extLst>
          </p:cNvPr>
          <p:cNvSpPr>
            <a:spLocks noGrp="1" noChangeArrowheads="1"/>
          </p:cNvSpPr>
          <p:nvPr>
            <p:ph type="sldNum" sz="quarter" idx="5"/>
          </p:nvPr>
        </p:nvSpPr>
        <p:spPr>
          <a:ln/>
        </p:spPr>
        <p:txBody>
          <a:bodyPr/>
          <a:lstStyle/>
          <a:p>
            <a:fld id="{0E456FFC-BC4E-004A-8FC5-70E38DE55360}" type="slidenum">
              <a:rPr lang="en-US" altLang="ro-RO"/>
              <a:pPr/>
              <a:t>3</a:t>
            </a:fld>
            <a:endParaRPr lang="en-US" altLang="ro-RO"/>
          </a:p>
        </p:txBody>
      </p:sp>
      <p:sp>
        <p:nvSpPr>
          <p:cNvPr id="1708034" name="Rectangle 2">
            <a:extLst>
              <a:ext uri="{FF2B5EF4-FFF2-40B4-BE49-F238E27FC236}">
                <a16:creationId xmlns:a16="http://schemas.microsoft.com/office/drawing/2014/main" id="{EE38D5ED-ABC1-F54D-B329-8E738AB3F23A}"/>
              </a:ext>
            </a:extLst>
          </p:cNvPr>
          <p:cNvSpPr>
            <a:spLocks noGrp="1" noRot="1" noChangeAspect="1" noChangeArrowheads="1" noTextEdit="1"/>
          </p:cNvSpPr>
          <p:nvPr>
            <p:ph type="sldImg"/>
          </p:nvPr>
        </p:nvSpPr>
        <p:spPr>
          <a:ln/>
        </p:spPr>
      </p:sp>
      <p:sp>
        <p:nvSpPr>
          <p:cNvPr id="1708035" name="Rectangle 3">
            <a:extLst>
              <a:ext uri="{FF2B5EF4-FFF2-40B4-BE49-F238E27FC236}">
                <a16:creationId xmlns:a16="http://schemas.microsoft.com/office/drawing/2014/main" id="{88723A1C-4248-CC44-8DF2-4CE6281A616C}"/>
              </a:ext>
            </a:extLst>
          </p:cNvPr>
          <p:cNvSpPr>
            <a:spLocks noGrp="1" noChangeArrowheads="1"/>
          </p:cNvSpPr>
          <p:nvPr>
            <p:ph type="body" idx="1"/>
          </p:nvPr>
        </p:nvSpPr>
        <p:spPr/>
        <p:txBody>
          <a:bodyPr/>
          <a:lstStyle/>
          <a:p>
            <a:endParaRPr lang="ro-RO" altLang="ro-RO" dirty="0"/>
          </a:p>
        </p:txBody>
      </p:sp>
    </p:spTree>
    <p:extLst>
      <p:ext uri="{BB962C8B-B14F-4D97-AF65-F5344CB8AC3E}">
        <p14:creationId xmlns:p14="http://schemas.microsoft.com/office/powerpoint/2010/main" val="27338596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F9C08A-F062-7B40-BE21-EF4B4C9BBBBD}"/>
              </a:ext>
            </a:extLst>
          </p:cNvPr>
          <p:cNvSpPr>
            <a:spLocks noGrp="1" noChangeArrowheads="1"/>
          </p:cNvSpPr>
          <p:nvPr>
            <p:ph type="sldNum" sz="quarter" idx="5"/>
          </p:nvPr>
        </p:nvSpPr>
        <p:spPr>
          <a:ln/>
        </p:spPr>
        <p:txBody>
          <a:bodyPr/>
          <a:lstStyle/>
          <a:p>
            <a:fld id="{0E456FFC-BC4E-004A-8FC5-70E38DE55360}" type="slidenum">
              <a:rPr lang="en-US" altLang="ro-RO"/>
              <a:pPr/>
              <a:t>4</a:t>
            </a:fld>
            <a:endParaRPr lang="en-US" altLang="ro-RO"/>
          </a:p>
        </p:txBody>
      </p:sp>
      <p:sp>
        <p:nvSpPr>
          <p:cNvPr id="1708034" name="Rectangle 2">
            <a:extLst>
              <a:ext uri="{FF2B5EF4-FFF2-40B4-BE49-F238E27FC236}">
                <a16:creationId xmlns:a16="http://schemas.microsoft.com/office/drawing/2014/main" id="{EE38D5ED-ABC1-F54D-B329-8E738AB3F23A}"/>
              </a:ext>
            </a:extLst>
          </p:cNvPr>
          <p:cNvSpPr>
            <a:spLocks noGrp="1" noRot="1" noChangeAspect="1" noChangeArrowheads="1" noTextEdit="1"/>
          </p:cNvSpPr>
          <p:nvPr>
            <p:ph type="sldImg"/>
          </p:nvPr>
        </p:nvSpPr>
        <p:spPr>
          <a:ln/>
        </p:spPr>
      </p:sp>
      <p:sp>
        <p:nvSpPr>
          <p:cNvPr id="1708035" name="Rectangle 3">
            <a:extLst>
              <a:ext uri="{FF2B5EF4-FFF2-40B4-BE49-F238E27FC236}">
                <a16:creationId xmlns:a16="http://schemas.microsoft.com/office/drawing/2014/main" id="{88723A1C-4248-CC44-8DF2-4CE6281A616C}"/>
              </a:ext>
            </a:extLst>
          </p:cNvPr>
          <p:cNvSpPr>
            <a:spLocks noGrp="1" noChangeArrowheads="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i="1" kern="1200" dirty="0">
                <a:solidFill>
                  <a:schemeClr val="tx1"/>
                </a:solidFill>
                <a:effectLst/>
                <a:latin typeface="Arial" charset="0"/>
                <a:ea typeface="ＭＳ Ｐゴシック" charset="0"/>
                <a:cs typeface="ＭＳ Ｐゴシック" charset="0"/>
              </a:rPr>
              <a:t>replication log </a:t>
            </a:r>
            <a:r>
              <a:rPr lang="en-GB" sz="1200" kern="1200" dirty="0">
                <a:solidFill>
                  <a:schemeClr val="tx1"/>
                </a:solidFill>
                <a:effectLst/>
                <a:latin typeface="Arial" charset="0"/>
                <a:ea typeface="ＭＳ Ｐゴシック" charset="0"/>
                <a:cs typeface="ＭＳ Ｐゴシック" charset="0"/>
              </a:rPr>
              <a:t>or </a:t>
            </a:r>
            <a:r>
              <a:rPr lang="en-GB" sz="1200" i="1" kern="1200" dirty="0">
                <a:solidFill>
                  <a:schemeClr val="tx1"/>
                </a:solidFill>
                <a:effectLst/>
                <a:latin typeface="Arial" charset="0"/>
                <a:ea typeface="ＭＳ Ｐゴシック" charset="0"/>
                <a:cs typeface="ＭＳ Ｐゴシック" charset="0"/>
              </a:rPr>
              <a:t>change stream </a:t>
            </a:r>
            <a:endParaRPr lang="en-GB" sz="1200" kern="1200" dirty="0">
              <a:solidFill>
                <a:schemeClr val="tx1"/>
              </a:solidFill>
              <a:effectLst/>
              <a:latin typeface="Arial" charset="0"/>
              <a:ea typeface="ＭＳ Ｐゴシック" charset="0"/>
              <a:cs typeface="ＭＳ Ｐゴシック"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ＭＳ Ｐゴシック" charset="0"/>
                <a:cs typeface="ＭＳ Ｐゴシック" charset="0"/>
              </a:rPr>
              <a:t>This mode of replication is a built-in feature of many relational databases, such as PostgreSQL (since version 9.0), MySQL, Oracle Data Guard [2], and SQL Server’s </a:t>
            </a:r>
            <a:r>
              <a:rPr lang="en-GB" sz="1200" kern="1200" dirty="0" err="1">
                <a:solidFill>
                  <a:schemeClr val="tx1"/>
                </a:solidFill>
                <a:effectLst/>
                <a:latin typeface="Arial" charset="0"/>
                <a:ea typeface="ＭＳ Ｐゴシック" charset="0"/>
                <a:cs typeface="ＭＳ Ｐゴシック" charset="0"/>
              </a:rPr>
              <a:t>AlwaysOn</a:t>
            </a:r>
            <a:r>
              <a:rPr lang="en-GB" sz="1200" kern="1200" dirty="0">
                <a:solidFill>
                  <a:schemeClr val="tx1"/>
                </a:solidFill>
                <a:effectLst/>
                <a:latin typeface="Arial" charset="0"/>
                <a:ea typeface="ＭＳ Ｐゴシック" charset="0"/>
                <a:cs typeface="ＭＳ Ｐゴシック" charset="0"/>
              </a:rPr>
              <a:t> Availability Groups [3]. It is also used in some nonrelational databases, including MongoDB, </a:t>
            </a:r>
            <a:r>
              <a:rPr lang="en-GB" sz="1200" kern="1200" dirty="0" err="1">
                <a:solidFill>
                  <a:schemeClr val="tx1"/>
                </a:solidFill>
                <a:effectLst/>
                <a:latin typeface="Arial" charset="0"/>
                <a:ea typeface="ＭＳ Ｐゴシック" charset="0"/>
                <a:cs typeface="ＭＳ Ｐゴシック" charset="0"/>
              </a:rPr>
              <a:t>RethinkDB</a:t>
            </a:r>
            <a:r>
              <a:rPr lang="en-GB" sz="1200" kern="1200" dirty="0">
                <a:solidFill>
                  <a:schemeClr val="tx1"/>
                </a:solidFill>
                <a:effectLst/>
                <a:latin typeface="Arial" charset="0"/>
                <a:ea typeface="ＭＳ Ｐゴシック" charset="0"/>
                <a:cs typeface="ＭＳ Ｐゴシック" charset="0"/>
              </a:rPr>
              <a:t>, and Espresso [4]. Finally, leader-based replication is not restricted to only databases: distributed message brokers such as Kafka [5] and RabbitMQ highly available queues [6] also use it. </a:t>
            </a:r>
            <a:endParaRPr lang="en-GB" dirty="0"/>
          </a:p>
          <a:p>
            <a:endParaRPr lang="ro-RO" altLang="ro-RO" dirty="0"/>
          </a:p>
        </p:txBody>
      </p:sp>
    </p:spTree>
    <p:extLst>
      <p:ext uri="{BB962C8B-B14F-4D97-AF65-F5344CB8AC3E}">
        <p14:creationId xmlns:p14="http://schemas.microsoft.com/office/powerpoint/2010/main" val="21057052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F9C08A-F062-7B40-BE21-EF4B4C9BBBBD}"/>
              </a:ext>
            </a:extLst>
          </p:cNvPr>
          <p:cNvSpPr>
            <a:spLocks noGrp="1" noChangeArrowheads="1"/>
          </p:cNvSpPr>
          <p:nvPr>
            <p:ph type="sldNum" sz="quarter" idx="5"/>
          </p:nvPr>
        </p:nvSpPr>
        <p:spPr>
          <a:ln/>
        </p:spPr>
        <p:txBody>
          <a:bodyPr/>
          <a:lstStyle/>
          <a:p>
            <a:fld id="{0E456FFC-BC4E-004A-8FC5-70E38DE55360}" type="slidenum">
              <a:rPr lang="en-US" altLang="ro-RO"/>
              <a:pPr/>
              <a:t>5</a:t>
            </a:fld>
            <a:endParaRPr lang="en-US" altLang="ro-RO"/>
          </a:p>
        </p:txBody>
      </p:sp>
      <p:sp>
        <p:nvSpPr>
          <p:cNvPr id="1708034" name="Rectangle 2">
            <a:extLst>
              <a:ext uri="{FF2B5EF4-FFF2-40B4-BE49-F238E27FC236}">
                <a16:creationId xmlns:a16="http://schemas.microsoft.com/office/drawing/2014/main" id="{EE38D5ED-ABC1-F54D-B329-8E738AB3F23A}"/>
              </a:ext>
            </a:extLst>
          </p:cNvPr>
          <p:cNvSpPr>
            <a:spLocks noGrp="1" noRot="1" noChangeAspect="1" noChangeArrowheads="1" noTextEdit="1"/>
          </p:cNvSpPr>
          <p:nvPr>
            <p:ph type="sldImg"/>
          </p:nvPr>
        </p:nvSpPr>
        <p:spPr>
          <a:ln/>
        </p:spPr>
      </p:sp>
      <p:sp>
        <p:nvSpPr>
          <p:cNvPr id="1708035" name="Rectangle 3">
            <a:extLst>
              <a:ext uri="{FF2B5EF4-FFF2-40B4-BE49-F238E27FC236}">
                <a16:creationId xmlns:a16="http://schemas.microsoft.com/office/drawing/2014/main" id="{88723A1C-4248-CC44-8DF2-4CE6281A616C}"/>
              </a:ext>
            </a:extLst>
          </p:cNvPr>
          <p:cNvSpPr>
            <a:spLocks noGrp="1" noChangeArrowheads="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GB" sz="1200" kern="1200" dirty="0">
                <a:solidFill>
                  <a:schemeClr val="tx1"/>
                </a:solidFill>
                <a:effectLst/>
                <a:latin typeface="Arial" charset="0"/>
                <a:ea typeface="ＭＳ Ｐゴシック" charset="0"/>
                <a:cs typeface="ＭＳ Ｐゴシック" charset="0"/>
              </a:rPr>
              <a:t>In practice, if you enable synchronous replication on a database, it usually means that </a:t>
            </a:r>
            <a:r>
              <a:rPr lang="en-GB" sz="1200" i="1" kern="1200" dirty="0">
                <a:solidFill>
                  <a:schemeClr val="tx1"/>
                </a:solidFill>
                <a:effectLst/>
                <a:latin typeface="Arial" charset="0"/>
                <a:ea typeface="ＭＳ Ｐゴシック" charset="0"/>
                <a:cs typeface="ＭＳ Ｐゴシック" charset="0"/>
              </a:rPr>
              <a:t>one </a:t>
            </a:r>
            <a:r>
              <a:rPr lang="en-GB" sz="1200" kern="1200" dirty="0">
                <a:solidFill>
                  <a:schemeClr val="tx1"/>
                </a:solidFill>
                <a:effectLst/>
                <a:latin typeface="Arial" charset="0"/>
                <a:ea typeface="ＭＳ Ｐゴシック" charset="0"/>
                <a:cs typeface="ＭＳ Ｐゴシック" charset="0"/>
              </a:rPr>
              <a:t>of the followers is synchronous, and the others are asynchronous.  - </a:t>
            </a:r>
            <a:r>
              <a:rPr lang="en-GB" sz="1200" i="1" kern="1200" dirty="0">
                <a:solidFill>
                  <a:schemeClr val="tx1"/>
                </a:solidFill>
                <a:effectLst/>
                <a:latin typeface="Arial" charset="0"/>
                <a:ea typeface="ＭＳ Ｐゴシック" charset="0"/>
                <a:cs typeface="ＭＳ Ｐゴシック" charset="0"/>
              </a:rPr>
              <a:t>semi-synchronous </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GB" sz="1200" kern="1200" dirty="0">
                <a:solidFill>
                  <a:schemeClr val="tx1"/>
                </a:solidFill>
                <a:effectLst/>
                <a:latin typeface="Arial" charset="0"/>
                <a:ea typeface="ＭＳ Ｐゴシック" charset="0"/>
                <a:cs typeface="ＭＳ Ｐゴシック" charset="0"/>
              </a:rPr>
              <a:t>Often, leader-based replication is configured to be completely asynchronous. In this case, if the leader fails and is not recoverable, any writes that have not yet been replicated to followers are lost. </a:t>
            </a:r>
            <a:endParaRPr lang="en-GB" dirty="0"/>
          </a:p>
          <a:p>
            <a:endParaRPr lang="ro-RO" altLang="ro-RO" dirty="0"/>
          </a:p>
        </p:txBody>
      </p:sp>
    </p:spTree>
    <p:extLst>
      <p:ext uri="{BB962C8B-B14F-4D97-AF65-F5344CB8AC3E}">
        <p14:creationId xmlns:p14="http://schemas.microsoft.com/office/powerpoint/2010/main" val="580534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F9C08A-F062-7B40-BE21-EF4B4C9BBBBD}"/>
              </a:ext>
            </a:extLst>
          </p:cNvPr>
          <p:cNvSpPr>
            <a:spLocks noGrp="1" noChangeArrowheads="1"/>
          </p:cNvSpPr>
          <p:nvPr>
            <p:ph type="sldNum" sz="quarter" idx="5"/>
          </p:nvPr>
        </p:nvSpPr>
        <p:spPr>
          <a:ln/>
        </p:spPr>
        <p:txBody>
          <a:bodyPr/>
          <a:lstStyle/>
          <a:p>
            <a:fld id="{0E456FFC-BC4E-004A-8FC5-70E38DE55360}" type="slidenum">
              <a:rPr lang="en-US" altLang="ro-RO"/>
              <a:pPr/>
              <a:t>6</a:t>
            </a:fld>
            <a:endParaRPr lang="en-US" altLang="ro-RO"/>
          </a:p>
        </p:txBody>
      </p:sp>
      <p:sp>
        <p:nvSpPr>
          <p:cNvPr id="1708034" name="Rectangle 2">
            <a:extLst>
              <a:ext uri="{FF2B5EF4-FFF2-40B4-BE49-F238E27FC236}">
                <a16:creationId xmlns:a16="http://schemas.microsoft.com/office/drawing/2014/main" id="{EE38D5ED-ABC1-F54D-B329-8E738AB3F23A}"/>
              </a:ext>
            </a:extLst>
          </p:cNvPr>
          <p:cNvSpPr>
            <a:spLocks noGrp="1" noRot="1" noChangeAspect="1" noChangeArrowheads="1" noTextEdit="1"/>
          </p:cNvSpPr>
          <p:nvPr>
            <p:ph type="sldImg"/>
          </p:nvPr>
        </p:nvSpPr>
        <p:spPr>
          <a:ln/>
        </p:spPr>
      </p:sp>
      <p:sp>
        <p:nvSpPr>
          <p:cNvPr id="1708035" name="Rectangle 3">
            <a:extLst>
              <a:ext uri="{FF2B5EF4-FFF2-40B4-BE49-F238E27FC236}">
                <a16:creationId xmlns:a16="http://schemas.microsoft.com/office/drawing/2014/main" id="{88723A1C-4248-CC44-8DF2-4CE6281A616C}"/>
              </a:ext>
            </a:extLst>
          </p:cNvPr>
          <p:cNvSpPr>
            <a:spLocks noGrp="1" noChangeArrowheads="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ＭＳ Ｐゴシック" charset="0"/>
                <a:cs typeface="ＭＳ Ｐゴシック" charset="0"/>
              </a:rPr>
              <a:t>An automatic failover process usually consists of the following steps </a:t>
            </a:r>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ro-RO" altLang="ro-RO" dirty="0"/>
              <a:t>- </a:t>
            </a:r>
            <a:r>
              <a:rPr lang="en-GB" sz="1200" i="1" kern="1200" dirty="0">
                <a:solidFill>
                  <a:schemeClr val="tx1"/>
                </a:solidFill>
                <a:effectLst/>
                <a:latin typeface="Arial" charset="0"/>
                <a:ea typeface="ＭＳ Ｐゴシック" charset="0"/>
                <a:cs typeface="ＭＳ Ｐゴシック" charset="0"/>
              </a:rPr>
              <a:t>Determining that the leader has failed </a:t>
            </a:r>
            <a:endParaRPr lang="en-GB" sz="1200" kern="1200" dirty="0">
              <a:solidFill>
                <a:schemeClr val="tx1"/>
              </a:solidFill>
              <a:effectLst/>
              <a:latin typeface="Arial" charset="0"/>
              <a:ea typeface="ＭＳ Ｐゴシック" charset="0"/>
              <a:cs typeface="ＭＳ Ｐゴシック"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ro-RO" altLang="ro-RO" dirty="0"/>
              <a:t>- </a:t>
            </a:r>
            <a:r>
              <a:rPr lang="en-GB" sz="1200" i="1" kern="1200" dirty="0">
                <a:solidFill>
                  <a:schemeClr val="tx1"/>
                </a:solidFill>
                <a:effectLst/>
                <a:latin typeface="Arial" charset="0"/>
                <a:ea typeface="ＭＳ Ｐゴシック" charset="0"/>
                <a:cs typeface="ＭＳ Ｐゴシック" charset="0"/>
              </a:rPr>
              <a:t>Choosing a new leader  - </a:t>
            </a:r>
            <a:r>
              <a:rPr lang="en-GB" sz="1200" kern="1200" dirty="0">
                <a:solidFill>
                  <a:schemeClr val="tx1"/>
                </a:solidFill>
                <a:effectLst/>
                <a:latin typeface="Arial" charset="0"/>
                <a:ea typeface="ＭＳ Ｐゴシック" charset="0"/>
                <a:cs typeface="ＭＳ Ｐゴシック" charset="0"/>
              </a:rPr>
              <a:t>The best candidate for leadership is usually the replica with the most up-to-date data changes from the old leader </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GB" sz="1200" i="1" kern="1200" dirty="0">
                <a:solidFill>
                  <a:schemeClr val="tx1"/>
                </a:solidFill>
                <a:effectLst/>
                <a:latin typeface="Arial" charset="0"/>
                <a:ea typeface="ＭＳ Ｐゴシック" charset="0"/>
                <a:cs typeface="ＭＳ Ｐゴシック" charset="0"/>
              </a:rPr>
              <a:t>Reconfiguring the system to use the new leader </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endParaRPr lang="en-GB" sz="1200" i="1" kern="1200" dirty="0">
              <a:solidFill>
                <a:schemeClr val="tx1"/>
              </a:solidFill>
              <a:effectLst/>
              <a:latin typeface="Arial" charset="0"/>
              <a:ea typeface="ＭＳ Ｐゴシック" charset="0"/>
              <a:cs typeface="ＭＳ Ｐゴシック" charset="0"/>
            </a:endParaRP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GB" sz="1200" kern="1200" dirty="0">
                <a:solidFill>
                  <a:schemeClr val="tx1"/>
                </a:solidFill>
                <a:effectLst/>
                <a:latin typeface="Arial" charset="0"/>
                <a:ea typeface="ＭＳ Ｐゴシック" charset="0"/>
                <a:cs typeface="ＭＳ Ｐゴシック" charset="0"/>
              </a:rPr>
              <a:t>the new leader may not have received all the writes from the old leader before it failed </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GB" sz="1200" kern="1200" dirty="0">
                <a:solidFill>
                  <a:schemeClr val="tx1"/>
                </a:solidFill>
                <a:effectLst/>
                <a:latin typeface="Arial" charset="0"/>
                <a:ea typeface="ＭＳ Ｐゴシック" charset="0"/>
                <a:cs typeface="ＭＳ Ｐゴシック" charset="0"/>
              </a:rPr>
              <a:t>The most common solution is for the old leader’s </a:t>
            </a:r>
            <a:r>
              <a:rPr lang="en-GB" sz="1200" kern="1200" dirty="0" err="1">
                <a:solidFill>
                  <a:schemeClr val="tx1"/>
                </a:solidFill>
                <a:effectLst/>
                <a:latin typeface="Arial" charset="0"/>
                <a:ea typeface="ＭＳ Ｐゴシック" charset="0"/>
                <a:cs typeface="ＭＳ Ｐゴシック" charset="0"/>
              </a:rPr>
              <a:t>unreplicated</a:t>
            </a:r>
            <a:r>
              <a:rPr lang="en-GB" sz="1200" kern="1200" dirty="0">
                <a:solidFill>
                  <a:schemeClr val="tx1"/>
                </a:solidFill>
                <a:effectLst/>
                <a:latin typeface="Arial" charset="0"/>
                <a:ea typeface="ＭＳ Ｐゴシック" charset="0"/>
                <a:cs typeface="ＭＳ Ｐゴシック" charset="0"/>
              </a:rPr>
              <a:t> writes to simply be discarded, which may violate clients’ durability expectations. </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endParaRPr lang="en-GB" sz="1200" kern="1200" dirty="0">
              <a:solidFill>
                <a:schemeClr val="tx1"/>
              </a:solidFill>
              <a:effectLst/>
              <a:latin typeface="Arial" charset="0"/>
              <a:ea typeface="ＭＳ Ｐゴシック" charset="0"/>
              <a:cs typeface="ＭＳ Ｐゴシック" charset="0"/>
            </a:endParaRP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GB" sz="1200" kern="1200" dirty="0">
                <a:solidFill>
                  <a:schemeClr val="tx1"/>
                </a:solidFill>
                <a:effectLst/>
                <a:latin typeface="Arial" charset="0"/>
                <a:ea typeface="ＭＳ Ｐゴシック" charset="0"/>
                <a:cs typeface="ＭＳ Ｐゴシック" charset="0"/>
              </a:rPr>
              <a:t>In certain fault scenarios, it could happen that two nodes both believe that they are the leader. This situation is called </a:t>
            </a:r>
            <a:r>
              <a:rPr lang="en-GB" sz="1200" i="1" kern="1200" dirty="0">
                <a:solidFill>
                  <a:schemeClr val="tx1"/>
                </a:solidFill>
                <a:effectLst/>
                <a:latin typeface="Arial" charset="0"/>
                <a:ea typeface="ＭＳ Ｐゴシック" charset="0"/>
                <a:cs typeface="ＭＳ Ｐゴシック" charset="0"/>
              </a:rPr>
              <a:t>split brain </a:t>
            </a:r>
            <a:endParaRPr lang="en-GB" sz="1200" kern="1200" dirty="0">
              <a:solidFill>
                <a:schemeClr val="tx1"/>
              </a:solidFill>
              <a:effectLst/>
              <a:latin typeface="Arial" charset="0"/>
              <a:ea typeface="ＭＳ Ｐゴシック" charset="0"/>
              <a:cs typeface="ＭＳ Ｐゴシック" charset="0"/>
            </a:endParaRPr>
          </a:p>
          <a:p>
            <a:pPr marL="171450" marR="0" lvl="0" indent="-171450" algn="l" defTabSz="914400" rtl="0" eaLnBrk="0" fontAlgn="base" latinLnBrk="0" hangingPunct="0">
              <a:lnSpc>
                <a:spcPct val="100000"/>
              </a:lnSpc>
              <a:spcBef>
                <a:spcPct val="30000"/>
              </a:spcBef>
              <a:spcAft>
                <a:spcPct val="0"/>
              </a:spcAft>
              <a:buClrTx/>
              <a:buSzTx/>
              <a:buFontTx/>
              <a:buChar char="-"/>
              <a:tabLst/>
              <a:defRPr/>
            </a:pPr>
            <a:endParaRPr lang="en-GB" sz="1200" kern="1200" dirty="0">
              <a:solidFill>
                <a:schemeClr val="tx1"/>
              </a:solidFill>
              <a:effectLst/>
              <a:latin typeface="Arial" charset="0"/>
              <a:ea typeface="ＭＳ Ｐゴシック" charset="0"/>
              <a:cs typeface="ＭＳ Ｐゴシック" charset="0"/>
            </a:endParaRPr>
          </a:p>
          <a:p>
            <a:endParaRPr lang="ro-RO" altLang="ro-RO" dirty="0"/>
          </a:p>
        </p:txBody>
      </p:sp>
    </p:spTree>
    <p:extLst>
      <p:ext uri="{BB962C8B-B14F-4D97-AF65-F5344CB8AC3E}">
        <p14:creationId xmlns:p14="http://schemas.microsoft.com/office/powerpoint/2010/main" val="20551369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F9C08A-F062-7B40-BE21-EF4B4C9BBBBD}"/>
              </a:ext>
            </a:extLst>
          </p:cNvPr>
          <p:cNvSpPr>
            <a:spLocks noGrp="1" noChangeArrowheads="1"/>
          </p:cNvSpPr>
          <p:nvPr>
            <p:ph type="sldNum" sz="quarter" idx="5"/>
          </p:nvPr>
        </p:nvSpPr>
        <p:spPr>
          <a:ln/>
        </p:spPr>
        <p:txBody>
          <a:bodyPr/>
          <a:lstStyle/>
          <a:p>
            <a:fld id="{0E456FFC-BC4E-004A-8FC5-70E38DE55360}" type="slidenum">
              <a:rPr lang="en-US" altLang="ro-RO"/>
              <a:pPr/>
              <a:t>7</a:t>
            </a:fld>
            <a:endParaRPr lang="en-US" altLang="ro-RO"/>
          </a:p>
        </p:txBody>
      </p:sp>
      <p:sp>
        <p:nvSpPr>
          <p:cNvPr id="1708034" name="Rectangle 2">
            <a:extLst>
              <a:ext uri="{FF2B5EF4-FFF2-40B4-BE49-F238E27FC236}">
                <a16:creationId xmlns:a16="http://schemas.microsoft.com/office/drawing/2014/main" id="{EE38D5ED-ABC1-F54D-B329-8E738AB3F23A}"/>
              </a:ext>
            </a:extLst>
          </p:cNvPr>
          <p:cNvSpPr>
            <a:spLocks noGrp="1" noRot="1" noChangeAspect="1" noChangeArrowheads="1" noTextEdit="1"/>
          </p:cNvSpPr>
          <p:nvPr>
            <p:ph type="sldImg"/>
          </p:nvPr>
        </p:nvSpPr>
        <p:spPr>
          <a:ln/>
        </p:spPr>
      </p:sp>
      <p:sp>
        <p:nvSpPr>
          <p:cNvPr id="1708035" name="Rectangle 3">
            <a:extLst>
              <a:ext uri="{FF2B5EF4-FFF2-40B4-BE49-F238E27FC236}">
                <a16:creationId xmlns:a16="http://schemas.microsoft.com/office/drawing/2014/main" id="{88723A1C-4248-CC44-8DF2-4CE6281A616C}"/>
              </a:ext>
            </a:extLst>
          </p:cNvPr>
          <p:cNvSpPr>
            <a:spLocks noGrp="1" noChangeArrowheads="1"/>
          </p:cNvSpPr>
          <p:nvPr>
            <p:ph type="body" idx="1"/>
          </p:nvPr>
        </p:nvSpPr>
        <p:spPr/>
        <p:txBody>
          <a:bodyPr/>
          <a:lstStyle/>
          <a:p>
            <a:endParaRPr lang="ro-RO" altLang="ro-RO" dirty="0"/>
          </a:p>
        </p:txBody>
      </p:sp>
    </p:spTree>
    <p:extLst>
      <p:ext uri="{BB962C8B-B14F-4D97-AF65-F5344CB8AC3E}">
        <p14:creationId xmlns:p14="http://schemas.microsoft.com/office/powerpoint/2010/main" val="30436585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F9C08A-F062-7B40-BE21-EF4B4C9BBBBD}"/>
              </a:ext>
            </a:extLst>
          </p:cNvPr>
          <p:cNvSpPr>
            <a:spLocks noGrp="1" noChangeArrowheads="1"/>
          </p:cNvSpPr>
          <p:nvPr>
            <p:ph type="sldNum" sz="quarter" idx="5"/>
          </p:nvPr>
        </p:nvSpPr>
        <p:spPr>
          <a:ln/>
        </p:spPr>
        <p:txBody>
          <a:bodyPr/>
          <a:lstStyle/>
          <a:p>
            <a:fld id="{0E456FFC-BC4E-004A-8FC5-70E38DE55360}" type="slidenum">
              <a:rPr lang="en-US" altLang="ro-RO"/>
              <a:pPr/>
              <a:t>8</a:t>
            </a:fld>
            <a:endParaRPr lang="en-US" altLang="ro-RO"/>
          </a:p>
        </p:txBody>
      </p:sp>
      <p:sp>
        <p:nvSpPr>
          <p:cNvPr id="1708034" name="Rectangle 2">
            <a:extLst>
              <a:ext uri="{FF2B5EF4-FFF2-40B4-BE49-F238E27FC236}">
                <a16:creationId xmlns:a16="http://schemas.microsoft.com/office/drawing/2014/main" id="{EE38D5ED-ABC1-F54D-B329-8E738AB3F23A}"/>
              </a:ext>
            </a:extLst>
          </p:cNvPr>
          <p:cNvSpPr>
            <a:spLocks noGrp="1" noRot="1" noChangeAspect="1" noChangeArrowheads="1" noTextEdit="1"/>
          </p:cNvSpPr>
          <p:nvPr>
            <p:ph type="sldImg"/>
          </p:nvPr>
        </p:nvSpPr>
        <p:spPr>
          <a:ln/>
        </p:spPr>
      </p:sp>
      <p:sp>
        <p:nvSpPr>
          <p:cNvPr id="1708035" name="Rectangle 3">
            <a:extLst>
              <a:ext uri="{FF2B5EF4-FFF2-40B4-BE49-F238E27FC236}">
                <a16:creationId xmlns:a16="http://schemas.microsoft.com/office/drawing/2014/main" id="{88723A1C-4248-CC44-8DF2-4CE6281A616C}"/>
              </a:ext>
            </a:extLst>
          </p:cNvPr>
          <p:cNvSpPr>
            <a:spLocks noGrp="1" noChangeArrowheads="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ＭＳ Ｐゴシック" charset="0"/>
                <a:cs typeface="ＭＳ Ｐゴシック" charset="0"/>
              </a:rPr>
              <a:t>If the user views the data shortly after making a write, the new data may not yet have reached the replica. To the user, it looks as though the data they submitted was lost, so they will be understandably unhappy.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ＭＳ Ｐゴシック"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ＭＳ Ｐゴシック" charset="0"/>
                <a:cs typeface="ＭＳ Ｐゴシック" charset="0"/>
              </a:rPr>
              <a:t>This is a guarantee that if the user reloads the page, they will always see any updates they submitted themselves. It makes no promises about other users: other users’ updates may not be visible until some later time. </a:t>
            </a:r>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dirty="0"/>
          </a:p>
        </p:txBody>
      </p:sp>
    </p:spTree>
    <p:extLst>
      <p:ext uri="{BB962C8B-B14F-4D97-AF65-F5344CB8AC3E}">
        <p14:creationId xmlns:p14="http://schemas.microsoft.com/office/powerpoint/2010/main" val="33621399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F9C08A-F062-7B40-BE21-EF4B4C9BBBBD}"/>
              </a:ext>
            </a:extLst>
          </p:cNvPr>
          <p:cNvSpPr>
            <a:spLocks noGrp="1" noChangeArrowheads="1"/>
          </p:cNvSpPr>
          <p:nvPr>
            <p:ph type="sldNum" sz="quarter" idx="5"/>
          </p:nvPr>
        </p:nvSpPr>
        <p:spPr>
          <a:ln/>
        </p:spPr>
        <p:txBody>
          <a:bodyPr/>
          <a:lstStyle/>
          <a:p>
            <a:fld id="{0E456FFC-BC4E-004A-8FC5-70E38DE55360}" type="slidenum">
              <a:rPr lang="en-US" altLang="ro-RO"/>
              <a:pPr/>
              <a:t>9</a:t>
            </a:fld>
            <a:endParaRPr lang="en-US" altLang="ro-RO"/>
          </a:p>
        </p:txBody>
      </p:sp>
      <p:sp>
        <p:nvSpPr>
          <p:cNvPr id="1708034" name="Rectangle 2">
            <a:extLst>
              <a:ext uri="{FF2B5EF4-FFF2-40B4-BE49-F238E27FC236}">
                <a16:creationId xmlns:a16="http://schemas.microsoft.com/office/drawing/2014/main" id="{EE38D5ED-ABC1-F54D-B329-8E738AB3F23A}"/>
              </a:ext>
            </a:extLst>
          </p:cNvPr>
          <p:cNvSpPr>
            <a:spLocks noGrp="1" noRot="1" noChangeAspect="1" noChangeArrowheads="1" noTextEdit="1"/>
          </p:cNvSpPr>
          <p:nvPr>
            <p:ph type="sldImg"/>
          </p:nvPr>
        </p:nvSpPr>
        <p:spPr>
          <a:ln/>
        </p:spPr>
      </p:sp>
      <p:sp>
        <p:nvSpPr>
          <p:cNvPr id="1708035" name="Rectangle 3">
            <a:extLst>
              <a:ext uri="{FF2B5EF4-FFF2-40B4-BE49-F238E27FC236}">
                <a16:creationId xmlns:a16="http://schemas.microsoft.com/office/drawing/2014/main" id="{88723A1C-4248-CC44-8DF2-4CE6281A616C}"/>
              </a:ext>
            </a:extLst>
          </p:cNvPr>
          <p:cNvSpPr>
            <a:spLocks noGrp="1" noChangeArrowheads="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ＭＳ Ｐゴシック" charset="0"/>
                <a:cs typeface="ＭＳ Ｐゴシック" charset="0"/>
              </a:rPr>
              <a:t>it’s possible for a user to see things </a:t>
            </a:r>
            <a:r>
              <a:rPr lang="en-GB" sz="1200" i="1" kern="1200" dirty="0">
                <a:solidFill>
                  <a:schemeClr val="tx1"/>
                </a:solidFill>
                <a:effectLst/>
                <a:latin typeface="Arial" charset="0"/>
                <a:ea typeface="ＭＳ Ｐゴシック" charset="0"/>
                <a:cs typeface="ＭＳ Ｐゴシック" charset="0"/>
              </a:rPr>
              <a:t>moving backward in time </a:t>
            </a:r>
            <a:endParaRPr lang="en-GB" dirty="0">
              <a:effectLst/>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ＭＳ Ｐゴシック" charset="0"/>
                <a:cs typeface="ＭＳ Ｐゴシック" charset="0"/>
              </a:rPr>
              <a:t>It’s a lesser guarantee than strong consistency, but a stronger guarantee than eventual consistency  -- if one user makes several reads in sequence, they will not see time go backward— i.e., they will not read older data after having previously read newer data.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ＭＳ Ｐゴシック"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ＭＳ Ｐゴシック" charset="0"/>
                <a:cs typeface="ＭＳ Ｐゴシック" charset="0"/>
              </a:rPr>
              <a:t>different users can read from different replicas </a:t>
            </a:r>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dirty="0"/>
          </a:p>
        </p:txBody>
      </p:sp>
    </p:spTree>
    <p:extLst>
      <p:ext uri="{BB962C8B-B14F-4D97-AF65-F5344CB8AC3E}">
        <p14:creationId xmlns:p14="http://schemas.microsoft.com/office/powerpoint/2010/main" val="36771912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F9C08A-F062-7B40-BE21-EF4B4C9BBBBD}"/>
              </a:ext>
            </a:extLst>
          </p:cNvPr>
          <p:cNvSpPr>
            <a:spLocks noGrp="1" noChangeArrowheads="1"/>
          </p:cNvSpPr>
          <p:nvPr>
            <p:ph type="sldNum" sz="quarter" idx="5"/>
          </p:nvPr>
        </p:nvSpPr>
        <p:spPr>
          <a:ln/>
        </p:spPr>
        <p:txBody>
          <a:bodyPr/>
          <a:lstStyle/>
          <a:p>
            <a:fld id="{0E456FFC-BC4E-004A-8FC5-70E38DE55360}" type="slidenum">
              <a:rPr lang="en-US" altLang="ro-RO"/>
              <a:pPr/>
              <a:t>10</a:t>
            </a:fld>
            <a:endParaRPr lang="en-US" altLang="ro-RO"/>
          </a:p>
        </p:txBody>
      </p:sp>
      <p:sp>
        <p:nvSpPr>
          <p:cNvPr id="1708034" name="Rectangle 2">
            <a:extLst>
              <a:ext uri="{FF2B5EF4-FFF2-40B4-BE49-F238E27FC236}">
                <a16:creationId xmlns:a16="http://schemas.microsoft.com/office/drawing/2014/main" id="{EE38D5ED-ABC1-F54D-B329-8E738AB3F23A}"/>
              </a:ext>
            </a:extLst>
          </p:cNvPr>
          <p:cNvSpPr>
            <a:spLocks noGrp="1" noRot="1" noChangeAspect="1" noChangeArrowheads="1" noTextEdit="1"/>
          </p:cNvSpPr>
          <p:nvPr>
            <p:ph type="sldImg"/>
          </p:nvPr>
        </p:nvSpPr>
        <p:spPr>
          <a:ln/>
        </p:spPr>
      </p:sp>
      <p:sp>
        <p:nvSpPr>
          <p:cNvPr id="1708035" name="Rectangle 3">
            <a:extLst>
              <a:ext uri="{FF2B5EF4-FFF2-40B4-BE49-F238E27FC236}">
                <a16:creationId xmlns:a16="http://schemas.microsoft.com/office/drawing/2014/main" id="{88723A1C-4248-CC44-8DF2-4CE6281A616C}"/>
              </a:ext>
            </a:extLst>
          </p:cNvPr>
          <p:cNvSpPr>
            <a:spLocks noGrp="1" noChangeArrowheads="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ＭＳ Ｐゴシック" charset="0"/>
                <a:cs typeface="ＭＳ Ｐゴシック" charset="0"/>
              </a:rPr>
              <a:t>violation of causality </a:t>
            </a:r>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dirty="0"/>
          </a:p>
        </p:txBody>
      </p:sp>
    </p:spTree>
    <p:extLst>
      <p:ext uri="{BB962C8B-B14F-4D97-AF65-F5344CB8AC3E}">
        <p14:creationId xmlns:p14="http://schemas.microsoft.com/office/powerpoint/2010/main" val="3492255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F9C08A-F062-7B40-BE21-EF4B4C9BBBBD}"/>
              </a:ext>
            </a:extLst>
          </p:cNvPr>
          <p:cNvSpPr>
            <a:spLocks noGrp="1" noChangeArrowheads="1"/>
          </p:cNvSpPr>
          <p:nvPr>
            <p:ph type="sldNum" sz="quarter" idx="5"/>
          </p:nvPr>
        </p:nvSpPr>
        <p:spPr>
          <a:ln/>
        </p:spPr>
        <p:txBody>
          <a:bodyPr/>
          <a:lstStyle/>
          <a:p>
            <a:fld id="{0E456FFC-BC4E-004A-8FC5-70E38DE55360}" type="slidenum">
              <a:rPr lang="en-US" altLang="ro-RO"/>
              <a:pPr/>
              <a:t>11</a:t>
            </a:fld>
            <a:endParaRPr lang="en-US" altLang="ro-RO"/>
          </a:p>
        </p:txBody>
      </p:sp>
      <p:sp>
        <p:nvSpPr>
          <p:cNvPr id="1708034" name="Rectangle 2">
            <a:extLst>
              <a:ext uri="{FF2B5EF4-FFF2-40B4-BE49-F238E27FC236}">
                <a16:creationId xmlns:a16="http://schemas.microsoft.com/office/drawing/2014/main" id="{EE38D5ED-ABC1-F54D-B329-8E738AB3F23A}"/>
              </a:ext>
            </a:extLst>
          </p:cNvPr>
          <p:cNvSpPr>
            <a:spLocks noGrp="1" noRot="1" noChangeAspect="1" noChangeArrowheads="1" noTextEdit="1"/>
          </p:cNvSpPr>
          <p:nvPr>
            <p:ph type="sldImg"/>
          </p:nvPr>
        </p:nvSpPr>
        <p:spPr>
          <a:ln/>
        </p:spPr>
      </p:sp>
      <p:sp>
        <p:nvSpPr>
          <p:cNvPr id="1708035" name="Rectangle 3">
            <a:extLst>
              <a:ext uri="{FF2B5EF4-FFF2-40B4-BE49-F238E27FC236}">
                <a16:creationId xmlns:a16="http://schemas.microsoft.com/office/drawing/2014/main" id="{88723A1C-4248-CC44-8DF2-4CE6281A616C}"/>
              </a:ext>
            </a:extLst>
          </p:cNvPr>
          <p:cNvSpPr>
            <a:spLocks noGrp="1" noChangeArrowheads="1"/>
          </p:cNvSpPr>
          <p:nvPr>
            <p:ph type="body" idx="1"/>
          </p:nvPr>
        </p:nvSpPr>
        <p:spPr/>
        <p:txBody>
          <a:bodyPr/>
          <a:lstStyle/>
          <a:p>
            <a:endParaRPr lang="ro-RO" altLang="ro-RO" dirty="0"/>
          </a:p>
        </p:txBody>
      </p:sp>
    </p:spTree>
    <p:extLst>
      <p:ext uri="{BB962C8B-B14F-4D97-AF65-F5344CB8AC3E}">
        <p14:creationId xmlns:p14="http://schemas.microsoft.com/office/powerpoint/2010/main" val="6205246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F9C08A-F062-7B40-BE21-EF4B4C9BBBBD}"/>
              </a:ext>
            </a:extLst>
          </p:cNvPr>
          <p:cNvSpPr>
            <a:spLocks noGrp="1" noChangeArrowheads="1"/>
          </p:cNvSpPr>
          <p:nvPr>
            <p:ph type="sldNum" sz="quarter" idx="5"/>
          </p:nvPr>
        </p:nvSpPr>
        <p:spPr>
          <a:ln/>
        </p:spPr>
        <p:txBody>
          <a:bodyPr/>
          <a:lstStyle/>
          <a:p>
            <a:fld id="{0E456FFC-BC4E-004A-8FC5-70E38DE55360}" type="slidenum">
              <a:rPr lang="en-US" altLang="ro-RO"/>
              <a:pPr/>
              <a:t>12</a:t>
            </a:fld>
            <a:endParaRPr lang="en-US" altLang="ro-RO"/>
          </a:p>
        </p:txBody>
      </p:sp>
      <p:sp>
        <p:nvSpPr>
          <p:cNvPr id="1708034" name="Rectangle 2">
            <a:extLst>
              <a:ext uri="{FF2B5EF4-FFF2-40B4-BE49-F238E27FC236}">
                <a16:creationId xmlns:a16="http://schemas.microsoft.com/office/drawing/2014/main" id="{EE38D5ED-ABC1-F54D-B329-8E738AB3F23A}"/>
              </a:ext>
            </a:extLst>
          </p:cNvPr>
          <p:cNvSpPr>
            <a:spLocks noGrp="1" noRot="1" noChangeAspect="1" noChangeArrowheads="1" noTextEdit="1"/>
          </p:cNvSpPr>
          <p:nvPr>
            <p:ph type="sldImg"/>
          </p:nvPr>
        </p:nvSpPr>
        <p:spPr>
          <a:ln/>
        </p:spPr>
      </p:sp>
      <p:sp>
        <p:nvSpPr>
          <p:cNvPr id="1708035" name="Rectangle 3">
            <a:extLst>
              <a:ext uri="{FF2B5EF4-FFF2-40B4-BE49-F238E27FC236}">
                <a16:creationId xmlns:a16="http://schemas.microsoft.com/office/drawing/2014/main" id="{88723A1C-4248-CC44-8DF2-4CE6281A616C}"/>
              </a:ext>
            </a:extLst>
          </p:cNvPr>
          <p:cNvSpPr>
            <a:spLocks noGrp="1" noChangeArrowheads="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ＭＳ Ｐゴシック" charset="0"/>
                <a:cs typeface="ＭＳ Ｐゴシック" charset="0"/>
              </a:rPr>
              <a:t>multi-leader replication is often considered danger‐ </a:t>
            </a:r>
            <a:r>
              <a:rPr lang="en-GB" sz="1200" kern="1200" dirty="0" err="1">
                <a:solidFill>
                  <a:schemeClr val="tx1"/>
                </a:solidFill>
                <a:effectLst/>
                <a:latin typeface="Arial" charset="0"/>
                <a:ea typeface="ＭＳ Ｐゴシック" charset="0"/>
                <a:cs typeface="ＭＳ Ｐゴシック" charset="0"/>
              </a:rPr>
              <a:t>ous</a:t>
            </a:r>
            <a:r>
              <a:rPr lang="en-GB" sz="1200" kern="1200" dirty="0">
                <a:solidFill>
                  <a:schemeClr val="tx1"/>
                </a:solidFill>
                <a:effectLst/>
                <a:latin typeface="Arial" charset="0"/>
                <a:ea typeface="ＭＳ Ｐゴシック" charset="0"/>
                <a:cs typeface="ＭＳ Ｐゴシック" charset="0"/>
              </a:rPr>
              <a:t> territory that should be avoided if possible </a:t>
            </a:r>
            <a:endParaRPr lang="en-GB" dirty="0"/>
          </a:p>
          <a:p>
            <a:endParaRPr lang="ro-RO" altLang="ro-RO"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ＭＳ Ｐゴシック" charset="0"/>
                <a:cs typeface="ＭＳ Ｐゴシック" charset="0"/>
              </a:rPr>
              <a:t>you have an application that needs to continue to work while it is disconnected from the internet.  -- calendar apps  (If you make any changes while you are offline, they need to be synced with a server and your other devices when the device is next online). Every device has a local database that acts as a leader .</a:t>
            </a:r>
            <a:endParaRPr lang="en-GB" dirty="0"/>
          </a:p>
          <a:p>
            <a:endParaRPr lang="ro-RO" altLang="ro-RO" dirty="0"/>
          </a:p>
        </p:txBody>
      </p:sp>
    </p:spTree>
    <p:extLst>
      <p:ext uri="{BB962C8B-B14F-4D97-AF65-F5344CB8AC3E}">
        <p14:creationId xmlns:p14="http://schemas.microsoft.com/office/powerpoint/2010/main" val="13568400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F9C08A-F062-7B40-BE21-EF4B4C9BBBBD}"/>
              </a:ext>
            </a:extLst>
          </p:cNvPr>
          <p:cNvSpPr>
            <a:spLocks noGrp="1" noChangeArrowheads="1"/>
          </p:cNvSpPr>
          <p:nvPr>
            <p:ph type="sldNum" sz="quarter" idx="5"/>
          </p:nvPr>
        </p:nvSpPr>
        <p:spPr>
          <a:ln/>
        </p:spPr>
        <p:txBody>
          <a:bodyPr/>
          <a:lstStyle/>
          <a:p>
            <a:fld id="{0E456FFC-BC4E-004A-8FC5-70E38DE55360}" type="slidenum">
              <a:rPr lang="en-US" altLang="ro-RO"/>
              <a:pPr/>
              <a:t>13</a:t>
            </a:fld>
            <a:endParaRPr lang="en-US" altLang="ro-RO"/>
          </a:p>
        </p:txBody>
      </p:sp>
      <p:sp>
        <p:nvSpPr>
          <p:cNvPr id="1708034" name="Rectangle 2">
            <a:extLst>
              <a:ext uri="{FF2B5EF4-FFF2-40B4-BE49-F238E27FC236}">
                <a16:creationId xmlns:a16="http://schemas.microsoft.com/office/drawing/2014/main" id="{EE38D5ED-ABC1-F54D-B329-8E738AB3F23A}"/>
              </a:ext>
            </a:extLst>
          </p:cNvPr>
          <p:cNvSpPr>
            <a:spLocks noGrp="1" noRot="1" noChangeAspect="1" noChangeArrowheads="1" noTextEdit="1"/>
          </p:cNvSpPr>
          <p:nvPr>
            <p:ph type="sldImg"/>
          </p:nvPr>
        </p:nvSpPr>
        <p:spPr>
          <a:ln/>
        </p:spPr>
      </p:sp>
      <p:sp>
        <p:nvSpPr>
          <p:cNvPr id="1708035" name="Rectangle 3">
            <a:extLst>
              <a:ext uri="{FF2B5EF4-FFF2-40B4-BE49-F238E27FC236}">
                <a16:creationId xmlns:a16="http://schemas.microsoft.com/office/drawing/2014/main" id="{88723A1C-4248-CC44-8DF2-4CE6281A616C}"/>
              </a:ext>
            </a:extLst>
          </p:cNvPr>
          <p:cNvSpPr>
            <a:spLocks noGrp="1" noChangeArrowheads="1"/>
          </p:cNvSpPr>
          <p:nvPr>
            <p:ph type="body" idx="1"/>
          </p:nvPr>
        </p:nvSpPr>
        <p:spPr/>
        <p:txBody>
          <a:bodyPr/>
          <a:lstStyle/>
          <a:p>
            <a:endParaRPr lang="ro-RO" altLang="ro-RO" dirty="0"/>
          </a:p>
        </p:txBody>
      </p:sp>
    </p:spTree>
    <p:extLst>
      <p:ext uri="{BB962C8B-B14F-4D97-AF65-F5344CB8AC3E}">
        <p14:creationId xmlns:p14="http://schemas.microsoft.com/office/powerpoint/2010/main" val="9731080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F9C08A-F062-7B40-BE21-EF4B4C9BBBBD}"/>
              </a:ext>
            </a:extLst>
          </p:cNvPr>
          <p:cNvSpPr>
            <a:spLocks noGrp="1" noChangeArrowheads="1"/>
          </p:cNvSpPr>
          <p:nvPr>
            <p:ph type="sldNum" sz="quarter" idx="5"/>
          </p:nvPr>
        </p:nvSpPr>
        <p:spPr>
          <a:ln/>
        </p:spPr>
        <p:txBody>
          <a:bodyPr/>
          <a:lstStyle/>
          <a:p>
            <a:fld id="{0E456FFC-BC4E-004A-8FC5-70E38DE55360}" type="slidenum">
              <a:rPr lang="en-US" altLang="ro-RO"/>
              <a:pPr/>
              <a:t>14</a:t>
            </a:fld>
            <a:endParaRPr lang="en-US" altLang="ro-RO"/>
          </a:p>
        </p:txBody>
      </p:sp>
      <p:sp>
        <p:nvSpPr>
          <p:cNvPr id="1708034" name="Rectangle 2">
            <a:extLst>
              <a:ext uri="{FF2B5EF4-FFF2-40B4-BE49-F238E27FC236}">
                <a16:creationId xmlns:a16="http://schemas.microsoft.com/office/drawing/2014/main" id="{EE38D5ED-ABC1-F54D-B329-8E738AB3F23A}"/>
              </a:ext>
            </a:extLst>
          </p:cNvPr>
          <p:cNvSpPr>
            <a:spLocks noGrp="1" noRot="1" noChangeAspect="1" noChangeArrowheads="1" noTextEdit="1"/>
          </p:cNvSpPr>
          <p:nvPr>
            <p:ph type="sldImg"/>
          </p:nvPr>
        </p:nvSpPr>
        <p:spPr>
          <a:ln/>
        </p:spPr>
      </p:sp>
      <p:sp>
        <p:nvSpPr>
          <p:cNvPr id="1708035" name="Rectangle 3">
            <a:extLst>
              <a:ext uri="{FF2B5EF4-FFF2-40B4-BE49-F238E27FC236}">
                <a16:creationId xmlns:a16="http://schemas.microsoft.com/office/drawing/2014/main" id="{88723A1C-4248-CC44-8DF2-4CE6281A616C}"/>
              </a:ext>
            </a:extLst>
          </p:cNvPr>
          <p:cNvSpPr>
            <a:spLocks noGrp="1" noChangeArrowheads="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ro-RO" altLang="ro-RO" dirty="0" err="1"/>
              <a:t>Convergence</a:t>
            </a:r>
            <a:r>
              <a:rPr lang="ro-RO" altLang="ro-RO" dirty="0"/>
              <a:t> - </a:t>
            </a:r>
            <a:r>
              <a:rPr lang="en-GB" sz="1200" kern="1200" dirty="0">
                <a:solidFill>
                  <a:schemeClr val="tx1"/>
                </a:solidFill>
                <a:effectLst/>
                <a:latin typeface="Arial" charset="0"/>
                <a:ea typeface="ＭＳ Ｐゴシック" charset="0"/>
                <a:cs typeface="ＭＳ Ｐゴシック" charset="0"/>
              </a:rPr>
              <a:t>all replicas must arrive at the same final value when all changes have been replicated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ＭＳ Ｐゴシック"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ＭＳ Ｐゴシック" charset="0"/>
                <a:cs typeface="ＭＳ Ｐゴシック" charset="0"/>
              </a:rPr>
              <a:t>ID (e.g., a timestamp, a long random number, a UUID, or a hash of the key and value)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ＭＳ Ｐゴシック" charset="0"/>
                <a:cs typeface="ＭＳ Ｐゴシック" charset="0"/>
              </a:rPr>
              <a:t>If a timestamp is used, this technique is known as </a:t>
            </a:r>
            <a:r>
              <a:rPr lang="en-GB" sz="1200" i="1" kern="1200" dirty="0">
                <a:solidFill>
                  <a:schemeClr val="tx1"/>
                </a:solidFill>
                <a:effectLst/>
                <a:latin typeface="Arial" charset="0"/>
                <a:ea typeface="ＭＳ Ｐゴシック" charset="0"/>
                <a:cs typeface="ＭＳ Ｐゴシック" charset="0"/>
              </a:rPr>
              <a:t>last write wins </a:t>
            </a:r>
            <a:r>
              <a:rPr lang="en-GB" sz="1200" kern="1200" dirty="0">
                <a:solidFill>
                  <a:schemeClr val="tx1"/>
                </a:solidFill>
                <a:effectLst/>
                <a:latin typeface="Arial" charset="0"/>
                <a:ea typeface="ＭＳ Ｐゴシック" charset="0"/>
                <a:cs typeface="ＭＳ Ｐゴシック" charset="0"/>
              </a:rPr>
              <a:t>(LWW). Although this approach is popular, it is dangerously prone to data loss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ＭＳ Ｐゴシック" charset="0"/>
              <a:cs typeface="ＭＳ Ｐゴシック"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ＭＳ Ｐゴシック" charset="0"/>
                <a:cs typeface="ＭＳ Ｐゴシック" charset="0"/>
              </a:rPr>
              <a:t>Amazon is a frequently cited example of surprising effects due to a con‐ </a:t>
            </a:r>
            <a:r>
              <a:rPr lang="en-GB" sz="1200" kern="1200" dirty="0" err="1">
                <a:solidFill>
                  <a:schemeClr val="tx1"/>
                </a:solidFill>
                <a:effectLst/>
                <a:latin typeface="Arial" charset="0"/>
                <a:ea typeface="ＭＳ Ｐゴシック" charset="0"/>
                <a:cs typeface="ＭＳ Ｐゴシック" charset="0"/>
              </a:rPr>
              <a:t>flict</a:t>
            </a:r>
            <a:r>
              <a:rPr lang="en-GB" sz="1200" kern="1200" dirty="0">
                <a:solidFill>
                  <a:schemeClr val="tx1"/>
                </a:solidFill>
                <a:effectLst/>
                <a:latin typeface="Arial" charset="0"/>
                <a:ea typeface="ＭＳ Ｐゴシック" charset="0"/>
                <a:cs typeface="ＭＳ Ｐゴシック" charset="0"/>
              </a:rPr>
              <a:t> resolution handler: for some time, the conflict resolution logic on the shopping cart would preserve items added to the cart, but not items removed from the cart. Thus, customers would sometimes see items reappearing in their carts even though they had previously been removed </a:t>
            </a:r>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ＭＳ Ｐゴシック" charset="0"/>
              <a:cs typeface="ＭＳ Ｐゴシック"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ＭＳ Ｐゴシック" charset="0"/>
              <a:cs typeface="ＭＳ Ｐゴシック"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dirty="0"/>
          </a:p>
          <a:p>
            <a:endParaRPr lang="ro-RO" altLang="ro-RO" dirty="0"/>
          </a:p>
        </p:txBody>
      </p:sp>
    </p:spTree>
    <p:extLst>
      <p:ext uri="{BB962C8B-B14F-4D97-AF65-F5344CB8AC3E}">
        <p14:creationId xmlns:p14="http://schemas.microsoft.com/office/powerpoint/2010/main" val="8659763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F9C08A-F062-7B40-BE21-EF4B4C9BBBBD}"/>
              </a:ext>
            </a:extLst>
          </p:cNvPr>
          <p:cNvSpPr>
            <a:spLocks noGrp="1" noChangeArrowheads="1"/>
          </p:cNvSpPr>
          <p:nvPr>
            <p:ph type="sldNum" sz="quarter" idx="5"/>
          </p:nvPr>
        </p:nvSpPr>
        <p:spPr>
          <a:ln/>
        </p:spPr>
        <p:txBody>
          <a:bodyPr/>
          <a:lstStyle/>
          <a:p>
            <a:fld id="{0E456FFC-BC4E-004A-8FC5-70E38DE55360}" type="slidenum">
              <a:rPr lang="en-US" altLang="ro-RO"/>
              <a:pPr/>
              <a:t>15</a:t>
            </a:fld>
            <a:endParaRPr lang="en-US" altLang="ro-RO"/>
          </a:p>
        </p:txBody>
      </p:sp>
      <p:sp>
        <p:nvSpPr>
          <p:cNvPr id="1708034" name="Rectangle 2">
            <a:extLst>
              <a:ext uri="{FF2B5EF4-FFF2-40B4-BE49-F238E27FC236}">
                <a16:creationId xmlns:a16="http://schemas.microsoft.com/office/drawing/2014/main" id="{EE38D5ED-ABC1-F54D-B329-8E738AB3F23A}"/>
              </a:ext>
            </a:extLst>
          </p:cNvPr>
          <p:cNvSpPr>
            <a:spLocks noGrp="1" noRot="1" noChangeAspect="1" noChangeArrowheads="1" noTextEdit="1"/>
          </p:cNvSpPr>
          <p:nvPr>
            <p:ph type="sldImg"/>
          </p:nvPr>
        </p:nvSpPr>
        <p:spPr>
          <a:ln/>
        </p:spPr>
      </p:sp>
      <p:sp>
        <p:nvSpPr>
          <p:cNvPr id="1708035" name="Rectangle 3">
            <a:extLst>
              <a:ext uri="{FF2B5EF4-FFF2-40B4-BE49-F238E27FC236}">
                <a16:creationId xmlns:a16="http://schemas.microsoft.com/office/drawing/2014/main" id="{88723A1C-4248-CC44-8DF2-4CE6281A616C}"/>
              </a:ext>
            </a:extLst>
          </p:cNvPr>
          <p:cNvSpPr>
            <a:spLocks noGrp="1" noChangeArrowheads="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ＭＳ Ｐゴシック" charset="0"/>
                <a:cs typeface="ＭＳ Ｐゴシック" charset="0"/>
              </a:rPr>
              <a:t>Amazon used it for its in-house </a:t>
            </a:r>
            <a:r>
              <a:rPr lang="en-GB" sz="1200" i="1" kern="1200" dirty="0">
                <a:solidFill>
                  <a:schemeClr val="tx1"/>
                </a:solidFill>
                <a:effectLst/>
                <a:latin typeface="Arial" charset="0"/>
                <a:ea typeface="ＭＳ Ｐゴシック" charset="0"/>
                <a:cs typeface="ＭＳ Ｐゴシック" charset="0"/>
              </a:rPr>
              <a:t>Dynamo </a:t>
            </a:r>
            <a:r>
              <a:rPr lang="en-GB" sz="1200" kern="1200" dirty="0">
                <a:solidFill>
                  <a:schemeClr val="tx1"/>
                </a:solidFill>
                <a:effectLst/>
                <a:latin typeface="Arial" charset="0"/>
                <a:ea typeface="ＭＳ Ｐゴシック" charset="0"/>
                <a:cs typeface="ＭＳ Ｐゴシック" charset="0"/>
              </a:rPr>
              <a:t>system [37].vi </a:t>
            </a:r>
            <a:r>
              <a:rPr lang="en-GB" sz="1200" kern="1200" dirty="0" err="1">
                <a:solidFill>
                  <a:schemeClr val="tx1"/>
                </a:solidFill>
                <a:effectLst/>
                <a:latin typeface="Arial" charset="0"/>
                <a:ea typeface="ＭＳ Ｐゴシック" charset="0"/>
                <a:cs typeface="ＭＳ Ｐゴシック" charset="0"/>
              </a:rPr>
              <a:t>Riak</a:t>
            </a:r>
            <a:r>
              <a:rPr lang="en-GB" sz="1200" kern="1200" dirty="0">
                <a:solidFill>
                  <a:schemeClr val="tx1"/>
                </a:solidFill>
                <a:effectLst/>
                <a:latin typeface="Arial" charset="0"/>
                <a:ea typeface="ＭＳ Ｐゴシック" charset="0"/>
                <a:cs typeface="ＭＳ Ｐゴシック" charset="0"/>
              </a:rPr>
              <a:t>, Cassandra, and Voldemort </a:t>
            </a:r>
            <a:endParaRPr lang="en-GB" dirty="0"/>
          </a:p>
          <a:p>
            <a:endParaRPr lang="ro-RO" altLang="ro-RO" dirty="0"/>
          </a:p>
          <a:p>
            <a:r>
              <a:rPr lang="ro-RO" altLang="ro-RO" dirty="0"/>
              <a:t>Date vechie = „</a:t>
            </a:r>
            <a:r>
              <a:rPr lang="ro-RO" altLang="ro-RO" dirty="0" err="1"/>
              <a:t>stale</a:t>
            </a:r>
            <a:r>
              <a:rPr lang="ro-RO" altLang="ro-RO" dirty="0"/>
              <a:t>”</a:t>
            </a:r>
          </a:p>
          <a:p>
            <a:endParaRPr lang="ro-RO" altLang="ro-RO" dirty="0"/>
          </a:p>
          <a:p>
            <a:r>
              <a:rPr lang="ro-RO" altLang="ro-RO" dirty="0"/>
              <a:t>QUORUM</a:t>
            </a:r>
          </a:p>
        </p:txBody>
      </p:sp>
    </p:spTree>
    <p:extLst>
      <p:ext uri="{BB962C8B-B14F-4D97-AF65-F5344CB8AC3E}">
        <p14:creationId xmlns:p14="http://schemas.microsoft.com/office/powerpoint/2010/main" val="30753006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F9C08A-F062-7B40-BE21-EF4B4C9BBBBD}"/>
              </a:ext>
            </a:extLst>
          </p:cNvPr>
          <p:cNvSpPr>
            <a:spLocks noGrp="1" noChangeArrowheads="1"/>
          </p:cNvSpPr>
          <p:nvPr>
            <p:ph type="sldNum" sz="quarter" idx="5"/>
          </p:nvPr>
        </p:nvSpPr>
        <p:spPr>
          <a:ln/>
        </p:spPr>
        <p:txBody>
          <a:bodyPr/>
          <a:lstStyle/>
          <a:p>
            <a:fld id="{0E456FFC-BC4E-004A-8FC5-70E38DE55360}" type="slidenum">
              <a:rPr lang="en-US" altLang="ro-RO"/>
              <a:pPr/>
              <a:t>16</a:t>
            </a:fld>
            <a:endParaRPr lang="en-US" altLang="ro-RO"/>
          </a:p>
        </p:txBody>
      </p:sp>
      <p:sp>
        <p:nvSpPr>
          <p:cNvPr id="1708034" name="Rectangle 2">
            <a:extLst>
              <a:ext uri="{FF2B5EF4-FFF2-40B4-BE49-F238E27FC236}">
                <a16:creationId xmlns:a16="http://schemas.microsoft.com/office/drawing/2014/main" id="{EE38D5ED-ABC1-F54D-B329-8E738AB3F23A}"/>
              </a:ext>
            </a:extLst>
          </p:cNvPr>
          <p:cNvSpPr>
            <a:spLocks noGrp="1" noRot="1" noChangeAspect="1" noChangeArrowheads="1" noTextEdit="1"/>
          </p:cNvSpPr>
          <p:nvPr>
            <p:ph type="sldImg"/>
          </p:nvPr>
        </p:nvSpPr>
        <p:spPr>
          <a:ln/>
        </p:spPr>
      </p:sp>
      <p:sp>
        <p:nvSpPr>
          <p:cNvPr id="1708035" name="Rectangle 3">
            <a:extLst>
              <a:ext uri="{FF2B5EF4-FFF2-40B4-BE49-F238E27FC236}">
                <a16:creationId xmlns:a16="http://schemas.microsoft.com/office/drawing/2014/main" id="{88723A1C-4248-CC44-8DF2-4CE6281A616C}"/>
              </a:ext>
            </a:extLst>
          </p:cNvPr>
          <p:cNvSpPr>
            <a:spLocks noGrp="1" noChangeArrowheads="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ＭＳ Ｐゴシック" charset="0"/>
                <a:cs typeface="ＭＳ Ｐゴシック" charset="0"/>
              </a:rPr>
              <a:t>at least one of the </a:t>
            </a:r>
            <a:r>
              <a:rPr lang="en-GB" sz="1200" i="1" kern="1200" dirty="0">
                <a:solidFill>
                  <a:schemeClr val="tx1"/>
                </a:solidFill>
                <a:effectLst/>
                <a:latin typeface="Arial" charset="0"/>
                <a:ea typeface="ＭＳ Ｐゴシック" charset="0"/>
                <a:cs typeface="ＭＳ Ｐゴシック" charset="0"/>
              </a:rPr>
              <a:t>r </a:t>
            </a:r>
            <a:r>
              <a:rPr lang="en-GB" sz="1200" kern="1200" dirty="0">
                <a:solidFill>
                  <a:schemeClr val="tx1"/>
                </a:solidFill>
                <a:effectLst/>
                <a:latin typeface="Arial" charset="0"/>
                <a:ea typeface="ＭＳ Ｐゴシック" charset="0"/>
                <a:cs typeface="ＭＳ Ｐゴシック" charset="0"/>
              </a:rPr>
              <a:t>nodes we’re reading from must be up to date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ＭＳ Ｐゴシック" charset="0"/>
            </a:endParaRPr>
          </a:p>
          <a:p>
            <a:r>
              <a:rPr lang="en-GB" sz="1200" kern="1200" dirty="0">
                <a:solidFill>
                  <a:schemeClr val="tx1"/>
                </a:solidFill>
                <a:effectLst/>
                <a:latin typeface="Arial" charset="0"/>
                <a:ea typeface="ＭＳ Ｐゴシック" charset="0"/>
                <a:cs typeface="ＭＳ Ｐゴシック" charset="0"/>
              </a:rPr>
              <a:t>With </a:t>
            </a:r>
            <a:r>
              <a:rPr lang="en-GB" sz="1200" i="1" kern="1200" dirty="0">
                <a:solidFill>
                  <a:schemeClr val="tx1"/>
                </a:solidFill>
                <a:effectLst/>
                <a:latin typeface="Arial" charset="0"/>
                <a:ea typeface="ＭＳ Ｐゴシック" charset="0"/>
                <a:cs typeface="ＭＳ Ｐゴシック" charset="0"/>
              </a:rPr>
              <a:t>n </a:t>
            </a:r>
            <a:r>
              <a:rPr lang="en-GB" sz="1200" kern="1200" dirty="0">
                <a:solidFill>
                  <a:schemeClr val="tx1"/>
                </a:solidFill>
                <a:effectLst/>
                <a:latin typeface="Arial" charset="0"/>
                <a:ea typeface="ＭＳ Ｐゴシック" charset="0"/>
                <a:cs typeface="ＭＳ Ｐゴシック" charset="0"/>
              </a:rPr>
              <a:t>= 3, </a:t>
            </a:r>
            <a:r>
              <a:rPr lang="en-GB" sz="1200" i="1" kern="1200" dirty="0">
                <a:solidFill>
                  <a:schemeClr val="tx1"/>
                </a:solidFill>
                <a:effectLst/>
                <a:latin typeface="Arial" charset="0"/>
                <a:ea typeface="ＭＳ Ｐゴシック" charset="0"/>
                <a:cs typeface="ＭＳ Ｐゴシック" charset="0"/>
              </a:rPr>
              <a:t>w </a:t>
            </a:r>
            <a:r>
              <a:rPr lang="en-GB" sz="1200" kern="1200" dirty="0">
                <a:solidFill>
                  <a:schemeClr val="tx1"/>
                </a:solidFill>
                <a:effectLst/>
                <a:latin typeface="Arial" charset="0"/>
                <a:ea typeface="ＭＳ Ｐゴシック" charset="0"/>
                <a:cs typeface="ＭＳ Ｐゴシック" charset="0"/>
              </a:rPr>
              <a:t>= 2, </a:t>
            </a:r>
            <a:r>
              <a:rPr lang="en-GB" sz="1200" i="1" kern="1200" dirty="0">
                <a:solidFill>
                  <a:schemeClr val="tx1"/>
                </a:solidFill>
                <a:effectLst/>
                <a:latin typeface="Arial" charset="0"/>
                <a:ea typeface="ＭＳ Ｐゴシック" charset="0"/>
                <a:cs typeface="ＭＳ Ｐゴシック" charset="0"/>
              </a:rPr>
              <a:t>r </a:t>
            </a:r>
            <a:r>
              <a:rPr lang="en-GB" sz="1200" kern="1200" dirty="0">
                <a:solidFill>
                  <a:schemeClr val="tx1"/>
                </a:solidFill>
                <a:effectLst/>
                <a:latin typeface="Arial" charset="0"/>
                <a:ea typeface="ＭＳ Ｐゴシック" charset="0"/>
                <a:cs typeface="ＭＳ Ｐゴシック" charset="0"/>
              </a:rPr>
              <a:t>= 2 we can tolerate one unavailable node. </a:t>
            </a:r>
          </a:p>
          <a:p>
            <a:r>
              <a:rPr lang="en-GB" sz="1200" kern="1200" dirty="0">
                <a:solidFill>
                  <a:schemeClr val="tx1"/>
                </a:solidFill>
                <a:effectLst/>
                <a:latin typeface="Arial" charset="0"/>
                <a:ea typeface="ＭＳ Ｐゴシック" charset="0"/>
                <a:cs typeface="ＭＳ Ｐゴシック" charset="0"/>
              </a:rPr>
              <a:t>With </a:t>
            </a:r>
            <a:r>
              <a:rPr lang="en-GB" sz="1200" i="1" kern="1200" dirty="0">
                <a:solidFill>
                  <a:schemeClr val="tx1"/>
                </a:solidFill>
                <a:effectLst/>
                <a:latin typeface="Arial" charset="0"/>
                <a:ea typeface="ＭＳ Ｐゴシック" charset="0"/>
                <a:cs typeface="ＭＳ Ｐゴシック" charset="0"/>
              </a:rPr>
              <a:t>n </a:t>
            </a:r>
            <a:r>
              <a:rPr lang="en-GB" sz="1200" kern="1200" dirty="0">
                <a:solidFill>
                  <a:schemeClr val="tx1"/>
                </a:solidFill>
                <a:effectLst/>
                <a:latin typeface="Arial" charset="0"/>
                <a:ea typeface="ＭＳ Ｐゴシック" charset="0"/>
                <a:cs typeface="ＭＳ Ｐゴシック" charset="0"/>
              </a:rPr>
              <a:t>= 5, </a:t>
            </a:r>
            <a:r>
              <a:rPr lang="en-GB" sz="1200" i="1" kern="1200" dirty="0">
                <a:solidFill>
                  <a:schemeClr val="tx1"/>
                </a:solidFill>
                <a:effectLst/>
                <a:latin typeface="Arial" charset="0"/>
                <a:ea typeface="ＭＳ Ｐゴシック" charset="0"/>
                <a:cs typeface="ＭＳ Ｐゴシック" charset="0"/>
              </a:rPr>
              <a:t>w </a:t>
            </a:r>
            <a:r>
              <a:rPr lang="en-GB" sz="1200" kern="1200" dirty="0">
                <a:solidFill>
                  <a:schemeClr val="tx1"/>
                </a:solidFill>
                <a:effectLst/>
                <a:latin typeface="Arial" charset="0"/>
                <a:ea typeface="ＭＳ Ｐゴシック" charset="0"/>
                <a:cs typeface="ＭＳ Ｐゴシック" charset="0"/>
              </a:rPr>
              <a:t>= 3, </a:t>
            </a:r>
            <a:r>
              <a:rPr lang="en-GB" sz="1200" i="1" kern="1200" dirty="0">
                <a:solidFill>
                  <a:schemeClr val="tx1"/>
                </a:solidFill>
                <a:effectLst/>
                <a:latin typeface="Arial" charset="0"/>
                <a:ea typeface="ＭＳ Ｐゴシック" charset="0"/>
                <a:cs typeface="ＭＳ Ｐゴシック" charset="0"/>
              </a:rPr>
              <a:t>r </a:t>
            </a:r>
            <a:r>
              <a:rPr lang="en-GB" sz="1200" kern="1200" dirty="0">
                <a:solidFill>
                  <a:schemeClr val="tx1"/>
                </a:solidFill>
                <a:effectLst/>
                <a:latin typeface="Arial" charset="0"/>
                <a:ea typeface="ＭＳ Ｐゴシック" charset="0"/>
                <a:cs typeface="ＭＳ Ｐゴシック" charset="0"/>
              </a:rPr>
              <a:t>= 3 we can tolerate two unavailable nodes.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dirty="0"/>
          </a:p>
          <a:p>
            <a:endParaRPr lang="ro-RO" altLang="ro-RO" dirty="0"/>
          </a:p>
        </p:txBody>
      </p:sp>
    </p:spTree>
    <p:extLst>
      <p:ext uri="{BB962C8B-B14F-4D97-AF65-F5344CB8AC3E}">
        <p14:creationId xmlns:p14="http://schemas.microsoft.com/office/powerpoint/2010/main" val="35991331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F9C08A-F062-7B40-BE21-EF4B4C9BBBBD}"/>
              </a:ext>
            </a:extLst>
          </p:cNvPr>
          <p:cNvSpPr>
            <a:spLocks noGrp="1" noChangeArrowheads="1"/>
          </p:cNvSpPr>
          <p:nvPr>
            <p:ph type="sldNum" sz="quarter" idx="5"/>
          </p:nvPr>
        </p:nvSpPr>
        <p:spPr>
          <a:ln/>
        </p:spPr>
        <p:txBody>
          <a:bodyPr/>
          <a:lstStyle/>
          <a:p>
            <a:fld id="{0E456FFC-BC4E-004A-8FC5-70E38DE55360}" type="slidenum">
              <a:rPr lang="en-US" altLang="ro-RO"/>
              <a:pPr/>
              <a:t>17</a:t>
            </a:fld>
            <a:endParaRPr lang="en-US" altLang="ro-RO"/>
          </a:p>
        </p:txBody>
      </p:sp>
      <p:sp>
        <p:nvSpPr>
          <p:cNvPr id="1708034" name="Rectangle 2">
            <a:extLst>
              <a:ext uri="{FF2B5EF4-FFF2-40B4-BE49-F238E27FC236}">
                <a16:creationId xmlns:a16="http://schemas.microsoft.com/office/drawing/2014/main" id="{EE38D5ED-ABC1-F54D-B329-8E738AB3F23A}"/>
              </a:ext>
            </a:extLst>
          </p:cNvPr>
          <p:cNvSpPr>
            <a:spLocks noGrp="1" noRot="1" noChangeAspect="1" noChangeArrowheads="1" noTextEdit="1"/>
          </p:cNvSpPr>
          <p:nvPr>
            <p:ph type="sldImg"/>
          </p:nvPr>
        </p:nvSpPr>
        <p:spPr>
          <a:ln/>
        </p:spPr>
      </p:sp>
      <p:sp>
        <p:nvSpPr>
          <p:cNvPr id="1708035" name="Rectangle 3">
            <a:extLst>
              <a:ext uri="{FF2B5EF4-FFF2-40B4-BE49-F238E27FC236}">
                <a16:creationId xmlns:a16="http://schemas.microsoft.com/office/drawing/2014/main" id="{88723A1C-4248-CC44-8DF2-4CE6281A616C}"/>
              </a:ext>
            </a:extLst>
          </p:cNvPr>
          <p:cNvSpPr>
            <a:spLocks noGrp="1" noChangeArrowheads="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ro-RO" altLang="ro-RO" dirty="0"/>
              <a:t>- </a:t>
            </a:r>
            <a:r>
              <a:rPr lang="en-GB" sz="1200" kern="1200" dirty="0">
                <a:solidFill>
                  <a:schemeClr val="tx1"/>
                </a:solidFill>
                <a:effectLst/>
                <a:latin typeface="Arial" charset="0"/>
                <a:ea typeface="ＭＳ Ｐゴシック" charset="0"/>
                <a:cs typeface="ＭＳ Ｐゴシック" charset="0"/>
              </a:rPr>
              <a:t>If a write happens concurrently with a read, the write may be reflected on only some of the replicas. In this case, it’s undetermined whether the read returns the old or the new value. </a:t>
            </a:r>
          </a:p>
          <a:p>
            <a:pPr marL="0" marR="0" lvl="0" indent="0" algn="l" defTabSz="914400" rtl="0" eaLnBrk="0" fontAlgn="base" latinLnBrk="0" hangingPunct="0">
              <a:lnSpc>
                <a:spcPct val="100000"/>
              </a:lnSpc>
              <a:spcBef>
                <a:spcPct val="30000"/>
              </a:spcBef>
              <a:spcAft>
                <a:spcPct val="0"/>
              </a:spcAft>
              <a:buClrTx/>
              <a:buSzTx/>
              <a:buFontTx/>
              <a:buNone/>
              <a:tabLst/>
              <a:defRPr/>
            </a:pPr>
            <a:r>
              <a:rPr lang="ro-RO" altLang="ro-RO" dirty="0"/>
              <a:t>- </a:t>
            </a:r>
            <a:r>
              <a:rPr lang="en-GB" sz="1200" kern="1200" dirty="0">
                <a:solidFill>
                  <a:schemeClr val="tx1"/>
                </a:solidFill>
                <a:effectLst/>
                <a:latin typeface="Arial" charset="0"/>
                <a:ea typeface="ＭＳ Ｐゴシック" charset="0"/>
                <a:cs typeface="ＭＳ Ｐゴシック" charset="0"/>
              </a:rPr>
              <a:t>If a write succeeded on some replicas but failed on others (for example because the disks on some nodes are full), and overall succeeded on fewer than </a:t>
            </a:r>
            <a:r>
              <a:rPr lang="en-GB" sz="1200" i="1" kern="1200" dirty="0">
                <a:solidFill>
                  <a:schemeClr val="tx1"/>
                </a:solidFill>
                <a:effectLst/>
                <a:latin typeface="Arial" charset="0"/>
                <a:ea typeface="ＭＳ Ｐゴシック" charset="0"/>
                <a:cs typeface="ＭＳ Ｐゴシック" charset="0"/>
              </a:rPr>
              <a:t>w </a:t>
            </a:r>
            <a:r>
              <a:rPr lang="en-GB" sz="1200" kern="1200" dirty="0">
                <a:solidFill>
                  <a:schemeClr val="tx1"/>
                </a:solidFill>
                <a:effectLst/>
                <a:latin typeface="Arial" charset="0"/>
                <a:ea typeface="ＭＳ Ｐゴシック" charset="0"/>
                <a:cs typeface="ＭＳ Ｐゴシック" charset="0"/>
              </a:rPr>
              <a:t>replicas, it is not rolled back on the replicas where it succeeded </a:t>
            </a:r>
          </a:p>
          <a:p>
            <a:endParaRPr lang="ro-RO" altLang="ro-RO" dirty="0"/>
          </a:p>
        </p:txBody>
      </p:sp>
    </p:spTree>
    <p:extLst>
      <p:ext uri="{BB962C8B-B14F-4D97-AF65-F5344CB8AC3E}">
        <p14:creationId xmlns:p14="http://schemas.microsoft.com/office/powerpoint/2010/main" val="2492399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F9C08A-F062-7B40-BE21-EF4B4C9BBBBD}"/>
              </a:ext>
            </a:extLst>
          </p:cNvPr>
          <p:cNvSpPr>
            <a:spLocks noGrp="1" noChangeArrowheads="1"/>
          </p:cNvSpPr>
          <p:nvPr>
            <p:ph type="sldNum" sz="quarter" idx="5"/>
          </p:nvPr>
        </p:nvSpPr>
        <p:spPr>
          <a:ln/>
        </p:spPr>
        <p:txBody>
          <a:bodyPr/>
          <a:lstStyle/>
          <a:p>
            <a:fld id="{0E456FFC-BC4E-004A-8FC5-70E38DE55360}" type="slidenum">
              <a:rPr lang="en-US" altLang="ro-RO"/>
              <a:pPr/>
              <a:t>18</a:t>
            </a:fld>
            <a:endParaRPr lang="en-US" altLang="ro-RO"/>
          </a:p>
        </p:txBody>
      </p:sp>
      <p:sp>
        <p:nvSpPr>
          <p:cNvPr id="1708034" name="Rectangle 2">
            <a:extLst>
              <a:ext uri="{FF2B5EF4-FFF2-40B4-BE49-F238E27FC236}">
                <a16:creationId xmlns:a16="http://schemas.microsoft.com/office/drawing/2014/main" id="{EE38D5ED-ABC1-F54D-B329-8E738AB3F23A}"/>
              </a:ext>
            </a:extLst>
          </p:cNvPr>
          <p:cNvSpPr>
            <a:spLocks noGrp="1" noRot="1" noChangeAspect="1" noChangeArrowheads="1" noTextEdit="1"/>
          </p:cNvSpPr>
          <p:nvPr>
            <p:ph type="sldImg"/>
          </p:nvPr>
        </p:nvSpPr>
        <p:spPr>
          <a:ln/>
        </p:spPr>
      </p:sp>
      <p:sp>
        <p:nvSpPr>
          <p:cNvPr id="1708035" name="Rectangle 3">
            <a:extLst>
              <a:ext uri="{FF2B5EF4-FFF2-40B4-BE49-F238E27FC236}">
                <a16:creationId xmlns:a16="http://schemas.microsoft.com/office/drawing/2014/main" id="{88723A1C-4248-CC44-8DF2-4CE6281A616C}"/>
              </a:ext>
            </a:extLst>
          </p:cNvPr>
          <p:cNvSpPr>
            <a:spLocks noGrp="1" noChangeArrowheads="1"/>
          </p:cNvSpPr>
          <p:nvPr>
            <p:ph type="body" idx="1"/>
          </p:nvPr>
        </p:nvSpPr>
        <p:spPr/>
        <p:txBody>
          <a:bodyPr/>
          <a:lstStyle/>
          <a:p>
            <a:endParaRPr lang="ro-RO" altLang="ro-RO" dirty="0"/>
          </a:p>
        </p:txBody>
      </p:sp>
    </p:spTree>
    <p:extLst>
      <p:ext uri="{BB962C8B-B14F-4D97-AF65-F5344CB8AC3E}">
        <p14:creationId xmlns:p14="http://schemas.microsoft.com/office/powerpoint/2010/main" val="18796169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F9C08A-F062-7B40-BE21-EF4B4C9BBBBD}"/>
              </a:ext>
            </a:extLst>
          </p:cNvPr>
          <p:cNvSpPr>
            <a:spLocks noGrp="1" noChangeArrowheads="1"/>
          </p:cNvSpPr>
          <p:nvPr>
            <p:ph type="sldNum" sz="quarter" idx="5"/>
          </p:nvPr>
        </p:nvSpPr>
        <p:spPr>
          <a:ln/>
        </p:spPr>
        <p:txBody>
          <a:bodyPr/>
          <a:lstStyle/>
          <a:p>
            <a:fld id="{0E456FFC-BC4E-004A-8FC5-70E38DE55360}" type="slidenum">
              <a:rPr lang="en-US" altLang="ro-RO"/>
              <a:pPr/>
              <a:t>19</a:t>
            </a:fld>
            <a:endParaRPr lang="en-US" altLang="ro-RO"/>
          </a:p>
        </p:txBody>
      </p:sp>
      <p:sp>
        <p:nvSpPr>
          <p:cNvPr id="1708034" name="Rectangle 2">
            <a:extLst>
              <a:ext uri="{FF2B5EF4-FFF2-40B4-BE49-F238E27FC236}">
                <a16:creationId xmlns:a16="http://schemas.microsoft.com/office/drawing/2014/main" id="{EE38D5ED-ABC1-F54D-B329-8E738AB3F23A}"/>
              </a:ext>
            </a:extLst>
          </p:cNvPr>
          <p:cNvSpPr>
            <a:spLocks noGrp="1" noRot="1" noChangeAspect="1" noChangeArrowheads="1" noTextEdit="1"/>
          </p:cNvSpPr>
          <p:nvPr>
            <p:ph type="sldImg"/>
          </p:nvPr>
        </p:nvSpPr>
        <p:spPr>
          <a:ln/>
        </p:spPr>
      </p:sp>
      <p:sp>
        <p:nvSpPr>
          <p:cNvPr id="1708035" name="Rectangle 3">
            <a:extLst>
              <a:ext uri="{FF2B5EF4-FFF2-40B4-BE49-F238E27FC236}">
                <a16:creationId xmlns:a16="http://schemas.microsoft.com/office/drawing/2014/main" id="{88723A1C-4248-CC44-8DF2-4CE6281A616C}"/>
              </a:ext>
            </a:extLst>
          </p:cNvPr>
          <p:cNvSpPr>
            <a:spLocks noGrp="1" noChangeArrowheads="1"/>
          </p:cNvSpPr>
          <p:nvPr>
            <p:ph type="body" idx="1"/>
          </p:nvPr>
        </p:nvSpPr>
        <p:spPr/>
        <p:txBody>
          <a:bodyPr/>
          <a:lstStyle/>
          <a:p>
            <a:endParaRPr lang="ro-RO" altLang="ro-RO" dirty="0"/>
          </a:p>
        </p:txBody>
      </p:sp>
    </p:spTree>
    <p:extLst>
      <p:ext uri="{BB962C8B-B14F-4D97-AF65-F5344CB8AC3E}">
        <p14:creationId xmlns:p14="http://schemas.microsoft.com/office/powerpoint/2010/main" val="40738348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F9C08A-F062-7B40-BE21-EF4B4C9BBBBD}"/>
              </a:ext>
            </a:extLst>
          </p:cNvPr>
          <p:cNvSpPr>
            <a:spLocks noGrp="1" noChangeArrowheads="1"/>
          </p:cNvSpPr>
          <p:nvPr>
            <p:ph type="sldNum" sz="quarter" idx="5"/>
          </p:nvPr>
        </p:nvSpPr>
        <p:spPr>
          <a:ln/>
        </p:spPr>
        <p:txBody>
          <a:bodyPr/>
          <a:lstStyle/>
          <a:p>
            <a:fld id="{0E456FFC-BC4E-004A-8FC5-70E38DE55360}" type="slidenum">
              <a:rPr lang="en-US" altLang="ro-RO"/>
              <a:pPr/>
              <a:t>20</a:t>
            </a:fld>
            <a:endParaRPr lang="en-US" altLang="ro-RO"/>
          </a:p>
        </p:txBody>
      </p:sp>
      <p:sp>
        <p:nvSpPr>
          <p:cNvPr id="1708034" name="Rectangle 2">
            <a:extLst>
              <a:ext uri="{FF2B5EF4-FFF2-40B4-BE49-F238E27FC236}">
                <a16:creationId xmlns:a16="http://schemas.microsoft.com/office/drawing/2014/main" id="{EE38D5ED-ABC1-F54D-B329-8E738AB3F23A}"/>
              </a:ext>
            </a:extLst>
          </p:cNvPr>
          <p:cNvSpPr>
            <a:spLocks noGrp="1" noRot="1" noChangeAspect="1" noChangeArrowheads="1" noTextEdit="1"/>
          </p:cNvSpPr>
          <p:nvPr>
            <p:ph type="sldImg"/>
          </p:nvPr>
        </p:nvSpPr>
        <p:spPr>
          <a:ln/>
        </p:spPr>
      </p:sp>
      <p:sp>
        <p:nvSpPr>
          <p:cNvPr id="1708035" name="Rectangle 3">
            <a:extLst>
              <a:ext uri="{FF2B5EF4-FFF2-40B4-BE49-F238E27FC236}">
                <a16:creationId xmlns:a16="http://schemas.microsoft.com/office/drawing/2014/main" id="{88723A1C-4248-CC44-8DF2-4CE6281A616C}"/>
              </a:ext>
            </a:extLst>
          </p:cNvPr>
          <p:cNvSpPr>
            <a:spLocks noGrp="1" noChangeArrowheads="1"/>
          </p:cNvSpPr>
          <p:nvPr>
            <p:ph type="body" idx="1"/>
          </p:nvPr>
        </p:nvSpPr>
        <p:spPr/>
        <p:txBody>
          <a:bodyPr/>
          <a:lstStyle/>
          <a:p>
            <a:endParaRPr lang="ro-RO" altLang="ro-RO" dirty="0"/>
          </a:p>
        </p:txBody>
      </p:sp>
    </p:spTree>
    <p:extLst>
      <p:ext uri="{BB962C8B-B14F-4D97-AF65-F5344CB8AC3E}">
        <p14:creationId xmlns:p14="http://schemas.microsoft.com/office/powerpoint/2010/main" val="36586848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F9C08A-F062-7B40-BE21-EF4B4C9BBBBD}"/>
              </a:ext>
            </a:extLst>
          </p:cNvPr>
          <p:cNvSpPr>
            <a:spLocks noGrp="1" noChangeArrowheads="1"/>
          </p:cNvSpPr>
          <p:nvPr>
            <p:ph type="sldNum" sz="quarter" idx="5"/>
          </p:nvPr>
        </p:nvSpPr>
        <p:spPr>
          <a:ln/>
        </p:spPr>
        <p:txBody>
          <a:bodyPr/>
          <a:lstStyle/>
          <a:p>
            <a:fld id="{0E456FFC-BC4E-004A-8FC5-70E38DE55360}" type="slidenum">
              <a:rPr lang="en-US" altLang="ro-RO"/>
              <a:pPr/>
              <a:t>21</a:t>
            </a:fld>
            <a:endParaRPr lang="en-US" altLang="ro-RO"/>
          </a:p>
        </p:txBody>
      </p:sp>
      <p:sp>
        <p:nvSpPr>
          <p:cNvPr id="1708034" name="Rectangle 2">
            <a:extLst>
              <a:ext uri="{FF2B5EF4-FFF2-40B4-BE49-F238E27FC236}">
                <a16:creationId xmlns:a16="http://schemas.microsoft.com/office/drawing/2014/main" id="{EE38D5ED-ABC1-F54D-B329-8E738AB3F23A}"/>
              </a:ext>
            </a:extLst>
          </p:cNvPr>
          <p:cNvSpPr>
            <a:spLocks noGrp="1" noRot="1" noChangeAspect="1" noChangeArrowheads="1" noTextEdit="1"/>
          </p:cNvSpPr>
          <p:nvPr>
            <p:ph type="sldImg"/>
          </p:nvPr>
        </p:nvSpPr>
        <p:spPr>
          <a:ln/>
        </p:spPr>
      </p:sp>
      <p:sp>
        <p:nvSpPr>
          <p:cNvPr id="1708035" name="Rectangle 3">
            <a:extLst>
              <a:ext uri="{FF2B5EF4-FFF2-40B4-BE49-F238E27FC236}">
                <a16:creationId xmlns:a16="http://schemas.microsoft.com/office/drawing/2014/main" id="{88723A1C-4248-CC44-8DF2-4CE6281A616C}"/>
              </a:ext>
            </a:extLst>
          </p:cNvPr>
          <p:cNvSpPr>
            <a:spLocks noGrp="1" noChangeArrowheads="1"/>
          </p:cNvSpPr>
          <p:nvPr>
            <p:ph type="body" idx="1"/>
          </p:nvPr>
        </p:nvSpPr>
        <p:spPr/>
        <p:txBody>
          <a:bodyPr/>
          <a:lstStyle/>
          <a:p>
            <a:endParaRPr lang="ro-RO" altLang="ro-RO" dirty="0"/>
          </a:p>
        </p:txBody>
      </p:sp>
    </p:spTree>
    <p:extLst>
      <p:ext uri="{BB962C8B-B14F-4D97-AF65-F5344CB8AC3E}">
        <p14:creationId xmlns:p14="http://schemas.microsoft.com/office/powerpoint/2010/main" val="26424914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F9C08A-F062-7B40-BE21-EF4B4C9BBBBD}"/>
              </a:ext>
            </a:extLst>
          </p:cNvPr>
          <p:cNvSpPr>
            <a:spLocks noGrp="1" noChangeArrowheads="1"/>
          </p:cNvSpPr>
          <p:nvPr>
            <p:ph type="sldNum" sz="quarter" idx="5"/>
          </p:nvPr>
        </p:nvSpPr>
        <p:spPr>
          <a:ln/>
        </p:spPr>
        <p:txBody>
          <a:bodyPr/>
          <a:lstStyle/>
          <a:p>
            <a:fld id="{0E456FFC-BC4E-004A-8FC5-70E38DE55360}" type="slidenum">
              <a:rPr lang="en-US" altLang="ro-RO"/>
              <a:pPr/>
              <a:t>22</a:t>
            </a:fld>
            <a:endParaRPr lang="en-US" altLang="ro-RO"/>
          </a:p>
        </p:txBody>
      </p:sp>
      <p:sp>
        <p:nvSpPr>
          <p:cNvPr id="1708034" name="Rectangle 2">
            <a:extLst>
              <a:ext uri="{FF2B5EF4-FFF2-40B4-BE49-F238E27FC236}">
                <a16:creationId xmlns:a16="http://schemas.microsoft.com/office/drawing/2014/main" id="{EE38D5ED-ABC1-F54D-B329-8E738AB3F23A}"/>
              </a:ext>
            </a:extLst>
          </p:cNvPr>
          <p:cNvSpPr>
            <a:spLocks noGrp="1" noRot="1" noChangeAspect="1" noChangeArrowheads="1" noTextEdit="1"/>
          </p:cNvSpPr>
          <p:nvPr>
            <p:ph type="sldImg"/>
          </p:nvPr>
        </p:nvSpPr>
        <p:spPr>
          <a:ln/>
        </p:spPr>
      </p:sp>
      <p:sp>
        <p:nvSpPr>
          <p:cNvPr id="1708035" name="Rectangle 3">
            <a:extLst>
              <a:ext uri="{FF2B5EF4-FFF2-40B4-BE49-F238E27FC236}">
                <a16:creationId xmlns:a16="http://schemas.microsoft.com/office/drawing/2014/main" id="{88723A1C-4248-CC44-8DF2-4CE6281A616C}"/>
              </a:ext>
            </a:extLst>
          </p:cNvPr>
          <p:cNvSpPr>
            <a:spLocks noGrp="1" noChangeArrowheads="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ＭＳ Ｐゴシック" charset="0"/>
                <a:cs typeface="ＭＳ Ｐゴシック" charset="0"/>
              </a:rPr>
              <a:t>This partitioning strategy is used by Bigtable, its open source equivalent HBase [2, 3], </a:t>
            </a:r>
            <a:r>
              <a:rPr lang="en-GB" sz="1200" kern="1200" dirty="0" err="1">
                <a:solidFill>
                  <a:schemeClr val="tx1"/>
                </a:solidFill>
                <a:effectLst/>
                <a:latin typeface="Arial" charset="0"/>
                <a:ea typeface="ＭＳ Ｐゴシック" charset="0"/>
                <a:cs typeface="ＭＳ Ｐゴシック" charset="0"/>
              </a:rPr>
              <a:t>RethinkDB</a:t>
            </a:r>
            <a:r>
              <a:rPr lang="en-GB" sz="1200" kern="1200" dirty="0">
                <a:solidFill>
                  <a:schemeClr val="tx1"/>
                </a:solidFill>
                <a:effectLst/>
                <a:latin typeface="Arial" charset="0"/>
                <a:ea typeface="ＭＳ Ｐゴシック" charset="0"/>
                <a:cs typeface="ＭＳ Ｐゴシック" charset="0"/>
              </a:rPr>
              <a:t>, and MongoDB before version 2.4 [4].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ＭＳ Ｐゴシック"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ＭＳ Ｐゴシック" charset="0"/>
                <a:cs typeface="ＭＳ Ｐゴシック" charset="0"/>
              </a:rPr>
              <a:t>f the key is a timestamp, then the partitions correspond to ranges of time—e.g., one partition per day. Unfortunately, because we write data from the sensors to the database as the measurements happen, all the writes end up going to the same partition (the one for today), so that partition can be overloaded with writes while others sit idle [5]. </a:t>
            </a:r>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dirty="0"/>
          </a:p>
          <a:p>
            <a:endParaRPr lang="ro-RO" altLang="ro-RO" dirty="0"/>
          </a:p>
        </p:txBody>
      </p:sp>
    </p:spTree>
    <p:extLst>
      <p:ext uri="{BB962C8B-B14F-4D97-AF65-F5344CB8AC3E}">
        <p14:creationId xmlns:p14="http://schemas.microsoft.com/office/powerpoint/2010/main" val="39697848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F9C08A-F062-7B40-BE21-EF4B4C9BBBBD}"/>
              </a:ext>
            </a:extLst>
          </p:cNvPr>
          <p:cNvSpPr>
            <a:spLocks noGrp="1" noChangeArrowheads="1"/>
          </p:cNvSpPr>
          <p:nvPr>
            <p:ph type="sldNum" sz="quarter" idx="5"/>
          </p:nvPr>
        </p:nvSpPr>
        <p:spPr>
          <a:ln/>
        </p:spPr>
        <p:txBody>
          <a:bodyPr/>
          <a:lstStyle/>
          <a:p>
            <a:fld id="{0E456FFC-BC4E-004A-8FC5-70E38DE55360}" type="slidenum">
              <a:rPr lang="en-US" altLang="ro-RO"/>
              <a:pPr/>
              <a:t>23</a:t>
            </a:fld>
            <a:endParaRPr lang="en-US" altLang="ro-RO"/>
          </a:p>
        </p:txBody>
      </p:sp>
      <p:sp>
        <p:nvSpPr>
          <p:cNvPr id="1708034" name="Rectangle 2">
            <a:extLst>
              <a:ext uri="{FF2B5EF4-FFF2-40B4-BE49-F238E27FC236}">
                <a16:creationId xmlns:a16="http://schemas.microsoft.com/office/drawing/2014/main" id="{EE38D5ED-ABC1-F54D-B329-8E738AB3F23A}"/>
              </a:ext>
            </a:extLst>
          </p:cNvPr>
          <p:cNvSpPr>
            <a:spLocks noGrp="1" noRot="1" noChangeAspect="1" noChangeArrowheads="1" noTextEdit="1"/>
          </p:cNvSpPr>
          <p:nvPr>
            <p:ph type="sldImg"/>
          </p:nvPr>
        </p:nvSpPr>
        <p:spPr>
          <a:ln/>
        </p:spPr>
      </p:sp>
      <p:sp>
        <p:nvSpPr>
          <p:cNvPr id="1708035" name="Rectangle 3">
            <a:extLst>
              <a:ext uri="{FF2B5EF4-FFF2-40B4-BE49-F238E27FC236}">
                <a16:creationId xmlns:a16="http://schemas.microsoft.com/office/drawing/2014/main" id="{88723A1C-4248-CC44-8DF2-4CE6281A616C}"/>
              </a:ext>
            </a:extLst>
          </p:cNvPr>
          <p:cNvSpPr>
            <a:spLocks noGrp="1" noChangeArrowheads="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ＭＳ Ｐゴシック" charset="0"/>
                <a:cs typeface="ＭＳ Ｐゴシック" charset="0"/>
              </a:rPr>
              <a:t>Cassandra and MongoDB use MD5, and Voldemort uses the Fowler– Noll–Vo function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ＭＳ Ｐゴシック" charset="0"/>
                <a:cs typeface="ＭＳ Ｐゴシック" charset="0"/>
              </a:rPr>
              <a:t>we lose a nice property of key-range partitioning: the ability to do efficient range queries  -- Keys that were once adjacent are now scattered across all the partitions, so their sort order is lost </a:t>
            </a:r>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dirty="0"/>
          </a:p>
          <a:p>
            <a:endParaRPr lang="ro-RO" altLang="ro-RO" dirty="0"/>
          </a:p>
        </p:txBody>
      </p:sp>
    </p:spTree>
    <p:extLst>
      <p:ext uri="{BB962C8B-B14F-4D97-AF65-F5344CB8AC3E}">
        <p14:creationId xmlns:p14="http://schemas.microsoft.com/office/powerpoint/2010/main" val="41739748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F9C08A-F062-7B40-BE21-EF4B4C9BBBBD}"/>
              </a:ext>
            </a:extLst>
          </p:cNvPr>
          <p:cNvSpPr>
            <a:spLocks noGrp="1" noChangeArrowheads="1"/>
          </p:cNvSpPr>
          <p:nvPr>
            <p:ph type="sldNum" sz="quarter" idx="5"/>
          </p:nvPr>
        </p:nvSpPr>
        <p:spPr>
          <a:ln/>
        </p:spPr>
        <p:txBody>
          <a:bodyPr/>
          <a:lstStyle/>
          <a:p>
            <a:fld id="{0E456FFC-BC4E-004A-8FC5-70E38DE55360}" type="slidenum">
              <a:rPr lang="en-US" altLang="ro-RO"/>
              <a:pPr/>
              <a:t>24</a:t>
            </a:fld>
            <a:endParaRPr lang="en-US" altLang="ro-RO"/>
          </a:p>
        </p:txBody>
      </p:sp>
      <p:sp>
        <p:nvSpPr>
          <p:cNvPr id="1708034" name="Rectangle 2">
            <a:extLst>
              <a:ext uri="{FF2B5EF4-FFF2-40B4-BE49-F238E27FC236}">
                <a16:creationId xmlns:a16="http://schemas.microsoft.com/office/drawing/2014/main" id="{EE38D5ED-ABC1-F54D-B329-8E738AB3F23A}"/>
              </a:ext>
            </a:extLst>
          </p:cNvPr>
          <p:cNvSpPr>
            <a:spLocks noGrp="1" noRot="1" noChangeAspect="1" noChangeArrowheads="1" noTextEdit="1"/>
          </p:cNvSpPr>
          <p:nvPr>
            <p:ph type="sldImg"/>
          </p:nvPr>
        </p:nvSpPr>
        <p:spPr>
          <a:ln/>
        </p:spPr>
      </p:sp>
      <p:sp>
        <p:nvSpPr>
          <p:cNvPr id="1708035" name="Rectangle 3">
            <a:extLst>
              <a:ext uri="{FF2B5EF4-FFF2-40B4-BE49-F238E27FC236}">
                <a16:creationId xmlns:a16="http://schemas.microsoft.com/office/drawing/2014/main" id="{88723A1C-4248-CC44-8DF2-4CE6281A616C}"/>
              </a:ext>
            </a:extLst>
          </p:cNvPr>
          <p:cNvSpPr>
            <a:spLocks noGrp="1" noChangeArrowheads="1"/>
          </p:cNvSpPr>
          <p:nvPr>
            <p:ph type="body" idx="1"/>
          </p:nvPr>
        </p:nvSpPr>
        <p:spPr/>
        <p:txBody>
          <a:bodyPr/>
          <a:lstStyle/>
          <a:p>
            <a:endParaRPr lang="ro-RO" altLang="ro-RO" dirty="0"/>
          </a:p>
        </p:txBody>
      </p:sp>
    </p:spTree>
    <p:extLst>
      <p:ext uri="{BB962C8B-B14F-4D97-AF65-F5344CB8AC3E}">
        <p14:creationId xmlns:p14="http://schemas.microsoft.com/office/powerpoint/2010/main" val="2895765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F9C08A-F062-7B40-BE21-EF4B4C9BBBBD}"/>
              </a:ext>
            </a:extLst>
          </p:cNvPr>
          <p:cNvSpPr>
            <a:spLocks noGrp="1" noChangeArrowheads="1"/>
          </p:cNvSpPr>
          <p:nvPr>
            <p:ph type="sldNum" sz="quarter" idx="5"/>
          </p:nvPr>
        </p:nvSpPr>
        <p:spPr>
          <a:ln/>
        </p:spPr>
        <p:txBody>
          <a:bodyPr/>
          <a:lstStyle/>
          <a:p>
            <a:fld id="{0E456FFC-BC4E-004A-8FC5-70E38DE55360}" type="slidenum">
              <a:rPr lang="en-US" altLang="ro-RO"/>
              <a:pPr/>
              <a:t>25</a:t>
            </a:fld>
            <a:endParaRPr lang="en-US" altLang="ro-RO"/>
          </a:p>
        </p:txBody>
      </p:sp>
      <p:sp>
        <p:nvSpPr>
          <p:cNvPr id="1708034" name="Rectangle 2">
            <a:extLst>
              <a:ext uri="{FF2B5EF4-FFF2-40B4-BE49-F238E27FC236}">
                <a16:creationId xmlns:a16="http://schemas.microsoft.com/office/drawing/2014/main" id="{EE38D5ED-ABC1-F54D-B329-8E738AB3F23A}"/>
              </a:ext>
            </a:extLst>
          </p:cNvPr>
          <p:cNvSpPr>
            <a:spLocks noGrp="1" noRot="1" noChangeAspect="1" noChangeArrowheads="1" noTextEdit="1"/>
          </p:cNvSpPr>
          <p:nvPr>
            <p:ph type="sldImg"/>
          </p:nvPr>
        </p:nvSpPr>
        <p:spPr>
          <a:ln/>
        </p:spPr>
      </p:sp>
      <p:sp>
        <p:nvSpPr>
          <p:cNvPr id="1708035" name="Rectangle 3">
            <a:extLst>
              <a:ext uri="{FF2B5EF4-FFF2-40B4-BE49-F238E27FC236}">
                <a16:creationId xmlns:a16="http://schemas.microsoft.com/office/drawing/2014/main" id="{88723A1C-4248-CC44-8DF2-4CE6281A616C}"/>
              </a:ext>
            </a:extLst>
          </p:cNvPr>
          <p:cNvSpPr>
            <a:spLocks noGrp="1" noChangeArrowheads="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ＭＳ Ｐゴシック" charset="0"/>
                <a:cs typeface="ＭＳ Ｐゴシック" charset="0"/>
              </a:rPr>
              <a:t>a document-partitioned index is also known as a </a:t>
            </a:r>
            <a:r>
              <a:rPr lang="en-GB" sz="1200" i="1" kern="1200" dirty="0">
                <a:solidFill>
                  <a:schemeClr val="tx1"/>
                </a:solidFill>
                <a:effectLst/>
                <a:latin typeface="Arial" charset="0"/>
                <a:ea typeface="ＭＳ Ｐゴシック" charset="0"/>
                <a:cs typeface="ＭＳ Ｐゴシック" charset="0"/>
              </a:rPr>
              <a:t>local index</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ＭＳ Ｐゴシック" charset="0"/>
                <a:cs typeface="ＭＳ Ｐゴシック" charset="0"/>
              </a:rPr>
              <a:t>MongoDB, </a:t>
            </a:r>
            <a:r>
              <a:rPr lang="en-GB" sz="1200" kern="1200" dirty="0" err="1">
                <a:solidFill>
                  <a:schemeClr val="tx1"/>
                </a:solidFill>
                <a:effectLst/>
                <a:latin typeface="Arial" charset="0"/>
                <a:ea typeface="ＭＳ Ｐゴシック" charset="0"/>
                <a:cs typeface="ＭＳ Ｐゴシック" charset="0"/>
              </a:rPr>
              <a:t>Riak</a:t>
            </a:r>
            <a:r>
              <a:rPr lang="en-GB" sz="1200" kern="1200" dirty="0">
                <a:solidFill>
                  <a:schemeClr val="tx1"/>
                </a:solidFill>
                <a:effectLst/>
                <a:latin typeface="Arial" charset="0"/>
                <a:ea typeface="ＭＳ Ｐゴシック" charset="0"/>
                <a:cs typeface="ＭＳ Ｐゴシック" charset="0"/>
              </a:rPr>
              <a:t> [15], Cassandra [16], Elasticsearch [17], </a:t>
            </a:r>
            <a:r>
              <a:rPr lang="en-GB" sz="1200" kern="1200" dirty="0" err="1">
                <a:solidFill>
                  <a:schemeClr val="tx1"/>
                </a:solidFill>
                <a:effectLst/>
                <a:latin typeface="Arial" charset="0"/>
                <a:ea typeface="ＭＳ Ｐゴシック" charset="0"/>
                <a:cs typeface="ＭＳ Ｐゴシック" charset="0"/>
              </a:rPr>
              <a:t>SolrCloud</a:t>
            </a:r>
            <a:r>
              <a:rPr lang="en-GB" sz="1200" kern="1200" dirty="0">
                <a:solidFill>
                  <a:schemeClr val="tx1"/>
                </a:solidFill>
                <a:effectLst/>
                <a:latin typeface="Arial" charset="0"/>
                <a:ea typeface="ＭＳ Ｐゴシック" charset="0"/>
                <a:cs typeface="ＭＳ Ｐゴシック" charset="0"/>
              </a:rPr>
              <a:t> [18], and </a:t>
            </a:r>
            <a:r>
              <a:rPr lang="en-GB" sz="1200" kern="1200" dirty="0" err="1">
                <a:solidFill>
                  <a:schemeClr val="tx1"/>
                </a:solidFill>
                <a:effectLst/>
                <a:latin typeface="Arial" charset="0"/>
                <a:ea typeface="ＭＳ Ｐゴシック" charset="0"/>
                <a:cs typeface="ＭＳ Ｐゴシック" charset="0"/>
              </a:rPr>
              <a:t>VoltDB</a:t>
            </a:r>
            <a:r>
              <a:rPr lang="en-GB" sz="1200" kern="1200" dirty="0">
                <a:solidFill>
                  <a:schemeClr val="tx1"/>
                </a:solidFill>
                <a:effectLst/>
                <a:latin typeface="Arial" charset="0"/>
                <a:ea typeface="ＭＳ Ｐゴシック" charset="0"/>
                <a:cs typeface="ＭＳ Ｐゴシック" charset="0"/>
              </a:rPr>
              <a:t> [19] </a:t>
            </a:r>
            <a:endParaRPr lang="en-GB" dirty="0"/>
          </a:p>
        </p:txBody>
      </p:sp>
    </p:spTree>
    <p:extLst>
      <p:ext uri="{BB962C8B-B14F-4D97-AF65-F5344CB8AC3E}">
        <p14:creationId xmlns:p14="http://schemas.microsoft.com/office/powerpoint/2010/main" val="40584412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F9C08A-F062-7B40-BE21-EF4B4C9BBBBD}"/>
              </a:ext>
            </a:extLst>
          </p:cNvPr>
          <p:cNvSpPr>
            <a:spLocks noGrp="1" noChangeArrowheads="1"/>
          </p:cNvSpPr>
          <p:nvPr>
            <p:ph type="sldNum" sz="quarter" idx="5"/>
          </p:nvPr>
        </p:nvSpPr>
        <p:spPr>
          <a:ln/>
        </p:spPr>
        <p:txBody>
          <a:bodyPr/>
          <a:lstStyle/>
          <a:p>
            <a:fld id="{0E456FFC-BC4E-004A-8FC5-70E38DE55360}" type="slidenum">
              <a:rPr lang="en-US" altLang="ro-RO"/>
              <a:pPr/>
              <a:t>26</a:t>
            </a:fld>
            <a:endParaRPr lang="en-US" altLang="ro-RO"/>
          </a:p>
        </p:txBody>
      </p:sp>
      <p:sp>
        <p:nvSpPr>
          <p:cNvPr id="1708034" name="Rectangle 2">
            <a:extLst>
              <a:ext uri="{FF2B5EF4-FFF2-40B4-BE49-F238E27FC236}">
                <a16:creationId xmlns:a16="http://schemas.microsoft.com/office/drawing/2014/main" id="{EE38D5ED-ABC1-F54D-B329-8E738AB3F23A}"/>
              </a:ext>
            </a:extLst>
          </p:cNvPr>
          <p:cNvSpPr>
            <a:spLocks noGrp="1" noRot="1" noChangeAspect="1" noChangeArrowheads="1" noTextEdit="1"/>
          </p:cNvSpPr>
          <p:nvPr>
            <p:ph type="sldImg"/>
          </p:nvPr>
        </p:nvSpPr>
        <p:spPr>
          <a:ln/>
        </p:spPr>
      </p:sp>
      <p:sp>
        <p:nvSpPr>
          <p:cNvPr id="1708035" name="Rectangle 3">
            <a:extLst>
              <a:ext uri="{FF2B5EF4-FFF2-40B4-BE49-F238E27FC236}">
                <a16:creationId xmlns:a16="http://schemas.microsoft.com/office/drawing/2014/main" id="{88723A1C-4248-CC44-8DF2-4CE6281A616C}"/>
              </a:ext>
            </a:extLst>
          </p:cNvPr>
          <p:cNvSpPr>
            <a:spLocks noGrp="1" noChangeArrowheads="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err="1"/>
              <a:t>Scrieri</a:t>
            </a:r>
            <a:r>
              <a:rPr lang="en-GB" dirty="0"/>
              <a:t> </a:t>
            </a:r>
            <a:r>
              <a:rPr lang="en-GB" dirty="0" err="1"/>
              <a:t>asincrone</a:t>
            </a:r>
            <a:r>
              <a:rPr lang="en-GB" dirty="0"/>
              <a:t>, care pot </a:t>
            </a:r>
            <a:r>
              <a:rPr lang="en-GB" dirty="0" err="1"/>
              <a:t>duce</a:t>
            </a:r>
            <a:r>
              <a:rPr lang="en-GB" dirty="0"/>
              <a:t> la </a:t>
            </a:r>
            <a:r>
              <a:rPr lang="en-GB" dirty="0" err="1"/>
              <a:t>provocarile</a:t>
            </a:r>
            <a:r>
              <a:rPr lang="en-GB" dirty="0"/>
              <a:t> </a:t>
            </a:r>
            <a:r>
              <a:rPr lang="en-GB" dirty="0" err="1"/>
              <a:t>prezentate</a:t>
            </a:r>
            <a:r>
              <a:rPr lang="en-GB" dirty="0"/>
              <a:t> anterior</a:t>
            </a:r>
          </a:p>
        </p:txBody>
      </p:sp>
    </p:spTree>
    <p:extLst>
      <p:ext uri="{BB962C8B-B14F-4D97-AF65-F5344CB8AC3E}">
        <p14:creationId xmlns:p14="http://schemas.microsoft.com/office/powerpoint/2010/main" val="20742820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F9C08A-F062-7B40-BE21-EF4B4C9BBBBD}"/>
              </a:ext>
            </a:extLst>
          </p:cNvPr>
          <p:cNvSpPr>
            <a:spLocks noGrp="1" noChangeArrowheads="1"/>
          </p:cNvSpPr>
          <p:nvPr>
            <p:ph type="sldNum" sz="quarter" idx="5"/>
          </p:nvPr>
        </p:nvSpPr>
        <p:spPr>
          <a:ln/>
        </p:spPr>
        <p:txBody>
          <a:bodyPr/>
          <a:lstStyle/>
          <a:p>
            <a:fld id="{0E456FFC-BC4E-004A-8FC5-70E38DE55360}" type="slidenum">
              <a:rPr lang="en-US" altLang="ro-RO"/>
              <a:pPr/>
              <a:t>27</a:t>
            </a:fld>
            <a:endParaRPr lang="en-US" altLang="ro-RO"/>
          </a:p>
        </p:txBody>
      </p:sp>
      <p:sp>
        <p:nvSpPr>
          <p:cNvPr id="1708034" name="Rectangle 2">
            <a:extLst>
              <a:ext uri="{FF2B5EF4-FFF2-40B4-BE49-F238E27FC236}">
                <a16:creationId xmlns:a16="http://schemas.microsoft.com/office/drawing/2014/main" id="{EE38D5ED-ABC1-F54D-B329-8E738AB3F23A}"/>
              </a:ext>
            </a:extLst>
          </p:cNvPr>
          <p:cNvSpPr>
            <a:spLocks noGrp="1" noRot="1" noChangeAspect="1" noChangeArrowheads="1" noTextEdit="1"/>
          </p:cNvSpPr>
          <p:nvPr>
            <p:ph type="sldImg"/>
          </p:nvPr>
        </p:nvSpPr>
        <p:spPr>
          <a:ln/>
        </p:spPr>
      </p:sp>
      <p:sp>
        <p:nvSpPr>
          <p:cNvPr id="1708035" name="Rectangle 3">
            <a:extLst>
              <a:ext uri="{FF2B5EF4-FFF2-40B4-BE49-F238E27FC236}">
                <a16:creationId xmlns:a16="http://schemas.microsoft.com/office/drawing/2014/main" id="{88723A1C-4248-CC44-8DF2-4CE6281A616C}"/>
              </a:ext>
            </a:extLst>
          </p:cNvPr>
          <p:cNvSpPr>
            <a:spLocks noGrp="1" noChangeArrowheads="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ro-RO" altLang="ro-RO" dirty="0" err="1"/>
              <a:t>Fixed</a:t>
            </a:r>
            <a:r>
              <a:rPr lang="ro-RO" altLang="ro-RO" dirty="0"/>
              <a:t> </a:t>
            </a:r>
            <a:r>
              <a:rPr lang="ro-RO" altLang="ro-RO" dirty="0" err="1"/>
              <a:t>number</a:t>
            </a:r>
            <a:r>
              <a:rPr lang="ro-RO" altLang="ro-RO" dirty="0"/>
              <a:t> of </a:t>
            </a:r>
            <a:r>
              <a:rPr lang="ro-RO" altLang="ro-RO" dirty="0" err="1"/>
              <a:t>partitions</a:t>
            </a:r>
            <a:r>
              <a:rPr lang="ro-RO" altLang="ro-RO" dirty="0"/>
              <a:t> -- </a:t>
            </a:r>
            <a:r>
              <a:rPr lang="en-GB" sz="1200" kern="1200" dirty="0">
                <a:solidFill>
                  <a:schemeClr val="tx1"/>
                </a:solidFill>
                <a:effectLst/>
                <a:latin typeface="Arial" charset="0"/>
                <a:ea typeface="ＭＳ Ｐゴシック" charset="0"/>
                <a:cs typeface="ＭＳ Ｐゴシック" charset="0"/>
              </a:rPr>
              <a:t>create many more partitions than there are nodes, and assign several partitions to each node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ＭＳ Ｐゴシック" charset="0"/>
              </a:rPr>
              <a:t>Dynamic partitioning -- </a:t>
            </a:r>
            <a:r>
              <a:rPr lang="en-GB" sz="1200" kern="1200" dirty="0">
                <a:solidFill>
                  <a:schemeClr val="tx1"/>
                </a:solidFill>
                <a:effectLst/>
                <a:latin typeface="Arial" charset="0"/>
                <a:ea typeface="ＭＳ Ｐゴシック" charset="0"/>
                <a:cs typeface="ＭＳ Ｐゴシック" charset="0"/>
              </a:rPr>
              <a:t>When a partition grows to exceed a configured size, it is split into two partitions so that approximately half of the data ends up on each side of the split. If lots of data is deleted and a partition shrinks below some threshold, it can be merged with an adjacent partition.</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ＭＳ Ｐゴシック" charset="0"/>
              </a:rPr>
              <a:t>Proportionally - </a:t>
            </a:r>
            <a:r>
              <a:rPr lang="en-GB" sz="1200" kern="1200" dirty="0">
                <a:solidFill>
                  <a:schemeClr val="tx1"/>
                </a:solidFill>
                <a:effectLst/>
                <a:latin typeface="Arial" charset="0"/>
                <a:ea typeface="ＭＳ Ｐゴシック" charset="0"/>
                <a:cs typeface="ＭＳ Ｐゴシック" charset="0"/>
              </a:rPr>
              <a:t>a fixed number of partitions </a:t>
            </a:r>
            <a:r>
              <a:rPr lang="en-GB" sz="1200" i="1" kern="1200" dirty="0">
                <a:solidFill>
                  <a:schemeClr val="tx1"/>
                </a:solidFill>
                <a:effectLst/>
                <a:latin typeface="Arial" charset="0"/>
                <a:ea typeface="ＭＳ Ｐゴシック" charset="0"/>
                <a:cs typeface="ＭＳ Ｐゴシック" charset="0"/>
              </a:rPr>
              <a:t>per node </a:t>
            </a:r>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dirty="0"/>
          </a:p>
          <a:p>
            <a:endParaRPr lang="ro-RO" altLang="ro-RO" dirty="0"/>
          </a:p>
        </p:txBody>
      </p:sp>
    </p:spTree>
    <p:extLst>
      <p:ext uri="{BB962C8B-B14F-4D97-AF65-F5344CB8AC3E}">
        <p14:creationId xmlns:p14="http://schemas.microsoft.com/office/powerpoint/2010/main" val="27928393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F9C08A-F062-7B40-BE21-EF4B4C9BBBBD}"/>
              </a:ext>
            </a:extLst>
          </p:cNvPr>
          <p:cNvSpPr>
            <a:spLocks noGrp="1" noChangeArrowheads="1"/>
          </p:cNvSpPr>
          <p:nvPr>
            <p:ph type="sldNum" sz="quarter" idx="5"/>
          </p:nvPr>
        </p:nvSpPr>
        <p:spPr>
          <a:ln/>
        </p:spPr>
        <p:txBody>
          <a:bodyPr/>
          <a:lstStyle/>
          <a:p>
            <a:fld id="{0E456FFC-BC4E-004A-8FC5-70E38DE55360}" type="slidenum">
              <a:rPr lang="en-US" altLang="ro-RO"/>
              <a:pPr/>
              <a:t>28</a:t>
            </a:fld>
            <a:endParaRPr lang="en-US" altLang="ro-RO"/>
          </a:p>
        </p:txBody>
      </p:sp>
      <p:sp>
        <p:nvSpPr>
          <p:cNvPr id="1708034" name="Rectangle 2">
            <a:extLst>
              <a:ext uri="{FF2B5EF4-FFF2-40B4-BE49-F238E27FC236}">
                <a16:creationId xmlns:a16="http://schemas.microsoft.com/office/drawing/2014/main" id="{EE38D5ED-ABC1-F54D-B329-8E738AB3F23A}"/>
              </a:ext>
            </a:extLst>
          </p:cNvPr>
          <p:cNvSpPr>
            <a:spLocks noGrp="1" noRot="1" noChangeAspect="1" noChangeArrowheads="1" noTextEdit="1"/>
          </p:cNvSpPr>
          <p:nvPr>
            <p:ph type="sldImg"/>
          </p:nvPr>
        </p:nvSpPr>
        <p:spPr>
          <a:ln/>
        </p:spPr>
      </p:sp>
      <p:sp>
        <p:nvSpPr>
          <p:cNvPr id="1708035" name="Rectangle 3">
            <a:extLst>
              <a:ext uri="{FF2B5EF4-FFF2-40B4-BE49-F238E27FC236}">
                <a16:creationId xmlns:a16="http://schemas.microsoft.com/office/drawing/2014/main" id="{88723A1C-4248-CC44-8DF2-4CE6281A616C}"/>
              </a:ext>
            </a:extLst>
          </p:cNvPr>
          <p:cNvSpPr>
            <a:spLocks noGrp="1" noChangeArrowheads="1"/>
          </p:cNvSpPr>
          <p:nvPr>
            <p:ph type="body" idx="1"/>
          </p:nvPr>
        </p:nvSpPr>
        <p:spPr/>
        <p:txBody>
          <a:bodyPr/>
          <a:lstStyle/>
          <a:p>
            <a:endParaRPr lang="ro-RO" altLang="ro-RO" dirty="0"/>
          </a:p>
        </p:txBody>
      </p:sp>
    </p:spTree>
    <p:extLst>
      <p:ext uri="{BB962C8B-B14F-4D97-AF65-F5344CB8AC3E}">
        <p14:creationId xmlns:p14="http://schemas.microsoft.com/office/powerpoint/2010/main" val="25623219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F9C08A-F062-7B40-BE21-EF4B4C9BBBBD}"/>
              </a:ext>
            </a:extLst>
          </p:cNvPr>
          <p:cNvSpPr>
            <a:spLocks noGrp="1" noChangeArrowheads="1"/>
          </p:cNvSpPr>
          <p:nvPr>
            <p:ph type="sldNum" sz="quarter" idx="5"/>
          </p:nvPr>
        </p:nvSpPr>
        <p:spPr>
          <a:ln/>
        </p:spPr>
        <p:txBody>
          <a:bodyPr/>
          <a:lstStyle/>
          <a:p>
            <a:fld id="{0E456FFC-BC4E-004A-8FC5-70E38DE55360}" type="slidenum">
              <a:rPr lang="en-US" altLang="ro-RO"/>
              <a:pPr/>
              <a:t>29</a:t>
            </a:fld>
            <a:endParaRPr lang="en-US" altLang="ro-RO"/>
          </a:p>
        </p:txBody>
      </p:sp>
      <p:sp>
        <p:nvSpPr>
          <p:cNvPr id="1708034" name="Rectangle 2">
            <a:extLst>
              <a:ext uri="{FF2B5EF4-FFF2-40B4-BE49-F238E27FC236}">
                <a16:creationId xmlns:a16="http://schemas.microsoft.com/office/drawing/2014/main" id="{EE38D5ED-ABC1-F54D-B329-8E738AB3F23A}"/>
              </a:ext>
            </a:extLst>
          </p:cNvPr>
          <p:cNvSpPr>
            <a:spLocks noGrp="1" noRot="1" noChangeAspect="1" noChangeArrowheads="1" noTextEdit="1"/>
          </p:cNvSpPr>
          <p:nvPr>
            <p:ph type="sldImg"/>
          </p:nvPr>
        </p:nvSpPr>
        <p:spPr>
          <a:ln/>
        </p:spPr>
      </p:sp>
      <p:sp>
        <p:nvSpPr>
          <p:cNvPr id="1708035" name="Rectangle 3">
            <a:extLst>
              <a:ext uri="{FF2B5EF4-FFF2-40B4-BE49-F238E27FC236}">
                <a16:creationId xmlns:a16="http://schemas.microsoft.com/office/drawing/2014/main" id="{88723A1C-4248-CC44-8DF2-4CE6281A616C}"/>
              </a:ext>
            </a:extLst>
          </p:cNvPr>
          <p:cNvSpPr>
            <a:spLocks noGrp="1" noChangeArrowheads="1"/>
          </p:cNvSpPr>
          <p:nvPr>
            <p:ph type="body" idx="1"/>
          </p:nvPr>
        </p:nvSpPr>
        <p:spPr/>
        <p:txBody>
          <a:bodyPr/>
          <a:lstStyle/>
          <a:p>
            <a:endParaRPr lang="ro-RO" altLang="ro-RO" dirty="0"/>
          </a:p>
        </p:txBody>
      </p:sp>
    </p:spTree>
    <p:extLst>
      <p:ext uri="{BB962C8B-B14F-4D97-AF65-F5344CB8AC3E}">
        <p14:creationId xmlns:p14="http://schemas.microsoft.com/office/powerpoint/2010/main" val="39945406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F9C08A-F062-7B40-BE21-EF4B4C9BBBBD}"/>
              </a:ext>
            </a:extLst>
          </p:cNvPr>
          <p:cNvSpPr>
            <a:spLocks noGrp="1" noChangeArrowheads="1"/>
          </p:cNvSpPr>
          <p:nvPr>
            <p:ph type="sldNum" sz="quarter" idx="5"/>
          </p:nvPr>
        </p:nvSpPr>
        <p:spPr>
          <a:ln/>
        </p:spPr>
        <p:txBody>
          <a:bodyPr/>
          <a:lstStyle/>
          <a:p>
            <a:fld id="{0E456FFC-BC4E-004A-8FC5-70E38DE55360}" type="slidenum">
              <a:rPr lang="en-US" altLang="ro-RO"/>
              <a:pPr/>
              <a:t>30</a:t>
            </a:fld>
            <a:endParaRPr lang="en-US" altLang="ro-RO"/>
          </a:p>
        </p:txBody>
      </p:sp>
      <p:sp>
        <p:nvSpPr>
          <p:cNvPr id="1708034" name="Rectangle 2">
            <a:extLst>
              <a:ext uri="{FF2B5EF4-FFF2-40B4-BE49-F238E27FC236}">
                <a16:creationId xmlns:a16="http://schemas.microsoft.com/office/drawing/2014/main" id="{EE38D5ED-ABC1-F54D-B329-8E738AB3F23A}"/>
              </a:ext>
            </a:extLst>
          </p:cNvPr>
          <p:cNvSpPr>
            <a:spLocks noGrp="1" noRot="1" noChangeAspect="1" noChangeArrowheads="1" noTextEdit="1"/>
          </p:cNvSpPr>
          <p:nvPr>
            <p:ph type="sldImg"/>
          </p:nvPr>
        </p:nvSpPr>
        <p:spPr>
          <a:ln/>
        </p:spPr>
      </p:sp>
      <p:sp>
        <p:nvSpPr>
          <p:cNvPr id="1708035" name="Rectangle 3">
            <a:extLst>
              <a:ext uri="{FF2B5EF4-FFF2-40B4-BE49-F238E27FC236}">
                <a16:creationId xmlns:a16="http://schemas.microsoft.com/office/drawing/2014/main" id="{88723A1C-4248-CC44-8DF2-4CE6281A616C}"/>
              </a:ext>
            </a:extLst>
          </p:cNvPr>
          <p:cNvSpPr>
            <a:spLocks noGrp="1" noChangeArrowheads="1"/>
          </p:cNvSpPr>
          <p:nvPr>
            <p:ph type="body" idx="1"/>
          </p:nvPr>
        </p:nvSpPr>
        <p:spPr/>
        <p:txBody>
          <a:bodyPr/>
          <a:lstStyle/>
          <a:p>
            <a:endParaRPr lang="ro-RO" altLang="ro-RO" dirty="0"/>
          </a:p>
        </p:txBody>
      </p:sp>
    </p:spTree>
    <p:extLst>
      <p:ext uri="{BB962C8B-B14F-4D97-AF65-F5344CB8AC3E}">
        <p14:creationId xmlns:p14="http://schemas.microsoft.com/office/powerpoint/2010/main" val="12639481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F9C08A-F062-7B40-BE21-EF4B4C9BBBBD}"/>
              </a:ext>
            </a:extLst>
          </p:cNvPr>
          <p:cNvSpPr>
            <a:spLocks noGrp="1" noChangeArrowheads="1"/>
          </p:cNvSpPr>
          <p:nvPr>
            <p:ph type="sldNum" sz="quarter" idx="5"/>
          </p:nvPr>
        </p:nvSpPr>
        <p:spPr>
          <a:ln/>
        </p:spPr>
        <p:txBody>
          <a:bodyPr/>
          <a:lstStyle/>
          <a:p>
            <a:fld id="{0E456FFC-BC4E-004A-8FC5-70E38DE55360}" type="slidenum">
              <a:rPr lang="en-US" altLang="ro-RO"/>
              <a:pPr/>
              <a:t>31</a:t>
            </a:fld>
            <a:endParaRPr lang="en-US" altLang="ro-RO"/>
          </a:p>
        </p:txBody>
      </p:sp>
      <p:sp>
        <p:nvSpPr>
          <p:cNvPr id="1708034" name="Rectangle 2">
            <a:extLst>
              <a:ext uri="{FF2B5EF4-FFF2-40B4-BE49-F238E27FC236}">
                <a16:creationId xmlns:a16="http://schemas.microsoft.com/office/drawing/2014/main" id="{EE38D5ED-ABC1-F54D-B329-8E738AB3F23A}"/>
              </a:ext>
            </a:extLst>
          </p:cNvPr>
          <p:cNvSpPr>
            <a:spLocks noGrp="1" noRot="1" noChangeAspect="1" noChangeArrowheads="1" noTextEdit="1"/>
          </p:cNvSpPr>
          <p:nvPr>
            <p:ph type="sldImg"/>
          </p:nvPr>
        </p:nvSpPr>
        <p:spPr>
          <a:ln/>
        </p:spPr>
      </p:sp>
      <p:sp>
        <p:nvSpPr>
          <p:cNvPr id="1708035" name="Rectangle 3">
            <a:extLst>
              <a:ext uri="{FF2B5EF4-FFF2-40B4-BE49-F238E27FC236}">
                <a16:creationId xmlns:a16="http://schemas.microsoft.com/office/drawing/2014/main" id="{88723A1C-4248-CC44-8DF2-4CE6281A616C}"/>
              </a:ext>
            </a:extLst>
          </p:cNvPr>
          <p:cNvSpPr>
            <a:spLocks noGrp="1" noChangeArrowheads="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ＭＳ Ｐゴシック" charset="0"/>
                <a:cs typeface="ＭＳ Ｐゴシック" charset="0"/>
              </a:rPr>
              <a:t>A better way of phrasing CAP would be </a:t>
            </a:r>
            <a:r>
              <a:rPr lang="en-GB" sz="1200" i="1" kern="1200" dirty="0">
                <a:solidFill>
                  <a:schemeClr val="tx1"/>
                </a:solidFill>
                <a:effectLst/>
                <a:latin typeface="Arial" charset="0"/>
                <a:ea typeface="ＭＳ Ｐゴシック" charset="0"/>
                <a:cs typeface="ＭＳ Ｐゴシック" charset="0"/>
              </a:rPr>
              <a:t>either Consistent or Available when Partitioned </a:t>
            </a:r>
            <a:endParaRPr lang="en-GB" dirty="0"/>
          </a:p>
          <a:p>
            <a:endParaRPr lang="ro-RO" altLang="ro-RO"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ＭＳ Ｐゴシック" charset="0"/>
                <a:cs typeface="ＭＳ Ｐゴシック" charset="0"/>
              </a:rPr>
              <a:t>Surprisingly few systems are actually linearizable in practice. For example, even RAM on a modern multi-core CPU is not linearizable </a:t>
            </a:r>
            <a:endParaRPr lang="en-GB" dirty="0"/>
          </a:p>
        </p:txBody>
      </p:sp>
    </p:spTree>
    <p:extLst>
      <p:ext uri="{BB962C8B-B14F-4D97-AF65-F5344CB8AC3E}">
        <p14:creationId xmlns:p14="http://schemas.microsoft.com/office/powerpoint/2010/main" val="16249591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3ACFB50-42D6-B240-B801-3F9B7FDC6464}" type="slidenum">
              <a:rPr lang="en-US" smtClean="0"/>
              <a:t>35</a:t>
            </a:fld>
            <a:endParaRPr lang="en-US"/>
          </a:p>
        </p:txBody>
      </p:sp>
    </p:spTree>
    <p:extLst>
      <p:ext uri="{BB962C8B-B14F-4D97-AF65-F5344CB8AC3E}">
        <p14:creationId xmlns:p14="http://schemas.microsoft.com/office/powerpoint/2010/main" val="27207630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3ACFB50-42D6-B240-B801-3F9B7FDC6464}" type="slidenum">
              <a:rPr lang="en-US" smtClean="0"/>
              <a:t>36</a:t>
            </a:fld>
            <a:endParaRPr lang="en-US"/>
          </a:p>
        </p:txBody>
      </p:sp>
    </p:spTree>
    <p:extLst>
      <p:ext uri="{BB962C8B-B14F-4D97-AF65-F5344CB8AC3E}">
        <p14:creationId xmlns:p14="http://schemas.microsoft.com/office/powerpoint/2010/main" val="407908249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3ACFB50-42D6-B240-B801-3F9B7FDC6464}" type="slidenum">
              <a:rPr lang="en-US" smtClean="0"/>
              <a:t>37</a:t>
            </a:fld>
            <a:endParaRPr lang="en-US"/>
          </a:p>
        </p:txBody>
      </p:sp>
    </p:spTree>
    <p:extLst>
      <p:ext uri="{BB962C8B-B14F-4D97-AF65-F5344CB8AC3E}">
        <p14:creationId xmlns:p14="http://schemas.microsoft.com/office/powerpoint/2010/main" val="40713903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F9C08A-F062-7B40-BE21-EF4B4C9BBBBD}"/>
              </a:ext>
            </a:extLst>
          </p:cNvPr>
          <p:cNvSpPr>
            <a:spLocks noGrp="1" noChangeArrowheads="1"/>
          </p:cNvSpPr>
          <p:nvPr>
            <p:ph type="sldNum" sz="quarter" idx="5"/>
          </p:nvPr>
        </p:nvSpPr>
        <p:spPr>
          <a:ln/>
        </p:spPr>
        <p:txBody>
          <a:bodyPr/>
          <a:lstStyle/>
          <a:p>
            <a:fld id="{0E456FFC-BC4E-004A-8FC5-70E38DE55360}" type="slidenum">
              <a:rPr lang="en-US" altLang="ro-RO"/>
              <a:pPr/>
              <a:t>38</a:t>
            </a:fld>
            <a:endParaRPr lang="en-US" altLang="ro-RO"/>
          </a:p>
        </p:txBody>
      </p:sp>
      <p:sp>
        <p:nvSpPr>
          <p:cNvPr id="1708034" name="Rectangle 2">
            <a:extLst>
              <a:ext uri="{FF2B5EF4-FFF2-40B4-BE49-F238E27FC236}">
                <a16:creationId xmlns:a16="http://schemas.microsoft.com/office/drawing/2014/main" id="{EE38D5ED-ABC1-F54D-B329-8E738AB3F23A}"/>
              </a:ext>
            </a:extLst>
          </p:cNvPr>
          <p:cNvSpPr>
            <a:spLocks noGrp="1" noRot="1" noChangeAspect="1" noChangeArrowheads="1" noTextEdit="1"/>
          </p:cNvSpPr>
          <p:nvPr>
            <p:ph type="sldImg"/>
          </p:nvPr>
        </p:nvSpPr>
        <p:spPr>
          <a:ln/>
        </p:spPr>
      </p:sp>
      <p:sp>
        <p:nvSpPr>
          <p:cNvPr id="1708035" name="Rectangle 3">
            <a:extLst>
              <a:ext uri="{FF2B5EF4-FFF2-40B4-BE49-F238E27FC236}">
                <a16:creationId xmlns:a16="http://schemas.microsoft.com/office/drawing/2014/main" id="{88723A1C-4248-CC44-8DF2-4CE6281A616C}"/>
              </a:ext>
            </a:extLst>
          </p:cNvPr>
          <p:cNvSpPr>
            <a:spLocks noGrp="1" noChangeArrowheads="1"/>
          </p:cNvSpPr>
          <p:nvPr>
            <p:ph type="body" idx="1"/>
          </p:nvPr>
        </p:nvSpPr>
        <p:spPr/>
        <p:txBody>
          <a:bodyPr/>
          <a:lstStyle/>
          <a:p>
            <a:r>
              <a:rPr lang="ro-RO" altLang="ro-RO" dirty="0"/>
              <a:t>- Pentru terminare, e necesar ca cel </a:t>
            </a:r>
            <a:r>
              <a:rPr lang="ro-RO" altLang="ro-RO" dirty="0" err="1"/>
              <a:t>putin</a:t>
            </a:r>
            <a:r>
              <a:rPr lang="ro-RO" altLang="ro-RO" dirty="0"/>
              <a:t> jumatate+1 din noduri sa </a:t>
            </a:r>
            <a:r>
              <a:rPr lang="ro-RO" altLang="ro-RO" dirty="0" err="1"/>
              <a:t>ramana</a:t>
            </a:r>
            <a:r>
              <a:rPr lang="ro-RO" altLang="ro-RO" dirty="0"/>
              <a:t> in </a:t>
            </a:r>
            <a:r>
              <a:rPr lang="ro-RO" altLang="ro-RO" dirty="0" err="1"/>
              <a:t>viata</a:t>
            </a:r>
            <a:endParaRPr lang="ro-RO" altLang="ro-RO" dirty="0"/>
          </a:p>
        </p:txBody>
      </p:sp>
    </p:spTree>
    <p:extLst>
      <p:ext uri="{BB962C8B-B14F-4D97-AF65-F5344CB8AC3E}">
        <p14:creationId xmlns:p14="http://schemas.microsoft.com/office/powerpoint/2010/main" val="16803538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F9C08A-F062-7B40-BE21-EF4B4C9BBBBD}"/>
              </a:ext>
            </a:extLst>
          </p:cNvPr>
          <p:cNvSpPr>
            <a:spLocks noGrp="1" noChangeArrowheads="1"/>
          </p:cNvSpPr>
          <p:nvPr>
            <p:ph type="sldNum" sz="quarter" idx="5"/>
          </p:nvPr>
        </p:nvSpPr>
        <p:spPr>
          <a:ln/>
        </p:spPr>
        <p:txBody>
          <a:bodyPr/>
          <a:lstStyle/>
          <a:p>
            <a:fld id="{0E456FFC-BC4E-004A-8FC5-70E38DE55360}" type="slidenum">
              <a:rPr lang="en-US" altLang="ro-RO"/>
              <a:pPr/>
              <a:t>39</a:t>
            </a:fld>
            <a:endParaRPr lang="en-US" altLang="ro-RO"/>
          </a:p>
        </p:txBody>
      </p:sp>
      <p:sp>
        <p:nvSpPr>
          <p:cNvPr id="1708034" name="Rectangle 2">
            <a:extLst>
              <a:ext uri="{FF2B5EF4-FFF2-40B4-BE49-F238E27FC236}">
                <a16:creationId xmlns:a16="http://schemas.microsoft.com/office/drawing/2014/main" id="{EE38D5ED-ABC1-F54D-B329-8E738AB3F23A}"/>
              </a:ext>
            </a:extLst>
          </p:cNvPr>
          <p:cNvSpPr>
            <a:spLocks noGrp="1" noRot="1" noChangeAspect="1" noChangeArrowheads="1" noTextEdit="1"/>
          </p:cNvSpPr>
          <p:nvPr>
            <p:ph type="sldImg"/>
          </p:nvPr>
        </p:nvSpPr>
        <p:spPr>
          <a:ln/>
        </p:spPr>
      </p:sp>
      <p:sp>
        <p:nvSpPr>
          <p:cNvPr id="1708035" name="Rectangle 3">
            <a:extLst>
              <a:ext uri="{FF2B5EF4-FFF2-40B4-BE49-F238E27FC236}">
                <a16:creationId xmlns:a16="http://schemas.microsoft.com/office/drawing/2014/main" id="{88723A1C-4248-CC44-8DF2-4CE6281A616C}"/>
              </a:ext>
            </a:extLst>
          </p:cNvPr>
          <p:cNvSpPr>
            <a:spLocks noGrp="1" noChangeArrowheads="1"/>
          </p:cNvSpPr>
          <p:nvPr>
            <p:ph type="body" idx="1"/>
          </p:nvPr>
        </p:nvSpPr>
        <p:spPr/>
        <p:txBody>
          <a:bodyPr/>
          <a:lstStyle/>
          <a:p>
            <a:endParaRPr lang="ro-RO" altLang="ro-RO" dirty="0"/>
          </a:p>
        </p:txBody>
      </p:sp>
    </p:spTree>
    <p:extLst>
      <p:ext uri="{BB962C8B-B14F-4D97-AF65-F5344CB8AC3E}">
        <p14:creationId xmlns:p14="http://schemas.microsoft.com/office/powerpoint/2010/main" val="326892772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F9C08A-F062-7B40-BE21-EF4B4C9BBBBD}"/>
              </a:ext>
            </a:extLst>
          </p:cNvPr>
          <p:cNvSpPr>
            <a:spLocks noGrp="1" noChangeArrowheads="1"/>
          </p:cNvSpPr>
          <p:nvPr>
            <p:ph type="sldNum" sz="quarter" idx="5"/>
          </p:nvPr>
        </p:nvSpPr>
        <p:spPr>
          <a:ln/>
        </p:spPr>
        <p:txBody>
          <a:bodyPr/>
          <a:lstStyle/>
          <a:p>
            <a:fld id="{0E456FFC-BC4E-004A-8FC5-70E38DE55360}" type="slidenum">
              <a:rPr lang="en-US" altLang="ro-RO"/>
              <a:pPr/>
              <a:t>40</a:t>
            </a:fld>
            <a:endParaRPr lang="en-US" altLang="ro-RO"/>
          </a:p>
        </p:txBody>
      </p:sp>
      <p:sp>
        <p:nvSpPr>
          <p:cNvPr id="1708034" name="Rectangle 2">
            <a:extLst>
              <a:ext uri="{FF2B5EF4-FFF2-40B4-BE49-F238E27FC236}">
                <a16:creationId xmlns:a16="http://schemas.microsoft.com/office/drawing/2014/main" id="{EE38D5ED-ABC1-F54D-B329-8E738AB3F23A}"/>
              </a:ext>
            </a:extLst>
          </p:cNvPr>
          <p:cNvSpPr>
            <a:spLocks noGrp="1" noRot="1" noChangeAspect="1" noChangeArrowheads="1" noTextEdit="1"/>
          </p:cNvSpPr>
          <p:nvPr>
            <p:ph type="sldImg"/>
          </p:nvPr>
        </p:nvSpPr>
        <p:spPr>
          <a:ln/>
        </p:spPr>
      </p:sp>
      <p:sp>
        <p:nvSpPr>
          <p:cNvPr id="1708035" name="Rectangle 3">
            <a:extLst>
              <a:ext uri="{FF2B5EF4-FFF2-40B4-BE49-F238E27FC236}">
                <a16:creationId xmlns:a16="http://schemas.microsoft.com/office/drawing/2014/main" id="{88723A1C-4248-CC44-8DF2-4CE6281A616C}"/>
              </a:ext>
            </a:extLst>
          </p:cNvPr>
          <p:cNvSpPr>
            <a:spLocks noGrp="1" noChangeArrowheads="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ＭＳ Ｐゴシック" charset="0"/>
                <a:cs typeface="ＭＳ Ｐゴシック" charset="0"/>
              </a:rPr>
              <a:t>This means you need a minimum of three nodes in order to tolerate one failure (the remaining two out of three form a majority), or a minimum of five nodes to tolerate two failures (the remaining three out of five form a majority) </a:t>
            </a:r>
            <a:endParaRPr lang="en-GB" dirty="0"/>
          </a:p>
          <a:p>
            <a:endParaRPr lang="ro-RO" altLang="ro-RO" dirty="0"/>
          </a:p>
        </p:txBody>
      </p:sp>
    </p:spTree>
    <p:extLst>
      <p:ext uri="{BB962C8B-B14F-4D97-AF65-F5344CB8AC3E}">
        <p14:creationId xmlns:p14="http://schemas.microsoft.com/office/powerpoint/2010/main" val="79514002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5" name="Picture 3" descr="D:\cipsm\Catedra\Logo CS\A&amp;C-logo-RO-gradient.png">
            <a:extLst>
              <a:ext uri="{FF2B5EF4-FFF2-40B4-BE49-F238E27FC236}">
                <a16:creationId xmlns:a16="http://schemas.microsoft.com/office/drawing/2014/main" id="{9B7288B3-909B-4A56-B161-6F651026131B}"/>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971675" y="4692651"/>
            <a:ext cx="2600325"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 descr="D:\cipsm\Catedra\Logo CS\logo_upb_small.png">
            <a:extLst>
              <a:ext uri="{FF2B5EF4-FFF2-40B4-BE49-F238E27FC236}">
                <a16:creationId xmlns:a16="http://schemas.microsoft.com/office/drawing/2014/main" id="{49294E9D-0F88-479C-A040-55E58B694A68}"/>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437438" y="42863"/>
            <a:ext cx="1265237" cy="1265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5506" name="Rectangle 2"/>
          <p:cNvSpPr>
            <a:spLocks noGrp="1" noChangeArrowheads="1"/>
          </p:cNvSpPr>
          <p:nvPr>
            <p:ph type="ctrTitle" sz="quarter"/>
          </p:nvPr>
        </p:nvSpPr>
        <p:spPr>
          <a:xfrm>
            <a:off x="2581275" y="1639888"/>
            <a:ext cx="6081713" cy="909637"/>
          </a:xfrm>
          <a:extLst>
            <a:ext uri="{AF507438-7753-43e0-B8FC-AC1667EBCBE1}"/>
          </a:extLst>
        </p:spPr>
        <p:txBody>
          <a:bodyPr lIns="91440" rIns="91440" anchor="b"/>
          <a:lstStyle>
            <a:lvl1pPr>
              <a:defRPr sz="2800">
                <a:solidFill>
                  <a:schemeClr val="bg1"/>
                </a:solidFill>
              </a:defRPr>
            </a:lvl1pPr>
          </a:lstStyle>
          <a:p>
            <a:pPr lvl="0"/>
            <a:r>
              <a:rPr lang="en-US" noProof="0" dirty="0"/>
              <a:t>Click to edit Master title style</a:t>
            </a:r>
            <a:endParaRPr lang="de-DE" noProof="0" dirty="0"/>
          </a:p>
        </p:txBody>
      </p:sp>
      <p:sp>
        <p:nvSpPr>
          <p:cNvPr id="1045507" name="Rectangle 3"/>
          <p:cNvSpPr>
            <a:spLocks noGrp="1" noChangeArrowheads="1"/>
          </p:cNvSpPr>
          <p:nvPr>
            <p:ph type="subTitle" sz="quarter" idx="1"/>
          </p:nvPr>
        </p:nvSpPr>
        <p:spPr>
          <a:xfrm>
            <a:off x="2581275" y="2547938"/>
            <a:ext cx="6088063" cy="904875"/>
          </a:xfrm>
        </p:spPr>
        <p:txBody>
          <a:bodyPr lIns="91440" rIns="91440" anchor="ctr"/>
          <a:lstStyle>
            <a:lvl1pPr marL="0" indent="0">
              <a:spcBef>
                <a:spcPct val="0"/>
              </a:spcBef>
              <a:buFont typeface="Wingdings" pitchFamily="2" charset="2"/>
              <a:buNone/>
              <a:defRPr b="1">
                <a:solidFill>
                  <a:schemeClr val="bg1"/>
                </a:solidFill>
              </a:defRPr>
            </a:lvl1pPr>
          </a:lstStyle>
          <a:p>
            <a:pPr lvl="0"/>
            <a:r>
              <a:rPr lang="en-US" noProof="0"/>
              <a:t>Click to edit Master text styles</a:t>
            </a:r>
          </a:p>
        </p:txBody>
      </p:sp>
      <p:sp>
        <p:nvSpPr>
          <p:cNvPr id="2" name="Footer Placeholder 1">
            <a:extLst>
              <a:ext uri="{FF2B5EF4-FFF2-40B4-BE49-F238E27FC236}">
                <a16:creationId xmlns:a16="http://schemas.microsoft.com/office/drawing/2014/main" id="{BC6058A1-5982-4551-B52D-9C5348179332}"/>
              </a:ext>
            </a:extLst>
          </p:cNvPr>
          <p:cNvSpPr>
            <a:spLocks noGrp="1"/>
          </p:cNvSpPr>
          <p:nvPr>
            <p:ph type="ftr" sz="quarter" idx="10"/>
          </p:nvPr>
        </p:nvSpPr>
        <p:spPr/>
        <p:txBody>
          <a:bodyPr/>
          <a:lstStyle/>
          <a:p>
            <a:r>
              <a:rPr lang="ro-RO"/>
              <a:t>Ciprian Dobre</a:t>
            </a:r>
            <a:endParaRPr lang="en-US" dirty="0"/>
          </a:p>
        </p:txBody>
      </p:sp>
    </p:spTree>
    <p:extLst>
      <p:ext uri="{BB962C8B-B14F-4D97-AF65-F5344CB8AC3E}">
        <p14:creationId xmlns:p14="http://schemas.microsoft.com/office/powerpoint/2010/main" val="22028675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idx="1"/>
          </p:nvPr>
        </p:nvSpPr>
        <p:spPr/>
        <p:txBody>
          <a:bodyPr/>
          <a:lstStyle>
            <a:lvl2pPr marL="723900" indent="-361950">
              <a:defRPr/>
            </a:lvl2pPr>
            <a:lvl3pPr marL="982663" indent="-257175">
              <a:defRPr/>
            </a:lvl3pPr>
            <a:lvl4pPr marL="1433513" indent="-266700">
              <a:defRPr/>
            </a:lvl4pPr>
            <a:lvl5pPr marL="1787525" indent="-258763">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16">
            <a:extLst>
              <a:ext uri="{FF2B5EF4-FFF2-40B4-BE49-F238E27FC236}">
                <a16:creationId xmlns:a16="http://schemas.microsoft.com/office/drawing/2014/main" id="{DB0E9FB9-D240-4F74-AD38-54882D205CEF}"/>
              </a:ext>
            </a:extLst>
          </p:cNvPr>
          <p:cNvSpPr>
            <a:spLocks noGrp="1"/>
          </p:cNvSpPr>
          <p:nvPr>
            <p:ph type="ftr" sz="quarter" idx="12"/>
          </p:nvPr>
        </p:nvSpPr>
        <p:spPr>
          <a:xfrm>
            <a:off x="314325" y="6605587"/>
            <a:ext cx="6735763" cy="252413"/>
          </a:xfrm>
          <a:prstGeom prst="rect">
            <a:avLst/>
          </a:prstGeom>
        </p:spPr>
        <p:txBody>
          <a:bodyPr anchor="b"/>
          <a:lstStyle>
            <a:lvl1pPr>
              <a:defRPr>
                <a:solidFill>
                  <a:schemeClr val="bg1">
                    <a:lumMod val="50000"/>
                  </a:schemeClr>
                </a:solidFill>
              </a:defRPr>
            </a:lvl1pPr>
          </a:lstStyle>
          <a:p>
            <a:r>
              <a:rPr lang="ro-RO" altLang="ro-RO" dirty="0"/>
              <a:t>Ciprian Dobre</a:t>
            </a:r>
            <a:endParaRPr lang="en-US" altLang="ro-RO" dirty="0"/>
          </a:p>
        </p:txBody>
      </p:sp>
    </p:spTree>
    <p:extLst>
      <p:ext uri="{BB962C8B-B14F-4D97-AF65-F5344CB8AC3E}">
        <p14:creationId xmlns:p14="http://schemas.microsoft.com/office/powerpoint/2010/main" val="1079532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ctr">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lgn="ctr">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sp>
        <p:nvSpPr>
          <p:cNvPr id="4" name="Date Placeholder 14">
            <a:extLst>
              <a:ext uri="{FF2B5EF4-FFF2-40B4-BE49-F238E27FC236}">
                <a16:creationId xmlns:a16="http://schemas.microsoft.com/office/drawing/2014/main" id="{6F7DAA30-0E9D-499C-B2A6-EB30323EE899}"/>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5" name="Slide Number Placeholder 15">
            <a:extLst>
              <a:ext uri="{FF2B5EF4-FFF2-40B4-BE49-F238E27FC236}">
                <a16:creationId xmlns:a16="http://schemas.microsoft.com/office/drawing/2014/main" id="{D0D79905-83A9-4AD0-A9EB-E6DA64A98C8E}"/>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B487737F-828E-42F8-8352-999A47AA8C4D}" type="slidenum">
              <a:rPr lang="en-US" altLang="en-US"/>
              <a:pPr>
                <a:defRPr/>
              </a:pPr>
              <a:t>‹#›</a:t>
            </a:fld>
            <a:endParaRPr lang="en-US" altLang="en-US"/>
          </a:p>
        </p:txBody>
      </p:sp>
      <p:sp>
        <p:nvSpPr>
          <p:cNvPr id="6" name="Footer Placeholder 16">
            <a:extLst>
              <a:ext uri="{FF2B5EF4-FFF2-40B4-BE49-F238E27FC236}">
                <a16:creationId xmlns:a16="http://schemas.microsoft.com/office/drawing/2014/main" id="{C677740B-9C14-4CC5-85B5-18B18CF13CDF}"/>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dirty="0"/>
              <a:t>Ciprian Dobre</a:t>
            </a:r>
            <a:endParaRPr lang="en-US" altLang="ro-RO" dirty="0"/>
          </a:p>
        </p:txBody>
      </p:sp>
    </p:spTree>
    <p:extLst>
      <p:ext uri="{BB962C8B-B14F-4D97-AF65-F5344CB8AC3E}">
        <p14:creationId xmlns:p14="http://schemas.microsoft.com/office/powerpoint/2010/main" val="16353937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sz="half" idx="1"/>
          </p:nvPr>
        </p:nvSpPr>
        <p:spPr>
          <a:xfrm>
            <a:off x="319088" y="1879600"/>
            <a:ext cx="4186237" cy="4029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7725" y="1879600"/>
            <a:ext cx="4186238" cy="4029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4">
            <a:extLst>
              <a:ext uri="{FF2B5EF4-FFF2-40B4-BE49-F238E27FC236}">
                <a16:creationId xmlns:a16="http://schemas.microsoft.com/office/drawing/2014/main" id="{661429C5-082A-4B1A-9A62-B6C4F06C4D8C}"/>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6" name="Slide Number Placeholder 15">
            <a:extLst>
              <a:ext uri="{FF2B5EF4-FFF2-40B4-BE49-F238E27FC236}">
                <a16:creationId xmlns:a16="http://schemas.microsoft.com/office/drawing/2014/main" id="{F523AE91-B2CC-423E-A33A-08CBD4EC106A}"/>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BEEC0E5F-C612-41A9-B4AD-9382D4CF68AF}" type="slidenum">
              <a:rPr lang="en-US" altLang="en-US"/>
              <a:pPr>
                <a:defRPr/>
              </a:pPr>
              <a:t>‹#›</a:t>
            </a:fld>
            <a:endParaRPr lang="en-US" altLang="en-US"/>
          </a:p>
        </p:txBody>
      </p:sp>
      <p:sp>
        <p:nvSpPr>
          <p:cNvPr id="7" name="Footer Placeholder 16">
            <a:extLst>
              <a:ext uri="{FF2B5EF4-FFF2-40B4-BE49-F238E27FC236}">
                <a16:creationId xmlns:a16="http://schemas.microsoft.com/office/drawing/2014/main" id="{CDCB65F7-BBEC-48CC-A3C1-BD1F22FB1179}"/>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dirty="0"/>
              <a:t>Ciprian Dobre</a:t>
            </a:r>
            <a:endParaRPr lang="en-US" altLang="ro-RO" dirty="0"/>
          </a:p>
        </p:txBody>
      </p:sp>
    </p:spTree>
    <p:extLst>
      <p:ext uri="{BB962C8B-B14F-4D97-AF65-F5344CB8AC3E}">
        <p14:creationId xmlns:p14="http://schemas.microsoft.com/office/powerpoint/2010/main" val="314545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691978"/>
            <a:ext cx="8229600" cy="725660"/>
          </a:xfrm>
        </p:spPr>
        <p:txBody>
          <a:bodyPr/>
          <a:lstStyle>
            <a:lvl1pPr algn="ctr">
              <a:defRPr/>
            </a:lvl1pPr>
          </a:lstStyle>
          <a:p>
            <a:r>
              <a:rPr lang="en-US" dirty="0"/>
              <a:t>Click to edit Master title style</a:t>
            </a:r>
          </a:p>
        </p:txBody>
      </p:sp>
      <p:sp>
        <p:nvSpPr>
          <p:cNvPr id="3" name="Text Placeholder 2"/>
          <p:cNvSpPr>
            <a:spLocks noGrp="1"/>
          </p:cNvSpPr>
          <p:nvPr>
            <p:ph type="body" idx="1"/>
          </p:nvPr>
        </p:nvSpPr>
        <p:spPr>
          <a:xfrm>
            <a:off x="148281" y="1535113"/>
            <a:ext cx="434910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35924" y="2174875"/>
            <a:ext cx="436146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32598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33833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4">
            <a:extLst>
              <a:ext uri="{FF2B5EF4-FFF2-40B4-BE49-F238E27FC236}">
                <a16:creationId xmlns:a16="http://schemas.microsoft.com/office/drawing/2014/main" id="{BCDCAFC2-D441-45E6-9803-49A5225BF27C}"/>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8" name="Slide Number Placeholder 15">
            <a:extLst>
              <a:ext uri="{FF2B5EF4-FFF2-40B4-BE49-F238E27FC236}">
                <a16:creationId xmlns:a16="http://schemas.microsoft.com/office/drawing/2014/main" id="{081349D3-F933-4408-BC43-402528464649}"/>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C5C1A466-F5E5-45AE-80A2-465FD01B06C1}" type="slidenum">
              <a:rPr lang="en-US" altLang="en-US"/>
              <a:pPr>
                <a:defRPr/>
              </a:pPr>
              <a:t>‹#›</a:t>
            </a:fld>
            <a:endParaRPr lang="en-US" altLang="en-US"/>
          </a:p>
        </p:txBody>
      </p:sp>
      <p:sp>
        <p:nvSpPr>
          <p:cNvPr id="9" name="Footer Placeholder 16">
            <a:extLst>
              <a:ext uri="{FF2B5EF4-FFF2-40B4-BE49-F238E27FC236}">
                <a16:creationId xmlns:a16="http://schemas.microsoft.com/office/drawing/2014/main" id="{C6F8C713-84F1-4360-A3D3-52DBC195D79D}"/>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dirty="0"/>
              <a:t>Ciprian Dobre</a:t>
            </a:r>
            <a:endParaRPr lang="en-US" altLang="ro-RO" dirty="0"/>
          </a:p>
        </p:txBody>
      </p:sp>
    </p:spTree>
    <p:extLst>
      <p:ext uri="{BB962C8B-B14F-4D97-AF65-F5344CB8AC3E}">
        <p14:creationId xmlns:p14="http://schemas.microsoft.com/office/powerpoint/2010/main" val="1764456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Date Placeholder 14">
            <a:extLst>
              <a:ext uri="{FF2B5EF4-FFF2-40B4-BE49-F238E27FC236}">
                <a16:creationId xmlns:a16="http://schemas.microsoft.com/office/drawing/2014/main" id="{769B3FD0-AA29-4FC8-921F-E6A25D4E885C}"/>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4" name="Slide Number Placeholder 15">
            <a:extLst>
              <a:ext uri="{FF2B5EF4-FFF2-40B4-BE49-F238E27FC236}">
                <a16:creationId xmlns:a16="http://schemas.microsoft.com/office/drawing/2014/main" id="{D303C1A1-8869-4A59-A676-60455AB97646}"/>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7B15DC81-D1C3-478A-8F0B-944AE612CC6B}" type="slidenum">
              <a:rPr lang="en-US" altLang="en-US"/>
              <a:pPr>
                <a:defRPr/>
              </a:pPr>
              <a:t>‹#›</a:t>
            </a:fld>
            <a:endParaRPr lang="en-US" altLang="en-US"/>
          </a:p>
        </p:txBody>
      </p:sp>
      <p:sp>
        <p:nvSpPr>
          <p:cNvPr id="5" name="Footer Placeholder 16">
            <a:extLst>
              <a:ext uri="{FF2B5EF4-FFF2-40B4-BE49-F238E27FC236}">
                <a16:creationId xmlns:a16="http://schemas.microsoft.com/office/drawing/2014/main" id="{09A5BA45-717B-40BC-AAA8-ADCF0F1FB6D1}"/>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dirty="0"/>
              <a:t>Ciprian Dobre</a:t>
            </a:r>
            <a:endParaRPr lang="en-US" altLang="ro-RO" dirty="0"/>
          </a:p>
        </p:txBody>
      </p:sp>
    </p:spTree>
    <p:extLst>
      <p:ext uri="{BB962C8B-B14F-4D97-AF65-F5344CB8AC3E}">
        <p14:creationId xmlns:p14="http://schemas.microsoft.com/office/powerpoint/2010/main" val="310983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4">
            <a:extLst>
              <a:ext uri="{FF2B5EF4-FFF2-40B4-BE49-F238E27FC236}">
                <a16:creationId xmlns:a16="http://schemas.microsoft.com/office/drawing/2014/main" id="{4F3CC85F-B786-445A-AC59-4D66B28766B8}"/>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3" name="Slide Number Placeholder 15">
            <a:extLst>
              <a:ext uri="{FF2B5EF4-FFF2-40B4-BE49-F238E27FC236}">
                <a16:creationId xmlns:a16="http://schemas.microsoft.com/office/drawing/2014/main" id="{4949438A-F630-4A1E-90D6-314FDAE6242C}"/>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B5105C60-2918-4656-A4AF-CF1528B6F08F}" type="slidenum">
              <a:rPr lang="en-US" altLang="en-US"/>
              <a:pPr>
                <a:defRPr/>
              </a:pPr>
              <a:t>‹#›</a:t>
            </a:fld>
            <a:endParaRPr lang="en-US" altLang="en-US"/>
          </a:p>
        </p:txBody>
      </p:sp>
      <p:sp>
        <p:nvSpPr>
          <p:cNvPr id="4" name="Footer Placeholder 16">
            <a:extLst>
              <a:ext uri="{FF2B5EF4-FFF2-40B4-BE49-F238E27FC236}">
                <a16:creationId xmlns:a16="http://schemas.microsoft.com/office/drawing/2014/main" id="{FA49ED0D-0E3D-45FA-9ED4-D536ECA104E7}"/>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dirty="0"/>
              <a:t>Ciprian Dobre</a:t>
            </a:r>
            <a:endParaRPr lang="en-US" altLang="ro-RO" dirty="0"/>
          </a:p>
        </p:txBody>
      </p:sp>
    </p:spTree>
    <p:extLst>
      <p:ext uri="{BB962C8B-B14F-4D97-AF65-F5344CB8AC3E}">
        <p14:creationId xmlns:p14="http://schemas.microsoft.com/office/powerpoint/2010/main" val="2750434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46010"/>
            <a:ext cx="3008313" cy="1162050"/>
          </a:xfrm>
        </p:spPr>
        <p:txBody>
          <a:bodyPr anchor="b"/>
          <a:lstStyle>
            <a:lvl1pPr algn="ctr">
              <a:defRPr sz="2000" b="1"/>
            </a:lvl1pPr>
          </a:lstStyle>
          <a:p>
            <a:r>
              <a:rPr lang="en-US" dirty="0"/>
              <a:t>Click to edit Master title style</a:t>
            </a:r>
          </a:p>
        </p:txBody>
      </p:sp>
      <p:sp>
        <p:nvSpPr>
          <p:cNvPr id="3" name="Content Placeholder 2"/>
          <p:cNvSpPr>
            <a:spLocks noGrp="1"/>
          </p:cNvSpPr>
          <p:nvPr>
            <p:ph idx="1"/>
          </p:nvPr>
        </p:nvSpPr>
        <p:spPr>
          <a:xfrm>
            <a:off x="3575050" y="546010"/>
            <a:ext cx="5111750" cy="5853113"/>
          </a:xfrm>
        </p:spPr>
        <p:txBody>
          <a:bodyPr/>
          <a:lstStyle>
            <a:lvl1pPr>
              <a:defRPr sz="28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70806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14">
            <a:extLst>
              <a:ext uri="{FF2B5EF4-FFF2-40B4-BE49-F238E27FC236}">
                <a16:creationId xmlns:a16="http://schemas.microsoft.com/office/drawing/2014/main" id="{A9CC3DB4-D3A3-41CB-860F-A34D005FD927}"/>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6" name="Slide Number Placeholder 15">
            <a:extLst>
              <a:ext uri="{FF2B5EF4-FFF2-40B4-BE49-F238E27FC236}">
                <a16:creationId xmlns:a16="http://schemas.microsoft.com/office/drawing/2014/main" id="{C21D99BB-788F-4698-A74E-8B06E14C3FBE}"/>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9514FFCA-AEF0-4746-9343-DFD1C2CA82CB}" type="slidenum">
              <a:rPr lang="en-US" altLang="en-US"/>
              <a:pPr>
                <a:defRPr/>
              </a:pPr>
              <a:t>‹#›</a:t>
            </a:fld>
            <a:endParaRPr lang="en-US" altLang="en-US"/>
          </a:p>
        </p:txBody>
      </p:sp>
      <p:sp>
        <p:nvSpPr>
          <p:cNvPr id="7" name="Footer Placeholder 16">
            <a:extLst>
              <a:ext uri="{FF2B5EF4-FFF2-40B4-BE49-F238E27FC236}">
                <a16:creationId xmlns:a16="http://schemas.microsoft.com/office/drawing/2014/main" id="{63FCD7DD-27B1-445B-AE77-0ADBE101C145}"/>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dirty="0"/>
              <a:t>Ciprian Dobre</a:t>
            </a:r>
            <a:endParaRPr lang="en-US" altLang="ro-RO" dirty="0"/>
          </a:p>
        </p:txBody>
      </p:sp>
    </p:spTree>
    <p:extLst>
      <p:ext uri="{BB962C8B-B14F-4D97-AF65-F5344CB8AC3E}">
        <p14:creationId xmlns:p14="http://schemas.microsoft.com/office/powerpoint/2010/main" val="740172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14">
            <a:extLst>
              <a:ext uri="{FF2B5EF4-FFF2-40B4-BE49-F238E27FC236}">
                <a16:creationId xmlns:a16="http://schemas.microsoft.com/office/drawing/2014/main" id="{426E0972-319E-4B30-AC70-D8E031C831F3}"/>
              </a:ext>
            </a:extLst>
          </p:cNvPr>
          <p:cNvSpPr>
            <a:spLocks noGrp="1"/>
          </p:cNvSpPr>
          <p:nvPr>
            <p:ph type="dt" sz="half" idx="10"/>
          </p:nvPr>
        </p:nvSpPr>
        <p:spPr>
          <a:xfrm>
            <a:off x="125413" y="6553200"/>
            <a:ext cx="1079500" cy="250825"/>
          </a:xfrm>
          <a:prstGeom prst="rect">
            <a:avLst/>
          </a:prstGeom>
        </p:spPr>
        <p:txBody>
          <a:bodyPr/>
          <a:lstStyle>
            <a:lvl1pPr>
              <a:defRPr/>
            </a:lvl1pPr>
          </a:lstStyle>
          <a:p>
            <a:pPr>
              <a:defRPr/>
            </a:pPr>
            <a:endParaRPr lang="en-US" altLang="en-US"/>
          </a:p>
        </p:txBody>
      </p:sp>
      <p:sp>
        <p:nvSpPr>
          <p:cNvPr id="6" name="Slide Number Placeholder 15">
            <a:extLst>
              <a:ext uri="{FF2B5EF4-FFF2-40B4-BE49-F238E27FC236}">
                <a16:creationId xmlns:a16="http://schemas.microsoft.com/office/drawing/2014/main" id="{1BCAFD84-DF86-48A0-993B-4C9EF272ADF5}"/>
              </a:ext>
            </a:extLst>
          </p:cNvPr>
          <p:cNvSpPr>
            <a:spLocks noGrp="1"/>
          </p:cNvSpPr>
          <p:nvPr>
            <p:ph type="sldNum" sz="quarter" idx="11"/>
          </p:nvPr>
        </p:nvSpPr>
        <p:spPr>
          <a:xfrm>
            <a:off x="1316038" y="6553200"/>
            <a:ext cx="900112" cy="250825"/>
          </a:xfrm>
          <a:prstGeom prst="rect">
            <a:avLst/>
          </a:prstGeom>
        </p:spPr>
        <p:txBody>
          <a:bodyPr/>
          <a:lstStyle>
            <a:lvl1pPr>
              <a:defRPr/>
            </a:lvl1pPr>
          </a:lstStyle>
          <a:p>
            <a:pPr>
              <a:defRPr/>
            </a:pPr>
            <a:r>
              <a:rPr lang="en-US" altLang="en-US"/>
              <a:t>Page </a:t>
            </a:r>
            <a:fld id="{3401A523-3B32-4D32-965E-00644C11B005}" type="slidenum">
              <a:rPr lang="en-US" altLang="en-US"/>
              <a:pPr>
                <a:defRPr/>
              </a:pPr>
              <a:t>‹#›</a:t>
            </a:fld>
            <a:endParaRPr lang="en-US" altLang="en-US"/>
          </a:p>
        </p:txBody>
      </p:sp>
      <p:sp>
        <p:nvSpPr>
          <p:cNvPr id="7" name="Footer Placeholder 16">
            <a:extLst>
              <a:ext uri="{FF2B5EF4-FFF2-40B4-BE49-F238E27FC236}">
                <a16:creationId xmlns:a16="http://schemas.microsoft.com/office/drawing/2014/main" id="{D4FD7209-FF8E-4E6A-9435-E5AC4A392483}"/>
              </a:ext>
            </a:extLst>
          </p:cNvPr>
          <p:cNvSpPr>
            <a:spLocks noGrp="1"/>
          </p:cNvSpPr>
          <p:nvPr>
            <p:ph type="ftr" sz="quarter" idx="12"/>
          </p:nvPr>
        </p:nvSpPr>
        <p:spPr>
          <a:xfrm>
            <a:off x="2339975" y="6553200"/>
            <a:ext cx="6048375" cy="250825"/>
          </a:xfrm>
          <a:prstGeom prst="rect">
            <a:avLst/>
          </a:prstGeom>
        </p:spPr>
        <p:txBody>
          <a:bodyPr/>
          <a:lstStyle>
            <a:lvl1pPr algn="ctr">
              <a:defRPr/>
            </a:lvl1pPr>
          </a:lstStyle>
          <a:p>
            <a:r>
              <a:rPr lang="ro-RO" altLang="ro-RO" dirty="0"/>
              <a:t>Ciprian Dobre</a:t>
            </a:r>
            <a:endParaRPr lang="en-US" altLang="ro-RO" dirty="0"/>
          </a:p>
        </p:txBody>
      </p:sp>
    </p:spTree>
    <p:extLst>
      <p:ext uri="{BB962C8B-B14F-4D97-AF65-F5344CB8AC3E}">
        <p14:creationId xmlns:p14="http://schemas.microsoft.com/office/powerpoint/2010/main" val="288672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4">
            <a:extLst>
              <a:ext uri="{FF2B5EF4-FFF2-40B4-BE49-F238E27FC236}">
                <a16:creationId xmlns:a16="http://schemas.microsoft.com/office/drawing/2014/main" id="{64427FCC-A5E1-4E18-8B8C-FFDE3DBDD043}"/>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5" name="Slide Number Placeholder 15">
            <a:extLst>
              <a:ext uri="{FF2B5EF4-FFF2-40B4-BE49-F238E27FC236}">
                <a16:creationId xmlns:a16="http://schemas.microsoft.com/office/drawing/2014/main" id="{8A05BBEF-0D34-4682-8E56-19DFF9759578}"/>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74C52F37-73B2-48E3-82C2-D01839E16149}" type="slidenum">
              <a:rPr lang="en-US" altLang="en-US"/>
              <a:pPr>
                <a:defRPr/>
              </a:pPr>
              <a:t>‹#›</a:t>
            </a:fld>
            <a:endParaRPr lang="en-US" altLang="en-US"/>
          </a:p>
        </p:txBody>
      </p:sp>
      <p:sp>
        <p:nvSpPr>
          <p:cNvPr id="6" name="Footer Placeholder 16">
            <a:extLst>
              <a:ext uri="{FF2B5EF4-FFF2-40B4-BE49-F238E27FC236}">
                <a16:creationId xmlns:a16="http://schemas.microsoft.com/office/drawing/2014/main" id="{AC449D91-B717-469D-A189-C08E14F5A93B}"/>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dirty="0"/>
              <a:t>Ciprian Dobre</a:t>
            </a:r>
            <a:endParaRPr lang="en-US" altLang="ro-RO" dirty="0"/>
          </a:p>
        </p:txBody>
      </p:sp>
    </p:spTree>
    <p:extLst>
      <p:ext uri="{BB962C8B-B14F-4D97-AF65-F5344CB8AC3E}">
        <p14:creationId xmlns:p14="http://schemas.microsoft.com/office/powerpoint/2010/main" val="2142609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11950" y="622300"/>
            <a:ext cx="2132013" cy="5286375"/>
          </a:xfrm>
        </p:spPr>
        <p:txBody>
          <a:bodyPr vert="eaVert"/>
          <a:lstStyle>
            <a:lvl1pPr algn="ctr">
              <a:defRPr/>
            </a:lvl1pPr>
          </a:lstStyle>
          <a:p>
            <a:r>
              <a:rPr lang="en-US" dirty="0"/>
              <a:t>Click to edit Master title style</a:t>
            </a:r>
          </a:p>
        </p:txBody>
      </p:sp>
      <p:sp>
        <p:nvSpPr>
          <p:cNvPr id="3" name="Vertical Text Placeholder 2"/>
          <p:cNvSpPr>
            <a:spLocks noGrp="1"/>
          </p:cNvSpPr>
          <p:nvPr>
            <p:ph type="body" orient="vert" idx="1"/>
          </p:nvPr>
        </p:nvSpPr>
        <p:spPr>
          <a:xfrm>
            <a:off x="314325" y="622300"/>
            <a:ext cx="6245225" cy="52863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4">
            <a:extLst>
              <a:ext uri="{FF2B5EF4-FFF2-40B4-BE49-F238E27FC236}">
                <a16:creationId xmlns:a16="http://schemas.microsoft.com/office/drawing/2014/main" id="{BBC09BB0-B688-4748-A099-6CC55356924D}"/>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5" name="Slide Number Placeholder 15">
            <a:extLst>
              <a:ext uri="{FF2B5EF4-FFF2-40B4-BE49-F238E27FC236}">
                <a16:creationId xmlns:a16="http://schemas.microsoft.com/office/drawing/2014/main" id="{582A7874-5F62-44C5-A127-E08B10319350}"/>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5E839B5C-3F47-49D2-BCF9-C38BBEBE0CF1}" type="slidenum">
              <a:rPr lang="en-US" altLang="en-US"/>
              <a:pPr>
                <a:defRPr/>
              </a:pPr>
              <a:t>‹#›</a:t>
            </a:fld>
            <a:endParaRPr lang="en-US" altLang="en-US"/>
          </a:p>
        </p:txBody>
      </p:sp>
      <p:sp>
        <p:nvSpPr>
          <p:cNvPr id="6" name="Footer Placeholder 16">
            <a:extLst>
              <a:ext uri="{FF2B5EF4-FFF2-40B4-BE49-F238E27FC236}">
                <a16:creationId xmlns:a16="http://schemas.microsoft.com/office/drawing/2014/main" id="{34E05DD7-4AB3-432F-BC84-E0EADC83BE42}"/>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dirty="0"/>
              <a:t>Ciprian Dobre</a:t>
            </a:r>
            <a:endParaRPr lang="en-US" altLang="ro-RO" dirty="0"/>
          </a:p>
        </p:txBody>
      </p:sp>
    </p:spTree>
    <p:extLst>
      <p:ext uri="{BB962C8B-B14F-4D97-AF65-F5344CB8AC3E}">
        <p14:creationId xmlns:p14="http://schemas.microsoft.com/office/powerpoint/2010/main" val="2387053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EB5F58E-3512-4D78-8CBA-679E2BF2C110}"/>
              </a:ext>
            </a:extLst>
          </p:cNvPr>
          <p:cNvSpPr>
            <a:spLocks noGrp="1" noChangeArrowheads="1"/>
          </p:cNvSpPr>
          <p:nvPr>
            <p:ph type="title"/>
          </p:nvPr>
        </p:nvSpPr>
        <p:spPr bwMode="auto">
          <a:xfrm>
            <a:off x="314325" y="622300"/>
            <a:ext cx="851535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US" altLang="en-US" dirty="0"/>
              <a:t>Click to edit Master title style</a:t>
            </a:r>
            <a:endParaRPr lang="de-DE" altLang="en-US" dirty="0"/>
          </a:p>
        </p:txBody>
      </p:sp>
      <p:sp>
        <p:nvSpPr>
          <p:cNvPr id="1027" name="Rectangle 3">
            <a:extLst>
              <a:ext uri="{FF2B5EF4-FFF2-40B4-BE49-F238E27FC236}">
                <a16:creationId xmlns:a16="http://schemas.microsoft.com/office/drawing/2014/main" id="{BC7A20C1-6ADB-4EDE-9386-576EF4390DB8}"/>
              </a:ext>
            </a:extLst>
          </p:cNvPr>
          <p:cNvSpPr>
            <a:spLocks noGrp="1" noChangeArrowheads="1"/>
          </p:cNvSpPr>
          <p:nvPr>
            <p:ph type="body" idx="1"/>
          </p:nvPr>
        </p:nvSpPr>
        <p:spPr bwMode="auto">
          <a:xfrm>
            <a:off x="319088" y="1323975"/>
            <a:ext cx="8524875" cy="5091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endParaRPr lang="de-DE" altLang="en-US" dirty="0"/>
          </a:p>
        </p:txBody>
      </p:sp>
      <p:pic>
        <p:nvPicPr>
          <p:cNvPr id="1031" name="Picture 1">
            <a:extLst>
              <a:ext uri="{FF2B5EF4-FFF2-40B4-BE49-F238E27FC236}">
                <a16:creationId xmlns:a16="http://schemas.microsoft.com/office/drawing/2014/main" id="{3FE8B550-6A1C-4729-B0F5-8AFB17D3AB69}"/>
              </a:ext>
            </a:extLst>
          </p:cNvPr>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0"/>
            <a:ext cx="9144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Picture 2">
            <a:extLst>
              <a:ext uri="{FF2B5EF4-FFF2-40B4-BE49-F238E27FC236}">
                <a16:creationId xmlns:a16="http://schemas.microsoft.com/office/drawing/2014/main" id="{4FA901D7-D037-4E0B-9127-97234DD90F92}"/>
              </a:ext>
            </a:extLst>
          </p:cNvPr>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6523038"/>
            <a:ext cx="9144000" cy="4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3" name="Picture 2" descr="D:\cipsm\Catedra\Logo CS\logo_upb_small.png">
            <a:extLst>
              <a:ext uri="{FF2B5EF4-FFF2-40B4-BE49-F238E27FC236}">
                <a16:creationId xmlns:a16="http://schemas.microsoft.com/office/drawing/2014/main" id="{20CAB226-3914-49D2-99AC-E2E2AE63DAA1}"/>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50800" y="33338"/>
            <a:ext cx="682625"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3">
            <a:extLst>
              <a:ext uri="{FF2B5EF4-FFF2-40B4-BE49-F238E27FC236}">
                <a16:creationId xmlns:a16="http://schemas.microsoft.com/office/drawing/2014/main" id="{A5D4AA22-7653-4814-8B8D-FDB5FE01941A}"/>
              </a:ext>
            </a:extLst>
          </p:cNvPr>
          <p:cNvSpPr>
            <a:spLocks noGrp="1"/>
          </p:cNvSpPr>
          <p:nvPr>
            <p:ph type="ftr" sz="quarter" idx="3"/>
          </p:nvPr>
        </p:nvSpPr>
        <p:spPr>
          <a:xfrm>
            <a:off x="314325" y="6500192"/>
            <a:ext cx="3086100" cy="410990"/>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ro-RO" dirty="0"/>
              <a:t>Ciprian Dobre</a:t>
            </a:r>
            <a:endParaRPr lang="en-US" dirty="0"/>
          </a:p>
        </p:txBody>
      </p:sp>
      <p:pic>
        <p:nvPicPr>
          <p:cNvPr id="8" name="Picture 7" descr="Logo&#10;&#10;Description automatically generated">
            <a:extLst>
              <a:ext uri="{FF2B5EF4-FFF2-40B4-BE49-F238E27FC236}">
                <a16:creationId xmlns:a16="http://schemas.microsoft.com/office/drawing/2014/main" id="{ADF21129-00E5-7D4E-9235-7405F0E6689B}"/>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8113714" y="5094"/>
            <a:ext cx="1097827" cy="617206"/>
          </a:xfrm>
          <a:prstGeom prst="rect">
            <a:avLst/>
          </a:prstGeom>
        </p:spPr>
      </p:pic>
    </p:spTree>
  </p:cSld>
  <p:clrMap bg1="lt1" tx1="dk1" bg2="lt2" tx2="dk2" accent1="accent1" accent2="accent2" accent3="accent3" accent4="accent4" accent5="accent5" accent6="accent6" hlink="hlink" folHlink="folHlink"/>
  <p:sldLayoutIdLst>
    <p:sldLayoutId id="2147483984" r:id="rId1"/>
    <p:sldLayoutId id="2147483985" r:id="rId2"/>
    <p:sldLayoutId id="2147483976" r:id="rId3"/>
    <p:sldLayoutId id="2147483977" r:id="rId4"/>
    <p:sldLayoutId id="2147483978" r:id="rId5"/>
    <p:sldLayoutId id="2147483979" r:id="rId6"/>
    <p:sldLayoutId id="2147483980" r:id="rId7"/>
    <p:sldLayoutId id="2147483981" r:id="rId8"/>
    <p:sldLayoutId id="2147483986" r:id="rId9"/>
    <p:sldLayoutId id="2147483982" r:id="rId10"/>
    <p:sldLayoutId id="2147483983" r:id="rId11"/>
  </p:sldLayoutIdLst>
  <p:hf sldNum="0" hdr="0" ftr="0" dt="0"/>
  <p:txStyles>
    <p:titleStyle>
      <a:lvl1pPr algn="ctr" rtl="0" eaLnBrk="0" fontAlgn="base" hangingPunct="0">
        <a:lnSpc>
          <a:spcPct val="95000"/>
        </a:lnSpc>
        <a:spcBef>
          <a:spcPct val="0"/>
        </a:spcBef>
        <a:spcAft>
          <a:spcPct val="0"/>
        </a:spcAft>
        <a:defRPr sz="2800" b="1">
          <a:solidFill>
            <a:schemeClr val="accent2"/>
          </a:solidFill>
          <a:latin typeface="+mj-lt"/>
          <a:ea typeface="ＭＳ Ｐゴシック" charset="0"/>
          <a:cs typeface="ＭＳ Ｐゴシック" charset="0"/>
        </a:defRPr>
      </a:lvl1pPr>
      <a:lvl2pPr algn="ctr" rtl="0" eaLnBrk="0" fontAlgn="base" hangingPunct="0">
        <a:lnSpc>
          <a:spcPct val="95000"/>
        </a:lnSpc>
        <a:spcBef>
          <a:spcPct val="0"/>
        </a:spcBef>
        <a:spcAft>
          <a:spcPct val="0"/>
        </a:spcAft>
        <a:defRPr sz="2800" b="1">
          <a:solidFill>
            <a:schemeClr val="accent2"/>
          </a:solidFill>
          <a:latin typeface="Arial" charset="0"/>
          <a:ea typeface="ＭＳ Ｐゴシック" charset="0"/>
          <a:cs typeface="ＭＳ Ｐゴシック" charset="0"/>
        </a:defRPr>
      </a:lvl2pPr>
      <a:lvl3pPr algn="ctr" rtl="0" eaLnBrk="0" fontAlgn="base" hangingPunct="0">
        <a:lnSpc>
          <a:spcPct val="95000"/>
        </a:lnSpc>
        <a:spcBef>
          <a:spcPct val="0"/>
        </a:spcBef>
        <a:spcAft>
          <a:spcPct val="0"/>
        </a:spcAft>
        <a:defRPr sz="2800" b="1">
          <a:solidFill>
            <a:schemeClr val="accent2"/>
          </a:solidFill>
          <a:latin typeface="Arial" charset="0"/>
          <a:ea typeface="ＭＳ Ｐゴシック" charset="0"/>
          <a:cs typeface="ＭＳ Ｐゴシック" charset="0"/>
        </a:defRPr>
      </a:lvl3pPr>
      <a:lvl4pPr algn="ctr" rtl="0" eaLnBrk="0" fontAlgn="base" hangingPunct="0">
        <a:lnSpc>
          <a:spcPct val="95000"/>
        </a:lnSpc>
        <a:spcBef>
          <a:spcPct val="0"/>
        </a:spcBef>
        <a:spcAft>
          <a:spcPct val="0"/>
        </a:spcAft>
        <a:defRPr sz="2800" b="1">
          <a:solidFill>
            <a:schemeClr val="accent2"/>
          </a:solidFill>
          <a:latin typeface="Arial" charset="0"/>
          <a:ea typeface="ＭＳ Ｐゴシック" charset="0"/>
          <a:cs typeface="ＭＳ Ｐゴシック" charset="0"/>
        </a:defRPr>
      </a:lvl4pPr>
      <a:lvl5pPr algn="ctr" rtl="0" eaLnBrk="0" fontAlgn="base" hangingPunct="0">
        <a:lnSpc>
          <a:spcPct val="95000"/>
        </a:lnSpc>
        <a:spcBef>
          <a:spcPct val="0"/>
        </a:spcBef>
        <a:spcAft>
          <a:spcPct val="0"/>
        </a:spcAft>
        <a:defRPr sz="2800" b="1">
          <a:solidFill>
            <a:schemeClr val="accent2"/>
          </a:solidFill>
          <a:latin typeface="Arial" charset="0"/>
          <a:ea typeface="ＭＳ Ｐゴシック" charset="0"/>
          <a:cs typeface="ＭＳ Ｐゴシック" charset="0"/>
        </a:defRPr>
      </a:lvl5pPr>
      <a:lvl6pPr marL="457200" algn="l" rtl="0" fontAlgn="base">
        <a:lnSpc>
          <a:spcPct val="95000"/>
        </a:lnSpc>
        <a:spcBef>
          <a:spcPct val="0"/>
        </a:spcBef>
        <a:spcAft>
          <a:spcPct val="0"/>
        </a:spcAft>
        <a:defRPr sz="2400" b="1">
          <a:solidFill>
            <a:schemeClr val="accent2"/>
          </a:solidFill>
          <a:latin typeface="Arial" charset="0"/>
        </a:defRPr>
      </a:lvl6pPr>
      <a:lvl7pPr marL="914400" algn="l" rtl="0" fontAlgn="base">
        <a:lnSpc>
          <a:spcPct val="95000"/>
        </a:lnSpc>
        <a:spcBef>
          <a:spcPct val="0"/>
        </a:spcBef>
        <a:spcAft>
          <a:spcPct val="0"/>
        </a:spcAft>
        <a:defRPr sz="2400" b="1">
          <a:solidFill>
            <a:schemeClr val="accent2"/>
          </a:solidFill>
          <a:latin typeface="Arial" charset="0"/>
        </a:defRPr>
      </a:lvl7pPr>
      <a:lvl8pPr marL="1371600" algn="l" rtl="0" fontAlgn="base">
        <a:lnSpc>
          <a:spcPct val="95000"/>
        </a:lnSpc>
        <a:spcBef>
          <a:spcPct val="0"/>
        </a:spcBef>
        <a:spcAft>
          <a:spcPct val="0"/>
        </a:spcAft>
        <a:defRPr sz="2400" b="1">
          <a:solidFill>
            <a:schemeClr val="accent2"/>
          </a:solidFill>
          <a:latin typeface="Arial" charset="0"/>
        </a:defRPr>
      </a:lvl8pPr>
      <a:lvl9pPr marL="1828800" algn="l" rtl="0" fontAlgn="base">
        <a:lnSpc>
          <a:spcPct val="95000"/>
        </a:lnSpc>
        <a:spcBef>
          <a:spcPct val="0"/>
        </a:spcBef>
        <a:spcAft>
          <a:spcPct val="0"/>
        </a:spcAft>
        <a:defRPr sz="2400" b="1">
          <a:solidFill>
            <a:schemeClr val="accent2"/>
          </a:solidFill>
          <a:latin typeface="Arial" charset="0"/>
        </a:defRPr>
      </a:lvl9pPr>
    </p:titleStyle>
    <p:body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536575" indent="-174625"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898525" indent="-173038"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339850" indent="-173038"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03388" indent="-174625"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codahale.com/you-cant-sacrifice-partition-tolerance/"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www.allthingsdistributed.com/2008/12/eventually_consistent.html" TargetMode="External"/><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www.infoq.com/articles/cap-twelve-years-later-how-the-rules-have-changed" TargetMode="External"/><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1" name="Rectangle 14">
            <a:extLst>
              <a:ext uri="{FF2B5EF4-FFF2-40B4-BE49-F238E27FC236}">
                <a16:creationId xmlns:a16="http://schemas.microsoft.com/office/drawing/2014/main" id="{B7373C27-AE51-474E-BA1F-0C5F0233AACE}"/>
              </a:ext>
            </a:extLst>
          </p:cNvPr>
          <p:cNvSpPr>
            <a:spLocks noGrp="1" noChangeArrowheads="1"/>
          </p:cNvSpPr>
          <p:nvPr>
            <p:ph type="ctrTitle"/>
          </p:nvPr>
        </p:nvSpPr>
        <p:spPr>
          <a:xfrm>
            <a:off x="154717" y="1877167"/>
            <a:ext cx="8331200" cy="1014129"/>
          </a:xfrm>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eaLnBrk="1" hangingPunct="1"/>
            <a:r>
              <a:rPr lang="en-US" altLang="en-US" sz="3200" dirty="0" err="1">
                <a:ea typeface="ＭＳ Ｐゴシック" panose="020B0600070205080204" pitchFamily="34" charset="-128"/>
              </a:rPr>
              <a:t>Algoritmi</a:t>
            </a:r>
            <a:r>
              <a:rPr lang="en-US" altLang="en-US" sz="3200" dirty="0">
                <a:ea typeface="ＭＳ Ｐゴシック" panose="020B0600070205080204" pitchFamily="34" charset="-128"/>
              </a:rPr>
              <a:t> </a:t>
            </a:r>
            <a:r>
              <a:rPr lang="en-US" altLang="en-US" sz="3200" dirty="0" err="1">
                <a:ea typeface="ＭＳ Ｐゴシック" panose="020B0600070205080204" pitchFamily="34" charset="-128"/>
              </a:rPr>
              <a:t>Paraleli</a:t>
            </a:r>
            <a:r>
              <a:rPr lang="ro-RO" altLang="en-US" sz="3200" dirty="0">
                <a:ea typeface="ＭＳ Ｐゴシック" panose="020B0600070205080204" pitchFamily="34" charset="-128"/>
              </a:rPr>
              <a:t> și Distribuiți</a:t>
            </a:r>
            <a:r>
              <a:rPr lang="en-US" altLang="en-US" sz="3200" dirty="0">
                <a:ea typeface="ＭＳ Ｐゴシック" panose="020B0600070205080204" pitchFamily="34" charset="-128"/>
              </a:rPr>
              <a:t> </a:t>
            </a:r>
            <a:br>
              <a:rPr lang="ro-RO" altLang="en-US" sz="3200" dirty="0">
                <a:ea typeface="ＭＳ Ｐゴシック" panose="020B0600070205080204" pitchFamily="34" charset="-128"/>
              </a:rPr>
            </a:br>
            <a:r>
              <a:rPr lang="ro-RO" sz="3200" dirty="0"/>
              <a:t>Replicare, partiționare,             consistență, consens</a:t>
            </a:r>
            <a:r>
              <a:rPr lang="en-US" sz="3200" dirty="0"/>
              <a:t>.</a:t>
            </a:r>
            <a:endParaRPr lang="en-US" altLang="en-US" sz="3200" dirty="0">
              <a:ea typeface="ＭＳ Ｐゴシック" panose="020B0600070205080204" pitchFamily="34" charset="-128"/>
            </a:endParaRPr>
          </a:p>
        </p:txBody>
      </p:sp>
      <p:sp>
        <p:nvSpPr>
          <p:cNvPr id="15363" name="Rectangle 1">
            <a:extLst>
              <a:ext uri="{FF2B5EF4-FFF2-40B4-BE49-F238E27FC236}">
                <a16:creationId xmlns:a16="http://schemas.microsoft.com/office/drawing/2014/main" id="{8AD4A1D2-344F-4CD3-949B-26BEB5FF75C3}"/>
              </a:ext>
            </a:extLst>
          </p:cNvPr>
          <p:cNvSpPr>
            <a:spLocks noChangeArrowheads="1"/>
          </p:cNvSpPr>
          <p:nvPr/>
        </p:nvSpPr>
        <p:spPr bwMode="auto">
          <a:xfrm>
            <a:off x="2873058" y="3010793"/>
            <a:ext cx="5607050"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eaLnBrk="1" hangingPunct="1"/>
            <a:r>
              <a:rPr lang="ro-RO" altLang="en-US" sz="2800" b="1" dirty="0">
                <a:solidFill>
                  <a:schemeClr val="bg1"/>
                </a:solidFill>
              </a:rPr>
              <a:t>Radu-Ioan Ciobanu</a:t>
            </a:r>
            <a:endParaRPr lang="en-US" altLang="en-US" sz="2800" b="1" dirty="0">
              <a:solidFill>
                <a:schemeClr val="bg1"/>
              </a:solidFill>
            </a:endParaRPr>
          </a:p>
          <a:p>
            <a:pPr algn="r" eaLnBrk="1" hangingPunct="1"/>
            <a:r>
              <a:rPr lang="en-US" altLang="en-US" sz="2400" dirty="0" err="1">
                <a:solidFill>
                  <a:schemeClr val="bg1"/>
                </a:solidFill>
              </a:rPr>
              <a:t>radu.ciobanu</a:t>
            </a:r>
            <a:r>
              <a:rPr lang="ro-RO" altLang="en-US" sz="2400" dirty="0">
                <a:solidFill>
                  <a:schemeClr val="bg1"/>
                </a:solidFill>
              </a:rPr>
              <a:t>@</a:t>
            </a:r>
            <a:r>
              <a:rPr lang="ro-RO" altLang="en-US" sz="2400" dirty="0" err="1">
                <a:solidFill>
                  <a:schemeClr val="bg1"/>
                </a:solidFill>
              </a:rPr>
              <a:t>upb.ro</a:t>
            </a:r>
            <a:endParaRPr lang="de-DE" altLang="en-US" sz="2400" dirty="0">
              <a:solidFill>
                <a:schemeClr val="bg1"/>
              </a:solidFill>
            </a:endParaRPr>
          </a:p>
          <a:p>
            <a:pPr algn="r" eaLnBrk="1" hangingPunct="1"/>
            <a:endParaRPr lang="en-US" altLang="en-US" sz="2800" b="1" dirty="0">
              <a:solidFill>
                <a:schemeClr val="bg1"/>
              </a:solidFill>
            </a:endParaRPr>
          </a:p>
          <a:p>
            <a:pPr algn="r" eaLnBrk="1" hangingPunct="1"/>
            <a:endParaRPr lang="en-US" altLang="en-US" sz="2800" b="1" dirty="0">
              <a:solidFill>
                <a:schemeClr val="bg1"/>
              </a:solidFill>
            </a:endParaRPr>
          </a:p>
          <a:p>
            <a:pPr algn="r" eaLnBrk="1" hangingPunct="1"/>
            <a:endParaRPr lang="en-US" altLang="en-US" sz="2800" b="1" dirty="0">
              <a:solidFill>
                <a:schemeClr val="bg1"/>
              </a:solidFill>
            </a:endParaRPr>
          </a:p>
          <a:p>
            <a:pPr algn="r" eaLnBrk="1" hangingPunct="1"/>
            <a:endParaRPr lang="en-US" altLang="en-US" sz="2800" b="1" dirty="0">
              <a:solidFill>
                <a:schemeClr val="bg1"/>
              </a:solidFill>
            </a:endParaRPr>
          </a:p>
          <a:p>
            <a:pPr algn="r" eaLnBrk="1" hangingPunct="1"/>
            <a:endParaRPr lang="en-US" altLang="en-US" sz="2800"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8818" name="Rectangle 1026">
            <a:extLst>
              <a:ext uri="{FF2B5EF4-FFF2-40B4-BE49-F238E27FC236}">
                <a16:creationId xmlns:a16="http://schemas.microsoft.com/office/drawing/2014/main" id="{AEE0899C-7757-3E4C-93A3-1561CE613CF8}"/>
              </a:ext>
            </a:extLst>
          </p:cNvPr>
          <p:cNvSpPr>
            <a:spLocks noGrp="1" noChangeArrowheads="1"/>
          </p:cNvSpPr>
          <p:nvPr>
            <p:ph type="title"/>
          </p:nvPr>
        </p:nvSpPr>
        <p:spPr>
          <a:xfrm>
            <a:off x="1050925" y="457200"/>
            <a:ext cx="6238875" cy="458788"/>
          </a:xfrm>
        </p:spPr>
        <p:txBody>
          <a:bodyPr/>
          <a:lstStyle/>
          <a:p>
            <a:r>
              <a:rPr lang="ro-RO" altLang="ro-RO" dirty="0"/>
              <a:t>Replicare</a:t>
            </a:r>
          </a:p>
        </p:txBody>
      </p:sp>
      <p:sp>
        <p:nvSpPr>
          <p:cNvPr id="1698819" name="Rectangle 1027">
            <a:extLst>
              <a:ext uri="{FF2B5EF4-FFF2-40B4-BE49-F238E27FC236}">
                <a16:creationId xmlns:a16="http://schemas.microsoft.com/office/drawing/2014/main" id="{9EDE3141-5664-CD43-AD03-6F56184A14FC}"/>
              </a:ext>
            </a:extLst>
          </p:cNvPr>
          <p:cNvSpPr>
            <a:spLocks noGrp="1" noChangeArrowheads="1"/>
          </p:cNvSpPr>
          <p:nvPr>
            <p:ph type="body" idx="1"/>
          </p:nvPr>
        </p:nvSpPr>
        <p:spPr>
          <a:xfrm>
            <a:off x="319088" y="1145894"/>
            <a:ext cx="8524875" cy="5269194"/>
          </a:xfrm>
        </p:spPr>
        <p:txBody>
          <a:bodyPr/>
          <a:lstStyle/>
          <a:p>
            <a:r>
              <a:rPr lang="ro-RO" altLang="ro-RO" dirty="0"/>
              <a:t> </a:t>
            </a:r>
            <a:r>
              <a:rPr lang="ro-RO" altLang="ro-RO" b="1" dirty="0"/>
              <a:t>Replicare</a:t>
            </a:r>
          </a:p>
          <a:p>
            <a:pPr lvl="1"/>
            <a:r>
              <a:rPr lang="ro-RO" altLang="ro-RO" dirty="0"/>
              <a:t>stocarea mai multor copii ale acelorași date pe mai multe noduri conectate printr-o rețea</a:t>
            </a:r>
          </a:p>
          <a:p>
            <a:pPr lvl="1"/>
            <a:r>
              <a:rPr lang="ro-RO" altLang="ro-RO" dirty="0"/>
              <a:t>motivație:</a:t>
            </a:r>
          </a:p>
          <a:p>
            <a:pPr lvl="2"/>
            <a:r>
              <a:rPr lang="ro-RO" altLang="ro-RO" dirty="0"/>
              <a:t>ținerea datelor mai aproape de utilizatori (geografic) </a:t>
            </a:r>
            <a:r>
              <a:rPr lang="ro-RO" altLang="ro-RO" dirty="0">
                <a:sym typeface="Wingdings" pitchFamily="2" charset="2"/>
              </a:rPr>
              <a:t> reducerea latenței, funcționarea și atunci când au loc deconectări</a:t>
            </a:r>
            <a:endParaRPr lang="ro-RO" altLang="ro-RO" dirty="0"/>
          </a:p>
          <a:p>
            <a:pPr lvl="2"/>
            <a:r>
              <a:rPr lang="ro-RO" altLang="ro-RO" dirty="0"/>
              <a:t>funcționarea sistemului chiar dacă părți din el nu mai funcționează </a:t>
            </a:r>
            <a:r>
              <a:rPr lang="ro-RO" altLang="ro-RO" dirty="0">
                <a:sym typeface="Wingdings" pitchFamily="2" charset="2"/>
              </a:rPr>
              <a:t> creșterea disponibilității</a:t>
            </a:r>
            <a:endParaRPr lang="ro-RO" altLang="ro-RO" dirty="0"/>
          </a:p>
          <a:p>
            <a:pPr lvl="2"/>
            <a:r>
              <a:rPr lang="ro-RO" altLang="ro-RO" dirty="0"/>
              <a:t>scalarea numărului de noduri care pot răspunde la cereri </a:t>
            </a:r>
            <a:r>
              <a:rPr lang="ro-RO" altLang="ro-RO" dirty="0">
                <a:sym typeface="Wingdings" pitchFamily="2" charset="2"/>
              </a:rPr>
              <a:t> creșterea </a:t>
            </a:r>
            <a:r>
              <a:rPr lang="ro-RO" altLang="ro-RO" dirty="0" err="1">
                <a:sym typeface="Wingdings" pitchFamily="2" charset="2"/>
              </a:rPr>
              <a:t>throughput</a:t>
            </a:r>
            <a:r>
              <a:rPr lang="ro-RO" altLang="ro-RO" dirty="0">
                <a:sym typeface="Wingdings" pitchFamily="2" charset="2"/>
              </a:rPr>
              <a:t>-ului la citire, </a:t>
            </a:r>
            <a:r>
              <a:rPr lang="ro-RO" altLang="ro-RO" dirty="0" err="1">
                <a:sym typeface="Wingdings" pitchFamily="2" charset="2"/>
              </a:rPr>
              <a:t>scalabilitate</a:t>
            </a:r>
            <a:endParaRPr lang="ro-RO" altLang="ro-RO" dirty="0"/>
          </a:p>
        </p:txBody>
      </p:sp>
    </p:spTree>
    <p:extLst>
      <p:ext uri="{BB962C8B-B14F-4D97-AF65-F5344CB8AC3E}">
        <p14:creationId xmlns:p14="http://schemas.microsoft.com/office/powerpoint/2010/main" val="3020355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988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69881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698819">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98819">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98819">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9881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8819" grpId="0" uiExpand="1"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8818" name="Rectangle 1026">
            <a:extLst>
              <a:ext uri="{FF2B5EF4-FFF2-40B4-BE49-F238E27FC236}">
                <a16:creationId xmlns:a16="http://schemas.microsoft.com/office/drawing/2014/main" id="{AEE0899C-7757-3E4C-93A3-1561CE613CF8}"/>
              </a:ext>
            </a:extLst>
          </p:cNvPr>
          <p:cNvSpPr>
            <a:spLocks noGrp="1" noChangeArrowheads="1"/>
          </p:cNvSpPr>
          <p:nvPr>
            <p:ph type="title"/>
          </p:nvPr>
        </p:nvSpPr>
        <p:spPr>
          <a:xfrm>
            <a:off x="1050925" y="457200"/>
            <a:ext cx="6238875" cy="458788"/>
          </a:xfrm>
        </p:spPr>
        <p:txBody>
          <a:bodyPr/>
          <a:lstStyle/>
          <a:p>
            <a:r>
              <a:rPr lang="ro-RO" altLang="ro-RO" dirty="0"/>
              <a:t>Replicare (2)</a:t>
            </a:r>
          </a:p>
        </p:txBody>
      </p:sp>
      <p:sp>
        <p:nvSpPr>
          <p:cNvPr id="1698819" name="Rectangle 1027">
            <a:extLst>
              <a:ext uri="{FF2B5EF4-FFF2-40B4-BE49-F238E27FC236}">
                <a16:creationId xmlns:a16="http://schemas.microsoft.com/office/drawing/2014/main" id="{9EDE3141-5664-CD43-AD03-6F56184A14FC}"/>
              </a:ext>
            </a:extLst>
          </p:cNvPr>
          <p:cNvSpPr>
            <a:spLocks noGrp="1" noChangeArrowheads="1"/>
          </p:cNvSpPr>
          <p:nvPr>
            <p:ph type="body" idx="1"/>
          </p:nvPr>
        </p:nvSpPr>
        <p:spPr>
          <a:xfrm>
            <a:off x="319088" y="1111170"/>
            <a:ext cx="8524875" cy="5303918"/>
          </a:xfrm>
        </p:spPr>
        <p:txBody>
          <a:bodyPr/>
          <a:lstStyle/>
          <a:p>
            <a:r>
              <a:rPr lang="ro-RO" altLang="ro-RO" b="1" dirty="0"/>
              <a:t>Replică</a:t>
            </a:r>
            <a:r>
              <a:rPr lang="ro-RO" altLang="ro-RO" dirty="0"/>
              <a:t> </a:t>
            </a:r>
            <a:r>
              <a:rPr lang="ro-RO" altLang="ro-RO" dirty="0">
                <a:sym typeface="Wingdings" pitchFamily="2" charset="2"/>
              </a:rPr>
              <a:t> un nod care conține o copie a unor date (a unei baze de date)</a:t>
            </a:r>
          </a:p>
          <a:p>
            <a:r>
              <a:rPr lang="ro-RO" altLang="ro-RO" dirty="0">
                <a:sym typeface="Wingdings" pitchFamily="2" charset="2"/>
              </a:rPr>
              <a:t>Toate replicile trebuie să conțină toate datele</a:t>
            </a:r>
            <a:r>
              <a:rPr lang="ro-RO" altLang="ro-RO" dirty="0"/>
              <a:t> </a:t>
            </a:r>
            <a:r>
              <a:rPr lang="ro-RO" altLang="ro-RO" dirty="0">
                <a:sym typeface="Wingdings" pitchFamily="2" charset="2"/>
              </a:rPr>
              <a:t> </a:t>
            </a:r>
            <a:r>
              <a:rPr lang="ro-RO" altLang="ro-RO" b="1" dirty="0">
                <a:sym typeface="Wingdings" pitchFamily="2" charset="2"/>
              </a:rPr>
              <a:t>cum ne putem asigura că toate datele sunt scrise corect pe toate replicile?</a:t>
            </a:r>
            <a:endParaRPr lang="ro-RO" altLang="ro-RO" b="1" dirty="0"/>
          </a:p>
          <a:p>
            <a:pPr lvl="1"/>
            <a:r>
              <a:rPr lang="ro-RO" altLang="ro-RO" dirty="0"/>
              <a:t>replicare cu un lider</a:t>
            </a:r>
          </a:p>
          <a:p>
            <a:pPr lvl="1"/>
            <a:r>
              <a:rPr lang="ro-RO" altLang="ro-RO" dirty="0"/>
              <a:t>replicare cu mai mulți lideri</a:t>
            </a:r>
          </a:p>
          <a:p>
            <a:pPr lvl="1"/>
            <a:r>
              <a:rPr lang="ro-RO" altLang="ro-RO" dirty="0"/>
              <a:t>replicare fără lider</a:t>
            </a:r>
          </a:p>
        </p:txBody>
      </p:sp>
    </p:spTree>
    <p:extLst>
      <p:ext uri="{BB962C8B-B14F-4D97-AF65-F5344CB8AC3E}">
        <p14:creationId xmlns:p14="http://schemas.microsoft.com/office/powerpoint/2010/main" val="1733921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8818" name="Rectangle 1026">
            <a:extLst>
              <a:ext uri="{FF2B5EF4-FFF2-40B4-BE49-F238E27FC236}">
                <a16:creationId xmlns:a16="http://schemas.microsoft.com/office/drawing/2014/main" id="{AEE0899C-7757-3E4C-93A3-1561CE613CF8}"/>
              </a:ext>
            </a:extLst>
          </p:cNvPr>
          <p:cNvSpPr>
            <a:spLocks noGrp="1" noChangeArrowheads="1"/>
          </p:cNvSpPr>
          <p:nvPr>
            <p:ph type="title"/>
          </p:nvPr>
        </p:nvSpPr>
        <p:spPr>
          <a:xfrm>
            <a:off x="1050925" y="457200"/>
            <a:ext cx="6238875" cy="458788"/>
          </a:xfrm>
        </p:spPr>
        <p:txBody>
          <a:bodyPr/>
          <a:lstStyle/>
          <a:p>
            <a:r>
              <a:rPr lang="ro-RO" altLang="ro-RO" dirty="0"/>
              <a:t>Replicare cu un lider</a:t>
            </a:r>
          </a:p>
        </p:txBody>
      </p:sp>
      <p:sp>
        <p:nvSpPr>
          <p:cNvPr id="2" name="Content Placeholder 1">
            <a:extLst>
              <a:ext uri="{FF2B5EF4-FFF2-40B4-BE49-F238E27FC236}">
                <a16:creationId xmlns:a16="http://schemas.microsoft.com/office/drawing/2014/main" id="{AED4949F-F64B-8349-83E9-12AC98E8CBD8}"/>
              </a:ext>
            </a:extLst>
          </p:cNvPr>
          <p:cNvSpPr>
            <a:spLocks noGrp="1"/>
          </p:cNvSpPr>
          <p:nvPr>
            <p:ph idx="1"/>
          </p:nvPr>
        </p:nvSpPr>
        <p:spPr>
          <a:xfrm>
            <a:off x="319088" y="4572000"/>
            <a:ext cx="8524875" cy="1843088"/>
          </a:xfrm>
        </p:spPr>
        <p:txBody>
          <a:bodyPr/>
          <a:lstStyle/>
          <a:p>
            <a:r>
              <a:rPr lang="en-RO" sz="1800" dirty="0"/>
              <a:t>Una din replici este </a:t>
            </a:r>
            <a:r>
              <a:rPr lang="en-RO" sz="1800" b="1" dirty="0"/>
              <a:t>lider</a:t>
            </a:r>
            <a:r>
              <a:rPr lang="en-RO" sz="1800" dirty="0"/>
              <a:t> </a:t>
            </a:r>
            <a:r>
              <a:rPr lang="en-RO" sz="1800" dirty="0">
                <a:sym typeface="Wingdings" pitchFamily="2" charset="2"/>
              </a:rPr>
              <a:t> toate cererile de scriere se fac către această replică</a:t>
            </a:r>
          </a:p>
          <a:p>
            <a:r>
              <a:rPr lang="en-RO" sz="1800" dirty="0">
                <a:sym typeface="Wingdings" pitchFamily="2" charset="2"/>
              </a:rPr>
              <a:t>Toate celelalte replici sunt </a:t>
            </a:r>
            <a:r>
              <a:rPr lang="en-RO" sz="1800" b="1" dirty="0">
                <a:sym typeface="Wingdings" pitchFamily="2" charset="2"/>
              </a:rPr>
              <a:t>urmăritori</a:t>
            </a:r>
            <a:r>
              <a:rPr lang="en-RO" sz="1800" dirty="0">
                <a:sym typeface="Wingdings" pitchFamily="2" charset="2"/>
              </a:rPr>
              <a:t>  liderul informează toți urmăritorii despre fiecare scriere, urmăritorii își actualizează copia locală a datelor</a:t>
            </a:r>
          </a:p>
          <a:p>
            <a:r>
              <a:rPr lang="en-RO" sz="1800" dirty="0">
                <a:sym typeface="Wingdings" pitchFamily="2" charset="2"/>
              </a:rPr>
              <a:t>Un client care vrea să citească din baza de date poate trimite cererea către orice replică</a:t>
            </a:r>
            <a:endParaRPr lang="en-RO" sz="1800" dirty="0"/>
          </a:p>
        </p:txBody>
      </p:sp>
      <p:pic>
        <p:nvPicPr>
          <p:cNvPr id="4" name="Picture 3">
            <a:extLst>
              <a:ext uri="{FF2B5EF4-FFF2-40B4-BE49-F238E27FC236}">
                <a16:creationId xmlns:a16="http://schemas.microsoft.com/office/drawing/2014/main" id="{41EEEA4F-730C-234F-A001-19D13423F752}"/>
              </a:ext>
            </a:extLst>
          </p:cNvPr>
          <p:cNvPicPr>
            <a:picLocks noChangeAspect="1"/>
          </p:cNvPicPr>
          <p:nvPr/>
        </p:nvPicPr>
        <p:blipFill>
          <a:blip r:embed="rId3"/>
          <a:stretch>
            <a:fillRect/>
          </a:stretch>
        </p:blipFill>
        <p:spPr>
          <a:xfrm>
            <a:off x="0" y="1074695"/>
            <a:ext cx="9144000" cy="3164822"/>
          </a:xfrm>
          <a:prstGeom prst="rect">
            <a:avLst/>
          </a:prstGeom>
        </p:spPr>
      </p:pic>
    </p:spTree>
    <p:extLst>
      <p:ext uri="{BB962C8B-B14F-4D97-AF65-F5344CB8AC3E}">
        <p14:creationId xmlns:p14="http://schemas.microsoft.com/office/powerpoint/2010/main" val="969055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8818" name="Rectangle 1026">
            <a:extLst>
              <a:ext uri="{FF2B5EF4-FFF2-40B4-BE49-F238E27FC236}">
                <a16:creationId xmlns:a16="http://schemas.microsoft.com/office/drawing/2014/main" id="{AEE0899C-7757-3E4C-93A3-1561CE613CF8}"/>
              </a:ext>
            </a:extLst>
          </p:cNvPr>
          <p:cNvSpPr>
            <a:spLocks noGrp="1" noChangeArrowheads="1"/>
          </p:cNvSpPr>
          <p:nvPr>
            <p:ph type="title"/>
          </p:nvPr>
        </p:nvSpPr>
        <p:spPr>
          <a:xfrm>
            <a:off x="1050925" y="457200"/>
            <a:ext cx="6238875" cy="458788"/>
          </a:xfrm>
        </p:spPr>
        <p:txBody>
          <a:bodyPr/>
          <a:lstStyle/>
          <a:p>
            <a:r>
              <a:rPr lang="ro-RO" altLang="ro-RO" dirty="0"/>
              <a:t>Replicare sincronă și asincronă</a:t>
            </a:r>
          </a:p>
        </p:txBody>
      </p:sp>
      <p:sp>
        <p:nvSpPr>
          <p:cNvPr id="2" name="Content Placeholder 1">
            <a:extLst>
              <a:ext uri="{FF2B5EF4-FFF2-40B4-BE49-F238E27FC236}">
                <a16:creationId xmlns:a16="http://schemas.microsoft.com/office/drawing/2014/main" id="{AED4949F-F64B-8349-83E9-12AC98E8CBD8}"/>
              </a:ext>
            </a:extLst>
          </p:cNvPr>
          <p:cNvSpPr>
            <a:spLocks noGrp="1"/>
          </p:cNvSpPr>
          <p:nvPr>
            <p:ph idx="1"/>
          </p:nvPr>
        </p:nvSpPr>
        <p:spPr>
          <a:xfrm>
            <a:off x="319088" y="4700613"/>
            <a:ext cx="8524875" cy="1818939"/>
          </a:xfrm>
        </p:spPr>
        <p:txBody>
          <a:bodyPr/>
          <a:lstStyle/>
          <a:p>
            <a:r>
              <a:rPr lang="ro-RO" sz="1800" dirty="0"/>
              <a:t>Replicare </a:t>
            </a:r>
            <a:r>
              <a:rPr lang="ro-RO" sz="1800" b="1" dirty="0"/>
              <a:t>sincronă</a:t>
            </a:r>
            <a:r>
              <a:rPr lang="ro-RO" sz="1800" dirty="0"/>
              <a:t> </a:t>
            </a:r>
            <a:r>
              <a:rPr lang="ro-RO" sz="1800" dirty="0">
                <a:sym typeface="Wingdings" pitchFamily="2" charset="2"/>
              </a:rPr>
              <a:t> liderul așteaptă confirmare de la urmăritor că scrierea a fost făcută înainte să-i confirme utilizatorului scrierea</a:t>
            </a:r>
          </a:p>
          <a:p>
            <a:r>
              <a:rPr lang="ro-RO" sz="1800" dirty="0">
                <a:sym typeface="Wingdings" pitchFamily="2" charset="2"/>
              </a:rPr>
              <a:t>Replicare </a:t>
            </a:r>
            <a:r>
              <a:rPr lang="ro-RO" sz="1800" b="1" dirty="0">
                <a:sym typeface="Wingdings" pitchFamily="2" charset="2"/>
              </a:rPr>
              <a:t>asincronă </a:t>
            </a:r>
            <a:r>
              <a:rPr lang="ro-RO" sz="1800" dirty="0">
                <a:sym typeface="Wingdings" pitchFamily="2" charset="2"/>
              </a:rPr>
              <a:t> liderul trimite mesajul către urmăritor, dar nu așteaptă confirmare</a:t>
            </a:r>
          </a:p>
        </p:txBody>
      </p:sp>
      <p:pic>
        <p:nvPicPr>
          <p:cNvPr id="3" name="Picture 2">
            <a:extLst>
              <a:ext uri="{FF2B5EF4-FFF2-40B4-BE49-F238E27FC236}">
                <a16:creationId xmlns:a16="http://schemas.microsoft.com/office/drawing/2014/main" id="{830C6D26-658E-614B-BF80-DFB4FAC49096}"/>
              </a:ext>
            </a:extLst>
          </p:cNvPr>
          <p:cNvPicPr>
            <a:picLocks noChangeAspect="1"/>
          </p:cNvPicPr>
          <p:nvPr/>
        </p:nvPicPr>
        <p:blipFill>
          <a:blip r:embed="rId3"/>
          <a:stretch>
            <a:fillRect/>
          </a:stretch>
        </p:blipFill>
        <p:spPr>
          <a:xfrm>
            <a:off x="0" y="922364"/>
            <a:ext cx="9144000" cy="3778250"/>
          </a:xfrm>
          <a:prstGeom prst="rect">
            <a:avLst/>
          </a:prstGeom>
        </p:spPr>
      </p:pic>
    </p:spTree>
    <p:extLst>
      <p:ext uri="{BB962C8B-B14F-4D97-AF65-F5344CB8AC3E}">
        <p14:creationId xmlns:p14="http://schemas.microsoft.com/office/powerpoint/2010/main" val="20003175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8818" name="Rectangle 1026">
            <a:extLst>
              <a:ext uri="{FF2B5EF4-FFF2-40B4-BE49-F238E27FC236}">
                <a16:creationId xmlns:a16="http://schemas.microsoft.com/office/drawing/2014/main" id="{AEE0899C-7757-3E4C-93A3-1561CE613CF8}"/>
              </a:ext>
            </a:extLst>
          </p:cNvPr>
          <p:cNvSpPr>
            <a:spLocks noGrp="1" noChangeArrowheads="1"/>
          </p:cNvSpPr>
          <p:nvPr>
            <p:ph type="title"/>
          </p:nvPr>
        </p:nvSpPr>
        <p:spPr>
          <a:xfrm>
            <a:off x="1050925" y="457200"/>
            <a:ext cx="6238875" cy="458788"/>
          </a:xfrm>
        </p:spPr>
        <p:txBody>
          <a:bodyPr/>
          <a:lstStyle/>
          <a:p>
            <a:r>
              <a:rPr lang="ro-RO" altLang="ro-RO" dirty="0"/>
              <a:t>Tratarea eșecurilor nodurilor</a:t>
            </a:r>
          </a:p>
        </p:txBody>
      </p:sp>
      <p:sp>
        <p:nvSpPr>
          <p:cNvPr id="1698819" name="Rectangle 1027">
            <a:extLst>
              <a:ext uri="{FF2B5EF4-FFF2-40B4-BE49-F238E27FC236}">
                <a16:creationId xmlns:a16="http://schemas.microsoft.com/office/drawing/2014/main" id="{9EDE3141-5664-CD43-AD03-6F56184A14FC}"/>
              </a:ext>
            </a:extLst>
          </p:cNvPr>
          <p:cNvSpPr>
            <a:spLocks noGrp="1" noChangeArrowheads="1"/>
          </p:cNvSpPr>
          <p:nvPr>
            <p:ph type="body" idx="1"/>
          </p:nvPr>
        </p:nvSpPr>
        <p:spPr>
          <a:xfrm>
            <a:off x="319088" y="1175657"/>
            <a:ext cx="8524875" cy="5239431"/>
          </a:xfrm>
        </p:spPr>
        <p:txBody>
          <a:bodyPr/>
          <a:lstStyle/>
          <a:p>
            <a:r>
              <a:rPr lang="ro-RO" altLang="ro-RO" dirty="0"/>
              <a:t>Eșecul unui urmăritor</a:t>
            </a:r>
            <a:endParaRPr lang="ro-RO" altLang="ro-RO" b="1" dirty="0"/>
          </a:p>
          <a:p>
            <a:pPr lvl="1"/>
            <a:r>
              <a:rPr lang="ro-RO" altLang="ro-RO" dirty="0"/>
              <a:t>fiecare urmăritor stochează un log cu modificările primite de la lider</a:t>
            </a:r>
          </a:p>
          <a:p>
            <a:pPr lvl="1"/>
            <a:r>
              <a:rPr lang="ro-RO" altLang="ro-RO" dirty="0"/>
              <a:t>când un urmăritor este inactiv/inaccesibil pentru o perioadă de timp, la repornire îi cere liderului toate modificările care au avut loc cât timp a fost inactiv, și apoi le aplică</a:t>
            </a:r>
          </a:p>
          <a:p>
            <a:r>
              <a:rPr lang="ro-RO" altLang="ro-RO" dirty="0"/>
              <a:t>Eșecul liderului </a:t>
            </a:r>
            <a:r>
              <a:rPr lang="ro-RO" altLang="ro-RO" dirty="0">
                <a:sym typeface="Wingdings" pitchFamily="2" charset="2"/>
              </a:rPr>
              <a:t> </a:t>
            </a:r>
            <a:r>
              <a:rPr lang="ro-RO" altLang="ro-RO" b="1" dirty="0" err="1">
                <a:sym typeface="Wingdings" pitchFamily="2" charset="2"/>
              </a:rPr>
              <a:t>failover</a:t>
            </a:r>
            <a:endParaRPr lang="ro-RO" altLang="ro-RO" b="1" dirty="0"/>
          </a:p>
          <a:p>
            <a:pPr lvl="1"/>
            <a:r>
              <a:rPr lang="ro-RO" altLang="ro-RO" dirty="0"/>
              <a:t>unul din urmăritori trebuie promovat ca noul lider</a:t>
            </a:r>
          </a:p>
          <a:p>
            <a:pPr lvl="1"/>
            <a:r>
              <a:rPr lang="ro-RO" altLang="ro-RO" dirty="0"/>
              <a:t>clienții trebuie să știe cine este noul lider (pentru a scrie la acesta)</a:t>
            </a:r>
          </a:p>
          <a:p>
            <a:pPr lvl="1"/>
            <a:r>
              <a:rPr lang="ro-RO" altLang="ro-RO" dirty="0"/>
              <a:t>ceilalți urmăritori trebuie să știe cine este noul lider (pentru a consuma modificări de date de la acesta)</a:t>
            </a:r>
          </a:p>
          <a:p>
            <a:pPr lvl="1"/>
            <a:r>
              <a:rPr lang="ro-RO" altLang="ro-RO" b="1" dirty="0"/>
              <a:t>Ce se poate întâmpla la </a:t>
            </a:r>
            <a:r>
              <a:rPr lang="ro-RO" altLang="ro-RO" b="1" dirty="0" err="1"/>
              <a:t>failover</a:t>
            </a:r>
            <a:r>
              <a:rPr lang="ro-RO" altLang="ro-RO" b="1" dirty="0"/>
              <a:t> dacă folosim replicare asincronă?</a:t>
            </a:r>
          </a:p>
        </p:txBody>
      </p:sp>
    </p:spTree>
    <p:extLst>
      <p:ext uri="{BB962C8B-B14F-4D97-AF65-F5344CB8AC3E}">
        <p14:creationId xmlns:p14="http://schemas.microsoft.com/office/powerpoint/2010/main" val="921298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9881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9881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988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98819">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98819">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98819">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98819">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9881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8818" name="Rectangle 1026">
            <a:extLst>
              <a:ext uri="{FF2B5EF4-FFF2-40B4-BE49-F238E27FC236}">
                <a16:creationId xmlns:a16="http://schemas.microsoft.com/office/drawing/2014/main" id="{AEE0899C-7757-3E4C-93A3-1561CE613CF8}"/>
              </a:ext>
            </a:extLst>
          </p:cNvPr>
          <p:cNvSpPr>
            <a:spLocks noGrp="1" noChangeArrowheads="1"/>
          </p:cNvSpPr>
          <p:nvPr>
            <p:ph type="title"/>
          </p:nvPr>
        </p:nvSpPr>
        <p:spPr>
          <a:xfrm>
            <a:off x="1050925" y="457200"/>
            <a:ext cx="6238875" cy="458788"/>
          </a:xfrm>
        </p:spPr>
        <p:txBody>
          <a:bodyPr/>
          <a:lstStyle/>
          <a:p>
            <a:r>
              <a:rPr lang="ro-RO" altLang="ro-RO" dirty="0"/>
              <a:t>Probleme cu întârzierea replicării</a:t>
            </a:r>
          </a:p>
        </p:txBody>
      </p:sp>
      <p:sp>
        <p:nvSpPr>
          <p:cNvPr id="1698819" name="Rectangle 1027">
            <a:extLst>
              <a:ext uri="{FF2B5EF4-FFF2-40B4-BE49-F238E27FC236}">
                <a16:creationId xmlns:a16="http://schemas.microsoft.com/office/drawing/2014/main" id="{9EDE3141-5664-CD43-AD03-6F56184A14FC}"/>
              </a:ext>
            </a:extLst>
          </p:cNvPr>
          <p:cNvSpPr>
            <a:spLocks noGrp="1" noChangeArrowheads="1"/>
          </p:cNvSpPr>
          <p:nvPr>
            <p:ph type="body" idx="1"/>
          </p:nvPr>
        </p:nvSpPr>
        <p:spPr>
          <a:xfrm>
            <a:off x="319088" y="1175657"/>
            <a:ext cx="8524875" cy="5239431"/>
          </a:xfrm>
        </p:spPr>
        <p:txBody>
          <a:bodyPr/>
          <a:lstStyle/>
          <a:p>
            <a:r>
              <a:rPr lang="ro-RO" altLang="ro-RO" dirty="0"/>
              <a:t>Într-un sistem cu replicare asincronă, putem avea următorul scenariu:</a:t>
            </a:r>
          </a:p>
          <a:p>
            <a:pPr lvl="1"/>
            <a:r>
              <a:rPr lang="ro-RO" altLang="ro-RO" dirty="0"/>
              <a:t>un client trimite către lider o cerere de actualizare a unor date </a:t>
            </a:r>
          </a:p>
          <a:p>
            <a:pPr lvl="1"/>
            <a:r>
              <a:rPr lang="ro-RO" altLang="ro-RO" dirty="0"/>
              <a:t>liderul actualizează datele local, trimite confirmare către client, apoi trimite cereri de actualizare a datelor către urmăritori</a:t>
            </a:r>
          </a:p>
          <a:p>
            <a:pPr lvl="1"/>
            <a:r>
              <a:rPr lang="ro-RO" altLang="ro-RO" dirty="0"/>
              <a:t>doi clienți fac câte o cerere de citire a datelor</a:t>
            </a:r>
          </a:p>
          <a:p>
            <a:pPr lvl="2"/>
            <a:r>
              <a:rPr lang="ro-RO" altLang="ro-RO" dirty="0"/>
              <a:t>un client citește de la lider și vede datele actualizate</a:t>
            </a:r>
          </a:p>
          <a:p>
            <a:pPr lvl="2"/>
            <a:r>
              <a:rPr lang="ro-RO" altLang="ro-RO" dirty="0"/>
              <a:t>un client citește de la un urmăritor care încă nu a înregistrat actualizarea precedentă, deci vede o variantă veche a datelor</a:t>
            </a:r>
          </a:p>
          <a:p>
            <a:pPr lvl="1"/>
            <a:r>
              <a:rPr lang="ro-RO" altLang="ro-RO" dirty="0"/>
              <a:t>în cele din urmă, toți urmăritorii vor ajunge totuși să aibă aceeași versiune a datelor</a:t>
            </a:r>
          </a:p>
          <a:p>
            <a:r>
              <a:rPr lang="ro-RO" altLang="ro-RO" b="1" dirty="0"/>
              <a:t>Eventual </a:t>
            </a:r>
            <a:r>
              <a:rPr lang="ro-RO" altLang="ro-RO" b="1" dirty="0" err="1"/>
              <a:t>consistency</a:t>
            </a:r>
            <a:endParaRPr lang="ro-RO" altLang="ro-RO" b="1" dirty="0"/>
          </a:p>
        </p:txBody>
      </p:sp>
    </p:spTree>
    <p:extLst>
      <p:ext uri="{BB962C8B-B14F-4D97-AF65-F5344CB8AC3E}">
        <p14:creationId xmlns:p14="http://schemas.microsoft.com/office/powerpoint/2010/main" val="3906783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9881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988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9881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9881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9881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98819">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9881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8818" name="Rectangle 1026">
            <a:extLst>
              <a:ext uri="{FF2B5EF4-FFF2-40B4-BE49-F238E27FC236}">
                <a16:creationId xmlns:a16="http://schemas.microsoft.com/office/drawing/2014/main" id="{AEE0899C-7757-3E4C-93A3-1561CE613CF8}"/>
              </a:ext>
            </a:extLst>
          </p:cNvPr>
          <p:cNvSpPr>
            <a:spLocks noGrp="1" noChangeArrowheads="1"/>
          </p:cNvSpPr>
          <p:nvPr>
            <p:ph type="title"/>
          </p:nvPr>
        </p:nvSpPr>
        <p:spPr>
          <a:xfrm>
            <a:off x="1050925" y="457200"/>
            <a:ext cx="6238875" cy="458788"/>
          </a:xfrm>
        </p:spPr>
        <p:txBody>
          <a:bodyPr/>
          <a:lstStyle/>
          <a:p>
            <a:r>
              <a:rPr lang="ro-RO" altLang="ro-RO" dirty="0"/>
              <a:t>Probleme cu întârzierea replicării (2)</a:t>
            </a:r>
          </a:p>
        </p:txBody>
      </p:sp>
      <p:sp>
        <p:nvSpPr>
          <p:cNvPr id="1698819" name="Rectangle 1027">
            <a:extLst>
              <a:ext uri="{FF2B5EF4-FFF2-40B4-BE49-F238E27FC236}">
                <a16:creationId xmlns:a16="http://schemas.microsoft.com/office/drawing/2014/main" id="{9EDE3141-5664-CD43-AD03-6F56184A14FC}"/>
              </a:ext>
            </a:extLst>
          </p:cNvPr>
          <p:cNvSpPr>
            <a:spLocks noGrp="1" noChangeArrowheads="1"/>
          </p:cNvSpPr>
          <p:nvPr>
            <p:ph type="body" idx="1"/>
          </p:nvPr>
        </p:nvSpPr>
        <p:spPr>
          <a:xfrm>
            <a:off x="319088" y="4263241"/>
            <a:ext cx="8524875" cy="2151847"/>
          </a:xfrm>
        </p:spPr>
        <p:txBody>
          <a:bodyPr/>
          <a:lstStyle/>
          <a:p>
            <a:r>
              <a:rPr lang="ro-RO" altLang="ro-RO" dirty="0"/>
              <a:t>Avem nevoie de consistență de tipul </a:t>
            </a:r>
            <a:r>
              <a:rPr lang="ro-RO" altLang="ro-RO" b="1" dirty="0"/>
              <a:t>„</a:t>
            </a:r>
            <a:r>
              <a:rPr lang="ro-RO" altLang="ro-RO" b="1" dirty="0" err="1"/>
              <a:t>read-your-writes</a:t>
            </a:r>
            <a:r>
              <a:rPr lang="ro-RO" altLang="ro-RO" b="1" dirty="0"/>
              <a:t>”</a:t>
            </a:r>
          </a:p>
          <a:p>
            <a:pPr lvl="1"/>
            <a:r>
              <a:rPr lang="ro-RO" altLang="ro-RO" dirty="0"/>
              <a:t>cum am putea să o implementăm?</a:t>
            </a:r>
          </a:p>
          <a:p>
            <a:pPr lvl="2"/>
            <a:r>
              <a:rPr lang="ro-RO" altLang="ro-RO" dirty="0"/>
              <a:t>când citim ceva modificat de </a:t>
            </a:r>
            <a:r>
              <a:rPr lang="ro-RO" altLang="ro-RO" dirty="0" err="1"/>
              <a:t>user</a:t>
            </a:r>
            <a:r>
              <a:rPr lang="ro-RO" altLang="ro-RO" dirty="0"/>
              <a:t>, citim direct de la lider</a:t>
            </a:r>
          </a:p>
          <a:p>
            <a:pPr lvl="2"/>
            <a:r>
              <a:rPr lang="ro-RO" altLang="ro-RO" dirty="0"/>
              <a:t>pentru X secunde de la ultima actualizare a datelor, citim direct de la lider</a:t>
            </a:r>
          </a:p>
          <a:p>
            <a:pPr lvl="2"/>
            <a:r>
              <a:rPr lang="ro-RO" altLang="ro-RO" dirty="0"/>
              <a:t>se stochează un </a:t>
            </a:r>
            <a:r>
              <a:rPr lang="ro-RO" altLang="ro-RO" dirty="0" err="1"/>
              <a:t>timestamp</a:t>
            </a:r>
            <a:r>
              <a:rPr lang="ro-RO" altLang="ro-RO" dirty="0"/>
              <a:t> al ultimei actualizări a datelor, și se citește de la replici care au date mai recente decât acel </a:t>
            </a:r>
            <a:r>
              <a:rPr lang="ro-RO" altLang="ro-RO" dirty="0" err="1"/>
              <a:t>timestamp</a:t>
            </a:r>
            <a:endParaRPr lang="ro-RO" altLang="ro-RO" dirty="0"/>
          </a:p>
        </p:txBody>
      </p:sp>
      <p:pic>
        <p:nvPicPr>
          <p:cNvPr id="2" name="Picture 1">
            <a:extLst>
              <a:ext uri="{FF2B5EF4-FFF2-40B4-BE49-F238E27FC236}">
                <a16:creationId xmlns:a16="http://schemas.microsoft.com/office/drawing/2014/main" id="{E75100D9-64DB-4D42-B31D-35F811D71C14}"/>
              </a:ext>
            </a:extLst>
          </p:cNvPr>
          <p:cNvPicPr>
            <a:picLocks noChangeAspect="1"/>
          </p:cNvPicPr>
          <p:nvPr/>
        </p:nvPicPr>
        <p:blipFill>
          <a:blip r:embed="rId3"/>
          <a:stretch>
            <a:fillRect/>
          </a:stretch>
        </p:blipFill>
        <p:spPr>
          <a:xfrm>
            <a:off x="403761" y="915988"/>
            <a:ext cx="8336478" cy="3452578"/>
          </a:xfrm>
          <a:prstGeom prst="rect">
            <a:avLst/>
          </a:prstGeom>
        </p:spPr>
      </p:pic>
    </p:spTree>
    <p:extLst>
      <p:ext uri="{BB962C8B-B14F-4D97-AF65-F5344CB8AC3E}">
        <p14:creationId xmlns:p14="http://schemas.microsoft.com/office/powerpoint/2010/main" val="1175232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988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988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9881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9881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988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8818" name="Rectangle 1026">
            <a:extLst>
              <a:ext uri="{FF2B5EF4-FFF2-40B4-BE49-F238E27FC236}">
                <a16:creationId xmlns:a16="http://schemas.microsoft.com/office/drawing/2014/main" id="{AEE0899C-7757-3E4C-93A3-1561CE613CF8}"/>
              </a:ext>
            </a:extLst>
          </p:cNvPr>
          <p:cNvSpPr>
            <a:spLocks noGrp="1" noChangeArrowheads="1"/>
          </p:cNvSpPr>
          <p:nvPr>
            <p:ph type="title"/>
          </p:nvPr>
        </p:nvSpPr>
        <p:spPr>
          <a:xfrm>
            <a:off x="1050925" y="457200"/>
            <a:ext cx="6238875" cy="458788"/>
          </a:xfrm>
        </p:spPr>
        <p:txBody>
          <a:bodyPr/>
          <a:lstStyle/>
          <a:p>
            <a:r>
              <a:rPr lang="ro-RO" altLang="ro-RO" dirty="0"/>
              <a:t>Probleme cu întârzierea replicării (3)</a:t>
            </a:r>
          </a:p>
        </p:txBody>
      </p:sp>
      <p:sp>
        <p:nvSpPr>
          <p:cNvPr id="1698819" name="Rectangle 1027">
            <a:extLst>
              <a:ext uri="{FF2B5EF4-FFF2-40B4-BE49-F238E27FC236}">
                <a16:creationId xmlns:a16="http://schemas.microsoft.com/office/drawing/2014/main" id="{9EDE3141-5664-CD43-AD03-6F56184A14FC}"/>
              </a:ext>
            </a:extLst>
          </p:cNvPr>
          <p:cNvSpPr>
            <a:spLocks noGrp="1" noChangeArrowheads="1"/>
          </p:cNvSpPr>
          <p:nvPr>
            <p:ph type="body" idx="1"/>
          </p:nvPr>
        </p:nvSpPr>
        <p:spPr>
          <a:xfrm>
            <a:off x="319088" y="4524813"/>
            <a:ext cx="8524875" cy="1890275"/>
          </a:xfrm>
        </p:spPr>
        <p:txBody>
          <a:bodyPr/>
          <a:lstStyle/>
          <a:p>
            <a:r>
              <a:rPr lang="ro-RO" altLang="ro-RO" dirty="0"/>
              <a:t>Avem nevoie de o garanție de tipul </a:t>
            </a:r>
            <a:r>
              <a:rPr lang="ro-RO" altLang="ro-RO" b="1" dirty="0"/>
              <a:t>„</a:t>
            </a:r>
            <a:r>
              <a:rPr lang="ro-RO" altLang="ro-RO" b="1" dirty="0" err="1"/>
              <a:t>monotonic</a:t>
            </a:r>
            <a:r>
              <a:rPr lang="ro-RO" altLang="ro-RO" b="1" dirty="0"/>
              <a:t> </a:t>
            </a:r>
            <a:r>
              <a:rPr lang="ro-RO" altLang="ro-RO" b="1" dirty="0" err="1"/>
              <a:t>reads</a:t>
            </a:r>
            <a:r>
              <a:rPr lang="ro-RO" altLang="ro-RO" b="1" dirty="0"/>
              <a:t>”</a:t>
            </a:r>
          </a:p>
          <a:p>
            <a:pPr lvl="1"/>
            <a:r>
              <a:rPr lang="ro-RO" altLang="ro-RO" dirty="0"/>
              <a:t>cum am putea să o implementăm?</a:t>
            </a:r>
          </a:p>
          <a:p>
            <a:pPr lvl="2"/>
            <a:r>
              <a:rPr lang="ro-RO" altLang="ro-RO" dirty="0"/>
              <a:t>un </a:t>
            </a:r>
            <a:r>
              <a:rPr lang="ro-RO" altLang="ro-RO" dirty="0" err="1"/>
              <a:t>user</a:t>
            </a:r>
            <a:r>
              <a:rPr lang="ro-RO" altLang="ro-RO" dirty="0"/>
              <a:t> face întotdeauna citiri de la aceeași replică</a:t>
            </a:r>
          </a:p>
        </p:txBody>
      </p:sp>
      <p:pic>
        <p:nvPicPr>
          <p:cNvPr id="3" name="Picture 2">
            <a:extLst>
              <a:ext uri="{FF2B5EF4-FFF2-40B4-BE49-F238E27FC236}">
                <a16:creationId xmlns:a16="http://schemas.microsoft.com/office/drawing/2014/main" id="{4907AAD1-F1D8-7140-A03C-E75C9661EBE7}"/>
              </a:ext>
            </a:extLst>
          </p:cNvPr>
          <p:cNvPicPr>
            <a:picLocks noChangeAspect="1"/>
          </p:cNvPicPr>
          <p:nvPr/>
        </p:nvPicPr>
        <p:blipFill>
          <a:blip r:embed="rId3"/>
          <a:stretch>
            <a:fillRect/>
          </a:stretch>
        </p:blipFill>
        <p:spPr>
          <a:xfrm>
            <a:off x="1246909" y="967100"/>
            <a:ext cx="6650182" cy="3506600"/>
          </a:xfrm>
          <a:prstGeom prst="rect">
            <a:avLst/>
          </a:prstGeom>
        </p:spPr>
      </p:pic>
    </p:spTree>
    <p:extLst>
      <p:ext uri="{BB962C8B-B14F-4D97-AF65-F5344CB8AC3E}">
        <p14:creationId xmlns:p14="http://schemas.microsoft.com/office/powerpoint/2010/main" val="3947820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988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988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9881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8818" name="Rectangle 1026">
            <a:extLst>
              <a:ext uri="{FF2B5EF4-FFF2-40B4-BE49-F238E27FC236}">
                <a16:creationId xmlns:a16="http://schemas.microsoft.com/office/drawing/2014/main" id="{AEE0899C-7757-3E4C-93A3-1561CE613CF8}"/>
              </a:ext>
            </a:extLst>
          </p:cNvPr>
          <p:cNvSpPr>
            <a:spLocks noGrp="1" noChangeArrowheads="1"/>
          </p:cNvSpPr>
          <p:nvPr>
            <p:ph type="title"/>
          </p:nvPr>
        </p:nvSpPr>
        <p:spPr>
          <a:xfrm>
            <a:off x="1050925" y="457200"/>
            <a:ext cx="6238875" cy="458788"/>
          </a:xfrm>
        </p:spPr>
        <p:txBody>
          <a:bodyPr/>
          <a:lstStyle/>
          <a:p>
            <a:r>
              <a:rPr lang="ro-RO" altLang="ro-RO" dirty="0"/>
              <a:t>Probleme cu întârzierea replicării (4)</a:t>
            </a:r>
          </a:p>
        </p:txBody>
      </p:sp>
      <p:sp>
        <p:nvSpPr>
          <p:cNvPr id="1698819" name="Rectangle 1027">
            <a:extLst>
              <a:ext uri="{FF2B5EF4-FFF2-40B4-BE49-F238E27FC236}">
                <a16:creationId xmlns:a16="http://schemas.microsoft.com/office/drawing/2014/main" id="{9EDE3141-5664-CD43-AD03-6F56184A14FC}"/>
              </a:ext>
            </a:extLst>
          </p:cNvPr>
          <p:cNvSpPr>
            <a:spLocks noGrp="1" noChangeArrowheads="1"/>
          </p:cNvSpPr>
          <p:nvPr>
            <p:ph type="body" idx="1"/>
          </p:nvPr>
        </p:nvSpPr>
        <p:spPr>
          <a:xfrm>
            <a:off x="319088" y="4524813"/>
            <a:ext cx="8524875" cy="1890275"/>
          </a:xfrm>
        </p:spPr>
        <p:txBody>
          <a:bodyPr/>
          <a:lstStyle/>
          <a:p>
            <a:r>
              <a:rPr lang="ro-RO" altLang="ro-RO" dirty="0"/>
              <a:t>Avem nevoie de garanție de tipul </a:t>
            </a:r>
            <a:r>
              <a:rPr lang="ro-RO" altLang="ro-RO" b="1" dirty="0"/>
              <a:t>„consistent prefix </a:t>
            </a:r>
            <a:r>
              <a:rPr lang="ro-RO" altLang="ro-RO" b="1" dirty="0" err="1"/>
              <a:t>reads</a:t>
            </a:r>
            <a:r>
              <a:rPr lang="ro-RO" altLang="ro-RO" b="1" dirty="0"/>
              <a:t>”</a:t>
            </a:r>
            <a:r>
              <a:rPr lang="ro-RO" altLang="ro-RO" dirty="0"/>
              <a:t> </a:t>
            </a:r>
            <a:r>
              <a:rPr lang="ro-RO" altLang="ro-RO" dirty="0">
                <a:sym typeface="Wingdings" pitchFamily="2" charset="2"/>
              </a:rPr>
              <a:t> dacă o secvență de scrieri are loc într-o anumită ordine, oricine citește datele trebuie să le vadă în aceeași ordine</a:t>
            </a:r>
            <a:endParaRPr lang="ro-RO" altLang="ro-RO" dirty="0"/>
          </a:p>
          <a:p>
            <a:pPr lvl="1"/>
            <a:r>
              <a:rPr lang="ro-RO" altLang="ro-RO" dirty="0"/>
              <a:t>cum am putea să o implementăm?</a:t>
            </a:r>
          </a:p>
          <a:p>
            <a:pPr lvl="2"/>
            <a:r>
              <a:rPr lang="ro-RO" altLang="ro-RO" dirty="0"/>
              <a:t>orice scrieri legate cauzal trebuie făcute pe aceeași partiție/replică</a:t>
            </a:r>
          </a:p>
        </p:txBody>
      </p:sp>
      <p:pic>
        <p:nvPicPr>
          <p:cNvPr id="2" name="Picture 1">
            <a:extLst>
              <a:ext uri="{FF2B5EF4-FFF2-40B4-BE49-F238E27FC236}">
                <a16:creationId xmlns:a16="http://schemas.microsoft.com/office/drawing/2014/main" id="{6F621A9E-99A3-6944-A5D3-4F30B91AC1FA}"/>
              </a:ext>
            </a:extLst>
          </p:cNvPr>
          <p:cNvPicPr>
            <a:picLocks noChangeAspect="1"/>
          </p:cNvPicPr>
          <p:nvPr/>
        </p:nvPicPr>
        <p:blipFill>
          <a:blip r:embed="rId3"/>
          <a:stretch>
            <a:fillRect/>
          </a:stretch>
        </p:blipFill>
        <p:spPr>
          <a:xfrm>
            <a:off x="1784538" y="915988"/>
            <a:ext cx="5574923" cy="3608825"/>
          </a:xfrm>
          <a:prstGeom prst="rect">
            <a:avLst/>
          </a:prstGeom>
        </p:spPr>
      </p:pic>
    </p:spTree>
    <p:extLst>
      <p:ext uri="{BB962C8B-B14F-4D97-AF65-F5344CB8AC3E}">
        <p14:creationId xmlns:p14="http://schemas.microsoft.com/office/powerpoint/2010/main" val="2299975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988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988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9881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8818" name="Rectangle 1026">
            <a:extLst>
              <a:ext uri="{FF2B5EF4-FFF2-40B4-BE49-F238E27FC236}">
                <a16:creationId xmlns:a16="http://schemas.microsoft.com/office/drawing/2014/main" id="{AEE0899C-7757-3E4C-93A3-1561CE613CF8}"/>
              </a:ext>
            </a:extLst>
          </p:cNvPr>
          <p:cNvSpPr>
            <a:spLocks noGrp="1" noChangeArrowheads="1"/>
          </p:cNvSpPr>
          <p:nvPr>
            <p:ph type="title"/>
          </p:nvPr>
        </p:nvSpPr>
        <p:spPr>
          <a:xfrm>
            <a:off x="1050925" y="457200"/>
            <a:ext cx="6238875" cy="458788"/>
          </a:xfrm>
        </p:spPr>
        <p:txBody>
          <a:bodyPr/>
          <a:lstStyle/>
          <a:p>
            <a:r>
              <a:rPr lang="ro-RO" altLang="ro-RO" dirty="0"/>
              <a:t>Replicare cu mai mulți lideri</a:t>
            </a:r>
          </a:p>
        </p:txBody>
      </p:sp>
      <p:sp>
        <p:nvSpPr>
          <p:cNvPr id="2" name="Content Placeholder 1">
            <a:extLst>
              <a:ext uri="{FF2B5EF4-FFF2-40B4-BE49-F238E27FC236}">
                <a16:creationId xmlns:a16="http://schemas.microsoft.com/office/drawing/2014/main" id="{AED4949F-F64B-8349-83E9-12AC98E8CBD8}"/>
              </a:ext>
            </a:extLst>
          </p:cNvPr>
          <p:cNvSpPr>
            <a:spLocks noGrp="1"/>
          </p:cNvSpPr>
          <p:nvPr>
            <p:ph idx="1"/>
          </p:nvPr>
        </p:nvSpPr>
        <p:spPr>
          <a:xfrm>
            <a:off x="319088" y="4497779"/>
            <a:ext cx="8524875" cy="1917309"/>
          </a:xfrm>
        </p:spPr>
        <p:txBody>
          <a:bodyPr/>
          <a:lstStyle/>
          <a:p>
            <a:r>
              <a:rPr lang="en-RO" sz="1800" dirty="0"/>
              <a:t>Utilizată de obicei atunci când avem mai multe centre de date</a:t>
            </a:r>
          </a:p>
          <a:p>
            <a:r>
              <a:rPr lang="en-RO" sz="1800" dirty="0"/>
              <a:t>Mai multe replici sunt </a:t>
            </a:r>
            <a:r>
              <a:rPr lang="en-RO" sz="1800" b="1" dirty="0"/>
              <a:t>lider</a:t>
            </a:r>
            <a:r>
              <a:rPr lang="en-RO" sz="1800" dirty="0"/>
              <a:t> </a:t>
            </a:r>
            <a:r>
              <a:rPr lang="en-RO" sz="1800" dirty="0">
                <a:sym typeface="Wingdings" pitchFamily="2" charset="2"/>
              </a:rPr>
              <a:t> toate cererile de scriere se fac către un lider, care informează urmăritorii săi și ceilalți lideri de modificări</a:t>
            </a:r>
          </a:p>
          <a:p>
            <a:r>
              <a:rPr lang="en-RO" sz="1800" dirty="0">
                <a:sym typeface="Wingdings" pitchFamily="2" charset="2"/>
              </a:rPr>
              <a:t>Toate celelalte replici sunt </a:t>
            </a:r>
            <a:r>
              <a:rPr lang="en-RO" sz="1800" b="1" dirty="0">
                <a:sym typeface="Wingdings" pitchFamily="2" charset="2"/>
              </a:rPr>
              <a:t>urmăritori</a:t>
            </a:r>
            <a:r>
              <a:rPr lang="en-RO" sz="1800" dirty="0">
                <a:sym typeface="Wingdings" pitchFamily="2" charset="2"/>
              </a:rPr>
              <a:t> ai câte unui lider  un lider informează toți urmăritorii săi despre fiecare scriere</a:t>
            </a:r>
          </a:p>
          <a:p>
            <a:r>
              <a:rPr lang="en-RO" sz="1800" dirty="0">
                <a:sym typeface="Wingdings" pitchFamily="2" charset="2"/>
              </a:rPr>
              <a:t>Un client care vrea să citească date poate trimite cererea către orice replică</a:t>
            </a:r>
            <a:endParaRPr lang="en-RO" sz="1800" dirty="0"/>
          </a:p>
        </p:txBody>
      </p:sp>
      <p:pic>
        <p:nvPicPr>
          <p:cNvPr id="3" name="Picture 2">
            <a:extLst>
              <a:ext uri="{FF2B5EF4-FFF2-40B4-BE49-F238E27FC236}">
                <a16:creationId xmlns:a16="http://schemas.microsoft.com/office/drawing/2014/main" id="{E966A371-CBCA-C84C-84A1-C6FC97D63E36}"/>
              </a:ext>
            </a:extLst>
          </p:cNvPr>
          <p:cNvPicPr>
            <a:picLocks noChangeAspect="1"/>
          </p:cNvPicPr>
          <p:nvPr/>
        </p:nvPicPr>
        <p:blipFill>
          <a:blip r:embed="rId3"/>
          <a:stretch>
            <a:fillRect/>
          </a:stretch>
        </p:blipFill>
        <p:spPr>
          <a:xfrm>
            <a:off x="1072170" y="965468"/>
            <a:ext cx="6999659" cy="3532311"/>
          </a:xfrm>
          <a:prstGeom prst="rect">
            <a:avLst/>
          </a:prstGeom>
        </p:spPr>
      </p:pic>
    </p:spTree>
    <p:extLst>
      <p:ext uri="{BB962C8B-B14F-4D97-AF65-F5344CB8AC3E}">
        <p14:creationId xmlns:p14="http://schemas.microsoft.com/office/powerpoint/2010/main" val="15512964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8818" name="Rectangle 1026">
            <a:extLst>
              <a:ext uri="{FF2B5EF4-FFF2-40B4-BE49-F238E27FC236}">
                <a16:creationId xmlns:a16="http://schemas.microsoft.com/office/drawing/2014/main" id="{AEE0899C-7757-3E4C-93A3-1561CE613CF8}"/>
              </a:ext>
            </a:extLst>
          </p:cNvPr>
          <p:cNvSpPr>
            <a:spLocks noGrp="1" noChangeArrowheads="1"/>
          </p:cNvSpPr>
          <p:nvPr>
            <p:ph type="title"/>
          </p:nvPr>
        </p:nvSpPr>
        <p:spPr>
          <a:xfrm>
            <a:off x="1050925" y="457200"/>
            <a:ext cx="6238875" cy="458788"/>
          </a:xfrm>
        </p:spPr>
        <p:txBody>
          <a:bodyPr/>
          <a:lstStyle/>
          <a:p>
            <a:r>
              <a:rPr lang="ro-RO" altLang="ro-RO" dirty="0"/>
              <a:t>Replicare cu mai mulți lideri (2)</a:t>
            </a:r>
          </a:p>
        </p:txBody>
      </p:sp>
      <p:sp>
        <p:nvSpPr>
          <p:cNvPr id="1698819" name="Rectangle 1027">
            <a:extLst>
              <a:ext uri="{FF2B5EF4-FFF2-40B4-BE49-F238E27FC236}">
                <a16:creationId xmlns:a16="http://schemas.microsoft.com/office/drawing/2014/main" id="{9EDE3141-5664-CD43-AD03-6F56184A14FC}"/>
              </a:ext>
            </a:extLst>
          </p:cNvPr>
          <p:cNvSpPr>
            <a:spLocks noGrp="1" noChangeArrowheads="1"/>
          </p:cNvSpPr>
          <p:nvPr>
            <p:ph type="body" idx="1"/>
          </p:nvPr>
        </p:nvSpPr>
        <p:spPr>
          <a:xfrm>
            <a:off x="319088" y="1175657"/>
            <a:ext cx="8524875" cy="5239431"/>
          </a:xfrm>
        </p:spPr>
        <p:txBody>
          <a:bodyPr/>
          <a:lstStyle/>
          <a:p>
            <a:r>
              <a:rPr lang="ro-RO" altLang="ro-RO" dirty="0"/>
              <a:t>Avantaje:</a:t>
            </a:r>
          </a:p>
          <a:p>
            <a:pPr lvl="1"/>
            <a:r>
              <a:rPr lang="ro-RO" altLang="ro-RO" dirty="0"/>
              <a:t>Performanță </a:t>
            </a:r>
            <a:r>
              <a:rPr lang="ro-RO" altLang="ro-RO" dirty="0">
                <a:sym typeface="Wingdings" pitchFamily="2" charset="2"/>
              </a:rPr>
              <a:t> fiecare scriere este procesată în cel mai potrivit centru de date</a:t>
            </a:r>
          </a:p>
          <a:p>
            <a:pPr lvl="1"/>
            <a:r>
              <a:rPr lang="ro-RO" altLang="ro-RO" dirty="0">
                <a:sym typeface="Wingdings" pitchFamily="2" charset="2"/>
              </a:rPr>
              <a:t>Toleranța la defecte la nivel de centru de date</a:t>
            </a:r>
          </a:p>
          <a:p>
            <a:pPr lvl="1"/>
            <a:r>
              <a:rPr lang="ro-RO" altLang="ro-RO" dirty="0">
                <a:sym typeface="Wingdings" pitchFamily="2" charset="2"/>
              </a:rPr>
              <a:t>Toleranța la probleme de rețea</a:t>
            </a:r>
          </a:p>
          <a:p>
            <a:r>
              <a:rPr lang="ro-RO" altLang="ro-RO" dirty="0">
                <a:sym typeface="Wingdings" pitchFamily="2" charset="2"/>
              </a:rPr>
              <a:t>Dezavantaje?</a:t>
            </a:r>
          </a:p>
          <a:p>
            <a:pPr lvl="1"/>
            <a:r>
              <a:rPr lang="ro-RO" altLang="ro-RO" dirty="0">
                <a:sym typeface="Wingdings" pitchFamily="2" charset="2"/>
              </a:rPr>
              <a:t>Aceleași date pot fi modificate concurent în mai multe centre de date diferite</a:t>
            </a:r>
            <a:endParaRPr lang="ro-RO" altLang="ro-RO" dirty="0"/>
          </a:p>
          <a:p>
            <a:r>
              <a:rPr lang="ro-RO" altLang="ro-RO" dirty="0"/>
              <a:t>Cazuri de utilizare:</a:t>
            </a:r>
          </a:p>
          <a:p>
            <a:pPr lvl="1"/>
            <a:r>
              <a:rPr lang="ro-RO" altLang="ro-RO" dirty="0"/>
              <a:t>sisteme cu mai multe centre de date</a:t>
            </a:r>
          </a:p>
          <a:p>
            <a:pPr lvl="1"/>
            <a:r>
              <a:rPr lang="ro-RO" altLang="ro-RO" dirty="0"/>
              <a:t>clienți cu operare offline</a:t>
            </a:r>
          </a:p>
          <a:p>
            <a:pPr lvl="1"/>
            <a:r>
              <a:rPr lang="ro-RO" altLang="ro-RO" dirty="0"/>
              <a:t>editare </a:t>
            </a:r>
            <a:r>
              <a:rPr lang="ro-RO" altLang="ro-RO" dirty="0" err="1"/>
              <a:t>colaborativă</a:t>
            </a:r>
            <a:endParaRPr lang="ro-RO" altLang="ro-RO" dirty="0"/>
          </a:p>
        </p:txBody>
      </p:sp>
    </p:spTree>
    <p:extLst>
      <p:ext uri="{BB962C8B-B14F-4D97-AF65-F5344CB8AC3E}">
        <p14:creationId xmlns:p14="http://schemas.microsoft.com/office/powerpoint/2010/main" val="219262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9881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9881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9881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98819">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98819">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98819">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98819">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98819">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98819">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9881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8818" name="Rectangle 1026">
            <a:extLst>
              <a:ext uri="{FF2B5EF4-FFF2-40B4-BE49-F238E27FC236}">
                <a16:creationId xmlns:a16="http://schemas.microsoft.com/office/drawing/2014/main" id="{AEE0899C-7757-3E4C-93A3-1561CE613CF8}"/>
              </a:ext>
            </a:extLst>
          </p:cNvPr>
          <p:cNvSpPr>
            <a:spLocks noGrp="1" noChangeArrowheads="1"/>
          </p:cNvSpPr>
          <p:nvPr>
            <p:ph type="title"/>
          </p:nvPr>
        </p:nvSpPr>
        <p:spPr>
          <a:xfrm>
            <a:off x="1050925" y="457200"/>
            <a:ext cx="6238875" cy="458788"/>
          </a:xfrm>
        </p:spPr>
        <p:txBody>
          <a:bodyPr/>
          <a:lstStyle/>
          <a:p>
            <a:r>
              <a:rPr lang="ro-RO" altLang="ro-RO" dirty="0"/>
              <a:t>Tratarea conflictelor de scriere</a:t>
            </a:r>
          </a:p>
        </p:txBody>
      </p:sp>
      <p:sp>
        <p:nvSpPr>
          <p:cNvPr id="2" name="Content Placeholder 1">
            <a:extLst>
              <a:ext uri="{FF2B5EF4-FFF2-40B4-BE49-F238E27FC236}">
                <a16:creationId xmlns:a16="http://schemas.microsoft.com/office/drawing/2014/main" id="{AED4949F-F64B-8349-83E9-12AC98E8CBD8}"/>
              </a:ext>
            </a:extLst>
          </p:cNvPr>
          <p:cNvSpPr>
            <a:spLocks noGrp="1"/>
          </p:cNvSpPr>
          <p:nvPr>
            <p:ph idx="1"/>
          </p:nvPr>
        </p:nvSpPr>
        <p:spPr>
          <a:xfrm>
            <a:off x="319088" y="4497779"/>
            <a:ext cx="8524875" cy="1917309"/>
          </a:xfrm>
        </p:spPr>
        <p:txBody>
          <a:bodyPr/>
          <a:lstStyle/>
          <a:p>
            <a:r>
              <a:rPr lang="en-RO" sz="1800" dirty="0"/>
              <a:t>Doi utilizatori modifică titlul unei pagini simultan</a:t>
            </a:r>
          </a:p>
          <a:p>
            <a:r>
              <a:rPr lang="en-RO" sz="1800" dirty="0"/>
              <a:t>Fiecare trimite cererea de modificare către un lider diferit</a:t>
            </a:r>
          </a:p>
          <a:p>
            <a:r>
              <a:rPr lang="en-RO" sz="1800" dirty="0"/>
              <a:t>Scrierile sunt înregistrate și confirmate de către lideri</a:t>
            </a:r>
          </a:p>
          <a:p>
            <a:r>
              <a:rPr lang="en-RO" sz="1800" dirty="0"/>
              <a:t>Când liderii încercă să înregistreze modificările unul la celălalt, apare un conflict</a:t>
            </a:r>
          </a:p>
        </p:txBody>
      </p:sp>
      <p:pic>
        <p:nvPicPr>
          <p:cNvPr id="4" name="Picture 3">
            <a:extLst>
              <a:ext uri="{FF2B5EF4-FFF2-40B4-BE49-F238E27FC236}">
                <a16:creationId xmlns:a16="http://schemas.microsoft.com/office/drawing/2014/main" id="{5FBBD65C-4822-9046-AC6F-733F827118B3}"/>
              </a:ext>
            </a:extLst>
          </p:cNvPr>
          <p:cNvPicPr>
            <a:picLocks noChangeAspect="1"/>
          </p:cNvPicPr>
          <p:nvPr/>
        </p:nvPicPr>
        <p:blipFill>
          <a:blip r:embed="rId3"/>
          <a:stretch>
            <a:fillRect/>
          </a:stretch>
        </p:blipFill>
        <p:spPr>
          <a:xfrm>
            <a:off x="433449" y="915988"/>
            <a:ext cx="8277101" cy="3510334"/>
          </a:xfrm>
          <a:prstGeom prst="rect">
            <a:avLst/>
          </a:prstGeom>
        </p:spPr>
      </p:pic>
    </p:spTree>
    <p:extLst>
      <p:ext uri="{BB962C8B-B14F-4D97-AF65-F5344CB8AC3E}">
        <p14:creationId xmlns:p14="http://schemas.microsoft.com/office/powerpoint/2010/main" val="6693472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8818" name="Rectangle 1026">
            <a:extLst>
              <a:ext uri="{FF2B5EF4-FFF2-40B4-BE49-F238E27FC236}">
                <a16:creationId xmlns:a16="http://schemas.microsoft.com/office/drawing/2014/main" id="{AEE0899C-7757-3E4C-93A3-1561CE613CF8}"/>
              </a:ext>
            </a:extLst>
          </p:cNvPr>
          <p:cNvSpPr>
            <a:spLocks noGrp="1" noChangeArrowheads="1"/>
          </p:cNvSpPr>
          <p:nvPr>
            <p:ph type="title"/>
          </p:nvPr>
        </p:nvSpPr>
        <p:spPr>
          <a:xfrm>
            <a:off x="1050925" y="457200"/>
            <a:ext cx="6238875" cy="458788"/>
          </a:xfrm>
        </p:spPr>
        <p:txBody>
          <a:bodyPr/>
          <a:lstStyle/>
          <a:p>
            <a:r>
              <a:rPr lang="ro-RO" altLang="ro-RO" dirty="0"/>
              <a:t>Tratarea conflictelor de scriere (2)</a:t>
            </a:r>
          </a:p>
        </p:txBody>
      </p:sp>
      <p:sp>
        <p:nvSpPr>
          <p:cNvPr id="1698819" name="Rectangle 1027">
            <a:extLst>
              <a:ext uri="{FF2B5EF4-FFF2-40B4-BE49-F238E27FC236}">
                <a16:creationId xmlns:a16="http://schemas.microsoft.com/office/drawing/2014/main" id="{9EDE3141-5664-CD43-AD03-6F56184A14FC}"/>
              </a:ext>
            </a:extLst>
          </p:cNvPr>
          <p:cNvSpPr>
            <a:spLocks noGrp="1" noChangeArrowheads="1"/>
          </p:cNvSpPr>
          <p:nvPr>
            <p:ph type="body" idx="1"/>
          </p:nvPr>
        </p:nvSpPr>
        <p:spPr>
          <a:xfrm>
            <a:off x="319088" y="1175657"/>
            <a:ext cx="8524875" cy="5239431"/>
          </a:xfrm>
        </p:spPr>
        <p:txBody>
          <a:bodyPr/>
          <a:lstStyle/>
          <a:p>
            <a:r>
              <a:rPr lang="ro-RO" altLang="ro-RO" dirty="0"/>
              <a:t>Potențiale soluții:</a:t>
            </a:r>
          </a:p>
          <a:p>
            <a:pPr lvl="1"/>
            <a:r>
              <a:rPr lang="ro-RO" altLang="ro-RO" dirty="0"/>
              <a:t>Realizarea sincronă a detecției conflictelor </a:t>
            </a:r>
            <a:r>
              <a:rPr lang="ro-RO" altLang="ro-RO" dirty="0">
                <a:sym typeface="Wingdings" pitchFamily="2" charset="2"/>
              </a:rPr>
              <a:t> </a:t>
            </a:r>
            <a:r>
              <a:rPr lang="ro-RO" altLang="ro-RO" dirty="0"/>
              <a:t>ineficientă</a:t>
            </a:r>
          </a:p>
          <a:p>
            <a:pPr lvl="1"/>
            <a:r>
              <a:rPr lang="ro-RO" altLang="ro-RO" dirty="0"/>
              <a:t>Evitarea conflictelor </a:t>
            </a:r>
            <a:r>
              <a:rPr lang="ro-RO" altLang="ro-RO" dirty="0">
                <a:sym typeface="Wingdings" pitchFamily="2" charset="2"/>
              </a:rPr>
              <a:t> </a:t>
            </a:r>
            <a:r>
              <a:rPr lang="ro-RO" altLang="ro-RO" dirty="0"/>
              <a:t>toate scrierile pentru o înregistrare se realizează prin același lider</a:t>
            </a:r>
          </a:p>
          <a:p>
            <a:pPr lvl="1"/>
            <a:r>
              <a:rPr lang="ro-RO" dirty="0"/>
              <a:t>Rezolvarea automată a conflictelor</a:t>
            </a:r>
          </a:p>
          <a:p>
            <a:pPr lvl="2"/>
            <a:r>
              <a:rPr lang="ro-RO" dirty="0"/>
              <a:t>se dorește să se ajungă la o stare </a:t>
            </a:r>
            <a:r>
              <a:rPr lang="ro-RO" b="1" dirty="0"/>
              <a:t>convergentă</a:t>
            </a:r>
          </a:p>
          <a:p>
            <a:pPr lvl="2"/>
            <a:r>
              <a:rPr lang="ro-RO" dirty="0"/>
              <a:t>moduri de realizare:</a:t>
            </a:r>
          </a:p>
          <a:p>
            <a:pPr lvl="3"/>
            <a:r>
              <a:rPr lang="ro-RO" dirty="0"/>
              <a:t>fiecare scriere are câte un ID unic, se păstrează doar scrierea cu ID-ul maxim</a:t>
            </a:r>
          </a:p>
          <a:p>
            <a:pPr lvl="3"/>
            <a:r>
              <a:rPr lang="ro-RO" dirty="0"/>
              <a:t>fiecare replică are câte un ID unic, se </a:t>
            </a:r>
            <a:r>
              <a:rPr lang="ro-RO" dirty="0" err="1"/>
              <a:t>prioritizează</a:t>
            </a:r>
            <a:r>
              <a:rPr lang="ro-RO" dirty="0"/>
              <a:t> scrierile de la o replică mai mare</a:t>
            </a:r>
          </a:p>
          <a:p>
            <a:pPr lvl="3"/>
            <a:r>
              <a:rPr lang="ro-RO" dirty="0"/>
              <a:t>se agregă valorile scrise</a:t>
            </a:r>
          </a:p>
          <a:p>
            <a:pPr lvl="3"/>
            <a:r>
              <a:rPr lang="ro-RO" dirty="0"/>
              <a:t>se înregistrează conflictul și se execută apoi cod pentru a-l rezolva</a:t>
            </a:r>
          </a:p>
          <a:p>
            <a:pPr lvl="1"/>
            <a:endParaRPr lang="ro-RO" altLang="ro-RO" dirty="0"/>
          </a:p>
        </p:txBody>
      </p:sp>
    </p:spTree>
    <p:extLst>
      <p:ext uri="{BB962C8B-B14F-4D97-AF65-F5344CB8AC3E}">
        <p14:creationId xmlns:p14="http://schemas.microsoft.com/office/powerpoint/2010/main" val="395745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8818" name="Rectangle 1026">
            <a:extLst>
              <a:ext uri="{FF2B5EF4-FFF2-40B4-BE49-F238E27FC236}">
                <a16:creationId xmlns:a16="http://schemas.microsoft.com/office/drawing/2014/main" id="{AEE0899C-7757-3E4C-93A3-1561CE613CF8}"/>
              </a:ext>
            </a:extLst>
          </p:cNvPr>
          <p:cNvSpPr>
            <a:spLocks noGrp="1" noChangeArrowheads="1"/>
          </p:cNvSpPr>
          <p:nvPr>
            <p:ph type="title"/>
          </p:nvPr>
        </p:nvSpPr>
        <p:spPr>
          <a:xfrm>
            <a:off x="1050925" y="457200"/>
            <a:ext cx="6238875" cy="458788"/>
          </a:xfrm>
        </p:spPr>
        <p:txBody>
          <a:bodyPr/>
          <a:lstStyle/>
          <a:p>
            <a:r>
              <a:rPr lang="ro-RO" altLang="ro-RO" dirty="0"/>
              <a:t>Replicare fără lider</a:t>
            </a:r>
          </a:p>
        </p:txBody>
      </p:sp>
      <p:sp>
        <p:nvSpPr>
          <p:cNvPr id="1698819" name="Rectangle 1027">
            <a:extLst>
              <a:ext uri="{FF2B5EF4-FFF2-40B4-BE49-F238E27FC236}">
                <a16:creationId xmlns:a16="http://schemas.microsoft.com/office/drawing/2014/main" id="{9EDE3141-5664-CD43-AD03-6F56184A14FC}"/>
              </a:ext>
            </a:extLst>
          </p:cNvPr>
          <p:cNvSpPr>
            <a:spLocks noGrp="1" noChangeArrowheads="1"/>
          </p:cNvSpPr>
          <p:nvPr>
            <p:ph type="body" idx="1"/>
          </p:nvPr>
        </p:nvSpPr>
        <p:spPr>
          <a:xfrm>
            <a:off x="319088" y="1175657"/>
            <a:ext cx="8524875" cy="2054431"/>
          </a:xfrm>
        </p:spPr>
        <p:txBody>
          <a:bodyPr/>
          <a:lstStyle/>
          <a:p>
            <a:r>
              <a:rPr lang="ro-RO" altLang="ro-RO" dirty="0"/>
              <a:t>Detalii</a:t>
            </a:r>
          </a:p>
          <a:p>
            <a:pPr lvl="1"/>
            <a:r>
              <a:rPr lang="ro-RO" altLang="ro-RO" dirty="0"/>
              <a:t>orice replică poate accepta scrieri de la orice client</a:t>
            </a:r>
          </a:p>
          <a:p>
            <a:pPr lvl="1"/>
            <a:r>
              <a:rPr lang="ro-RO" altLang="ro-RO" dirty="0"/>
              <a:t>în general, un client trimite o cerere de scriere către mai multe replici</a:t>
            </a:r>
          </a:p>
          <a:p>
            <a:pPr lvl="1"/>
            <a:r>
              <a:rPr lang="ro-RO" altLang="ro-RO" b="1" dirty="0"/>
              <a:t>cererile de citire sunt și ele trimise către mai multe replici</a:t>
            </a:r>
          </a:p>
        </p:txBody>
      </p:sp>
      <p:pic>
        <p:nvPicPr>
          <p:cNvPr id="4" name="Picture 3">
            <a:extLst>
              <a:ext uri="{FF2B5EF4-FFF2-40B4-BE49-F238E27FC236}">
                <a16:creationId xmlns:a16="http://schemas.microsoft.com/office/drawing/2014/main" id="{7E3B6AA7-FA96-C94C-A76A-2451E045566B}"/>
              </a:ext>
            </a:extLst>
          </p:cNvPr>
          <p:cNvPicPr>
            <a:picLocks noChangeAspect="1"/>
          </p:cNvPicPr>
          <p:nvPr/>
        </p:nvPicPr>
        <p:blipFill>
          <a:blip r:embed="rId3"/>
          <a:stretch>
            <a:fillRect/>
          </a:stretch>
        </p:blipFill>
        <p:spPr>
          <a:xfrm>
            <a:off x="1362673" y="2876117"/>
            <a:ext cx="6418654" cy="3584058"/>
          </a:xfrm>
          <a:prstGeom prst="rect">
            <a:avLst/>
          </a:prstGeom>
        </p:spPr>
      </p:pic>
    </p:spTree>
    <p:extLst>
      <p:ext uri="{BB962C8B-B14F-4D97-AF65-F5344CB8AC3E}">
        <p14:creationId xmlns:p14="http://schemas.microsoft.com/office/powerpoint/2010/main" val="42161629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8818" name="Rectangle 1026">
            <a:extLst>
              <a:ext uri="{FF2B5EF4-FFF2-40B4-BE49-F238E27FC236}">
                <a16:creationId xmlns:a16="http://schemas.microsoft.com/office/drawing/2014/main" id="{AEE0899C-7757-3E4C-93A3-1561CE613CF8}"/>
              </a:ext>
            </a:extLst>
          </p:cNvPr>
          <p:cNvSpPr>
            <a:spLocks noGrp="1" noChangeArrowheads="1"/>
          </p:cNvSpPr>
          <p:nvPr>
            <p:ph type="title"/>
          </p:nvPr>
        </p:nvSpPr>
        <p:spPr>
          <a:xfrm>
            <a:off x="1050925" y="457200"/>
            <a:ext cx="6238875" cy="458788"/>
          </a:xfrm>
        </p:spPr>
        <p:txBody>
          <a:bodyPr/>
          <a:lstStyle/>
          <a:p>
            <a:r>
              <a:rPr lang="ro-RO" altLang="ro-RO" dirty="0"/>
              <a:t>Cvorum la citire și scriere</a:t>
            </a:r>
          </a:p>
        </p:txBody>
      </p:sp>
      <p:sp>
        <p:nvSpPr>
          <p:cNvPr id="1698819" name="Rectangle 1027">
            <a:extLst>
              <a:ext uri="{FF2B5EF4-FFF2-40B4-BE49-F238E27FC236}">
                <a16:creationId xmlns:a16="http://schemas.microsoft.com/office/drawing/2014/main" id="{9EDE3141-5664-CD43-AD03-6F56184A14FC}"/>
              </a:ext>
            </a:extLst>
          </p:cNvPr>
          <p:cNvSpPr>
            <a:spLocks noGrp="1" noChangeArrowheads="1"/>
          </p:cNvSpPr>
          <p:nvPr>
            <p:ph type="body" idx="1"/>
          </p:nvPr>
        </p:nvSpPr>
        <p:spPr>
          <a:xfrm>
            <a:off x="319088" y="1175657"/>
            <a:ext cx="8524875" cy="5239431"/>
          </a:xfrm>
        </p:spPr>
        <p:txBody>
          <a:bodyPr/>
          <a:lstStyle/>
          <a:p>
            <a:r>
              <a:rPr lang="ro-RO" altLang="ro-RO" dirty="0"/>
              <a:t>Datele problemei</a:t>
            </a:r>
          </a:p>
          <a:p>
            <a:pPr lvl="1"/>
            <a:r>
              <a:rPr lang="ro-RO" i="1" dirty="0"/>
              <a:t>n</a:t>
            </a:r>
            <a:r>
              <a:rPr lang="ro-RO" dirty="0"/>
              <a:t> replici</a:t>
            </a:r>
          </a:p>
          <a:p>
            <a:pPr lvl="1"/>
            <a:r>
              <a:rPr lang="ro-RO" dirty="0"/>
              <a:t>fiecare scriere trebuie confirmată de </a:t>
            </a:r>
            <a:r>
              <a:rPr lang="ro-RO" i="1" dirty="0"/>
              <a:t>w</a:t>
            </a:r>
            <a:r>
              <a:rPr lang="ro-RO" dirty="0"/>
              <a:t> replici</a:t>
            </a:r>
          </a:p>
          <a:p>
            <a:pPr lvl="1"/>
            <a:r>
              <a:rPr lang="ro-RO" dirty="0"/>
              <a:t>fiecare citire trebuie confirmată de </a:t>
            </a:r>
            <a:r>
              <a:rPr lang="ro-RO" i="1" dirty="0"/>
              <a:t>r</a:t>
            </a:r>
            <a:r>
              <a:rPr lang="ro-RO" dirty="0"/>
              <a:t> replici</a:t>
            </a:r>
          </a:p>
          <a:p>
            <a:pPr lvl="1"/>
            <a:r>
              <a:rPr lang="ro-RO" dirty="0"/>
              <a:t>cererile de scriere și citire se fac către toate </a:t>
            </a:r>
            <a:r>
              <a:rPr lang="ro-RO" i="1" dirty="0"/>
              <a:t>n</a:t>
            </a:r>
            <a:r>
              <a:rPr lang="ro-RO" dirty="0"/>
              <a:t> nodurile în paralel</a:t>
            </a:r>
          </a:p>
          <a:p>
            <a:r>
              <a:rPr lang="ro-RO" dirty="0"/>
              <a:t>Ce dorim?</a:t>
            </a:r>
          </a:p>
          <a:p>
            <a:pPr lvl="1"/>
            <a:r>
              <a:rPr lang="ro-RO" dirty="0"/>
              <a:t>să avem certitudinea că primim cea mai recentă versiune a datelor</a:t>
            </a:r>
          </a:p>
          <a:p>
            <a:r>
              <a:rPr lang="ro-RO" dirty="0"/>
              <a:t>Care este condiția?</a:t>
            </a:r>
          </a:p>
          <a:p>
            <a:pPr lvl="1"/>
            <a:r>
              <a:rPr lang="ro-RO" i="1" dirty="0"/>
              <a:t>w + r &gt; n</a:t>
            </a:r>
          </a:p>
          <a:p>
            <a:pPr lvl="1"/>
            <a:r>
              <a:rPr lang="ro-RO" dirty="0"/>
              <a:t>de obicei, </a:t>
            </a:r>
            <a:r>
              <a:rPr lang="ro-RO" i="1" dirty="0"/>
              <a:t>n</a:t>
            </a:r>
            <a:r>
              <a:rPr lang="ro-RO" dirty="0"/>
              <a:t> este un număr impar (3 sau 5), iar </a:t>
            </a:r>
            <a:r>
              <a:rPr lang="ro-RO" i="1" dirty="0"/>
              <a:t>w = r = (n + 1) / 2 </a:t>
            </a:r>
          </a:p>
          <a:p>
            <a:pPr lvl="1"/>
            <a:r>
              <a:rPr lang="ro-RO" dirty="0"/>
              <a:t>această condiție permite toleranța la noduri nedisponibile</a:t>
            </a:r>
          </a:p>
        </p:txBody>
      </p:sp>
    </p:spTree>
    <p:extLst>
      <p:ext uri="{BB962C8B-B14F-4D97-AF65-F5344CB8AC3E}">
        <p14:creationId xmlns:p14="http://schemas.microsoft.com/office/powerpoint/2010/main" val="3519869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9881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9881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9881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9881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9881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98819">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98819">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98819">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98819">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98819">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9881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8818" name="Rectangle 1026">
            <a:extLst>
              <a:ext uri="{FF2B5EF4-FFF2-40B4-BE49-F238E27FC236}">
                <a16:creationId xmlns:a16="http://schemas.microsoft.com/office/drawing/2014/main" id="{AEE0899C-7757-3E4C-93A3-1561CE613CF8}"/>
              </a:ext>
            </a:extLst>
          </p:cNvPr>
          <p:cNvSpPr>
            <a:spLocks noGrp="1" noChangeArrowheads="1"/>
          </p:cNvSpPr>
          <p:nvPr>
            <p:ph type="title"/>
          </p:nvPr>
        </p:nvSpPr>
        <p:spPr>
          <a:xfrm>
            <a:off x="1050925" y="457200"/>
            <a:ext cx="6238875" cy="458788"/>
          </a:xfrm>
        </p:spPr>
        <p:txBody>
          <a:bodyPr/>
          <a:lstStyle/>
          <a:p>
            <a:r>
              <a:rPr lang="ro-RO" altLang="ro-RO" dirty="0"/>
              <a:t>Cvorum la citire și scriere (2)</a:t>
            </a:r>
          </a:p>
        </p:txBody>
      </p:sp>
      <p:pic>
        <p:nvPicPr>
          <p:cNvPr id="3" name="Picture 2">
            <a:extLst>
              <a:ext uri="{FF2B5EF4-FFF2-40B4-BE49-F238E27FC236}">
                <a16:creationId xmlns:a16="http://schemas.microsoft.com/office/drawing/2014/main" id="{3D638479-0326-6F4C-8B59-E941E38B839D}"/>
              </a:ext>
            </a:extLst>
          </p:cNvPr>
          <p:cNvPicPr>
            <a:picLocks noChangeAspect="1"/>
          </p:cNvPicPr>
          <p:nvPr/>
        </p:nvPicPr>
        <p:blipFill>
          <a:blip r:embed="rId3"/>
          <a:stretch>
            <a:fillRect/>
          </a:stretch>
        </p:blipFill>
        <p:spPr>
          <a:xfrm>
            <a:off x="0" y="1628524"/>
            <a:ext cx="9144000" cy="4052213"/>
          </a:xfrm>
          <a:prstGeom prst="rect">
            <a:avLst/>
          </a:prstGeom>
        </p:spPr>
      </p:pic>
    </p:spTree>
    <p:extLst>
      <p:ext uri="{BB962C8B-B14F-4D97-AF65-F5344CB8AC3E}">
        <p14:creationId xmlns:p14="http://schemas.microsoft.com/office/powerpoint/2010/main" val="27012504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8818" name="Rectangle 1026">
            <a:extLst>
              <a:ext uri="{FF2B5EF4-FFF2-40B4-BE49-F238E27FC236}">
                <a16:creationId xmlns:a16="http://schemas.microsoft.com/office/drawing/2014/main" id="{AEE0899C-7757-3E4C-93A3-1561CE613CF8}"/>
              </a:ext>
            </a:extLst>
          </p:cNvPr>
          <p:cNvSpPr>
            <a:spLocks noGrp="1" noChangeArrowheads="1"/>
          </p:cNvSpPr>
          <p:nvPr>
            <p:ph type="title"/>
          </p:nvPr>
        </p:nvSpPr>
        <p:spPr>
          <a:xfrm>
            <a:off x="1050925" y="457200"/>
            <a:ext cx="6238875" cy="458788"/>
          </a:xfrm>
        </p:spPr>
        <p:txBody>
          <a:bodyPr/>
          <a:lstStyle/>
          <a:p>
            <a:r>
              <a:rPr lang="ro-RO" altLang="ro-RO" dirty="0"/>
              <a:t>Comparație</a:t>
            </a:r>
          </a:p>
        </p:txBody>
      </p:sp>
      <p:sp>
        <p:nvSpPr>
          <p:cNvPr id="1698819" name="Rectangle 1027">
            <a:extLst>
              <a:ext uri="{FF2B5EF4-FFF2-40B4-BE49-F238E27FC236}">
                <a16:creationId xmlns:a16="http://schemas.microsoft.com/office/drawing/2014/main" id="{9EDE3141-5664-CD43-AD03-6F56184A14FC}"/>
              </a:ext>
            </a:extLst>
          </p:cNvPr>
          <p:cNvSpPr>
            <a:spLocks noGrp="1" noChangeArrowheads="1"/>
          </p:cNvSpPr>
          <p:nvPr>
            <p:ph type="body" idx="1"/>
          </p:nvPr>
        </p:nvSpPr>
        <p:spPr>
          <a:xfrm>
            <a:off x="319088" y="1175657"/>
            <a:ext cx="8524875" cy="5239431"/>
          </a:xfrm>
        </p:spPr>
        <p:txBody>
          <a:bodyPr/>
          <a:lstStyle/>
          <a:p>
            <a:r>
              <a:rPr lang="ro-RO" altLang="ro-RO" dirty="0"/>
              <a:t>Replicare cu un lider</a:t>
            </a:r>
          </a:p>
          <a:p>
            <a:pPr lvl="1"/>
            <a:r>
              <a:rPr lang="ro-RO" dirty="0"/>
              <a:t>un singur lider care primește toate cererile de scriere</a:t>
            </a:r>
          </a:p>
          <a:p>
            <a:pPr lvl="1"/>
            <a:r>
              <a:rPr lang="ro-RO" dirty="0"/>
              <a:t>ușor de înțeles, nu necesită rezolvarea de conflicte</a:t>
            </a:r>
          </a:p>
          <a:p>
            <a:pPr lvl="1"/>
            <a:r>
              <a:rPr lang="ro-RO" dirty="0"/>
              <a:t>pot apărea probleme atunci când noduri devin indisponibile</a:t>
            </a:r>
          </a:p>
          <a:p>
            <a:r>
              <a:rPr lang="ro-RO" dirty="0"/>
              <a:t>Replicare cu mai mulți lideri</a:t>
            </a:r>
          </a:p>
          <a:p>
            <a:pPr lvl="1"/>
            <a:r>
              <a:rPr lang="ro-RO" dirty="0"/>
              <a:t>mai mulți lideri, oricare din ei poate primi cererile de scriere</a:t>
            </a:r>
          </a:p>
          <a:p>
            <a:pPr lvl="1"/>
            <a:r>
              <a:rPr lang="ro-RO" dirty="0"/>
              <a:t>necesită rezolvare de conflicte, oferă garanții slabe de consistență</a:t>
            </a:r>
          </a:p>
          <a:p>
            <a:pPr lvl="1"/>
            <a:r>
              <a:rPr lang="ro-RO" dirty="0"/>
              <a:t>mai robustă în fața erorilor și a altor probleme</a:t>
            </a:r>
          </a:p>
          <a:p>
            <a:r>
              <a:rPr lang="ro-RO" dirty="0"/>
              <a:t>Replicare fără lider</a:t>
            </a:r>
          </a:p>
          <a:p>
            <a:pPr lvl="1"/>
            <a:r>
              <a:rPr lang="ro-RO" dirty="0"/>
              <a:t>bazată pe cvorum</a:t>
            </a:r>
          </a:p>
          <a:p>
            <a:pPr lvl="1"/>
            <a:r>
              <a:rPr lang="ro-RO" dirty="0"/>
              <a:t>oferă garanții slabe de consistență</a:t>
            </a:r>
          </a:p>
          <a:p>
            <a:pPr lvl="1"/>
            <a:r>
              <a:rPr lang="ro-RO" dirty="0"/>
              <a:t>necesită detecție și rezolvare de conflicte</a:t>
            </a:r>
          </a:p>
        </p:txBody>
      </p:sp>
    </p:spTree>
    <p:extLst>
      <p:ext uri="{BB962C8B-B14F-4D97-AF65-F5344CB8AC3E}">
        <p14:creationId xmlns:p14="http://schemas.microsoft.com/office/powerpoint/2010/main" val="366185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9881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9881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9881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98819">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98819">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98819">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98819">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98819">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98819">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98819">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98819">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9881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8818" name="Rectangle 1026">
            <a:extLst>
              <a:ext uri="{FF2B5EF4-FFF2-40B4-BE49-F238E27FC236}">
                <a16:creationId xmlns:a16="http://schemas.microsoft.com/office/drawing/2014/main" id="{AEE0899C-7757-3E4C-93A3-1561CE613CF8}"/>
              </a:ext>
            </a:extLst>
          </p:cNvPr>
          <p:cNvSpPr>
            <a:spLocks noGrp="1" noChangeArrowheads="1"/>
          </p:cNvSpPr>
          <p:nvPr>
            <p:ph type="title"/>
          </p:nvPr>
        </p:nvSpPr>
        <p:spPr>
          <a:xfrm>
            <a:off x="1050925" y="457200"/>
            <a:ext cx="6238875" cy="458788"/>
          </a:xfrm>
        </p:spPr>
        <p:txBody>
          <a:bodyPr/>
          <a:lstStyle/>
          <a:p>
            <a:r>
              <a:rPr lang="ro-RO" altLang="ro-RO" dirty="0"/>
              <a:t>Partiționare</a:t>
            </a:r>
          </a:p>
        </p:txBody>
      </p:sp>
      <p:sp>
        <p:nvSpPr>
          <p:cNvPr id="1698819" name="Rectangle 1027">
            <a:extLst>
              <a:ext uri="{FF2B5EF4-FFF2-40B4-BE49-F238E27FC236}">
                <a16:creationId xmlns:a16="http://schemas.microsoft.com/office/drawing/2014/main" id="{9EDE3141-5664-CD43-AD03-6F56184A14FC}"/>
              </a:ext>
            </a:extLst>
          </p:cNvPr>
          <p:cNvSpPr>
            <a:spLocks noGrp="1" noChangeArrowheads="1"/>
          </p:cNvSpPr>
          <p:nvPr>
            <p:ph type="body" idx="1"/>
          </p:nvPr>
        </p:nvSpPr>
        <p:spPr>
          <a:xfrm>
            <a:off x="319088" y="1175657"/>
            <a:ext cx="8524875" cy="5239431"/>
          </a:xfrm>
        </p:spPr>
        <p:txBody>
          <a:bodyPr/>
          <a:lstStyle/>
          <a:p>
            <a:r>
              <a:rPr lang="ro-RO" i="1" dirty="0" err="1"/>
              <a:t>Sharding</a:t>
            </a:r>
            <a:endParaRPr lang="ro-RO" dirty="0"/>
          </a:p>
          <a:p>
            <a:r>
              <a:rPr lang="ro-RO" dirty="0"/>
              <a:t>Împărțirea datelor de dimensiuni mari în mai multe partiții</a:t>
            </a:r>
          </a:p>
          <a:p>
            <a:r>
              <a:rPr lang="ro-RO" dirty="0"/>
              <a:t>Fiecare unitate de date va aparține unei singure partiții</a:t>
            </a:r>
          </a:p>
          <a:p>
            <a:r>
              <a:rPr lang="ro-RO" dirty="0"/>
              <a:t>Motivul principal este </a:t>
            </a:r>
            <a:r>
              <a:rPr lang="ro-RO" b="1" dirty="0" err="1"/>
              <a:t>scalabilitatea</a:t>
            </a:r>
            <a:endParaRPr lang="ro-RO" b="1" dirty="0"/>
          </a:p>
          <a:p>
            <a:r>
              <a:rPr lang="ro-RO" dirty="0"/>
              <a:t>Partiționarea este combinată de obicei cu replicarea </a:t>
            </a:r>
            <a:r>
              <a:rPr lang="ro-RO" dirty="0">
                <a:sym typeface="Wingdings" pitchFamily="2" charset="2"/>
              </a:rPr>
              <a:t> copii ale fiecărei partiții sunt stocate pe mai multe noduri</a:t>
            </a:r>
          </a:p>
          <a:p>
            <a:r>
              <a:rPr lang="ro-RO" dirty="0">
                <a:sym typeface="Wingdings" pitchFamily="2" charset="2"/>
              </a:rPr>
              <a:t>Un nod poate stoca mai mult de o partiție</a:t>
            </a:r>
            <a:endParaRPr lang="ro-RO" dirty="0"/>
          </a:p>
        </p:txBody>
      </p:sp>
    </p:spTree>
    <p:extLst>
      <p:ext uri="{BB962C8B-B14F-4D97-AF65-F5344CB8AC3E}">
        <p14:creationId xmlns:p14="http://schemas.microsoft.com/office/powerpoint/2010/main" val="16232313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F36FB1AF-84B4-9D43-A73D-FD1E0D7D331C}"/>
              </a:ext>
            </a:extLst>
          </p:cNvPr>
          <p:cNvPicPr>
            <a:picLocks noChangeAspect="1"/>
          </p:cNvPicPr>
          <p:nvPr/>
        </p:nvPicPr>
        <p:blipFill>
          <a:blip r:embed="rId3"/>
          <a:stretch>
            <a:fillRect/>
          </a:stretch>
        </p:blipFill>
        <p:spPr>
          <a:xfrm>
            <a:off x="319088" y="1589128"/>
            <a:ext cx="8524875" cy="4560807"/>
          </a:xfrm>
          <a:prstGeom prst="rect">
            <a:avLst/>
          </a:prstGeom>
          <a:noFill/>
        </p:spPr>
      </p:pic>
      <p:sp>
        <p:nvSpPr>
          <p:cNvPr id="5" name="Rectangle 1026">
            <a:extLst>
              <a:ext uri="{FF2B5EF4-FFF2-40B4-BE49-F238E27FC236}">
                <a16:creationId xmlns:a16="http://schemas.microsoft.com/office/drawing/2014/main" id="{65562BB3-B9A0-9D49-AB2B-42AB5FB399D4}"/>
              </a:ext>
            </a:extLst>
          </p:cNvPr>
          <p:cNvSpPr txBox="1">
            <a:spLocks noChangeArrowheads="1"/>
          </p:cNvSpPr>
          <p:nvPr/>
        </p:nvSpPr>
        <p:spPr bwMode="auto">
          <a:xfrm>
            <a:off x="1050925" y="457200"/>
            <a:ext cx="6238875"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algn="ctr" rtl="0" eaLnBrk="0" fontAlgn="base" hangingPunct="0">
              <a:lnSpc>
                <a:spcPct val="95000"/>
              </a:lnSpc>
              <a:spcBef>
                <a:spcPct val="0"/>
              </a:spcBef>
              <a:spcAft>
                <a:spcPct val="0"/>
              </a:spcAft>
              <a:defRPr sz="2800" b="1">
                <a:solidFill>
                  <a:schemeClr val="accent2"/>
                </a:solidFill>
                <a:latin typeface="+mj-lt"/>
                <a:ea typeface="ＭＳ Ｐゴシック" charset="0"/>
                <a:cs typeface="ＭＳ Ｐゴシック" charset="0"/>
              </a:defRPr>
            </a:lvl1pPr>
            <a:lvl2pPr algn="ctr" rtl="0" eaLnBrk="0" fontAlgn="base" hangingPunct="0">
              <a:lnSpc>
                <a:spcPct val="95000"/>
              </a:lnSpc>
              <a:spcBef>
                <a:spcPct val="0"/>
              </a:spcBef>
              <a:spcAft>
                <a:spcPct val="0"/>
              </a:spcAft>
              <a:defRPr sz="2800" b="1">
                <a:solidFill>
                  <a:schemeClr val="accent2"/>
                </a:solidFill>
                <a:latin typeface="Arial" charset="0"/>
                <a:ea typeface="ＭＳ Ｐゴシック" charset="0"/>
                <a:cs typeface="ＭＳ Ｐゴシック" charset="0"/>
              </a:defRPr>
            </a:lvl2pPr>
            <a:lvl3pPr algn="ctr" rtl="0" eaLnBrk="0" fontAlgn="base" hangingPunct="0">
              <a:lnSpc>
                <a:spcPct val="95000"/>
              </a:lnSpc>
              <a:spcBef>
                <a:spcPct val="0"/>
              </a:spcBef>
              <a:spcAft>
                <a:spcPct val="0"/>
              </a:spcAft>
              <a:defRPr sz="2800" b="1">
                <a:solidFill>
                  <a:schemeClr val="accent2"/>
                </a:solidFill>
                <a:latin typeface="Arial" charset="0"/>
                <a:ea typeface="ＭＳ Ｐゴシック" charset="0"/>
                <a:cs typeface="ＭＳ Ｐゴシック" charset="0"/>
              </a:defRPr>
            </a:lvl3pPr>
            <a:lvl4pPr algn="ctr" rtl="0" eaLnBrk="0" fontAlgn="base" hangingPunct="0">
              <a:lnSpc>
                <a:spcPct val="95000"/>
              </a:lnSpc>
              <a:spcBef>
                <a:spcPct val="0"/>
              </a:spcBef>
              <a:spcAft>
                <a:spcPct val="0"/>
              </a:spcAft>
              <a:defRPr sz="2800" b="1">
                <a:solidFill>
                  <a:schemeClr val="accent2"/>
                </a:solidFill>
                <a:latin typeface="Arial" charset="0"/>
                <a:ea typeface="ＭＳ Ｐゴシック" charset="0"/>
                <a:cs typeface="ＭＳ Ｐゴシック" charset="0"/>
              </a:defRPr>
            </a:lvl4pPr>
            <a:lvl5pPr algn="ctr" rtl="0" eaLnBrk="0" fontAlgn="base" hangingPunct="0">
              <a:lnSpc>
                <a:spcPct val="95000"/>
              </a:lnSpc>
              <a:spcBef>
                <a:spcPct val="0"/>
              </a:spcBef>
              <a:spcAft>
                <a:spcPct val="0"/>
              </a:spcAft>
              <a:defRPr sz="2800" b="1">
                <a:solidFill>
                  <a:schemeClr val="accent2"/>
                </a:solidFill>
                <a:latin typeface="Arial" charset="0"/>
                <a:ea typeface="ＭＳ Ｐゴシック" charset="0"/>
                <a:cs typeface="ＭＳ Ｐゴシック" charset="0"/>
              </a:defRPr>
            </a:lvl5pPr>
            <a:lvl6pPr marL="457200" algn="l" rtl="0" fontAlgn="base">
              <a:lnSpc>
                <a:spcPct val="95000"/>
              </a:lnSpc>
              <a:spcBef>
                <a:spcPct val="0"/>
              </a:spcBef>
              <a:spcAft>
                <a:spcPct val="0"/>
              </a:spcAft>
              <a:defRPr sz="2400" b="1">
                <a:solidFill>
                  <a:schemeClr val="accent2"/>
                </a:solidFill>
                <a:latin typeface="Arial" charset="0"/>
              </a:defRPr>
            </a:lvl6pPr>
            <a:lvl7pPr marL="914400" algn="l" rtl="0" fontAlgn="base">
              <a:lnSpc>
                <a:spcPct val="95000"/>
              </a:lnSpc>
              <a:spcBef>
                <a:spcPct val="0"/>
              </a:spcBef>
              <a:spcAft>
                <a:spcPct val="0"/>
              </a:spcAft>
              <a:defRPr sz="2400" b="1">
                <a:solidFill>
                  <a:schemeClr val="accent2"/>
                </a:solidFill>
                <a:latin typeface="Arial" charset="0"/>
              </a:defRPr>
            </a:lvl7pPr>
            <a:lvl8pPr marL="1371600" algn="l" rtl="0" fontAlgn="base">
              <a:lnSpc>
                <a:spcPct val="95000"/>
              </a:lnSpc>
              <a:spcBef>
                <a:spcPct val="0"/>
              </a:spcBef>
              <a:spcAft>
                <a:spcPct val="0"/>
              </a:spcAft>
              <a:defRPr sz="2400" b="1">
                <a:solidFill>
                  <a:schemeClr val="accent2"/>
                </a:solidFill>
                <a:latin typeface="Arial" charset="0"/>
              </a:defRPr>
            </a:lvl8pPr>
            <a:lvl9pPr marL="1828800" algn="l" rtl="0" fontAlgn="base">
              <a:lnSpc>
                <a:spcPct val="95000"/>
              </a:lnSpc>
              <a:spcBef>
                <a:spcPct val="0"/>
              </a:spcBef>
              <a:spcAft>
                <a:spcPct val="0"/>
              </a:spcAft>
              <a:defRPr sz="2400" b="1">
                <a:solidFill>
                  <a:schemeClr val="accent2"/>
                </a:solidFill>
                <a:latin typeface="Arial" charset="0"/>
              </a:defRPr>
            </a:lvl9pPr>
          </a:lstStyle>
          <a:p>
            <a:r>
              <a:rPr lang="ro-RO" altLang="ro-RO" kern="0" dirty="0"/>
              <a:t>Partiționare (2)</a:t>
            </a:r>
          </a:p>
        </p:txBody>
      </p:sp>
    </p:spTree>
    <p:extLst>
      <p:ext uri="{BB962C8B-B14F-4D97-AF65-F5344CB8AC3E}">
        <p14:creationId xmlns:p14="http://schemas.microsoft.com/office/powerpoint/2010/main" val="8062068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8818" name="Rectangle 1026">
            <a:extLst>
              <a:ext uri="{FF2B5EF4-FFF2-40B4-BE49-F238E27FC236}">
                <a16:creationId xmlns:a16="http://schemas.microsoft.com/office/drawing/2014/main" id="{AEE0899C-7757-3E4C-93A3-1561CE613CF8}"/>
              </a:ext>
            </a:extLst>
          </p:cNvPr>
          <p:cNvSpPr>
            <a:spLocks noGrp="1" noChangeArrowheads="1"/>
          </p:cNvSpPr>
          <p:nvPr>
            <p:ph type="title"/>
          </p:nvPr>
        </p:nvSpPr>
        <p:spPr>
          <a:xfrm>
            <a:off x="1050925" y="457200"/>
            <a:ext cx="6905543" cy="458788"/>
          </a:xfrm>
        </p:spPr>
        <p:txBody>
          <a:bodyPr/>
          <a:lstStyle/>
          <a:p>
            <a:r>
              <a:rPr lang="ro-RO" altLang="ro-RO" dirty="0"/>
              <a:t>Partiționarea datelor de tip cheie-valoare</a:t>
            </a:r>
          </a:p>
        </p:txBody>
      </p:sp>
      <p:sp>
        <p:nvSpPr>
          <p:cNvPr id="1698819" name="Rectangle 1027">
            <a:extLst>
              <a:ext uri="{FF2B5EF4-FFF2-40B4-BE49-F238E27FC236}">
                <a16:creationId xmlns:a16="http://schemas.microsoft.com/office/drawing/2014/main" id="{9EDE3141-5664-CD43-AD03-6F56184A14FC}"/>
              </a:ext>
            </a:extLst>
          </p:cNvPr>
          <p:cNvSpPr>
            <a:spLocks noGrp="1" noChangeArrowheads="1"/>
          </p:cNvSpPr>
          <p:nvPr>
            <p:ph type="body" idx="1"/>
          </p:nvPr>
        </p:nvSpPr>
        <p:spPr>
          <a:xfrm>
            <a:off x="319088" y="1175657"/>
            <a:ext cx="8524875" cy="5239431"/>
          </a:xfrm>
        </p:spPr>
        <p:txBody>
          <a:bodyPr/>
          <a:lstStyle/>
          <a:p>
            <a:r>
              <a:rPr lang="ro-RO" dirty="0"/>
              <a:t>Pentru eficiență, datele ar trebui împărțite cât mai echitabil pe noduri</a:t>
            </a:r>
          </a:p>
          <a:p>
            <a:r>
              <a:rPr lang="ro-RO" dirty="0"/>
              <a:t>Dacă partiționarea nu este echitabilă, o numim </a:t>
            </a:r>
            <a:r>
              <a:rPr lang="ro-RO" b="1" dirty="0"/>
              <a:t>asimetrică </a:t>
            </a:r>
            <a:r>
              <a:rPr lang="ro-RO" i="1" dirty="0"/>
              <a:t>(</a:t>
            </a:r>
            <a:r>
              <a:rPr lang="ro-RO" i="1" dirty="0" err="1"/>
              <a:t>skewed</a:t>
            </a:r>
            <a:r>
              <a:rPr lang="ro-RO" i="1" dirty="0"/>
              <a:t>)</a:t>
            </a:r>
          </a:p>
          <a:p>
            <a:r>
              <a:rPr lang="ro-RO" dirty="0"/>
              <a:t>O partiție cu o încărcare mult mai mare decât a celorlalte partiții se numește </a:t>
            </a:r>
            <a:r>
              <a:rPr lang="ro-RO" i="1" dirty="0"/>
              <a:t>hot spot</a:t>
            </a:r>
            <a:endParaRPr lang="ro-RO" dirty="0"/>
          </a:p>
          <a:p>
            <a:r>
              <a:rPr lang="ro-RO" dirty="0"/>
              <a:t>Dacă dorim o partiționare uniformă, putem asigna date către noduri în mod </a:t>
            </a:r>
            <a:r>
              <a:rPr lang="ro-RO" dirty="0" err="1"/>
              <a:t>aleator</a:t>
            </a:r>
            <a:endParaRPr lang="ro-RO" dirty="0"/>
          </a:p>
          <a:p>
            <a:r>
              <a:rPr lang="ro-RO" b="1" dirty="0">
                <a:sym typeface="Wingdings" pitchFamily="2" charset="2"/>
              </a:rPr>
              <a:t>Cum știm pe ce nod regăsim apoi datele?</a:t>
            </a:r>
            <a:endParaRPr lang="ro-RO" b="1" dirty="0"/>
          </a:p>
          <a:p>
            <a:r>
              <a:rPr lang="ro-RO" dirty="0"/>
              <a:t>Când avem date de tip cheie-valoare, putem folosi cheile pentru a realiza logica de partiționare</a:t>
            </a:r>
          </a:p>
        </p:txBody>
      </p:sp>
    </p:spTree>
    <p:extLst>
      <p:ext uri="{BB962C8B-B14F-4D97-AF65-F5344CB8AC3E}">
        <p14:creationId xmlns:p14="http://schemas.microsoft.com/office/powerpoint/2010/main" val="414131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988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988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9881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9881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9881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9881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8818" name="Rectangle 1026">
            <a:extLst>
              <a:ext uri="{FF2B5EF4-FFF2-40B4-BE49-F238E27FC236}">
                <a16:creationId xmlns:a16="http://schemas.microsoft.com/office/drawing/2014/main" id="{AEE0899C-7757-3E4C-93A3-1561CE613CF8}"/>
              </a:ext>
            </a:extLst>
          </p:cNvPr>
          <p:cNvSpPr>
            <a:spLocks noGrp="1" noChangeArrowheads="1"/>
          </p:cNvSpPr>
          <p:nvPr>
            <p:ph type="title"/>
          </p:nvPr>
        </p:nvSpPr>
        <p:spPr>
          <a:xfrm>
            <a:off x="1050925" y="457200"/>
            <a:ext cx="6905543" cy="458788"/>
          </a:xfrm>
        </p:spPr>
        <p:txBody>
          <a:bodyPr/>
          <a:lstStyle/>
          <a:p>
            <a:r>
              <a:rPr lang="ro-RO" altLang="ro-RO" dirty="0"/>
              <a:t>Partiționarea după intervale de chei</a:t>
            </a:r>
          </a:p>
        </p:txBody>
      </p:sp>
      <p:sp>
        <p:nvSpPr>
          <p:cNvPr id="1698819" name="Rectangle 1027">
            <a:extLst>
              <a:ext uri="{FF2B5EF4-FFF2-40B4-BE49-F238E27FC236}">
                <a16:creationId xmlns:a16="http://schemas.microsoft.com/office/drawing/2014/main" id="{9EDE3141-5664-CD43-AD03-6F56184A14FC}"/>
              </a:ext>
            </a:extLst>
          </p:cNvPr>
          <p:cNvSpPr>
            <a:spLocks noGrp="1" noChangeArrowheads="1"/>
          </p:cNvSpPr>
          <p:nvPr>
            <p:ph type="body" idx="1"/>
          </p:nvPr>
        </p:nvSpPr>
        <p:spPr>
          <a:xfrm>
            <a:off x="319088" y="1175657"/>
            <a:ext cx="8524875" cy="5239431"/>
          </a:xfrm>
        </p:spPr>
        <p:txBody>
          <a:bodyPr/>
          <a:lstStyle/>
          <a:p>
            <a:r>
              <a:rPr lang="ro-RO" dirty="0"/>
              <a:t>Putem asigna un interval continuu de chei unui nod</a:t>
            </a:r>
          </a:p>
          <a:p>
            <a:r>
              <a:rPr lang="ro-RO" dirty="0"/>
              <a:t>Dacă știm capetele intervalelor, putem determina ușor ce partiție conține cheia căutată</a:t>
            </a:r>
          </a:p>
          <a:p>
            <a:r>
              <a:rPr lang="ro-RO" dirty="0"/>
              <a:t>Capetele intervalului unei partiții trebuie adaptate la date, pentru a se evita partiționarea asimetrică</a:t>
            </a:r>
          </a:p>
          <a:p>
            <a:r>
              <a:rPr lang="ro-RO" dirty="0"/>
              <a:t>În interiorul fiecărei partiții, cheile pot fi sortate </a:t>
            </a:r>
            <a:r>
              <a:rPr lang="ro-RO" dirty="0">
                <a:sym typeface="Wingdings" pitchFamily="2" charset="2"/>
              </a:rPr>
              <a:t> se pot trata ușor cererile pentru anumite intervale de chei</a:t>
            </a:r>
          </a:p>
          <a:p>
            <a:r>
              <a:rPr lang="ro-RO" dirty="0">
                <a:sym typeface="Wingdings" pitchFamily="2" charset="2"/>
              </a:rPr>
              <a:t>Cheia folosită trebuie aleasă cu grijă, pentru a se evita apariția </a:t>
            </a:r>
            <a:r>
              <a:rPr lang="ro-RO" i="1" dirty="0">
                <a:sym typeface="Wingdings" pitchFamily="2" charset="2"/>
              </a:rPr>
              <a:t>hot </a:t>
            </a:r>
            <a:r>
              <a:rPr lang="ro-RO" i="1" dirty="0" err="1">
                <a:sym typeface="Wingdings" pitchFamily="2" charset="2"/>
              </a:rPr>
              <a:t>spots</a:t>
            </a:r>
            <a:endParaRPr lang="ro-RO" dirty="0"/>
          </a:p>
        </p:txBody>
      </p:sp>
    </p:spTree>
    <p:extLst>
      <p:ext uri="{BB962C8B-B14F-4D97-AF65-F5344CB8AC3E}">
        <p14:creationId xmlns:p14="http://schemas.microsoft.com/office/powerpoint/2010/main" val="7757215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8818" name="Rectangle 1026">
            <a:extLst>
              <a:ext uri="{FF2B5EF4-FFF2-40B4-BE49-F238E27FC236}">
                <a16:creationId xmlns:a16="http://schemas.microsoft.com/office/drawing/2014/main" id="{AEE0899C-7757-3E4C-93A3-1561CE613CF8}"/>
              </a:ext>
            </a:extLst>
          </p:cNvPr>
          <p:cNvSpPr>
            <a:spLocks noGrp="1" noChangeArrowheads="1"/>
          </p:cNvSpPr>
          <p:nvPr>
            <p:ph type="title"/>
          </p:nvPr>
        </p:nvSpPr>
        <p:spPr>
          <a:xfrm>
            <a:off x="1050925" y="457200"/>
            <a:ext cx="6905543" cy="458788"/>
          </a:xfrm>
        </p:spPr>
        <p:txBody>
          <a:bodyPr/>
          <a:lstStyle/>
          <a:p>
            <a:r>
              <a:rPr lang="ro-RO" altLang="ro-RO" dirty="0"/>
              <a:t>Partiționarea după </a:t>
            </a:r>
            <a:r>
              <a:rPr lang="ro-RO" altLang="ro-RO" dirty="0" err="1"/>
              <a:t>hash</a:t>
            </a:r>
            <a:r>
              <a:rPr lang="ro-RO" altLang="ro-RO" dirty="0"/>
              <a:t>-urile cheilor</a:t>
            </a:r>
          </a:p>
        </p:txBody>
      </p:sp>
      <p:sp>
        <p:nvSpPr>
          <p:cNvPr id="1698819" name="Rectangle 1027">
            <a:extLst>
              <a:ext uri="{FF2B5EF4-FFF2-40B4-BE49-F238E27FC236}">
                <a16:creationId xmlns:a16="http://schemas.microsoft.com/office/drawing/2014/main" id="{9EDE3141-5664-CD43-AD03-6F56184A14FC}"/>
              </a:ext>
            </a:extLst>
          </p:cNvPr>
          <p:cNvSpPr>
            <a:spLocks noGrp="1" noChangeArrowheads="1"/>
          </p:cNvSpPr>
          <p:nvPr>
            <p:ph type="body" idx="1"/>
          </p:nvPr>
        </p:nvSpPr>
        <p:spPr>
          <a:xfrm>
            <a:off x="319088" y="1175658"/>
            <a:ext cx="8524875" cy="2386939"/>
          </a:xfrm>
        </p:spPr>
        <p:txBody>
          <a:bodyPr/>
          <a:lstStyle/>
          <a:p>
            <a:r>
              <a:rPr lang="ro-RO" dirty="0"/>
              <a:t>Pentru a se evita partiționarea asimetrică, se poate folosi o funcție de </a:t>
            </a:r>
            <a:r>
              <a:rPr lang="ro-RO" dirty="0" err="1"/>
              <a:t>hash</a:t>
            </a:r>
            <a:r>
              <a:rPr lang="ro-RO" dirty="0"/>
              <a:t> pentru a determina partiția corespunzătoare datelor cu o anumită cheie </a:t>
            </a:r>
            <a:r>
              <a:rPr lang="ro-RO" dirty="0">
                <a:sym typeface="Wingdings" pitchFamily="2" charset="2"/>
              </a:rPr>
              <a:t> fiecare partiție va fi responsabilă de o gamă de chei</a:t>
            </a:r>
            <a:endParaRPr lang="ro-RO" dirty="0"/>
          </a:p>
          <a:p>
            <a:r>
              <a:rPr lang="ro-RO" dirty="0"/>
              <a:t>Funcția de </a:t>
            </a:r>
            <a:r>
              <a:rPr lang="ro-RO" dirty="0" err="1"/>
              <a:t>hash</a:t>
            </a:r>
            <a:r>
              <a:rPr lang="ro-RO" dirty="0"/>
              <a:t> nu trebuie neapărat să fie puternică </a:t>
            </a:r>
            <a:r>
              <a:rPr lang="ro-RO" dirty="0" err="1"/>
              <a:t>d.p.d.v</a:t>
            </a:r>
            <a:r>
              <a:rPr lang="ro-RO" dirty="0"/>
              <a:t>. criptografic </a:t>
            </a:r>
            <a:r>
              <a:rPr lang="ro-RO" dirty="0">
                <a:sym typeface="Wingdings" pitchFamily="2" charset="2"/>
              </a:rPr>
              <a:t> important este să </a:t>
            </a:r>
            <a:r>
              <a:rPr lang="ro-RO" b="1" dirty="0">
                <a:sym typeface="Wingdings" pitchFamily="2" charset="2"/>
              </a:rPr>
              <a:t>distribuie uniform</a:t>
            </a:r>
            <a:r>
              <a:rPr lang="ro-RO" dirty="0">
                <a:sym typeface="Wingdings" pitchFamily="2" charset="2"/>
              </a:rPr>
              <a:t> datele</a:t>
            </a:r>
            <a:endParaRPr lang="ro-RO" dirty="0"/>
          </a:p>
        </p:txBody>
      </p:sp>
      <p:pic>
        <p:nvPicPr>
          <p:cNvPr id="2" name="Picture 1">
            <a:extLst>
              <a:ext uri="{FF2B5EF4-FFF2-40B4-BE49-F238E27FC236}">
                <a16:creationId xmlns:a16="http://schemas.microsoft.com/office/drawing/2014/main" id="{93D683EA-B9C5-3546-95E0-FA1595B92DC8}"/>
              </a:ext>
            </a:extLst>
          </p:cNvPr>
          <p:cNvPicPr>
            <a:picLocks noChangeAspect="1"/>
          </p:cNvPicPr>
          <p:nvPr/>
        </p:nvPicPr>
        <p:blipFill>
          <a:blip r:embed="rId3"/>
          <a:stretch>
            <a:fillRect/>
          </a:stretch>
        </p:blipFill>
        <p:spPr>
          <a:xfrm>
            <a:off x="413286" y="3572670"/>
            <a:ext cx="8336478" cy="2840005"/>
          </a:xfrm>
          <a:prstGeom prst="rect">
            <a:avLst/>
          </a:prstGeom>
        </p:spPr>
      </p:pic>
    </p:spTree>
    <p:extLst>
      <p:ext uri="{BB962C8B-B14F-4D97-AF65-F5344CB8AC3E}">
        <p14:creationId xmlns:p14="http://schemas.microsoft.com/office/powerpoint/2010/main" val="28312380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8818" name="Rectangle 1026">
            <a:extLst>
              <a:ext uri="{FF2B5EF4-FFF2-40B4-BE49-F238E27FC236}">
                <a16:creationId xmlns:a16="http://schemas.microsoft.com/office/drawing/2014/main" id="{AEE0899C-7757-3E4C-93A3-1561CE613CF8}"/>
              </a:ext>
            </a:extLst>
          </p:cNvPr>
          <p:cNvSpPr>
            <a:spLocks noGrp="1" noChangeArrowheads="1"/>
          </p:cNvSpPr>
          <p:nvPr>
            <p:ph type="title"/>
          </p:nvPr>
        </p:nvSpPr>
        <p:spPr>
          <a:xfrm>
            <a:off x="1050925" y="457200"/>
            <a:ext cx="7083672" cy="458788"/>
          </a:xfrm>
        </p:spPr>
        <p:txBody>
          <a:bodyPr/>
          <a:lstStyle/>
          <a:p>
            <a:r>
              <a:rPr lang="ro-RO" altLang="ro-RO" dirty="0"/>
              <a:t>Partiționarea datelor cu chei secundare</a:t>
            </a:r>
          </a:p>
        </p:txBody>
      </p:sp>
      <p:sp>
        <p:nvSpPr>
          <p:cNvPr id="1698819" name="Rectangle 1027">
            <a:extLst>
              <a:ext uri="{FF2B5EF4-FFF2-40B4-BE49-F238E27FC236}">
                <a16:creationId xmlns:a16="http://schemas.microsoft.com/office/drawing/2014/main" id="{9EDE3141-5664-CD43-AD03-6F56184A14FC}"/>
              </a:ext>
            </a:extLst>
          </p:cNvPr>
          <p:cNvSpPr>
            <a:spLocks noGrp="1" noChangeArrowheads="1"/>
          </p:cNvSpPr>
          <p:nvPr>
            <p:ph type="body" idx="1"/>
          </p:nvPr>
        </p:nvSpPr>
        <p:spPr>
          <a:xfrm>
            <a:off x="319088" y="1303983"/>
            <a:ext cx="8524875" cy="5111105"/>
          </a:xfrm>
        </p:spPr>
        <p:txBody>
          <a:bodyPr/>
          <a:lstStyle/>
          <a:p>
            <a:r>
              <a:rPr lang="ro-RO" b="1" dirty="0"/>
              <a:t>Cheie secundară</a:t>
            </a:r>
            <a:r>
              <a:rPr lang="ro-RO" dirty="0"/>
              <a:t> </a:t>
            </a:r>
            <a:r>
              <a:rPr lang="ro-RO" dirty="0">
                <a:sym typeface="Wingdings" pitchFamily="2" charset="2"/>
              </a:rPr>
              <a:t> nu identifică o înregistrare de date în mod unic, dar ajută la căutarea aparițiilor unei anumite valori (ex., toate mașinile de culoare roșie)</a:t>
            </a:r>
          </a:p>
          <a:p>
            <a:r>
              <a:rPr lang="ro-RO" dirty="0">
                <a:sym typeface="Wingdings" pitchFamily="2" charset="2"/>
              </a:rPr>
              <a:t>O cheie secundară este un element foarte important în bazele de date relaționale și de documente</a:t>
            </a:r>
          </a:p>
          <a:p>
            <a:endParaRPr lang="ro-RO" dirty="0"/>
          </a:p>
        </p:txBody>
      </p:sp>
      <p:graphicFrame>
        <p:nvGraphicFramePr>
          <p:cNvPr id="2" name="Table 2">
            <a:extLst>
              <a:ext uri="{FF2B5EF4-FFF2-40B4-BE49-F238E27FC236}">
                <a16:creationId xmlns:a16="http://schemas.microsoft.com/office/drawing/2014/main" id="{64038D1E-8397-3A44-8B67-D0D4AFA2CEBB}"/>
              </a:ext>
            </a:extLst>
          </p:cNvPr>
          <p:cNvGraphicFramePr>
            <a:graphicFrameLocks noGrp="1"/>
          </p:cNvGraphicFramePr>
          <p:nvPr>
            <p:extLst>
              <p:ext uri="{D42A27DB-BD31-4B8C-83A1-F6EECF244321}">
                <p14:modId xmlns:p14="http://schemas.microsoft.com/office/powerpoint/2010/main" val="2125851661"/>
              </p:ext>
            </p:extLst>
          </p:nvPr>
        </p:nvGraphicFramePr>
        <p:xfrm>
          <a:off x="895955" y="3883231"/>
          <a:ext cx="7393612" cy="1799112"/>
        </p:xfrm>
        <a:graphic>
          <a:graphicData uri="http://schemas.openxmlformats.org/drawingml/2006/table">
            <a:tbl>
              <a:tblPr firstRow="1" bandRow="1">
                <a:tableStyleId>{5C22544A-7EE6-4342-B048-85BDC9FD1C3A}</a:tableStyleId>
              </a:tblPr>
              <a:tblGrid>
                <a:gridCol w="1848403">
                  <a:extLst>
                    <a:ext uri="{9D8B030D-6E8A-4147-A177-3AD203B41FA5}">
                      <a16:colId xmlns:a16="http://schemas.microsoft.com/office/drawing/2014/main" val="2314283806"/>
                    </a:ext>
                  </a:extLst>
                </a:gridCol>
                <a:gridCol w="1848403">
                  <a:extLst>
                    <a:ext uri="{9D8B030D-6E8A-4147-A177-3AD203B41FA5}">
                      <a16:colId xmlns:a16="http://schemas.microsoft.com/office/drawing/2014/main" val="1056147408"/>
                    </a:ext>
                  </a:extLst>
                </a:gridCol>
                <a:gridCol w="1848403">
                  <a:extLst>
                    <a:ext uri="{9D8B030D-6E8A-4147-A177-3AD203B41FA5}">
                      <a16:colId xmlns:a16="http://schemas.microsoft.com/office/drawing/2014/main" val="707769676"/>
                    </a:ext>
                  </a:extLst>
                </a:gridCol>
                <a:gridCol w="1848403">
                  <a:extLst>
                    <a:ext uri="{9D8B030D-6E8A-4147-A177-3AD203B41FA5}">
                      <a16:colId xmlns:a16="http://schemas.microsoft.com/office/drawing/2014/main" val="1274279401"/>
                    </a:ext>
                  </a:extLst>
                </a:gridCol>
              </a:tblGrid>
              <a:tr h="449778">
                <a:tc>
                  <a:txBody>
                    <a:bodyPr/>
                    <a:lstStyle/>
                    <a:p>
                      <a:r>
                        <a:rPr lang="en-RO" sz="2200" dirty="0"/>
                        <a:t>ID mașină</a:t>
                      </a:r>
                    </a:p>
                  </a:txBody>
                  <a:tcPr marL="110904" marR="110904" marT="55452" marB="55452"/>
                </a:tc>
                <a:tc>
                  <a:txBody>
                    <a:bodyPr/>
                    <a:lstStyle/>
                    <a:p>
                      <a:r>
                        <a:rPr lang="en-RO" sz="2200" dirty="0"/>
                        <a:t>Marcă</a:t>
                      </a:r>
                    </a:p>
                  </a:txBody>
                  <a:tcPr marL="110904" marR="110904" marT="55452" marB="55452"/>
                </a:tc>
                <a:tc>
                  <a:txBody>
                    <a:bodyPr/>
                    <a:lstStyle/>
                    <a:p>
                      <a:r>
                        <a:rPr lang="en-RO" sz="2200" dirty="0"/>
                        <a:t>Model</a:t>
                      </a:r>
                    </a:p>
                  </a:txBody>
                  <a:tcPr marL="110904" marR="110904" marT="55452" marB="55452"/>
                </a:tc>
                <a:tc>
                  <a:txBody>
                    <a:bodyPr/>
                    <a:lstStyle/>
                    <a:p>
                      <a:r>
                        <a:rPr lang="en-RO" sz="2200" dirty="0"/>
                        <a:t>Culoare</a:t>
                      </a:r>
                    </a:p>
                  </a:txBody>
                  <a:tcPr marL="110904" marR="110904" marT="55452" marB="55452"/>
                </a:tc>
                <a:extLst>
                  <a:ext uri="{0D108BD9-81ED-4DB2-BD59-A6C34878D82A}">
                    <a16:rowId xmlns:a16="http://schemas.microsoft.com/office/drawing/2014/main" val="1363252734"/>
                  </a:ext>
                </a:extLst>
              </a:tr>
              <a:tr h="449778">
                <a:tc>
                  <a:txBody>
                    <a:bodyPr/>
                    <a:lstStyle/>
                    <a:p>
                      <a:r>
                        <a:rPr lang="en-RO" sz="2200" dirty="0"/>
                        <a:t>1</a:t>
                      </a:r>
                    </a:p>
                  </a:txBody>
                  <a:tcPr marL="110904" marR="110904" marT="55452" marB="55452"/>
                </a:tc>
                <a:tc>
                  <a:txBody>
                    <a:bodyPr/>
                    <a:lstStyle/>
                    <a:p>
                      <a:r>
                        <a:rPr lang="en-RO" sz="2200" dirty="0"/>
                        <a:t>Ford</a:t>
                      </a:r>
                    </a:p>
                  </a:txBody>
                  <a:tcPr marL="110904" marR="110904" marT="55452" marB="55452"/>
                </a:tc>
                <a:tc>
                  <a:txBody>
                    <a:bodyPr/>
                    <a:lstStyle/>
                    <a:p>
                      <a:r>
                        <a:rPr lang="en-RO" sz="2200" dirty="0"/>
                        <a:t>Focus</a:t>
                      </a:r>
                    </a:p>
                  </a:txBody>
                  <a:tcPr marL="110904" marR="110904" marT="55452" marB="55452"/>
                </a:tc>
                <a:tc>
                  <a:txBody>
                    <a:bodyPr/>
                    <a:lstStyle/>
                    <a:p>
                      <a:r>
                        <a:rPr lang="en-RO" sz="2200" dirty="0"/>
                        <a:t>Roșie</a:t>
                      </a:r>
                    </a:p>
                  </a:txBody>
                  <a:tcPr marL="110904" marR="110904" marT="55452" marB="55452"/>
                </a:tc>
                <a:extLst>
                  <a:ext uri="{0D108BD9-81ED-4DB2-BD59-A6C34878D82A}">
                    <a16:rowId xmlns:a16="http://schemas.microsoft.com/office/drawing/2014/main" val="1154200779"/>
                  </a:ext>
                </a:extLst>
              </a:tr>
              <a:tr h="449778">
                <a:tc>
                  <a:txBody>
                    <a:bodyPr/>
                    <a:lstStyle/>
                    <a:p>
                      <a:r>
                        <a:rPr lang="en-RO" sz="2200" dirty="0"/>
                        <a:t>2</a:t>
                      </a:r>
                    </a:p>
                  </a:txBody>
                  <a:tcPr marL="110904" marR="110904" marT="55452" marB="55452"/>
                </a:tc>
                <a:tc>
                  <a:txBody>
                    <a:bodyPr/>
                    <a:lstStyle/>
                    <a:p>
                      <a:r>
                        <a:rPr lang="en-RO" sz="2200" dirty="0"/>
                        <a:t>BMW</a:t>
                      </a:r>
                    </a:p>
                  </a:txBody>
                  <a:tcPr marL="110904" marR="110904" marT="55452" marB="55452"/>
                </a:tc>
                <a:tc>
                  <a:txBody>
                    <a:bodyPr/>
                    <a:lstStyle/>
                    <a:p>
                      <a:r>
                        <a:rPr lang="en-RO" sz="2200" dirty="0"/>
                        <a:t>X3</a:t>
                      </a:r>
                    </a:p>
                  </a:txBody>
                  <a:tcPr marL="110904" marR="110904" marT="55452" marB="55452"/>
                </a:tc>
                <a:tc>
                  <a:txBody>
                    <a:bodyPr/>
                    <a:lstStyle/>
                    <a:p>
                      <a:r>
                        <a:rPr lang="en-RO" sz="2200" dirty="0"/>
                        <a:t>Roșie</a:t>
                      </a:r>
                    </a:p>
                  </a:txBody>
                  <a:tcPr marL="110904" marR="110904" marT="55452" marB="55452"/>
                </a:tc>
                <a:extLst>
                  <a:ext uri="{0D108BD9-81ED-4DB2-BD59-A6C34878D82A}">
                    <a16:rowId xmlns:a16="http://schemas.microsoft.com/office/drawing/2014/main" val="687900048"/>
                  </a:ext>
                </a:extLst>
              </a:tr>
              <a:tr h="449778">
                <a:tc>
                  <a:txBody>
                    <a:bodyPr/>
                    <a:lstStyle/>
                    <a:p>
                      <a:r>
                        <a:rPr lang="en-RO" sz="2200" dirty="0"/>
                        <a:t>3</a:t>
                      </a:r>
                    </a:p>
                  </a:txBody>
                  <a:tcPr marL="110904" marR="110904" marT="55452" marB="55452"/>
                </a:tc>
                <a:tc>
                  <a:txBody>
                    <a:bodyPr/>
                    <a:lstStyle/>
                    <a:p>
                      <a:r>
                        <a:rPr lang="en-RO" sz="2200" dirty="0"/>
                        <a:t>Ford</a:t>
                      </a:r>
                    </a:p>
                  </a:txBody>
                  <a:tcPr marL="110904" marR="110904" marT="55452" marB="55452"/>
                </a:tc>
                <a:tc>
                  <a:txBody>
                    <a:bodyPr/>
                    <a:lstStyle/>
                    <a:p>
                      <a:r>
                        <a:rPr lang="en-RO" sz="2200" dirty="0"/>
                        <a:t>Mondeo</a:t>
                      </a:r>
                    </a:p>
                  </a:txBody>
                  <a:tcPr marL="110904" marR="110904" marT="55452" marB="55452"/>
                </a:tc>
                <a:tc>
                  <a:txBody>
                    <a:bodyPr/>
                    <a:lstStyle/>
                    <a:p>
                      <a:r>
                        <a:rPr lang="en-RO" sz="2200" dirty="0"/>
                        <a:t>Albă</a:t>
                      </a:r>
                    </a:p>
                  </a:txBody>
                  <a:tcPr marL="110904" marR="110904" marT="55452" marB="55452"/>
                </a:tc>
                <a:extLst>
                  <a:ext uri="{0D108BD9-81ED-4DB2-BD59-A6C34878D82A}">
                    <a16:rowId xmlns:a16="http://schemas.microsoft.com/office/drawing/2014/main" val="3028603553"/>
                  </a:ext>
                </a:extLst>
              </a:tr>
            </a:tbl>
          </a:graphicData>
        </a:graphic>
      </p:graphicFrame>
      <p:sp>
        <p:nvSpPr>
          <p:cNvPr id="4" name="Right Brace 3">
            <a:extLst>
              <a:ext uri="{FF2B5EF4-FFF2-40B4-BE49-F238E27FC236}">
                <a16:creationId xmlns:a16="http://schemas.microsoft.com/office/drawing/2014/main" id="{940A097D-F501-4B48-B34B-AE66262B9E6E}"/>
              </a:ext>
            </a:extLst>
          </p:cNvPr>
          <p:cNvSpPr/>
          <p:nvPr/>
        </p:nvSpPr>
        <p:spPr bwMode="auto">
          <a:xfrm rot="5400000">
            <a:off x="1641169" y="4961711"/>
            <a:ext cx="333065" cy="1823494"/>
          </a:xfrm>
          <a:prstGeom prst="rightBrace">
            <a:avLst/>
          </a:prstGeom>
          <a:no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RO" sz="1800" b="0" i="0" u="none" strike="noStrike" cap="none" normalizeH="0" baseline="0">
              <a:ln>
                <a:noFill/>
              </a:ln>
              <a:solidFill>
                <a:schemeClr val="tx1"/>
              </a:solidFill>
              <a:effectLst/>
              <a:latin typeface="Arial" charset="0"/>
            </a:endParaRPr>
          </a:p>
        </p:txBody>
      </p:sp>
      <p:sp>
        <p:nvSpPr>
          <p:cNvPr id="7" name="Right Brace 6">
            <a:extLst>
              <a:ext uri="{FF2B5EF4-FFF2-40B4-BE49-F238E27FC236}">
                <a16:creationId xmlns:a16="http://schemas.microsoft.com/office/drawing/2014/main" id="{B6E747BE-D1A9-9F4A-8845-A8F693D02F8A}"/>
              </a:ext>
            </a:extLst>
          </p:cNvPr>
          <p:cNvSpPr/>
          <p:nvPr/>
        </p:nvSpPr>
        <p:spPr bwMode="auto">
          <a:xfrm rot="5400000">
            <a:off x="5331743" y="3123689"/>
            <a:ext cx="333065" cy="5499540"/>
          </a:xfrm>
          <a:prstGeom prst="rightBrace">
            <a:avLst/>
          </a:prstGeom>
          <a:no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RO" sz="1800" b="0" i="0" u="none" strike="noStrike" cap="none" normalizeH="0" baseline="0">
              <a:ln>
                <a:noFill/>
              </a:ln>
              <a:solidFill>
                <a:schemeClr val="tx1"/>
              </a:solidFill>
              <a:effectLst/>
              <a:latin typeface="Arial" charset="0"/>
            </a:endParaRPr>
          </a:p>
        </p:txBody>
      </p:sp>
      <p:sp>
        <p:nvSpPr>
          <p:cNvPr id="5" name="TextBox 4">
            <a:extLst>
              <a:ext uri="{FF2B5EF4-FFF2-40B4-BE49-F238E27FC236}">
                <a16:creationId xmlns:a16="http://schemas.microsoft.com/office/drawing/2014/main" id="{166DCB42-6AC3-3F48-8C41-B2BA27A8FAD1}"/>
              </a:ext>
            </a:extLst>
          </p:cNvPr>
          <p:cNvSpPr txBox="1"/>
          <p:nvPr/>
        </p:nvSpPr>
        <p:spPr>
          <a:xfrm>
            <a:off x="880484" y="6070338"/>
            <a:ext cx="1838965" cy="369332"/>
          </a:xfrm>
          <a:prstGeom prst="rect">
            <a:avLst/>
          </a:prstGeom>
          <a:noFill/>
        </p:spPr>
        <p:txBody>
          <a:bodyPr wrap="none" rtlCol="0">
            <a:spAutoFit/>
          </a:bodyPr>
          <a:lstStyle/>
          <a:p>
            <a:r>
              <a:rPr lang="en-RO" dirty="0"/>
              <a:t>Cheie principală</a:t>
            </a:r>
          </a:p>
        </p:txBody>
      </p:sp>
      <p:sp>
        <p:nvSpPr>
          <p:cNvPr id="9" name="TextBox 8">
            <a:extLst>
              <a:ext uri="{FF2B5EF4-FFF2-40B4-BE49-F238E27FC236}">
                <a16:creationId xmlns:a16="http://schemas.microsoft.com/office/drawing/2014/main" id="{BFB2C7A8-4B3C-954F-85C8-41BF728AD8EE}"/>
              </a:ext>
            </a:extLst>
          </p:cNvPr>
          <p:cNvSpPr txBox="1"/>
          <p:nvPr/>
        </p:nvSpPr>
        <p:spPr>
          <a:xfrm>
            <a:off x="4572000" y="6045756"/>
            <a:ext cx="1800493" cy="369332"/>
          </a:xfrm>
          <a:prstGeom prst="rect">
            <a:avLst/>
          </a:prstGeom>
          <a:noFill/>
        </p:spPr>
        <p:txBody>
          <a:bodyPr wrap="none" rtlCol="0">
            <a:spAutoFit/>
          </a:bodyPr>
          <a:lstStyle/>
          <a:p>
            <a:r>
              <a:rPr lang="en-RO" dirty="0"/>
              <a:t>Chei secundare</a:t>
            </a:r>
          </a:p>
        </p:txBody>
      </p:sp>
    </p:spTree>
    <p:extLst>
      <p:ext uri="{BB962C8B-B14F-4D97-AF65-F5344CB8AC3E}">
        <p14:creationId xmlns:p14="http://schemas.microsoft.com/office/powerpoint/2010/main" val="17632352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8818" name="Rectangle 1026">
            <a:extLst>
              <a:ext uri="{FF2B5EF4-FFF2-40B4-BE49-F238E27FC236}">
                <a16:creationId xmlns:a16="http://schemas.microsoft.com/office/drawing/2014/main" id="{AEE0899C-7757-3E4C-93A3-1561CE613CF8}"/>
              </a:ext>
            </a:extLst>
          </p:cNvPr>
          <p:cNvSpPr>
            <a:spLocks noGrp="1" noChangeArrowheads="1"/>
          </p:cNvSpPr>
          <p:nvPr>
            <p:ph type="title"/>
          </p:nvPr>
        </p:nvSpPr>
        <p:spPr>
          <a:xfrm>
            <a:off x="1050925" y="457200"/>
            <a:ext cx="6905543" cy="458788"/>
          </a:xfrm>
        </p:spPr>
        <p:txBody>
          <a:bodyPr/>
          <a:lstStyle/>
          <a:p>
            <a:r>
              <a:rPr lang="ro-RO" altLang="ro-RO" dirty="0"/>
              <a:t>Partiționarea cheilor secundare după document</a:t>
            </a:r>
          </a:p>
        </p:txBody>
      </p:sp>
      <p:sp>
        <p:nvSpPr>
          <p:cNvPr id="1698819" name="Rectangle 1027">
            <a:extLst>
              <a:ext uri="{FF2B5EF4-FFF2-40B4-BE49-F238E27FC236}">
                <a16:creationId xmlns:a16="http://schemas.microsoft.com/office/drawing/2014/main" id="{9EDE3141-5664-CD43-AD03-6F56184A14FC}"/>
              </a:ext>
            </a:extLst>
          </p:cNvPr>
          <p:cNvSpPr>
            <a:spLocks noGrp="1" noChangeArrowheads="1"/>
          </p:cNvSpPr>
          <p:nvPr>
            <p:ph type="body" idx="1"/>
          </p:nvPr>
        </p:nvSpPr>
        <p:spPr>
          <a:xfrm>
            <a:off x="309562" y="4732535"/>
            <a:ext cx="8524875" cy="1668265"/>
          </a:xfrm>
        </p:spPr>
        <p:txBody>
          <a:bodyPr/>
          <a:lstStyle/>
          <a:p>
            <a:r>
              <a:rPr lang="ro-RO" dirty="0"/>
              <a:t>Fiecare partiție reține propriile chei secundare</a:t>
            </a:r>
          </a:p>
          <a:p>
            <a:r>
              <a:rPr lang="ro-RO" dirty="0"/>
              <a:t>Scrierile de date se fac către o singură partiție</a:t>
            </a:r>
          </a:p>
          <a:p>
            <a:r>
              <a:rPr lang="ro-RO" dirty="0"/>
              <a:t>Citirile de date se fac către toate partițiile</a:t>
            </a:r>
          </a:p>
        </p:txBody>
      </p:sp>
      <p:pic>
        <p:nvPicPr>
          <p:cNvPr id="3" name="Picture 2">
            <a:extLst>
              <a:ext uri="{FF2B5EF4-FFF2-40B4-BE49-F238E27FC236}">
                <a16:creationId xmlns:a16="http://schemas.microsoft.com/office/drawing/2014/main" id="{201C8FC8-7D13-C84D-926A-5F7B00C0416C}"/>
              </a:ext>
            </a:extLst>
          </p:cNvPr>
          <p:cNvPicPr>
            <a:picLocks noChangeAspect="1"/>
          </p:cNvPicPr>
          <p:nvPr/>
        </p:nvPicPr>
        <p:blipFill>
          <a:blip r:embed="rId3"/>
          <a:stretch>
            <a:fillRect/>
          </a:stretch>
        </p:blipFill>
        <p:spPr>
          <a:xfrm>
            <a:off x="1119227" y="1331895"/>
            <a:ext cx="6905543" cy="3400640"/>
          </a:xfrm>
          <a:prstGeom prst="rect">
            <a:avLst/>
          </a:prstGeom>
        </p:spPr>
      </p:pic>
    </p:spTree>
    <p:extLst>
      <p:ext uri="{BB962C8B-B14F-4D97-AF65-F5344CB8AC3E}">
        <p14:creationId xmlns:p14="http://schemas.microsoft.com/office/powerpoint/2010/main" val="15419392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8818" name="Rectangle 1026">
            <a:extLst>
              <a:ext uri="{FF2B5EF4-FFF2-40B4-BE49-F238E27FC236}">
                <a16:creationId xmlns:a16="http://schemas.microsoft.com/office/drawing/2014/main" id="{AEE0899C-7757-3E4C-93A3-1561CE613CF8}"/>
              </a:ext>
            </a:extLst>
          </p:cNvPr>
          <p:cNvSpPr>
            <a:spLocks noGrp="1" noChangeArrowheads="1"/>
          </p:cNvSpPr>
          <p:nvPr>
            <p:ph type="title"/>
          </p:nvPr>
        </p:nvSpPr>
        <p:spPr>
          <a:xfrm>
            <a:off x="1050925" y="457200"/>
            <a:ext cx="6905543" cy="458788"/>
          </a:xfrm>
        </p:spPr>
        <p:txBody>
          <a:bodyPr/>
          <a:lstStyle/>
          <a:p>
            <a:r>
              <a:rPr lang="ro-RO" altLang="ro-RO" dirty="0"/>
              <a:t>Partiționarea cheilor secundare după termen</a:t>
            </a:r>
          </a:p>
        </p:txBody>
      </p:sp>
      <p:sp>
        <p:nvSpPr>
          <p:cNvPr id="1698819" name="Rectangle 1027">
            <a:extLst>
              <a:ext uri="{FF2B5EF4-FFF2-40B4-BE49-F238E27FC236}">
                <a16:creationId xmlns:a16="http://schemas.microsoft.com/office/drawing/2014/main" id="{9EDE3141-5664-CD43-AD03-6F56184A14FC}"/>
              </a:ext>
            </a:extLst>
          </p:cNvPr>
          <p:cNvSpPr>
            <a:spLocks noGrp="1" noChangeArrowheads="1"/>
          </p:cNvSpPr>
          <p:nvPr>
            <p:ph type="body" idx="1"/>
          </p:nvPr>
        </p:nvSpPr>
        <p:spPr>
          <a:xfrm>
            <a:off x="309562" y="4732535"/>
            <a:ext cx="8524875" cy="1668265"/>
          </a:xfrm>
        </p:spPr>
        <p:txBody>
          <a:bodyPr/>
          <a:lstStyle/>
          <a:p>
            <a:r>
              <a:rPr lang="ro-RO" dirty="0"/>
              <a:t>Se creează un index global care acoperă datele din toate partițiile, și care este la rândul lui partiționat (separat)</a:t>
            </a:r>
          </a:p>
          <a:p>
            <a:r>
              <a:rPr lang="ro-RO" dirty="0"/>
              <a:t>Scrierile de date pot ajunge să se facă pe mai multe partiții</a:t>
            </a:r>
          </a:p>
          <a:p>
            <a:r>
              <a:rPr lang="ro-RO" dirty="0"/>
              <a:t>Cererile de date se fac către o singură partiție</a:t>
            </a:r>
          </a:p>
        </p:txBody>
      </p:sp>
      <p:pic>
        <p:nvPicPr>
          <p:cNvPr id="2" name="Picture 1">
            <a:extLst>
              <a:ext uri="{FF2B5EF4-FFF2-40B4-BE49-F238E27FC236}">
                <a16:creationId xmlns:a16="http://schemas.microsoft.com/office/drawing/2014/main" id="{569178D3-5986-DA46-87C6-19330CF51532}"/>
              </a:ext>
            </a:extLst>
          </p:cNvPr>
          <p:cNvPicPr>
            <a:picLocks noChangeAspect="1"/>
          </p:cNvPicPr>
          <p:nvPr/>
        </p:nvPicPr>
        <p:blipFill>
          <a:blip r:embed="rId3"/>
          <a:stretch>
            <a:fillRect/>
          </a:stretch>
        </p:blipFill>
        <p:spPr>
          <a:xfrm>
            <a:off x="635329" y="1277725"/>
            <a:ext cx="7873340" cy="3502310"/>
          </a:xfrm>
          <a:prstGeom prst="rect">
            <a:avLst/>
          </a:prstGeom>
        </p:spPr>
      </p:pic>
    </p:spTree>
    <p:extLst>
      <p:ext uri="{BB962C8B-B14F-4D97-AF65-F5344CB8AC3E}">
        <p14:creationId xmlns:p14="http://schemas.microsoft.com/office/powerpoint/2010/main" val="18988608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8818" name="Rectangle 1026">
            <a:extLst>
              <a:ext uri="{FF2B5EF4-FFF2-40B4-BE49-F238E27FC236}">
                <a16:creationId xmlns:a16="http://schemas.microsoft.com/office/drawing/2014/main" id="{AEE0899C-7757-3E4C-93A3-1561CE613CF8}"/>
              </a:ext>
            </a:extLst>
          </p:cNvPr>
          <p:cNvSpPr>
            <a:spLocks noGrp="1" noChangeArrowheads="1"/>
          </p:cNvSpPr>
          <p:nvPr>
            <p:ph type="title"/>
          </p:nvPr>
        </p:nvSpPr>
        <p:spPr>
          <a:xfrm>
            <a:off x="1050925" y="457200"/>
            <a:ext cx="6238875" cy="458788"/>
          </a:xfrm>
        </p:spPr>
        <p:txBody>
          <a:bodyPr/>
          <a:lstStyle/>
          <a:p>
            <a:r>
              <a:rPr lang="ro-RO" altLang="ro-RO" dirty="0"/>
              <a:t>Rebalansarea partițiilor</a:t>
            </a:r>
          </a:p>
        </p:txBody>
      </p:sp>
      <p:sp>
        <p:nvSpPr>
          <p:cNvPr id="1698819" name="Rectangle 1027">
            <a:extLst>
              <a:ext uri="{FF2B5EF4-FFF2-40B4-BE49-F238E27FC236}">
                <a16:creationId xmlns:a16="http://schemas.microsoft.com/office/drawing/2014/main" id="{9EDE3141-5664-CD43-AD03-6F56184A14FC}"/>
              </a:ext>
            </a:extLst>
          </p:cNvPr>
          <p:cNvSpPr>
            <a:spLocks noGrp="1" noChangeArrowheads="1"/>
          </p:cNvSpPr>
          <p:nvPr>
            <p:ph type="body" idx="1"/>
          </p:nvPr>
        </p:nvSpPr>
        <p:spPr>
          <a:xfrm>
            <a:off x="319088" y="1175657"/>
            <a:ext cx="8524875" cy="5239431"/>
          </a:xfrm>
        </p:spPr>
        <p:txBody>
          <a:bodyPr/>
          <a:lstStyle/>
          <a:p>
            <a:r>
              <a:rPr lang="ro-RO" dirty="0"/>
              <a:t>Necesară atunci când:</a:t>
            </a:r>
          </a:p>
          <a:p>
            <a:pPr lvl="1"/>
            <a:r>
              <a:rPr lang="ro-RO" dirty="0"/>
              <a:t>se adaugă sau elimină noduri noi</a:t>
            </a:r>
          </a:p>
          <a:p>
            <a:pPr lvl="1"/>
            <a:r>
              <a:rPr lang="ro-RO" dirty="0"/>
              <a:t>cantitatea de date crește</a:t>
            </a:r>
          </a:p>
          <a:p>
            <a:pPr lvl="1"/>
            <a:r>
              <a:rPr lang="ro-RO" dirty="0"/>
              <a:t>apare asimetrie la partiții</a:t>
            </a:r>
          </a:p>
          <a:p>
            <a:r>
              <a:rPr lang="ro-RO" dirty="0"/>
              <a:t>Strategii de rebalansare:</a:t>
            </a:r>
          </a:p>
          <a:p>
            <a:pPr lvl="1"/>
            <a:r>
              <a:rPr lang="ro-RO" dirty="0"/>
              <a:t>partiționare cu un număr fix de partiții</a:t>
            </a:r>
          </a:p>
          <a:p>
            <a:pPr lvl="1"/>
            <a:r>
              <a:rPr lang="ro-RO" dirty="0"/>
              <a:t>partiționare dinamică</a:t>
            </a:r>
          </a:p>
          <a:p>
            <a:pPr lvl="1"/>
            <a:r>
              <a:rPr lang="ro-RO" dirty="0"/>
              <a:t>partiționare proporțională cu numărul de noduri</a:t>
            </a:r>
          </a:p>
          <a:p>
            <a:pPr lvl="1"/>
            <a:endParaRPr lang="ro-RO" dirty="0"/>
          </a:p>
        </p:txBody>
      </p:sp>
    </p:spTree>
    <p:extLst>
      <p:ext uri="{BB962C8B-B14F-4D97-AF65-F5344CB8AC3E}">
        <p14:creationId xmlns:p14="http://schemas.microsoft.com/office/powerpoint/2010/main" val="2597868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9881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988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9881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9881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9881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98819">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9881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F7C3AAE7-455C-F942-9958-C969C9B64C9F}"/>
              </a:ext>
            </a:extLst>
          </p:cNvPr>
          <p:cNvPicPr>
            <a:picLocks noChangeAspect="1"/>
          </p:cNvPicPr>
          <p:nvPr/>
        </p:nvPicPr>
        <p:blipFill>
          <a:blip r:embed="rId3"/>
          <a:stretch>
            <a:fillRect/>
          </a:stretch>
        </p:blipFill>
        <p:spPr>
          <a:xfrm>
            <a:off x="319088" y="1503880"/>
            <a:ext cx="8524875" cy="4731303"/>
          </a:xfrm>
          <a:prstGeom prst="rect">
            <a:avLst/>
          </a:prstGeom>
          <a:noFill/>
        </p:spPr>
      </p:pic>
      <p:sp>
        <p:nvSpPr>
          <p:cNvPr id="4" name="Rectangle 1026">
            <a:extLst>
              <a:ext uri="{FF2B5EF4-FFF2-40B4-BE49-F238E27FC236}">
                <a16:creationId xmlns:a16="http://schemas.microsoft.com/office/drawing/2014/main" id="{BCA4B403-415D-774A-9B42-A27368CD5530}"/>
              </a:ext>
            </a:extLst>
          </p:cNvPr>
          <p:cNvSpPr txBox="1">
            <a:spLocks noChangeArrowheads="1"/>
          </p:cNvSpPr>
          <p:nvPr/>
        </p:nvSpPr>
        <p:spPr bwMode="auto">
          <a:xfrm>
            <a:off x="1050925" y="457200"/>
            <a:ext cx="6513657"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algn="ctr" rtl="0" eaLnBrk="0" fontAlgn="base" hangingPunct="0">
              <a:lnSpc>
                <a:spcPct val="95000"/>
              </a:lnSpc>
              <a:spcBef>
                <a:spcPct val="0"/>
              </a:spcBef>
              <a:spcAft>
                <a:spcPct val="0"/>
              </a:spcAft>
              <a:defRPr sz="2800" b="1">
                <a:solidFill>
                  <a:schemeClr val="accent2"/>
                </a:solidFill>
                <a:latin typeface="+mj-lt"/>
                <a:ea typeface="ＭＳ Ｐゴシック" charset="0"/>
                <a:cs typeface="ＭＳ Ｐゴシック" charset="0"/>
              </a:defRPr>
            </a:lvl1pPr>
            <a:lvl2pPr algn="ctr" rtl="0" eaLnBrk="0" fontAlgn="base" hangingPunct="0">
              <a:lnSpc>
                <a:spcPct val="95000"/>
              </a:lnSpc>
              <a:spcBef>
                <a:spcPct val="0"/>
              </a:spcBef>
              <a:spcAft>
                <a:spcPct val="0"/>
              </a:spcAft>
              <a:defRPr sz="2800" b="1">
                <a:solidFill>
                  <a:schemeClr val="accent2"/>
                </a:solidFill>
                <a:latin typeface="Arial" charset="0"/>
                <a:ea typeface="ＭＳ Ｐゴシック" charset="0"/>
                <a:cs typeface="ＭＳ Ｐゴシック" charset="0"/>
              </a:defRPr>
            </a:lvl2pPr>
            <a:lvl3pPr algn="ctr" rtl="0" eaLnBrk="0" fontAlgn="base" hangingPunct="0">
              <a:lnSpc>
                <a:spcPct val="95000"/>
              </a:lnSpc>
              <a:spcBef>
                <a:spcPct val="0"/>
              </a:spcBef>
              <a:spcAft>
                <a:spcPct val="0"/>
              </a:spcAft>
              <a:defRPr sz="2800" b="1">
                <a:solidFill>
                  <a:schemeClr val="accent2"/>
                </a:solidFill>
                <a:latin typeface="Arial" charset="0"/>
                <a:ea typeface="ＭＳ Ｐゴシック" charset="0"/>
                <a:cs typeface="ＭＳ Ｐゴシック" charset="0"/>
              </a:defRPr>
            </a:lvl3pPr>
            <a:lvl4pPr algn="ctr" rtl="0" eaLnBrk="0" fontAlgn="base" hangingPunct="0">
              <a:lnSpc>
                <a:spcPct val="95000"/>
              </a:lnSpc>
              <a:spcBef>
                <a:spcPct val="0"/>
              </a:spcBef>
              <a:spcAft>
                <a:spcPct val="0"/>
              </a:spcAft>
              <a:defRPr sz="2800" b="1">
                <a:solidFill>
                  <a:schemeClr val="accent2"/>
                </a:solidFill>
                <a:latin typeface="Arial" charset="0"/>
                <a:ea typeface="ＭＳ Ｐゴシック" charset="0"/>
                <a:cs typeface="ＭＳ Ｐゴシック" charset="0"/>
              </a:defRPr>
            </a:lvl4pPr>
            <a:lvl5pPr algn="ctr" rtl="0" eaLnBrk="0" fontAlgn="base" hangingPunct="0">
              <a:lnSpc>
                <a:spcPct val="95000"/>
              </a:lnSpc>
              <a:spcBef>
                <a:spcPct val="0"/>
              </a:spcBef>
              <a:spcAft>
                <a:spcPct val="0"/>
              </a:spcAft>
              <a:defRPr sz="2800" b="1">
                <a:solidFill>
                  <a:schemeClr val="accent2"/>
                </a:solidFill>
                <a:latin typeface="Arial" charset="0"/>
                <a:ea typeface="ＭＳ Ｐゴシック" charset="0"/>
                <a:cs typeface="ＭＳ Ｐゴシック" charset="0"/>
              </a:defRPr>
            </a:lvl5pPr>
            <a:lvl6pPr marL="457200" algn="l" rtl="0" fontAlgn="base">
              <a:lnSpc>
                <a:spcPct val="95000"/>
              </a:lnSpc>
              <a:spcBef>
                <a:spcPct val="0"/>
              </a:spcBef>
              <a:spcAft>
                <a:spcPct val="0"/>
              </a:spcAft>
              <a:defRPr sz="2400" b="1">
                <a:solidFill>
                  <a:schemeClr val="accent2"/>
                </a:solidFill>
                <a:latin typeface="Arial" charset="0"/>
              </a:defRPr>
            </a:lvl6pPr>
            <a:lvl7pPr marL="914400" algn="l" rtl="0" fontAlgn="base">
              <a:lnSpc>
                <a:spcPct val="95000"/>
              </a:lnSpc>
              <a:spcBef>
                <a:spcPct val="0"/>
              </a:spcBef>
              <a:spcAft>
                <a:spcPct val="0"/>
              </a:spcAft>
              <a:defRPr sz="2400" b="1">
                <a:solidFill>
                  <a:schemeClr val="accent2"/>
                </a:solidFill>
                <a:latin typeface="Arial" charset="0"/>
              </a:defRPr>
            </a:lvl7pPr>
            <a:lvl8pPr marL="1371600" algn="l" rtl="0" fontAlgn="base">
              <a:lnSpc>
                <a:spcPct val="95000"/>
              </a:lnSpc>
              <a:spcBef>
                <a:spcPct val="0"/>
              </a:spcBef>
              <a:spcAft>
                <a:spcPct val="0"/>
              </a:spcAft>
              <a:defRPr sz="2400" b="1">
                <a:solidFill>
                  <a:schemeClr val="accent2"/>
                </a:solidFill>
                <a:latin typeface="Arial" charset="0"/>
              </a:defRPr>
            </a:lvl8pPr>
            <a:lvl9pPr marL="1828800" algn="l" rtl="0" fontAlgn="base">
              <a:lnSpc>
                <a:spcPct val="95000"/>
              </a:lnSpc>
              <a:spcBef>
                <a:spcPct val="0"/>
              </a:spcBef>
              <a:spcAft>
                <a:spcPct val="0"/>
              </a:spcAft>
              <a:defRPr sz="2400" b="1">
                <a:solidFill>
                  <a:schemeClr val="accent2"/>
                </a:solidFill>
                <a:latin typeface="Arial" charset="0"/>
              </a:defRPr>
            </a:lvl9pPr>
          </a:lstStyle>
          <a:p>
            <a:r>
              <a:rPr lang="ro-RO" altLang="ro-RO" kern="0" dirty="0"/>
              <a:t>Partiționare cu un număr fix de partiții</a:t>
            </a:r>
          </a:p>
        </p:txBody>
      </p:sp>
    </p:spTree>
    <p:extLst>
      <p:ext uri="{BB962C8B-B14F-4D97-AF65-F5344CB8AC3E}">
        <p14:creationId xmlns:p14="http://schemas.microsoft.com/office/powerpoint/2010/main" val="88404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8818" name="Rectangle 1026">
            <a:extLst>
              <a:ext uri="{FF2B5EF4-FFF2-40B4-BE49-F238E27FC236}">
                <a16:creationId xmlns:a16="http://schemas.microsoft.com/office/drawing/2014/main" id="{AEE0899C-7757-3E4C-93A3-1561CE613CF8}"/>
              </a:ext>
            </a:extLst>
          </p:cNvPr>
          <p:cNvSpPr>
            <a:spLocks noGrp="1" noChangeArrowheads="1"/>
          </p:cNvSpPr>
          <p:nvPr>
            <p:ph type="title"/>
          </p:nvPr>
        </p:nvSpPr>
        <p:spPr>
          <a:xfrm>
            <a:off x="1050925" y="457200"/>
            <a:ext cx="6238875" cy="458788"/>
          </a:xfrm>
        </p:spPr>
        <p:txBody>
          <a:bodyPr/>
          <a:lstStyle/>
          <a:p>
            <a:r>
              <a:rPr lang="ro-RO" altLang="ro-RO" dirty="0"/>
              <a:t>Consistența</a:t>
            </a:r>
          </a:p>
        </p:txBody>
      </p:sp>
      <p:sp>
        <p:nvSpPr>
          <p:cNvPr id="1698819" name="Rectangle 1027">
            <a:extLst>
              <a:ext uri="{FF2B5EF4-FFF2-40B4-BE49-F238E27FC236}">
                <a16:creationId xmlns:a16="http://schemas.microsoft.com/office/drawing/2014/main" id="{9EDE3141-5664-CD43-AD03-6F56184A14FC}"/>
              </a:ext>
            </a:extLst>
          </p:cNvPr>
          <p:cNvSpPr>
            <a:spLocks noGrp="1" noChangeArrowheads="1"/>
          </p:cNvSpPr>
          <p:nvPr>
            <p:ph type="body" idx="1"/>
          </p:nvPr>
        </p:nvSpPr>
        <p:spPr>
          <a:xfrm>
            <a:off x="319088" y="1175657"/>
            <a:ext cx="8524875" cy="5239431"/>
          </a:xfrm>
        </p:spPr>
        <p:txBody>
          <a:bodyPr/>
          <a:lstStyle/>
          <a:p>
            <a:r>
              <a:rPr lang="ro-RO" dirty="0"/>
              <a:t>Toate nodurile ar trebui să vadă aceleași date în același timp (</a:t>
            </a:r>
            <a:r>
              <a:rPr lang="ro-RO" b="1" dirty="0" err="1"/>
              <a:t>strong</a:t>
            </a:r>
            <a:r>
              <a:rPr lang="ro-RO" b="1" dirty="0"/>
              <a:t>/</a:t>
            </a:r>
            <a:r>
              <a:rPr lang="ro-RO" b="1" dirty="0" err="1"/>
              <a:t>immediate</a:t>
            </a:r>
            <a:r>
              <a:rPr lang="ro-RO" b="1" dirty="0"/>
              <a:t>/</a:t>
            </a:r>
            <a:r>
              <a:rPr lang="ro-RO" b="1" dirty="0" err="1"/>
              <a:t>external</a:t>
            </a:r>
            <a:r>
              <a:rPr lang="ro-RO" b="1" dirty="0"/>
              <a:t>/atomic </a:t>
            </a:r>
            <a:r>
              <a:rPr lang="ro-RO" b="1" dirty="0" err="1"/>
              <a:t>consistency</a:t>
            </a:r>
            <a:r>
              <a:rPr lang="ro-RO" dirty="0"/>
              <a:t>)</a:t>
            </a:r>
          </a:p>
          <a:p>
            <a:r>
              <a:rPr lang="ro-RO" dirty="0"/>
              <a:t>Imediat ce un client a terminat o scriere, toate citirile care urmează trebuie să vadă datele proaspăt scrise</a:t>
            </a:r>
          </a:p>
          <a:p>
            <a:r>
              <a:rPr lang="ro-RO" dirty="0"/>
              <a:t>Majoritatea bazelor de date replicate oferă cel puțin </a:t>
            </a:r>
            <a:r>
              <a:rPr lang="ro-RO" b="1" dirty="0"/>
              <a:t>eventual </a:t>
            </a:r>
            <a:r>
              <a:rPr lang="ro-RO" b="1" dirty="0" err="1"/>
              <a:t>consistency</a:t>
            </a:r>
            <a:r>
              <a:rPr lang="ro-RO" b="1" dirty="0"/>
              <a:t> </a:t>
            </a:r>
          </a:p>
          <a:p>
            <a:r>
              <a:rPr lang="ro-RO" dirty="0"/>
              <a:t>Se preferă modele mai puternice de consistență, dar acestea pot duce la performanțe mai slabe sau toleranță mai redusă la defecte</a:t>
            </a:r>
          </a:p>
        </p:txBody>
      </p:sp>
    </p:spTree>
    <p:extLst>
      <p:ext uri="{BB962C8B-B14F-4D97-AF65-F5344CB8AC3E}">
        <p14:creationId xmlns:p14="http://schemas.microsoft.com/office/powerpoint/2010/main" val="5833369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8818" name="Rectangle 1026">
            <a:extLst>
              <a:ext uri="{FF2B5EF4-FFF2-40B4-BE49-F238E27FC236}">
                <a16:creationId xmlns:a16="http://schemas.microsoft.com/office/drawing/2014/main" id="{AEE0899C-7757-3E4C-93A3-1561CE613CF8}"/>
              </a:ext>
            </a:extLst>
          </p:cNvPr>
          <p:cNvSpPr>
            <a:spLocks noGrp="1" noChangeArrowheads="1"/>
          </p:cNvSpPr>
          <p:nvPr>
            <p:ph type="title"/>
          </p:nvPr>
        </p:nvSpPr>
        <p:spPr>
          <a:xfrm>
            <a:off x="1050925" y="457200"/>
            <a:ext cx="6238875" cy="458788"/>
          </a:xfrm>
        </p:spPr>
        <p:txBody>
          <a:bodyPr/>
          <a:lstStyle/>
          <a:p>
            <a:r>
              <a:rPr lang="ro-RO" altLang="ro-RO" dirty="0" err="1"/>
              <a:t>Strong</a:t>
            </a:r>
            <a:r>
              <a:rPr lang="ro-RO" altLang="ro-RO" dirty="0"/>
              <a:t> </a:t>
            </a:r>
            <a:r>
              <a:rPr lang="ro-RO" altLang="ro-RO" dirty="0" err="1"/>
              <a:t>consistency</a:t>
            </a:r>
            <a:endParaRPr lang="ro-RO" altLang="ro-RO" dirty="0"/>
          </a:p>
        </p:txBody>
      </p:sp>
      <p:sp>
        <p:nvSpPr>
          <p:cNvPr id="1698819" name="Rectangle 1027">
            <a:extLst>
              <a:ext uri="{FF2B5EF4-FFF2-40B4-BE49-F238E27FC236}">
                <a16:creationId xmlns:a16="http://schemas.microsoft.com/office/drawing/2014/main" id="{9EDE3141-5664-CD43-AD03-6F56184A14FC}"/>
              </a:ext>
            </a:extLst>
          </p:cNvPr>
          <p:cNvSpPr>
            <a:spLocks noGrp="1" noChangeArrowheads="1"/>
          </p:cNvSpPr>
          <p:nvPr>
            <p:ph type="body" idx="1"/>
          </p:nvPr>
        </p:nvSpPr>
        <p:spPr>
          <a:xfrm>
            <a:off x="319088" y="1175658"/>
            <a:ext cx="8524875" cy="819398"/>
          </a:xfrm>
        </p:spPr>
        <p:txBody>
          <a:bodyPr/>
          <a:lstStyle/>
          <a:p>
            <a:r>
              <a:rPr lang="ro-RO" dirty="0"/>
              <a:t>Oferă proprietatea de </a:t>
            </a:r>
            <a:r>
              <a:rPr lang="en-GB" b="1" dirty="0" err="1"/>
              <a:t>liniarizabilitate</a:t>
            </a:r>
            <a:endParaRPr lang="en-GB" b="1" dirty="0"/>
          </a:p>
          <a:p>
            <a:endParaRPr lang="ro-RO" dirty="0"/>
          </a:p>
        </p:txBody>
      </p:sp>
      <p:pic>
        <p:nvPicPr>
          <p:cNvPr id="2" name="Picture 1">
            <a:extLst>
              <a:ext uri="{FF2B5EF4-FFF2-40B4-BE49-F238E27FC236}">
                <a16:creationId xmlns:a16="http://schemas.microsoft.com/office/drawing/2014/main" id="{076F703F-C33E-AE4B-92C9-FF33527E0967}"/>
              </a:ext>
            </a:extLst>
          </p:cNvPr>
          <p:cNvPicPr>
            <a:picLocks noChangeAspect="1"/>
          </p:cNvPicPr>
          <p:nvPr/>
        </p:nvPicPr>
        <p:blipFill>
          <a:blip r:embed="rId3"/>
          <a:stretch>
            <a:fillRect/>
          </a:stretch>
        </p:blipFill>
        <p:spPr>
          <a:xfrm>
            <a:off x="859711" y="1689202"/>
            <a:ext cx="7424577" cy="2348285"/>
          </a:xfrm>
          <a:prstGeom prst="rect">
            <a:avLst/>
          </a:prstGeom>
        </p:spPr>
      </p:pic>
      <p:pic>
        <p:nvPicPr>
          <p:cNvPr id="3" name="Picture 2">
            <a:extLst>
              <a:ext uri="{FF2B5EF4-FFF2-40B4-BE49-F238E27FC236}">
                <a16:creationId xmlns:a16="http://schemas.microsoft.com/office/drawing/2014/main" id="{5E6AED8F-4C4B-2041-8E4E-481CC4A0810D}"/>
              </a:ext>
            </a:extLst>
          </p:cNvPr>
          <p:cNvPicPr>
            <a:picLocks noChangeAspect="1"/>
          </p:cNvPicPr>
          <p:nvPr/>
        </p:nvPicPr>
        <p:blipFill>
          <a:blip r:embed="rId4"/>
          <a:stretch>
            <a:fillRect/>
          </a:stretch>
        </p:blipFill>
        <p:spPr>
          <a:xfrm>
            <a:off x="849717" y="4052515"/>
            <a:ext cx="7434571" cy="2348285"/>
          </a:xfrm>
          <a:prstGeom prst="rect">
            <a:avLst/>
          </a:prstGeom>
        </p:spPr>
      </p:pic>
    </p:spTree>
    <p:extLst>
      <p:ext uri="{BB962C8B-B14F-4D97-AF65-F5344CB8AC3E}">
        <p14:creationId xmlns:p14="http://schemas.microsoft.com/office/powerpoint/2010/main" val="25734742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8818" name="Rectangle 1026">
            <a:extLst>
              <a:ext uri="{FF2B5EF4-FFF2-40B4-BE49-F238E27FC236}">
                <a16:creationId xmlns:a16="http://schemas.microsoft.com/office/drawing/2014/main" id="{AEE0899C-7757-3E4C-93A3-1561CE613CF8}"/>
              </a:ext>
            </a:extLst>
          </p:cNvPr>
          <p:cNvSpPr>
            <a:spLocks noGrp="1" noChangeArrowheads="1"/>
          </p:cNvSpPr>
          <p:nvPr>
            <p:ph type="title"/>
          </p:nvPr>
        </p:nvSpPr>
        <p:spPr>
          <a:xfrm>
            <a:off x="1050925" y="457200"/>
            <a:ext cx="6238875" cy="458788"/>
          </a:xfrm>
        </p:spPr>
        <p:txBody>
          <a:bodyPr/>
          <a:lstStyle/>
          <a:p>
            <a:r>
              <a:rPr lang="ro-RO" altLang="ro-RO" dirty="0"/>
              <a:t>Teorema CAP</a:t>
            </a:r>
          </a:p>
        </p:txBody>
      </p:sp>
      <p:sp>
        <p:nvSpPr>
          <p:cNvPr id="1698819" name="Rectangle 1027">
            <a:extLst>
              <a:ext uri="{FF2B5EF4-FFF2-40B4-BE49-F238E27FC236}">
                <a16:creationId xmlns:a16="http://schemas.microsoft.com/office/drawing/2014/main" id="{9EDE3141-5664-CD43-AD03-6F56184A14FC}"/>
              </a:ext>
            </a:extLst>
          </p:cNvPr>
          <p:cNvSpPr>
            <a:spLocks noGrp="1" noChangeArrowheads="1"/>
          </p:cNvSpPr>
          <p:nvPr>
            <p:ph type="body" idx="1"/>
          </p:nvPr>
        </p:nvSpPr>
        <p:spPr>
          <a:xfrm>
            <a:off x="319088" y="1175658"/>
            <a:ext cx="8524875" cy="2088404"/>
          </a:xfrm>
        </p:spPr>
        <p:txBody>
          <a:bodyPr/>
          <a:lstStyle/>
          <a:p>
            <a:r>
              <a:rPr lang="ro-RO" dirty="0"/>
              <a:t>Propusă de Prof. Eric </a:t>
            </a:r>
            <a:r>
              <a:rPr lang="ro-RO" dirty="0" err="1"/>
              <a:t>Brewer</a:t>
            </a:r>
            <a:r>
              <a:rPr lang="ro-RO" dirty="0"/>
              <a:t>, descrie trade-off-urile SD</a:t>
            </a:r>
          </a:p>
          <a:p>
            <a:r>
              <a:rPr lang="ro-RO" dirty="0"/>
              <a:t>Este imposibil pentru un sistem să furnizeze trei garanții în același timp: </a:t>
            </a:r>
            <a:r>
              <a:rPr lang="ro-RO" b="1" dirty="0" err="1"/>
              <a:t>C</a:t>
            </a:r>
            <a:r>
              <a:rPr lang="ro-RO" dirty="0" err="1"/>
              <a:t>onsistency</a:t>
            </a:r>
            <a:r>
              <a:rPr lang="ro-RO" dirty="0"/>
              <a:t>, </a:t>
            </a:r>
            <a:r>
              <a:rPr lang="ro-RO" b="1" dirty="0" err="1"/>
              <a:t>A</a:t>
            </a:r>
            <a:r>
              <a:rPr lang="ro-RO" dirty="0" err="1"/>
              <a:t>vailability</a:t>
            </a:r>
            <a:r>
              <a:rPr lang="ro-RO" dirty="0"/>
              <a:t>, </a:t>
            </a:r>
            <a:r>
              <a:rPr lang="ro-RO" b="1" dirty="0" err="1"/>
              <a:t>P</a:t>
            </a:r>
            <a:r>
              <a:rPr lang="ro-RO" dirty="0" err="1"/>
              <a:t>artition</a:t>
            </a:r>
            <a:r>
              <a:rPr lang="ro-RO" dirty="0"/>
              <a:t> </a:t>
            </a:r>
            <a:r>
              <a:rPr lang="ro-RO" dirty="0" err="1"/>
              <a:t>tolerance</a:t>
            </a:r>
            <a:r>
              <a:rPr lang="ro-RO" dirty="0"/>
              <a:t> („alege două din trei”)</a:t>
            </a:r>
          </a:p>
        </p:txBody>
      </p:sp>
      <p:pic>
        <p:nvPicPr>
          <p:cNvPr id="3" name="Picture 2">
            <a:extLst>
              <a:ext uri="{FF2B5EF4-FFF2-40B4-BE49-F238E27FC236}">
                <a16:creationId xmlns:a16="http://schemas.microsoft.com/office/drawing/2014/main" id="{11A6CEC1-4E39-6346-B5A1-5C36C5847578}"/>
              </a:ext>
            </a:extLst>
          </p:cNvPr>
          <p:cNvPicPr>
            <a:picLocks noChangeAspect="1"/>
          </p:cNvPicPr>
          <p:nvPr/>
        </p:nvPicPr>
        <p:blipFill>
          <a:blip r:embed="rId3"/>
          <a:stretch>
            <a:fillRect/>
          </a:stretch>
        </p:blipFill>
        <p:spPr>
          <a:xfrm>
            <a:off x="804440" y="2922187"/>
            <a:ext cx="7535119" cy="3525791"/>
          </a:xfrm>
          <a:prstGeom prst="rect">
            <a:avLst/>
          </a:prstGeom>
        </p:spPr>
      </p:pic>
    </p:spTree>
    <p:extLst>
      <p:ext uri="{BB962C8B-B14F-4D97-AF65-F5344CB8AC3E}">
        <p14:creationId xmlns:p14="http://schemas.microsoft.com/office/powerpoint/2010/main" val="42250472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a:t>Ce spun alții...</a:t>
            </a:r>
          </a:p>
        </p:txBody>
      </p:sp>
      <p:sp>
        <p:nvSpPr>
          <p:cNvPr id="3" name="Content Placeholder 2"/>
          <p:cNvSpPr>
            <a:spLocks noGrp="1"/>
          </p:cNvSpPr>
          <p:nvPr>
            <p:ph idx="1"/>
          </p:nvPr>
        </p:nvSpPr>
        <p:spPr>
          <a:xfrm>
            <a:off x="457199" y="1600202"/>
            <a:ext cx="7978275" cy="4525963"/>
          </a:xfrm>
        </p:spPr>
        <p:txBody>
          <a:bodyPr>
            <a:normAutofit/>
          </a:bodyPr>
          <a:lstStyle/>
          <a:p>
            <a:r>
              <a:rPr lang="en-US" dirty="0"/>
              <a:t>Coda Hale, Yammer software engineer:</a:t>
            </a:r>
          </a:p>
          <a:p>
            <a:pPr lvl="1"/>
            <a:r>
              <a:rPr lang="en-US" dirty="0"/>
              <a:t>“Of the CAP theorem’s Consistency, Availability, and Partition Tolerance, </a:t>
            </a:r>
            <a:r>
              <a:rPr lang="en-US" b="1" dirty="0"/>
              <a:t>Partition Tolerance is mandatory in distributed systems</a:t>
            </a:r>
            <a:r>
              <a:rPr lang="en-US" dirty="0"/>
              <a:t>. You cannot not choose it.”</a:t>
            </a:r>
          </a:p>
        </p:txBody>
      </p:sp>
      <p:sp>
        <p:nvSpPr>
          <p:cNvPr id="5" name="TextBox 4"/>
          <p:cNvSpPr txBox="1"/>
          <p:nvPr/>
        </p:nvSpPr>
        <p:spPr>
          <a:xfrm>
            <a:off x="457201" y="6126163"/>
            <a:ext cx="6442789" cy="400110"/>
          </a:xfrm>
          <a:prstGeom prst="rect">
            <a:avLst/>
          </a:prstGeom>
          <a:noFill/>
        </p:spPr>
        <p:txBody>
          <a:bodyPr wrap="none" rtlCol="0">
            <a:spAutoFit/>
          </a:bodyPr>
          <a:lstStyle/>
          <a:p>
            <a:r>
              <a:rPr lang="en-US" sz="2000" dirty="0">
                <a:hlinkClick r:id="rId2"/>
              </a:rPr>
              <a:t>http://codahale.com/you-cant-sacrifice-partition-tolerance/</a:t>
            </a:r>
            <a:r>
              <a:rPr lang="en-US" sz="2000" dirty="0"/>
              <a:t> </a:t>
            </a:r>
          </a:p>
        </p:txBody>
      </p:sp>
      <p:pic>
        <p:nvPicPr>
          <p:cNvPr id="6" name="Picture 5"/>
          <p:cNvPicPr>
            <a:picLocks noChangeAspect="1"/>
          </p:cNvPicPr>
          <p:nvPr/>
        </p:nvPicPr>
        <p:blipFill>
          <a:blip r:embed="rId3"/>
          <a:stretch>
            <a:fillRect/>
          </a:stretch>
        </p:blipFill>
        <p:spPr>
          <a:xfrm>
            <a:off x="5836964" y="3695045"/>
            <a:ext cx="1836510" cy="2310803"/>
          </a:xfrm>
          <a:prstGeom prst="rect">
            <a:avLst/>
          </a:prstGeom>
        </p:spPr>
      </p:pic>
    </p:spTree>
    <p:extLst>
      <p:ext uri="{BB962C8B-B14F-4D97-AF65-F5344CB8AC3E}">
        <p14:creationId xmlns:p14="http://schemas.microsoft.com/office/powerpoint/2010/main" val="5183593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a:t>Ce spun alții...</a:t>
            </a:r>
          </a:p>
        </p:txBody>
      </p:sp>
      <p:sp>
        <p:nvSpPr>
          <p:cNvPr id="3" name="Content Placeholder 2"/>
          <p:cNvSpPr>
            <a:spLocks noGrp="1"/>
          </p:cNvSpPr>
          <p:nvPr>
            <p:ph idx="1"/>
          </p:nvPr>
        </p:nvSpPr>
        <p:spPr/>
        <p:txBody>
          <a:bodyPr/>
          <a:lstStyle/>
          <a:p>
            <a:r>
              <a:rPr lang="en-US" dirty="0"/>
              <a:t>Werner </a:t>
            </a:r>
            <a:r>
              <a:rPr lang="en-US" dirty="0" err="1"/>
              <a:t>Vogels</a:t>
            </a:r>
            <a:r>
              <a:rPr lang="en-US" dirty="0"/>
              <a:t>, Amazon CTO</a:t>
            </a:r>
          </a:p>
          <a:p>
            <a:pPr lvl="1"/>
            <a:r>
              <a:rPr lang="en-US" dirty="0"/>
              <a:t>“An important observation is that in larger distributed-scale systems, network partitions are a given; therefore, </a:t>
            </a:r>
            <a:r>
              <a:rPr lang="en-US" b="1" dirty="0"/>
              <a:t>consistency and availability cannot be achieved at the same time</a:t>
            </a:r>
            <a:r>
              <a:rPr lang="en-US" dirty="0"/>
              <a:t>.”</a:t>
            </a:r>
          </a:p>
          <a:p>
            <a:pPr marL="457200" lvl="1" indent="0">
              <a:buNone/>
            </a:pPr>
            <a:endParaRPr lang="en-US" dirty="0"/>
          </a:p>
        </p:txBody>
      </p:sp>
      <p:pic>
        <p:nvPicPr>
          <p:cNvPr id="4" name="Picture 3"/>
          <p:cNvPicPr>
            <a:picLocks noChangeAspect="1"/>
          </p:cNvPicPr>
          <p:nvPr/>
        </p:nvPicPr>
        <p:blipFill>
          <a:blip r:embed="rId2"/>
          <a:stretch>
            <a:fillRect/>
          </a:stretch>
        </p:blipFill>
        <p:spPr>
          <a:xfrm>
            <a:off x="6182923" y="3137740"/>
            <a:ext cx="2301140" cy="2286000"/>
          </a:xfrm>
          <a:prstGeom prst="rect">
            <a:avLst/>
          </a:prstGeom>
        </p:spPr>
      </p:pic>
      <p:sp>
        <p:nvSpPr>
          <p:cNvPr id="5" name="TextBox 4"/>
          <p:cNvSpPr txBox="1"/>
          <p:nvPr/>
        </p:nvSpPr>
        <p:spPr>
          <a:xfrm>
            <a:off x="157914" y="6014978"/>
            <a:ext cx="8847221" cy="400110"/>
          </a:xfrm>
          <a:prstGeom prst="rect">
            <a:avLst/>
          </a:prstGeom>
          <a:noFill/>
        </p:spPr>
        <p:txBody>
          <a:bodyPr wrap="square" rtlCol="0">
            <a:spAutoFit/>
          </a:bodyPr>
          <a:lstStyle/>
          <a:p>
            <a:r>
              <a:rPr lang="en-US" sz="2000" dirty="0">
                <a:hlinkClick r:id="rId3"/>
              </a:rPr>
              <a:t>http://www.allthingsdistributed.com/2008/12/eventually_consistent.html</a:t>
            </a:r>
            <a:r>
              <a:rPr lang="en-US" sz="2000" dirty="0"/>
              <a:t> </a:t>
            </a:r>
          </a:p>
        </p:txBody>
      </p:sp>
    </p:spTree>
    <p:extLst>
      <p:ext uri="{BB962C8B-B14F-4D97-AF65-F5344CB8AC3E}">
        <p14:creationId xmlns:p14="http://schemas.microsoft.com/office/powerpoint/2010/main" val="8773328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a:t>Teorema CAP, 12 ani mai târziu</a:t>
            </a:r>
          </a:p>
        </p:txBody>
      </p:sp>
      <p:pic>
        <p:nvPicPr>
          <p:cNvPr id="5" name="Picture 4"/>
          <p:cNvPicPr>
            <a:picLocks noChangeAspect="1"/>
          </p:cNvPicPr>
          <p:nvPr/>
        </p:nvPicPr>
        <p:blipFill>
          <a:blip r:embed="rId2"/>
          <a:stretch>
            <a:fillRect/>
          </a:stretch>
        </p:blipFill>
        <p:spPr>
          <a:xfrm>
            <a:off x="6481680" y="2126166"/>
            <a:ext cx="2071437" cy="2978151"/>
          </a:xfrm>
          <a:prstGeom prst="rect">
            <a:avLst/>
          </a:prstGeom>
        </p:spPr>
      </p:pic>
      <p:sp>
        <p:nvSpPr>
          <p:cNvPr id="6" name="TextBox 5"/>
          <p:cNvSpPr txBox="1"/>
          <p:nvPr/>
        </p:nvSpPr>
        <p:spPr>
          <a:xfrm>
            <a:off x="296780" y="1417639"/>
            <a:ext cx="5999747" cy="3908762"/>
          </a:xfrm>
          <a:prstGeom prst="rect">
            <a:avLst/>
          </a:prstGeom>
          <a:noFill/>
        </p:spPr>
        <p:txBody>
          <a:bodyPr wrap="square" rtlCol="0">
            <a:spAutoFit/>
          </a:bodyPr>
          <a:lstStyle/>
          <a:p>
            <a:pPr marL="285750" indent="-285750">
              <a:buFontTx/>
              <a:buChar char="•"/>
            </a:pPr>
            <a:r>
              <a:rPr lang="ro-RO" sz="2800" dirty="0"/>
              <a:t>Prof. Eric </a:t>
            </a:r>
            <a:r>
              <a:rPr lang="ro-RO" sz="2800" dirty="0" err="1"/>
              <a:t>Brewer</a:t>
            </a:r>
            <a:r>
              <a:rPr lang="ro-RO" sz="2800" dirty="0"/>
              <a:t>: părintele teoremei CAP</a:t>
            </a:r>
          </a:p>
          <a:p>
            <a:pPr marL="742950" lvl="1" indent="-285750">
              <a:buFontTx/>
              <a:buChar char="•"/>
            </a:pPr>
            <a:r>
              <a:rPr lang="ro-RO" sz="2400" dirty="0"/>
              <a:t>“Formularea “2 din 3” este greșită deoarece simplifică mult tensiunile dintre proprietăți...</a:t>
            </a:r>
          </a:p>
          <a:p>
            <a:pPr marL="742950" lvl="1" indent="-285750">
              <a:buFontTx/>
              <a:buChar char="•"/>
            </a:pPr>
            <a:r>
              <a:rPr lang="ro-RO" sz="2400" b="1" dirty="0"/>
              <a:t>CAP interzice doar o mică parte din proiectarea distribuită</a:t>
            </a:r>
            <a:r>
              <a:rPr lang="ro-RO" sz="2400" dirty="0"/>
              <a:t>: disponibilitatea și consistența perfecte în prezența partițiilor, care sunt oricum rare.”</a:t>
            </a:r>
          </a:p>
        </p:txBody>
      </p:sp>
      <p:sp>
        <p:nvSpPr>
          <p:cNvPr id="3" name="TextBox 2"/>
          <p:cNvSpPr txBox="1"/>
          <p:nvPr/>
        </p:nvSpPr>
        <p:spPr>
          <a:xfrm>
            <a:off x="209944" y="6035645"/>
            <a:ext cx="8520346" cy="369332"/>
          </a:xfrm>
          <a:prstGeom prst="rect">
            <a:avLst/>
          </a:prstGeom>
          <a:noFill/>
        </p:spPr>
        <p:txBody>
          <a:bodyPr wrap="none" rtlCol="0">
            <a:spAutoFit/>
          </a:bodyPr>
          <a:lstStyle/>
          <a:p>
            <a:r>
              <a:rPr lang="en-US" dirty="0">
                <a:hlinkClick r:id="rId3"/>
              </a:rPr>
              <a:t>http://www.infoq.com/articles/cap-twelve-years-later-how-the-rules-have-changed</a:t>
            </a:r>
            <a:r>
              <a:rPr lang="en-US" dirty="0"/>
              <a:t> </a:t>
            </a:r>
          </a:p>
        </p:txBody>
      </p:sp>
    </p:spTree>
    <p:extLst>
      <p:ext uri="{BB962C8B-B14F-4D97-AF65-F5344CB8AC3E}">
        <p14:creationId xmlns:p14="http://schemas.microsoft.com/office/powerpoint/2010/main" val="7862885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a:t>Tipuri de consistență</a:t>
            </a:r>
          </a:p>
        </p:txBody>
      </p:sp>
      <p:sp>
        <p:nvSpPr>
          <p:cNvPr id="3" name="Content Placeholder 2"/>
          <p:cNvSpPr>
            <a:spLocks noGrp="1"/>
          </p:cNvSpPr>
          <p:nvPr>
            <p:ph idx="1"/>
          </p:nvPr>
        </p:nvSpPr>
        <p:spPr>
          <a:xfrm>
            <a:off x="457199" y="1417638"/>
            <a:ext cx="8406063" cy="5146257"/>
          </a:xfrm>
        </p:spPr>
        <p:txBody>
          <a:bodyPr>
            <a:normAutofit/>
          </a:bodyPr>
          <a:lstStyle/>
          <a:p>
            <a:r>
              <a:rPr lang="ro-RO" dirty="0" err="1"/>
              <a:t>Strong</a:t>
            </a:r>
            <a:r>
              <a:rPr lang="ro-RO" dirty="0"/>
              <a:t> </a:t>
            </a:r>
            <a:r>
              <a:rPr lang="ro-RO" dirty="0" err="1"/>
              <a:t>consistency</a:t>
            </a:r>
            <a:endParaRPr lang="ro-RO" dirty="0"/>
          </a:p>
          <a:p>
            <a:pPr lvl="1"/>
            <a:r>
              <a:rPr lang="ro-RO" dirty="0"/>
              <a:t>După ce actualizările au loc, </a:t>
            </a:r>
            <a:r>
              <a:rPr lang="ro-RO" b="1" dirty="0"/>
              <a:t>orice acces ulterior</a:t>
            </a:r>
            <a:r>
              <a:rPr lang="ro-RO" dirty="0"/>
              <a:t> va returna </a:t>
            </a:r>
            <a:r>
              <a:rPr lang="ro-RO" b="1" dirty="0"/>
              <a:t>aceeași</a:t>
            </a:r>
            <a:r>
              <a:rPr lang="ro-RO" dirty="0"/>
              <a:t> valoare actualizată</a:t>
            </a:r>
          </a:p>
          <a:p>
            <a:r>
              <a:rPr lang="ro-RO" dirty="0" err="1"/>
              <a:t>Weak</a:t>
            </a:r>
            <a:r>
              <a:rPr lang="ro-RO" dirty="0"/>
              <a:t> </a:t>
            </a:r>
            <a:r>
              <a:rPr lang="ro-RO" dirty="0" err="1"/>
              <a:t>consistency</a:t>
            </a:r>
            <a:endParaRPr lang="ro-RO" dirty="0"/>
          </a:p>
          <a:p>
            <a:pPr lvl="1"/>
            <a:r>
              <a:rPr lang="ro-RO" b="1" dirty="0"/>
              <a:t>Nu există garanții </a:t>
            </a:r>
            <a:r>
              <a:rPr lang="ro-RO" dirty="0"/>
              <a:t>că accesări succesive vor returna valoarea actualizată</a:t>
            </a:r>
            <a:endParaRPr lang="ro-RO" b="1" dirty="0"/>
          </a:p>
          <a:p>
            <a:r>
              <a:rPr lang="ro-RO" b="1" dirty="0"/>
              <a:t>Eventual </a:t>
            </a:r>
            <a:r>
              <a:rPr lang="ro-RO" b="1" dirty="0" err="1"/>
              <a:t>consistency</a:t>
            </a:r>
            <a:endParaRPr lang="ro-RO" b="1" dirty="0"/>
          </a:p>
          <a:p>
            <a:pPr lvl="1"/>
            <a:r>
              <a:rPr lang="ro-RO" dirty="0"/>
              <a:t>O formă specifică a </a:t>
            </a:r>
            <a:r>
              <a:rPr lang="ro-RO" dirty="0" err="1"/>
              <a:t>weak</a:t>
            </a:r>
            <a:r>
              <a:rPr lang="ro-RO" dirty="0"/>
              <a:t> </a:t>
            </a:r>
            <a:r>
              <a:rPr lang="ro-RO" dirty="0" err="1"/>
              <a:t>consistency</a:t>
            </a:r>
            <a:endParaRPr lang="ro-RO" dirty="0"/>
          </a:p>
          <a:p>
            <a:pPr lvl="1"/>
            <a:r>
              <a:rPr lang="ro-RO" dirty="0"/>
              <a:t>Oferă garanții că dacă nu se fac </a:t>
            </a:r>
            <a:r>
              <a:rPr lang="ro-RO" b="1" dirty="0"/>
              <a:t>noi actualizări</a:t>
            </a:r>
            <a:r>
              <a:rPr lang="ro-RO" dirty="0"/>
              <a:t> asupra obiectelor </a:t>
            </a:r>
            <a:r>
              <a:rPr lang="ro-RO" b="1" dirty="0"/>
              <a:t>la un moment dat</a:t>
            </a:r>
            <a:r>
              <a:rPr lang="ro-RO" dirty="0"/>
              <a:t> (</a:t>
            </a:r>
            <a:r>
              <a:rPr lang="ro-RO" i="1" dirty="0" err="1"/>
              <a:t>eventually</a:t>
            </a:r>
            <a:r>
              <a:rPr lang="ro-RO" dirty="0"/>
              <a:t>) toate replicile vor returna valoarea actualizată (e.g., propagarea update-urilor către replici într-o manieră </a:t>
            </a:r>
            <a:r>
              <a:rPr lang="ro-RO" dirty="0" err="1"/>
              <a:t>lazy</a:t>
            </a:r>
            <a:r>
              <a:rPr lang="ro-RO" dirty="0"/>
              <a:t>)</a:t>
            </a:r>
          </a:p>
        </p:txBody>
      </p:sp>
    </p:spTree>
    <p:extLst>
      <p:ext uri="{BB962C8B-B14F-4D97-AF65-F5344CB8AC3E}">
        <p14:creationId xmlns:p14="http://schemas.microsoft.com/office/powerpoint/2010/main" val="1148729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a:t>Variații ale eventual </a:t>
            </a:r>
            <a:r>
              <a:rPr lang="ro-RO" dirty="0" err="1"/>
              <a:t>consistency</a:t>
            </a:r>
            <a:endParaRPr lang="ro-RO" dirty="0"/>
          </a:p>
        </p:txBody>
      </p:sp>
      <p:sp>
        <p:nvSpPr>
          <p:cNvPr id="3" name="Content Placeholder 2"/>
          <p:cNvSpPr>
            <a:spLocks noGrp="1"/>
          </p:cNvSpPr>
          <p:nvPr>
            <p:ph idx="1"/>
          </p:nvPr>
        </p:nvSpPr>
        <p:spPr>
          <a:xfrm>
            <a:off x="457199" y="1417638"/>
            <a:ext cx="8406063" cy="5146257"/>
          </a:xfrm>
        </p:spPr>
        <p:txBody>
          <a:bodyPr>
            <a:normAutofit/>
          </a:bodyPr>
          <a:lstStyle/>
          <a:p>
            <a:r>
              <a:rPr lang="ro-RO" dirty="0" err="1"/>
              <a:t>Causal</a:t>
            </a:r>
            <a:r>
              <a:rPr lang="ro-RO" dirty="0"/>
              <a:t> </a:t>
            </a:r>
            <a:r>
              <a:rPr lang="ro-RO" dirty="0" err="1"/>
              <a:t>consistency</a:t>
            </a:r>
            <a:endParaRPr lang="ro-RO" dirty="0"/>
          </a:p>
          <a:p>
            <a:pPr lvl="1"/>
            <a:r>
              <a:rPr lang="ro-RO" dirty="0"/>
              <a:t>Procesele aflate sub o relație cauzală vor vedea date consistente</a:t>
            </a:r>
          </a:p>
          <a:p>
            <a:r>
              <a:rPr lang="ro-RO" dirty="0" err="1"/>
              <a:t>Read-your-write</a:t>
            </a:r>
            <a:r>
              <a:rPr lang="ro-RO" dirty="0"/>
              <a:t> </a:t>
            </a:r>
            <a:r>
              <a:rPr lang="ro-RO" dirty="0" err="1"/>
              <a:t>consistency</a:t>
            </a:r>
            <a:endParaRPr lang="ro-RO" dirty="0"/>
          </a:p>
          <a:p>
            <a:pPr lvl="1"/>
            <a:r>
              <a:rPr lang="ro-RO" dirty="0"/>
              <a:t>Un </a:t>
            </a:r>
            <a:r>
              <a:rPr lang="ro-RO" dirty="0" err="1"/>
              <a:t>process</a:t>
            </a:r>
            <a:r>
              <a:rPr lang="ro-RO" dirty="0"/>
              <a:t> ce va accesa datele anterior scrise de el nu va vedea vreodată o valoare neactualizată</a:t>
            </a:r>
          </a:p>
          <a:p>
            <a:r>
              <a:rPr lang="ro-RO" dirty="0" err="1"/>
              <a:t>Session</a:t>
            </a:r>
            <a:r>
              <a:rPr lang="ro-RO" dirty="0"/>
              <a:t> </a:t>
            </a:r>
            <a:r>
              <a:rPr lang="ro-RO" dirty="0" err="1"/>
              <a:t>consistency</a:t>
            </a:r>
            <a:endParaRPr lang="ro-RO" dirty="0"/>
          </a:p>
          <a:p>
            <a:pPr lvl="1"/>
            <a:r>
              <a:rPr lang="ro-RO" dirty="0"/>
              <a:t>Pe durata unei sesiuni, sistemul garantează o consistență </a:t>
            </a:r>
            <a:r>
              <a:rPr lang="ro-RO" dirty="0" err="1"/>
              <a:t>read-your-write</a:t>
            </a:r>
            <a:endParaRPr lang="ro-RO" dirty="0"/>
          </a:p>
          <a:p>
            <a:pPr lvl="1"/>
            <a:r>
              <a:rPr lang="ro-RO" dirty="0"/>
              <a:t>Garanții oferite între sesiuni ce nu se suprapun</a:t>
            </a:r>
          </a:p>
        </p:txBody>
      </p:sp>
    </p:spTree>
    <p:extLst>
      <p:ext uri="{BB962C8B-B14F-4D97-AF65-F5344CB8AC3E}">
        <p14:creationId xmlns:p14="http://schemas.microsoft.com/office/powerpoint/2010/main" val="36424088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a:t>Variații ale eventual </a:t>
            </a:r>
            <a:r>
              <a:rPr lang="ro-RO" dirty="0" err="1"/>
              <a:t>consistency</a:t>
            </a:r>
            <a:r>
              <a:rPr lang="ro-RO" dirty="0"/>
              <a:t> (2)</a:t>
            </a:r>
            <a:endParaRPr lang="en-US" dirty="0"/>
          </a:p>
        </p:txBody>
      </p:sp>
      <p:sp>
        <p:nvSpPr>
          <p:cNvPr id="3" name="Content Placeholder 2"/>
          <p:cNvSpPr>
            <a:spLocks noGrp="1"/>
          </p:cNvSpPr>
          <p:nvPr>
            <p:ph idx="1"/>
          </p:nvPr>
        </p:nvSpPr>
        <p:spPr>
          <a:xfrm>
            <a:off x="457199" y="1417638"/>
            <a:ext cx="8406063" cy="5146257"/>
          </a:xfrm>
        </p:spPr>
        <p:txBody>
          <a:bodyPr>
            <a:normAutofit/>
          </a:bodyPr>
          <a:lstStyle/>
          <a:p>
            <a:r>
              <a:rPr lang="ro-RO" dirty="0" err="1"/>
              <a:t>Monotonic</a:t>
            </a:r>
            <a:r>
              <a:rPr lang="ro-RO" dirty="0"/>
              <a:t> </a:t>
            </a:r>
            <a:r>
              <a:rPr lang="ro-RO" dirty="0" err="1"/>
              <a:t>read</a:t>
            </a:r>
            <a:r>
              <a:rPr lang="ro-RO" dirty="0"/>
              <a:t> </a:t>
            </a:r>
            <a:r>
              <a:rPr lang="ro-RO" dirty="0" err="1"/>
              <a:t>consistency</a:t>
            </a:r>
            <a:endParaRPr lang="ro-RO" dirty="0"/>
          </a:p>
          <a:p>
            <a:pPr lvl="1"/>
            <a:r>
              <a:rPr lang="ro-RO" dirty="0"/>
              <a:t>Dacă un </a:t>
            </a:r>
            <a:r>
              <a:rPr lang="ro-RO" dirty="0" err="1"/>
              <a:t>process</a:t>
            </a:r>
            <a:r>
              <a:rPr lang="ro-RO" dirty="0"/>
              <a:t> a văzut o valoare particulară a unei date, orice procese subsecvente nu vor returna valori mai vechi</a:t>
            </a:r>
          </a:p>
          <a:p>
            <a:r>
              <a:rPr lang="ro-RO" dirty="0" err="1"/>
              <a:t>Monotonic</a:t>
            </a:r>
            <a:r>
              <a:rPr lang="ro-RO" dirty="0"/>
              <a:t> </a:t>
            </a:r>
            <a:r>
              <a:rPr lang="ro-RO" dirty="0" err="1"/>
              <a:t>write</a:t>
            </a:r>
            <a:r>
              <a:rPr lang="ro-RO" dirty="0"/>
              <a:t> </a:t>
            </a:r>
            <a:r>
              <a:rPr lang="ro-RO" dirty="0" err="1"/>
              <a:t>consistency</a:t>
            </a:r>
            <a:endParaRPr lang="ro-RO" dirty="0"/>
          </a:p>
          <a:p>
            <a:pPr lvl="1"/>
            <a:r>
              <a:rPr lang="ro-RO" dirty="0"/>
              <a:t>Sistemul garantează </a:t>
            </a:r>
            <a:r>
              <a:rPr lang="ro-RO" dirty="0" err="1"/>
              <a:t>serializarea</a:t>
            </a:r>
            <a:r>
              <a:rPr lang="ro-RO" dirty="0"/>
              <a:t> scrierilor de către </a:t>
            </a:r>
            <a:r>
              <a:rPr lang="ro-RO" i="1" dirty="0"/>
              <a:t>același</a:t>
            </a:r>
            <a:r>
              <a:rPr lang="ro-RO" dirty="0"/>
              <a:t> proces</a:t>
            </a:r>
          </a:p>
          <a:p>
            <a:r>
              <a:rPr lang="ro-RO" dirty="0"/>
              <a:t>În realitate</a:t>
            </a:r>
          </a:p>
          <a:p>
            <a:pPr lvl="1"/>
            <a:r>
              <a:rPr lang="ro-RO" dirty="0"/>
              <a:t>Orice combinație de aceste proprietăți poate fi garantată</a:t>
            </a:r>
          </a:p>
          <a:p>
            <a:pPr lvl="1"/>
            <a:r>
              <a:rPr lang="ro-RO" dirty="0" err="1"/>
              <a:t>Monotonic</a:t>
            </a:r>
            <a:r>
              <a:rPr lang="ro-RO" dirty="0"/>
              <a:t> </a:t>
            </a:r>
            <a:r>
              <a:rPr lang="ro-RO" dirty="0" err="1"/>
              <a:t>reads</a:t>
            </a:r>
            <a:r>
              <a:rPr lang="ro-RO" dirty="0"/>
              <a:t> și </a:t>
            </a:r>
            <a:r>
              <a:rPr lang="ro-RO" dirty="0" err="1"/>
              <a:t>read-your-writes</a:t>
            </a:r>
            <a:r>
              <a:rPr lang="ro-RO" dirty="0"/>
              <a:t> sunt cele mai dorite pentru sistemele distribuite</a:t>
            </a:r>
          </a:p>
        </p:txBody>
      </p:sp>
    </p:spTree>
    <p:extLst>
      <p:ext uri="{BB962C8B-B14F-4D97-AF65-F5344CB8AC3E}">
        <p14:creationId xmlns:p14="http://schemas.microsoft.com/office/powerpoint/2010/main" val="20959593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8818" name="Rectangle 1026">
            <a:extLst>
              <a:ext uri="{FF2B5EF4-FFF2-40B4-BE49-F238E27FC236}">
                <a16:creationId xmlns:a16="http://schemas.microsoft.com/office/drawing/2014/main" id="{AEE0899C-7757-3E4C-93A3-1561CE613CF8}"/>
              </a:ext>
            </a:extLst>
          </p:cNvPr>
          <p:cNvSpPr>
            <a:spLocks noGrp="1" noChangeArrowheads="1"/>
          </p:cNvSpPr>
          <p:nvPr>
            <p:ph type="title"/>
          </p:nvPr>
        </p:nvSpPr>
        <p:spPr>
          <a:xfrm>
            <a:off x="1050925" y="457200"/>
            <a:ext cx="6238875" cy="458788"/>
          </a:xfrm>
        </p:spPr>
        <p:txBody>
          <a:bodyPr/>
          <a:lstStyle/>
          <a:p>
            <a:r>
              <a:rPr lang="ro-RO" altLang="ro-RO" dirty="0"/>
              <a:t>Consens</a:t>
            </a:r>
          </a:p>
        </p:txBody>
      </p:sp>
      <p:sp>
        <p:nvSpPr>
          <p:cNvPr id="1698819" name="Rectangle 1027">
            <a:extLst>
              <a:ext uri="{FF2B5EF4-FFF2-40B4-BE49-F238E27FC236}">
                <a16:creationId xmlns:a16="http://schemas.microsoft.com/office/drawing/2014/main" id="{9EDE3141-5664-CD43-AD03-6F56184A14FC}"/>
              </a:ext>
            </a:extLst>
          </p:cNvPr>
          <p:cNvSpPr>
            <a:spLocks noGrp="1" noChangeArrowheads="1"/>
          </p:cNvSpPr>
          <p:nvPr>
            <p:ph type="body" idx="1"/>
          </p:nvPr>
        </p:nvSpPr>
        <p:spPr>
          <a:xfrm>
            <a:off x="319088" y="1175657"/>
            <a:ext cx="8524875" cy="5239431"/>
          </a:xfrm>
        </p:spPr>
        <p:txBody>
          <a:bodyPr/>
          <a:lstStyle/>
          <a:p>
            <a:r>
              <a:rPr lang="ro-RO" dirty="0"/>
              <a:t>Informal, consensul se referă la acțiunea de a face mai multe noduri să fie de acord asupra unei decizii</a:t>
            </a:r>
          </a:p>
          <a:p>
            <a:r>
              <a:rPr lang="ro-RO" dirty="0">
                <a:effectLst/>
              </a:rPr>
              <a:t>Formal, consensul </a:t>
            </a:r>
            <a:r>
              <a:rPr lang="ro-RO" dirty="0"/>
              <a:t>se definește astfel: </a:t>
            </a:r>
            <a:r>
              <a:rPr lang="ro-RO" b="1" dirty="0"/>
              <a:t>unul sau mai multe noduri </a:t>
            </a:r>
            <a:r>
              <a:rPr lang="ro-RO" b="1" u="sng" dirty="0"/>
              <a:t>propun</a:t>
            </a:r>
            <a:r>
              <a:rPr lang="ro-RO" b="1" dirty="0"/>
              <a:t> niște valori, iar algoritmul de consens </a:t>
            </a:r>
            <a:r>
              <a:rPr lang="ro-RO" b="1" u="sng" dirty="0"/>
              <a:t>decide</a:t>
            </a:r>
            <a:r>
              <a:rPr lang="ro-RO" b="1" dirty="0"/>
              <a:t> asupra uneia din acele valori</a:t>
            </a:r>
          </a:p>
          <a:p>
            <a:r>
              <a:rPr lang="ro-RO" dirty="0">
                <a:effectLst/>
              </a:rPr>
              <a:t>Proprietățile unui algoritm de consens:</a:t>
            </a:r>
          </a:p>
          <a:p>
            <a:pPr lvl="1"/>
            <a:r>
              <a:rPr lang="ro-RO" b="1" dirty="0"/>
              <a:t>acord uniform </a:t>
            </a:r>
            <a:r>
              <a:rPr lang="ro-RO" dirty="0">
                <a:sym typeface="Wingdings" pitchFamily="2" charset="2"/>
              </a:rPr>
              <a:t> toate nodurile decid același lucru</a:t>
            </a:r>
          </a:p>
          <a:p>
            <a:pPr lvl="1"/>
            <a:r>
              <a:rPr lang="ro-RO" b="1" dirty="0">
                <a:effectLst/>
                <a:sym typeface="Wingdings" pitchFamily="2" charset="2"/>
              </a:rPr>
              <a:t>integritate</a:t>
            </a:r>
            <a:r>
              <a:rPr lang="ro-RO" b="1" dirty="0"/>
              <a:t> </a:t>
            </a:r>
            <a:r>
              <a:rPr lang="ro-RO" dirty="0">
                <a:sym typeface="Wingdings" pitchFamily="2" charset="2"/>
              </a:rPr>
              <a:t> niciun nod nu decide de două sau mai multe ori</a:t>
            </a:r>
          </a:p>
          <a:p>
            <a:pPr lvl="1"/>
            <a:r>
              <a:rPr lang="ro-RO" b="1" dirty="0">
                <a:effectLst/>
                <a:sym typeface="Wingdings" pitchFamily="2" charset="2"/>
              </a:rPr>
              <a:t>validitate</a:t>
            </a:r>
            <a:r>
              <a:rPr lang="ro-RO" b="1" dirty="0"/>
              <a:t> </a:t>
            </a:r>
            <a:r>
              <a:rPr lang="ro-RO" dirty="0">
                <a:sym typeface="Wingdings" pitchFamily="2" charset="2"/>
              </a:rPr>
              <a:t> dacă un nod decide asupra unei valori </a:t>
            </a:r>
            <a:r>
              <a:rPr lang="ro-RO" i="1" dirty="0">
                <a:sym typeface="Wingdings" pitchFamily="2" charset="2"/>
              </a:rPr>
              <a:t>v</a:t>
            </a:r>
            <a:r>
              <a:rPr lang="ro-RO" dirty="0">
                <a:sym typeface="Wingdings" pitchFamily="2" charset="2"/>
              </a:rPr>
              <a:t>, acea valoare a fost propusă de un nod</a:t>
            </a:r>
          </a:p>
          <a:p>
            <a:pPr lvl="1"/>
            <a:r>
              <a:rPr lang="ro-RO" b="1" dirty="0">
                <a:effectLst/>
                <a:sym typeface="Wingdings" pitchFamily="2" charset="2"/>
              </a:rPr>
              <a:t>terminare</a:t>
            </a:r>
            <a:r>
              <a:rPr lang="ro-RO" b="1" dirty="0"/>
              <a:t> </a:t>
            </a:r>
            <a:r>
              <a:rPr lang="ro-RO" dirty="0">
                <a:sym typeface="Wingdings" pitchFamily="2" charset="2"/>
              </a:rPr>
              <a:t> fiecare nod decide în cele din urmă asupra unei valori</a:t>
            </a:r>
            <a:endParaRPr lang="ro-RO" dirty="0">
              <a:effectLst/>
            </a:endParaRPr>
          </a:p>
        </p:txBody>
      </p:sp>
    </p:spTree>
    <p:extLst>
      <p:ext uri="{BB962C8B-B14F-4D97-AF65-F5344CB8AC3E}">
        <p14:creationId xmlns:p14="http://schemas.microsoft.com/office/powerpoint/2010/main" val="2129005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988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988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9881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9881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9881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9881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9881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8818" name="Rectangle 1026">
            <a:extLst>
              <a:ext uri="{FF2B5EF4-FFF2-40B4-BE49-F238E27FC236}">
                <a16:creationId xmlns:a16="http://schemas.microsoft.com/office/drawing/2014/main" id="{AEE0899C-7757-3E4C-93A3-1561CE613CF8}"/>
              </a:ext>
            </a:extLst>
          </p:cNvPr>
          <p:cNvSpPr>
            <a:spLocks noGrp="1" noChangeArrowheads="1"/>
          </p:cNvSpPr>
          <p:nvPr>
            <p:ph type="title"/>
          </p:nvPr>
        </p:nvSpPr>
        <p:spPr>
          <a:xfrm>
            <a:off x="1050925" y="457200"/>
            <a:ext cx="6238875" cy="458788"/>
          </a:xfrm>
        </p:spPr>
        <p:txBody>
          <a:bodyPr/>
          <a:lstStyle/>
          <a:p>
            <a:r>
              <a:rPr lang="ro-RO" altLang="ro-RO" dirty="0"/>
              <a:t>Consens (2)</a:t>
            </a:r>
          </a:p>
        </p:txBody>
      </p:sp>
      <p:sp>
        <p:nvSpPr>
          <p:cNvPr id="1698819" name="Rectangle 1027">
            <a:extLst>
              <a:ext uri="{FF2B5EF4-FFF2-40B4-BE49-F238E27FC236}">
                <a16:creationId xmlns:a16="http://schemas.microsoft.com/office/drawing/2014/main" id="{9EDE3141-5664-CD43-AD03-6F56184A14FC}"/>
              </a:ext>
            </a:extLst>
          </p:cNvPr>
          <p:cNvSpPr>
            <a:spLocks noGrp="1" noChangeArrowheads="1"/>
          </p:cNvSpPr>
          <p:nvPr>
            <p:ph type="body" idx="1"/>
          </p:nvPr>
        </p:nvSpPr>
        <p:spPr>
          <a:xfrm>
            <a:off x="319088" y="1175657"/>
            <a:ext cx="8524875" cy="5239431"/>
          </a:xfrm>
        </p:spPr>
        <p:txBody>
          <a:bodyPr/>
          <a:lstStyle/>
          <a:p>
            <a:r>
              <a:rPr lang="ro-RO" dirty="0"/>
              <a:t>Algoritmi de consens toleranți la defecte: </a:t>
            </a:r>
            <a:r>
              <a:rPr lang="ro-RO" dirty="0" err="1">
                <a:effectLst/>
              </a:rPr>
              <a:t>Viewstamped</a:t>
            </a:r>
            <a:r>
              <a:rPr lang="ro-RO" dirty="0">
                <a:effectLst/>
              </a:rPr>
              <a:t> </a:t>
            </a:r>
            <a:r>
              <a:rPr lang="ro-RO" dirty="0" err="1"/>
              <a:t>Replication</a:t>
            </a:r>
            <a:r>
              <a:rPr lang="ro-RO" dirty="0"/>
              <a:t> (VSR), </a:t>
            </a:r>
            <a:r>
              <a:rPr lang="ro-RO" dirty="0" err="1"/>
              <a:t>Paxos</a:t>
            </a:r>
            <a:r>
              <a:rPr lang="ro-RO" dirty="0"/>
              <a:t>, Raft, </a:t>
            </a:r>
            <a:r>
              <a:rPr lang="ro-RO" dirty="0" err="1"/>
              <a:t>Zab</a:t>
            </a:r>
            <a:r>
              <a:rPr lang="ro-RO" dirty="0"/>
              <a:t>, etc.</a:t>
            </a:r>
          </a:p>
          <a:p>
            <a:r>
              <a:rPr lang="ro-RO" dirty="0">
                <a:effectLst/>
              </a:rPr>
              <a:t>Detalii</a:t>
            </a:r>
            <a:r>
              <a:rPr lang="ro-RO" dirty="0"/>
              <a:t> algoritmi de consens:</a:t>
            </a:r>
          </a:p>
          <a:p>
            <a:pPr lvl="1"/>
            <a:r>
              <a:rPr lang="ro-RO" dirty="0"/>
              <a:t>se definesc </a:t>
            </a:r>
            <a:r>
              <a:rPr lang="ro-RO" b="1" dirty="0"/>
              <a:t>epoci</a:t>
            </a:r>
            <a:r>
              <a:rPr lang="ro-RO" dirty="0"/>
              <a:t> </a:t>
            </a:r>
            <a:r>
              <a:rPr lang="ro-RO" dirty="0">
                <a:sym typeface="Wingdings" pitchFamily="2" charset="2"/>
              </a:rPr>
              <a:t> fiecare epocă nouă are un ID incremental; într-o epocă, liderul este unic</a:t>
            </a:r>
          </a:p>
          <a:p>
            <a:pPr lvl="1"/>
            <a:r>
              <a:rPr lang="ro-RO" dirty="0"/>
              <a:t>când liderul curent este considerat nefuncțional, se trece într-o epocă nouă și se pornește un vot între noduri pentru a alege noul lider</a:t>
            </a:r>
          </a:p>
          <a:p>
            <a:pPr lvl="1"/>
            <a:r>
              <a:rPr lang="ro-RO" dirty="0"/>
              <a:t>dacă este un conflict între doi lideri din două epoci diferite, liderul cu un ID de epocă mai mare câștigă</a:t>
            </a:r>
          </a:p>
          <a:p>
            <a:pPr lvl="1"/>
            <a:r>
              <a:rPr lang="ro-RO" dirty="0"/>
              <a:t>pentru orice decizie pe care un lider vrea sa o facă, trebuie să trimită valoarea propusă celorlalte noduri și să aștepte ca un cvorum de noduri să răspundă afirmativ</a:t>
            </a:r>
          </a:p>
          <a:p>
            <a:pPr lvl="1"/>
            <a:r>
              <a:rPr lang="ro-RO" dirty="0"/>
              <a:t>există deci </a:t>
            </a:r>
            <a:r>
              <a:rPr lang="ro-RO" b="1" dirty="0"/>
              <a:t>două runde de vot</a:t>
            </a:r>
            <a:r>
              <a:rPr lang="ro-RO" dirty="0"/>
              <a:t>: 1) pentru a alege liderul, 2) pentru a vota asupra propunerii unui lider</a:t>
            </a:r>
          </a:p>
        </p:txBody>
      </p:sp>
    </p:spTree>
    <p:extLst>
      <p:ext uri="{BB962C8B-B14F-4D97-AF65-F5344CB8AC3E}">
        <p14:creationId xmlns:p14="http://schemas.microsoft.com/office/powerpoint/2010/main" val="1385803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9881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988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9881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9881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9881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9881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8818" name="Rectangle 1026">
            <a:extLst>
              <a:ext uri="{FF2B5EF4-FFF2-40B4-BE49-F238E27FC236}">
                <a16:creationId xmlns:a16="http://schemas.microsoft.com/office/drawing/2014/main" id="{AEE0899C-7757-3E4C-93A3-1561CE613CF8}"/>
              </a:ext>
            </a:extLst>
          </p:cNvPr>
          <p:cNvSpPr>
            <a:spLocks noGrp="1" noChangeArrowheads="1"/>
          </p:cNvSpPr>
          <p:nvPr>
            <p:ph type="title"/>
          </p:nvPr>
        </p:nvSpPr>
        <p:spPr>
          <a:xfrm>
            <a:off x="1050925" y="457200"/>
            <a:ext cx="6238875" cy="458788"/>
          </a:xfrm>
        </p:spPr>
        <p:txBody>
          <a:bodyPr/>
          <a:lstStyle/>
          <a:p>
            <a:r>
              <a:rPr lang="ro-RO" altLang="ro-RO" dirty="0"/>
              <a:t>Limitările algoritmilor de consens</a:t>
            </a:r>
          </a:p>
        </p:txBody>
      </p:sp>
      <p:sp>
        <p:nvSpPr>
          <p:cNvPr id="1698819" name="Rectangle 1027">
            <a:extLst>
              <a:ext uri="{FF2B5EF4-FFF2-40B4-BE49-F238E27FC236}">
                <a16:creationId xmlns:a16="http://schemas.microsoft.com/office/drawing/2014/main" id="{9EDE3141-5664-CD43-AD03-6F56184A14FC}"/>
              </a:ext>
            </a:extLst>
          </p:cNvPr>
          <p:cNvSpPr>
            <a:spLocks noGrp="1" noChangeArrowheads="1"/>
          </p:cNvSpPr>
          <p:nvPr>
            <p:ph type="body" idx="1"/>
          </p:nvPr>
        </p:nvSpPr>
        <p:spPr>
          <a:xfrm>
            <a:off x="319088" y="1175657"/>
            <a:ext cx="8524875" cy="5239431"/>
          </a:xfrm>
        </p:spPr>
        <p:txBody>
          <a:bodyPr/>
          <a:lstStyle/>
          <a:p>
            <a:r>
              <a:rPr lang="ro-RO" dirty="0"/>
              <a:t>Procesul prin care nodurile votează propuneri este similar cu replicarea sincronă</a:t>
            </a:r>
          </a:p>
          <a:p>
            <a:r>
              <a:rPr lang="ro-RO" dirty="0"/>
              <a:t>Necesită întotdeauna o majoritate strictă</a:t>
            </a:r>
          </a:p>
          <a:p>
            <a:r>
              <a:rPr lang="ro-RO" dirty="0"/>
              <a:t>Majoritatea algoritmilor de consens presupun că există o mulțime fixată de noduri care participă la votare, ceea ce înseamnă că nu este ușor să adăugăm sau eliminăm noduri din cluster</a:t>
            </a:r>
          </a:p>
          <a:p>
            <a:r>
              <a:rPr lang="ro-RO" dirty="0"/>
              <a:t>Se bazează în general pe </a:t>
            </a:r>
            <a:r>
              <a:rPr lang="ro-RO" dirty="0" err="1"/>
              <a:t>timeout</a:t>
            </a:r>
            <a:r>
              <a:rPr lang="ro-RO" dirty="0"/>
              <a:t>-uri pentru a detecta nodurile picate</a:t>
            </a:r>
          </a:p>
          <a:p>
            <a:endParaRPr lang="ro-RO" dirty="0"/>
          </a:p>
        </p:txBody>
      </p:sp>
    </p:spTree>
    <p:extLst>
      <p:ext uri="{BB962C8B-B14F-4D97-AF65-F5344CB8AC3E}">
        <p14:creationId xmlns:p14="http://schemas.microsoft.com/office/powerpoint/2010/main" val="843579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988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988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9881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988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E51E1-C36B-42C4-8959-553AB8504DDC}"/>
              </a:ext>
            </a:extLst>
          </p:cNvPr>
          <p:cNvSpPr>
            <a:spLocks noGrp="1"/>
          </p:cNvSpPr>
          <p:nvPr>
            <p:ph type="title"/>
          </p:nvPr>
        </p:nvSpPr>
        <p:spPr/>
        <p:txBody>
          <a:bodyPr/>
          <a:lstStyle/>
          <a:p>
            <a:r>
              <a:rPr lang="ro-RO" dirty="0"/>
              <a:t>Sumar</a:t>
            </a:r>
            <a:endParaRPr lang="en-US" dirty="0"/>
          </a:p>
        </p:txBody>
      </p:sp>
      <p:sp>
        <p:nvSpPr>
          <p:cNvPr id="4" name="Content Placeholder 2">
            <a:extLst>
              <a:ext uri="{FF2B5EF4-FFF2-40B4-BE49-F238E27FC236}">
                <a16:creationId xmlns:a16="http://schemas.microsoft.com/office/drawing/2014/main" id="{54F2C392-36E9-4CC0-8F89-B842D916FB18}"/>
              </a:ext>
            </a:extLst>
          </p:cNvPr>
          <p:cNvSpPr>
            <a:spLocks noGrp="1"/>
          </p:cNvSpPr>
          <p:nvPr>
            <p:ph idx="1"/>
          </p:nvPr>
        </p:nvSpPr>
        <p:spPr>
          <a:xfrm>
            <a:off x="323850" y="1844675"/>
            <a:ext cx="8229600" cy="4525963"/>
          </a:xfrm>
        </p:spPr>
        <p:txBody>
          <a:bodyPr/>
          <a:lstStyle/>
          <a:p>
            <a:r>
              <a:rPr lang="ro-RO" sz="2800" dirty="0"/>
              <a:t>Replicare</a:t>
            </a:r>
            <a:endParaRPr lang="en-US" sz="2800" dirty="0"/>
          </a:p>
          <a:p>
            <a:r>
              <a:rPr lang="ro-RO" sz="2800" dirty="0"/>
              <a:t>Partiționare</a:t>
            </a:r>
            <a:endParaRPr lang="en-US" sz="2800" dirty="0"/>
          </a:p>
          <a:p>
            <a:r>
              <a:rPr lang="ro-RO" sz="2800" dirty="0"/>
              <a:t>Consistență</a:t>
            </a:r>
            <a:endParaRPr lang="en-US" sz="2800" dirty="0"/>
          </a:p>
          <a:p>
            <a:r>
              <a:rPr lang="ro-RO" sz="2800" dirty="0"/>
              <a:t>Consens</a:t>
            </a:r>
            <a:endParaRPr lang="en-US" sz="2800" dirty="0"/>
          </a:p>
        </p:txBody>
      </p:sp>
    </p:spTree>
    <p:extLst>
      <p:ext uri="{BB962C8B-B14F-4D97-AF65-F5344CB8AC3E}">
        <p14:creationId xmlns:p14="http://schemas.microsoft.com/office/powerpoint/2010/main" val="7945679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KE-OFF DISPLAYTYPE" val="0"/>
  <p:tag name="THINKCELLUNDODONOTDELETE" val="2"/>
</p:tagLst>
</file>

<file path=ppt/theme/theme1.xml><?xml version="1.0" encoding="utf-8"?>
<a:theme xmlns:a="http://schemas.openxmlformats.org/drawingml/2006/main" name="Standarddesign">
  <a:themeElements>
    <a:clrScheme name="Standarddesign 1">
      <a:dk1>
        <a:srgbClr val="000000"/>
      </a:dk1>
      <a:lt1>
        <a:srgbClr val="FFFFFF"/>
      </a:lt1>
      <a:dk2>
        <a:srgbClr val="0D3D65"/>
      </a:dk2>
      <a:lt2>
        <a:srgbClr val="BE0009"/>
      </a:lt2>
      <a:accent1>
        <a:srgbClr val="1C4C74"/>
      </a:accent1>
      <a:accent2>
        <a:srgbClr val="2C6D92"/>
      </a:accent2>
      <a:accent3>
        <a:srgbClr val="FFFFFF"/>
      </a:accent3>
      <a:accent4>
        <a:srgbClr val="000000"/>
      </a:accent4>
      <a:accent5>
        <a:srgbClr val="ABB2BC"/>
      </a:accent5>
      <a:accent6>
        <a:srgbClr val="276284"/>
      </a:accent6>
      <a:hlink>
        <a:srgbClr val="4797B9"/>
      </a:hlink>
      <a:folHlink>
        <a:srgbClr val="65C3E3"/>
      </a:folHlink>
    </a:clrScheme>
    <a:fontScheme name="Standard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1800" b="0" i="0" u="none" strike="noStrike" cap="none" normalizeH="0" baseline="0" smtClean="0">
            <a:ln>
              <a:noFill/>
            </a:ln>
            <a:solidFill>
              <a:schemeClr val="tx1"/>
            </a:solidFill>
            <a:effectLst/>
            <a:latin typeface="Arial" charset="0"/>
          </a:defRPr>
        </a:defPPr>
      </a:lstStyle>
    </a:lnDef>
  </a:objectDefaults>
  <a:extraClrSchemeLst>
    <a:extraClrScheme>
      <a:clrScheme name="Standarddesign 1">
        <a:dk1>
          <a:srgbClr val="000000"/>
        </a:dk1>
        <a:lt1>
          <a:srgbClr val="FFFFFF"/>
        </a:lt1>
        <a:dk2>
          <a:srgbClr val="0D3D65"/>
        </a:dk2>
        <a:lt2>
          <a:srgbClr val="BE0009"/>
        </a:lt2>
        <a:accent1>
          <a:srgbClr val="1C4C74"/>
        </a:accent1>
        <a:accent2>
          <a:srgbClr val="2C6D92"/>
        </a:accent2>
        <a:accent3>
          <a:srgbClr val="FFFFFF"/>
        </a:accent3>
        <a:accent4>
          <a:srgbClr val="000000"/>
        </a:accent4>
        <a:accent5>
          <a:srgbClr val="ABB2BC"/>
        </a:accent5>
        <a:accent6>
          <a:srgbClr val="276284"/>
        </a:accent6>
        <a:hlink>
          <a:srgbClr val="4797B9"/>
        </a:hlink>
        <a:folHlink>
          <a:srgbClr val="65C3E3"/>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8848</TotalTime>
  <Words>3673</Words>
  <Application>Microsoft Macintosh PowerPoint</Application>
  <PresentationFormat>On-screen Show (4:3)</PresentationFormat>
  <Paragraphs>356</Paragraphs>
  <Slides>41</Slides>
  <Notes>37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Arial</vt:lpstr>
      <vt:lpstr>Courier New</vt:lpstr>
      <vt:lpstr>Wingdings</vt:lpstr>
      <vt:lpstr>Standarddesign</vt:lpstr>
      <vt:lpstr>Algoritmi Paraleli și Distribuiți  Replicare, partiționare,             consistență, consens.</vt:lpstr>
      <vt:lpstr>Replicare</vt:lpstr>
      <vt:lpstr>Replicare (2)</vt:lpstr>
      <vt:lpstr>Replicare cu un lider</vt:lpstr>
      <vt:lpstr>Replicare sincronă și asincronă</vt:lpstr>
      <vt:lpstr>Tratarea eșecurilor nodurilor</vt:lpstr>
      <vt:lpstr>Probleme cu întârzierea replicării</vt:lpstr>
      <vt:lpstr>Probleme cu întârzierea replicării (2)</vt:lpstr>
      <vt:lpstr>Probleme cu întârzierea replicării (3)</vt:lpstr>
      <vt:lpstr>Probleme cu întârzierea replicării (4)</vt:lpstr>
      <vt:lpstr>Replicare cu mai mulți lideri</vt:lpstr>
      <vt:lpstr>Replicare cu mai mulți lideri (2)</vt:lpstr>
      <vt:lpstr>Tratarea conflictelor de scriere</vt:lpstr>
      <vt:lpstr>Tratarea conflictelor de scriere (2)</vt:lpstr>
      <vt:lpstr>Replicare fără lider</vt:lpstr>
      <vt:lpstr>Cvorum la citire și scriere</vt:lpstr>
      <vt:lpstr>Cvorum la citire și scriere (2)</vt:lpstr>
      <vt:lpstr>Comparație</vt:lpstr>
      <vt:lpstr>Partiționare</vt:lpstr>
      <vt:lpstr>PowerPoint Presentation</vt:lpstr>
      <vt:lpstr>Partiționarea datelor de tip cheie-valoare</vt:lpstr>
      <vt:lpstr>Partiționarea după intervale de chei</vt:lpstr>
      <vt:lpstr>Partiționarea după hash-urile cheilor</vt:lpstr>
      <vt:lpstr>Partiționarea datelor cu chei secundare</vt:lpstr>
      <vt:lpstr>Partiționarea cheilor secundare după document</vt:lpstr>
      <vt:lpstr>Partiționarea cheilor secundare după termen</vt:lpstr>
      <vt:lpstr>Rebalansarea partițiilor</vt:lpstr>
      <vt:lpstr>PowerPoint Presentation</vt:lpstr>
      <vt:lpstr>Consistența</vt:lpstr>
      <vt:lpstr>Strong consistency</vt:lpstr>
      <vt:lpstr>Teorema CAP</vt:lpstr>
      <vt:lpstr>Ce spun alții...</vt:lpstr>
      <vt:lpstr>Ce spun alții...</vt:lpstr>
      <vt:lpstr>Teorema CAP, 12 ani mai târziu</vt:lpstr>
      <vt:lpstr>Tipuri de consistență</vt:lpstr>
      <vt:lpstr>Variații ale eventual consistency</vt:lpstr>
      <vt:lpstr>Variații ale eventual consistency (2)</vt:lpstr>
      <vt:lpstr>Consens</vt:lpstr>
      <vt:lpstr>Consens (2)</vt:lpstr>
      <vt:lpstr>Limitările algoritmilor de consens</vt:lpstr>
      <vt:lpstr>Sumar</vt:lpstr>
    </vt:vector>
  </TitlesOfParts>
  <Manager/>
  <Company>University Politehnica of Bucharest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APD - Curs practic 06</dc:title>
  <dc:subject>Teorema CAP. Modele de consistenta a datelor.</dc:subject>
  <dc:creator>Ciprian Dobre</dc:creator>
  <cp:keywords/>
  <dc:description/>
  <cp:lastModifiedBy>Radu Ioan CIOBANU (1621)</cp:lastModifiedBy>
  <cp:revision>1146</cp:revision>
  <cp:lastPrinted>2019-09-24T17:29:59Z</cp:lastPrinted>
  <dcterms:created xsi:type="dcterms:W3CDTF">2004-11-16T16:03:16Z</dcterms:created>
  <dcterms:modified xsi:type="dcterms:W3CDTF">2022-01-14T13:45:35Z</dcterms:modified>
  <cp:category/>
</cp:coreProperties>
</file>