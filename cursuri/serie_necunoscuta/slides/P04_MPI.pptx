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1"/>
  </p:notesMasterIdLst>
  <p:handoutMasterIdLst>
    <p:handoutMasterId r:id="rId52"/>
  </p:handoutMasterIdLst>
  <p:sldIdLst>
    <p:sldId id="485" r:id="rId2"/>
    <p:sldId id="486" r:id="rId3"/>
    <p:sldId id="534" r:id="rId4"/>
    <p:sldId id="535" r:id="rId5"/>
    <p:sldId id="487" r:id="rId6"/>
    <p:sldId id="488" r:id="rId7"/>
    <p:sldId id="489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08" r:id="rId27"/>
    <p:sldId id="509" r:id="rId28"/>
    <p:sldId id="510" r:id="rId29"/>
    <p:sldId id="511" r:id="rId30"/>
    <p:sldId id="512" r:id="rId31"/>
    <p:sldId id="513" r:id="rId32"/>
    <p:sldId id="514" r:id="rId33"/>
    <p:sldId id="515" r:id="rId34"/>
    <p:sldId id="525" r:id="rId35"/>
    <p:sldId id="526" r:id="rId36"/>
    <p:sldId id="527" r:id="rId37"/>
    <p:sldId id="528" r:id="rId38"/>
    <p:sldId id="529" r:id="rId39"/>
    <p:sldId id="530" r:id="rId40"/>
    <p:sldId id="516" r:id="rId41"/>
    <p:sldId id="517" r:id="rId42"/>
    <p:sldId id="518" r:id="rId43"/>
    <p:sldId id="519" r:id="rId44"/>
    <p:sldId id="520" r:id="rId45"/>
    <p:sldId id="521" r:id="rId46"/>
    <p:sldId id="522" r:id="rId47"/>
    <p:sldId id="523" r:id="rId48"/>
    <p:sldId id="524" r:id="rId49"/>
    <p:sldId id="533" r:id="rId50"/>
  </p:sldIdLst>
  <p:sldSz cx="9144000" cy="6858000" type="screen4x3"/>
  <p:notesSz cx="6699250" cy="9836150"/>
  <p:custDataLst>
    <p:tags r:id="rId53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486"/>
            <p14:sldId id="534"/>
            <p14:sldId id="535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25"/>
            <p14:sldId id="526"/>
            <p14:sldId id="527"/>
            <p14:sldId id="528"/>
            <p14:sldId id="529"/>
            <p14:sldId id="530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7DC964-B470-42A9-AA52-9F1F849BFB76}" v="367" dt="2019-10-13T10:20:53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6259" autoAdjust="0"/>
  </p:normalViewPr>
  <p:slideViewPr>
    <p:cSldViewPr snapToGrid="0">
      <p:cViewPr varScale="1">
        <p:scale>
          <a:sx n="123" d="100"/>
          <a:sy n="123" d="100"/>
        </p:scale>
        <p:origin x="1864" y="184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  <pc:docChgLst>
    <pc:chgData name="Cristian Chilipirea" userId="34ab170da5908fc4" providerId="LiveId" clId="{51E1D80A-4A29-4E2A-B293-4232621C1517}"/>
    <pc:docChg chg="undo addSld delSld modSld modSection">
      <pc:chgData name="Cristian Chilipirea" userId="34ab170da5908fc4" providerId="LiveId" clId="{51E1D80A-4A29-4E2A-B293-4232621C1517}" dt="2019-10-06T18:10:02.976" v="298"/>
      <pc:docMkLst>
        <pc:docMk/>
      </pc:docMkLst>
      <pc:sldChg chg="modSp">
        <pc:chgData name="Cristian Chilipirea" userId="34ab170da5908fc4" providerId="LiveId" clId="{51E1D80A-4A29-4E2A-B293-4232621C1517}" dt="2019-10-06T17:51:08.463" v="1" actId="1076"/>
        <pc:sldMkLst>
          <pc:docMk/>
          <pc:sldMk cId="0" sldId="485"/>
        </pc:sldMkLst>
        <pc:spChg chg="mod">
          <ac:chgData name="Cristian Chilipirea" userId="34ab170da5908fc4" providerId="LiveId" clId="{51E1D80A-4A29-4E2A-B293-4232621C1517}" dt="2019-10-06T17:51:08.463" v="1" actId="1076"/>
          <ac:spMkLst>
            <pc:docMk/>
            <pc:sldMk cId="0" sldId="485"/>
            <ac:spMk id="15361" creationId="{B7373C27-AE51-474E-BA1F-0C5F0233AACE}"/>
          </ac:spMkLst>
        </pc:spChg>
      </pc:sldChg>
      <pc:sldChg chg="addSp delSp add">
        <pc:chgData name="Cristian Chilipirea" userId="34ab170da5908fc4" providerId="LiveId" clId="{51E1D80A-4A29-4E2A-B293-4232621C1517}" dt="2019-10-06T17:51:34.132" v="29" actId="478"/>
        <pc:sldMkLst>
          <pc:docMk/>
          <pc:sldMk cId="1011767499" sldId="486"/>
        </pc:sldMkLst>
        <pc:spChg chg="del">
          <ac:chgData name="Cristian Chilipirea" userId="34ab170da5908fc4" providerId="LiveId" clId="{51E1D80A-4A29-4E2A-B293-4232621C1517}" dt="2019-10-06T17:51:34.132" v="29" actId="478"/>
          <ac:spMkLst>
            <pc:docMk/>
            <pc:sldMk cId="1011767499" sldId="486"/>
            <ac:spMk id="2" creationId="{28E32F68-BB04-46C2-94FD-281E352C5007}"/>
          </ac:spMkLst>
        </pc:spChg>
        <pc:spChg chg="del">
          <ac:chgData name="Cristian Chilipirea" userId="34ab170da5908fc4" providerId="LiveId" clId="{51E1D80A-4A29-4E2A-B293-4232621C1517}" dt="2019-10-06T17:51:26.388" v="23" actId="478"/>
          <ac:spMkLst>
            <pc:docMk/>
            <pc:sldMk cId="1011767499" sldId="486"/>
            <ac:spMk id="3" creationId="{AE501617-3A3E-48A5-ADBF-80588AAF3470}"/>
          </ac:spMkLst>
        </pc:spChg>
        <pc:spChg chg="add del">
          <ac:chgData name="Cristian Chilipirea" userId="34ab170da5908fc4" providerId="LiveId" clId="{51E1D80A-4A29-4E2A-B293-4232621C1517}" dt="2019-10-06T17:51:30.945" v="27"/>
          <ac:spMkLst>
            <pc:docMk/>
            <pc:sldMk cId="1011767499" sldId="486"/>
            <ac:spMk id="4" creationId="{3DCB6BF8-07C6-4BF0-BC0B-20CDD26067AD}"/>
          </ac:spMkLst>
        </pc:spChg>
        <pc:spChg chg="add">
          <ac:chgData name="Cristian Chilipirea" userId="34ab170da5908fc4" providerId="LiveId" clId="{51E1D80A-4A29-4E2A-B293-4232621C1517}" dt="2019-10-06T17:51:30.952" v="28"/>
          <ac:spMkLst>
            <pc:docMk/>
            <pc:sldMk cId="1011767499" sldId="486"/>
            <ac:spMk id="5" creationId="{203EF41F-97F0-4B05-9808-D1ACD3534FDE}"/>
          </ac:spMkLst>
        </pc:spChg>
      </pc:sldChg>
      <pc:sldChg chg="del">
        <pc:chgData name="Cristian Chilipirea" userId="34ab170da5908fc4" providerId="LiveId" clId="{51E1D80A-4A29-4E2A-B293-4232621C1517}" dt="2019-10-06T17:51:10.704" v="2" actId="2696"/>
        <pc:sldMkLst>
          <pc:docMk/>
          <pc:sldMk cId="1027992857" sldId="486"/>
        </pc:sldMkLst>
      </pc:sldChg>
      <pc:sldChg chg="del">
        <pc:chgData name="Cristian Chilipirea" userId="34ab170da5908fc4" providerId="LiveId" clId="{51E1D80A-4A29-4E2A-B293-4232621C1517}" dt="2019-10-06T17:51:11.281" v="3" actId="2696"/>
        <pc:sldMkLst>
          <pc:docMk/>
          <pc:sldMk cId="138587081" sldId="487"/>
        </pc:sldMkLst>
      </pc:sldChg>
      <pc:sldChg chg="addSp delSp modSp add">
        <pc:chgData name="Cristian Chilipirea" userId="34ab170da5908fc4" providerId="LiveId" clId="{51E1D80A-4A29-4E2A-B293-4232621C1517}" dt="2019-10-06T17:52:43.745" v="35"/>
        <pc:sldMkLst>
          <pc:docMk/>
          <pc:sldMk cId="3224258351" sldId="487"/>
        </pc:sldMkLst>
        <pc:spChg chg="mod">
          <ac:chgData name="Cristian Chilipirea" userId="34ab170da5908fc4" providerId="LiveId" clId="{51E1D80A-4A29-4E2A-B293-4232621C1517}" dt="2019-10-06T17:52:35.964" v="31"/>
          <ac:spMkLst>
            <pc:docMk/>
            <pc:sldMk cId="3224258351" sldId="487"/>
            <ac:spMk id="2" creationId="{083F82FB-9BCD-4363-9319-3076B05262DC}"/>
          </ac:spMkLst>
        </pc:spChg>
        <pc:spChg chg="del">
          <ac:chgData name="Cristian Chilipirea" userId="34ab170da5908fc4" providerId="LiveId" clId="{51E1D80A-4A29-4E2A-B293-4232621C1517}" dt="2019-10-06T17:52:41.268" v="32" actId="478"/>
          <ac:spMkLst>
            <pc:docMk/>
            <pc:sldMk cId="3224258351" sldId="487"/>
            <ac:spMk id="3" creationId="{B0900F2A-3D5F-41FD-9CA2-0A0E8AB70FFD}"/>
          </ac:spMkLst>
        </pc:spChg>
        <pc:spChg chg="add del">
          <ac:chgData name="Cristian Chilipirea" userId="34ab170da5908fc4" providerId="LiveId" clId="{51E1D80A-4A29-4E2A-B293-4232621C1517}" dt="2019-10-06T17:52:43.736" v="34"/>
          <ac:spMkLst>
            <pc:docMk/>
            <pc:sldMk cId="3224258351" sldId="487"/>
            <ac:spMk id="4" creationId="{CD80CD29-221F-4F58-9C9F-00C27FCD37D0}"/>
          </ac:spMkLst>
        </pc:spChg>
        <pc:spChg chg="add">
          <ac:chgData name="Cristian Chilipirea" userId="34ab170da5908fc4" providerId="LiveId" clId="{51E1D80A-4A29-4E2A-B293-4232621C1517}" dt="2019-10-06T17:52:43.745" v="35"/>
          <ac:spMkLst>
            <pc:docMk/>
            <pc:sldMk cId="3224258351" sldId="487"/>
            <ac:spMk id="5" creationId="{8815B978-EF87-4F35-97BF-C35EE8F52A8F}"/>
          </ac:spMkLst>
        </pc:spChg>
      </pc:sldChg>
      <pc:sldChg chg="del">
        <pc:chgData name="Cristian Chilipirea" userId="34ab170da5908fc4" providerId="LiveId" clId="{51E1D80A-4A29-4E2A-B293-4232621C1517}" dt="2019-10-06T17:51:11.377" v="4" actId="2696"/>
        <pc:sldMkLst>
          <pc:docMk/>
          <pc:sldMk cId="1246785372" sldId="488"/>
        </pc:sldMkLst>
      </pc:sldChg>
      <pc:sldChg chg="addSp delSp modSp add modAnim">
        <pc:chgData name="Cristian Chilipirea" userId="34ab170da5908fc4" providerId="LiveId" clId="{51E1D80A-4A29-4E2A-B293-4232621C1517}" dt="2019-10-06T17:53:02.860" v="43" actId="1076"/>
        <pc:sldMkLst>
          <pc:docMk/>
          <pc:sldMk cId="2593252418" sldId="488"/>
        </pc:sldMkLst>
        <pc:spChg chg="mod">
          <ac:chgData name="Cristian Chilipirea" userId="34ab170da5908fc4" providerId="LiveId" clId="{51E1D80A-4A29-4E2A-B293-4232621C1517}" dt="2019-10-06T17:52:50.904" v="37"/>
          <ac:spMkLst>
            <pc:docMk/>
            <pc:sldMk cId="2593252418" sldId="488"/>
            <ac:spMk id="2" creationId="{CC3451E0-000E-4353-AD66-70B7D7379EA1}"/>
          </ac:spMkLst>
        </pc:spChg>
        <pc:spChg chg="del">
          <ac:chgData name="Cristian Chilipirea" userId="34ab170da5908fc4" providerId="LiveId" clId="{51E1D80A-4A29-4E2A-B293-4232621C1517}" dt="2019-10-06T17:52:58.265" v="38" actId="478"/>
          <ac:spMkLst>
            <pc:docMk/>
            <pc:sldMk cId="2593252418" sldId="488"/>
            <ac:spMk id="3" creationId="{2B8ABC55-09EA-4567-BFA2-314CBC83E683}"/>
          </ac:spMkLst>
        </pc:spChg>
        <pc:spChg chg="add del mod">
          <ac:chgData name="Cristian Chilipirea" userId="34ab170da5908fc4" providerId="LiveId" clId="{51E1D80A-4A29-4E2A-B293-4232621C1517}" dt="2019-10-06T17:53:00.421" v="41"/>
          <ac:spMkLst>
            <pc:docMk/>
            <pc:sldMk cId="2593252418" sldId="488"/>
            <ac:spMk id="4" creationId="{28EEDB18-8DB1-49F4-BC64-8EE141ED397D}"/>
          </ac:spMkLst>
        </pc:spChg>
        <pc:spChg chg="add mod">
          <ac:chgData name="Cristian Chilipirea" userId="34ab170da5908fc4" providerId="LiveId" clId="{51E1D80A-4A29-4E2A-B293-4232621C1517}" dt="2019-10-06T17:53:02.860" v="43" actId="1076"/>
          <ac:spMkLst>
            <pc:docMk/>
            <pc:sldMk cId="2593252418" sldId="488"/>
            <ac:spMk id="5" creationId="{3DF5BFF6-2442-42F3-8C82-18CF0891BE83}"/>
          </ac:spMkLst>
        </pc:spChg>
      </pc:sldChg>
      <pc:sldChg chg="del">
        <pc:chgData name="Cristian Chilipirea" userId="34ab170da5908fc4" providerId="LiveId" clId="{51E1D80A-4A29-4E2A-B293-4232621C1517}" dt="2019-10-06T17:51:11.527" v="5" actId="2696"/>
        <pc:sldMkLst>
          <pc:docMk/>
          <pc:sldMk cId="2831191411" sldId="489"/>
        </pc:sldMkLst>
      </pc:sldChg>
      <pc:sldChg chg="addSp delSp modSp add">
        <pc:chgData name="Cristian Chilipirea" userId="34ab170da5908fc4" providerId="LiveId" clId="{51E1D80A-4A29-4E2A-B293-4232621C1517}" dt="2019-10-06T17:53:27.907" v="49"/>
        <pc:sldMkLst>
          <pc:docMk/>
          <pc:sldMk cId="3875688009" sldId="489"/>
        </pc:sldMkLst>
        <pc:spChg chg="mod">
          <ac:chgData name="Cristian Chilipirea" userId="34ab170da5908fc4" providerId="LiveId" clId="{51E1D80A-4A29-4E2A-B293-4232621C1517}" dt="2019-10-06T17:53:15.700" v="45"/>
          <ac:spMkLst>
            <pc:docMk/>
            <pc:sldMk cId="3875688009" sldId="489"/>
            <ac:spMk id="2" creationId="{1163C7E7-9A71-4B15-B0EE-B27171DA57AB}"/>
          </ac:spMkLst>
        </pc:spChg>
        <pc:spChg chg="del">
          <ac:chgData name="Cristian Chilipirea" userId="34ab170da5908fc4" providerId="LiveId" clId="{51E1D80A-4A29-4E2A-B293-4232621C1517}" dt="2019-10-06T17:53:25.535" v="46" actId="478"/>
          <ac:spMkLst>
            <pc:docMk/>
            <pc:sldMk cId="3875688009" sldId="489"/>
            <ac:spMk id="3" creationId="{C6F09C53-BDE9-48B4-9FF0-DBECAFC36FDB}"/>
          </ac:spMkLst>
        </pc:spChg>
        <pc:spChg chg="add del">
          <ac:chgData name="Cristian Chilipirea" userId="34ab170da5908fc4" providerId="LiveId" clId="{51E1D80A-4A29-4E2A-B293-4232621C1517}" dt="2019-10-06T17:53:27.895" v="48"/>
          <ac:spMkLst>
            <pc:docMk/>
            <pc:sldMk cId="3875688009" sldId="489"/>
            <ac:spMk id="4" creationId="{170218D5-FCAD-4ED7-B350-DFB84F47F334}"/>
          </ac:spMkLst>
        </pc:spChg>
        <pc:spChg chg="add">
          <ac:chgData name="Cristian Chilipirea" userId="34ab170da5908fc4" providerId="LiveId" clId="{51E1D80A-4A29-4E2A-B293-4232621C1517}" dt="2019-10-06T17:53:27.907" v="49"/>
          <ac:spMkLst>
            <pc:docMk/>
            <pc:sldMk cId="3875688009" sldId="489"/>
            <ac:spMk id="5" creationId="{1DAB8A77-88C2-4E00-8CE4-349273446CED}"/>
          </ac:spMkLst>
        </pc:spChg>
      </pc:sldChg>
      <pc:sldChg chg="del">
        <pc:chgData name="Cristian Chilipirea" userId="34ab170da5908fc4" providerId="LiveId" clId="{51E1D80A-4A29-4E2A-B293-4232621C1517}" dt="2019-10-06T17:51:11.545" v="6" actId="2696"/>
        <pc:sldMkLst>
          <pc:docMk/>
          <pc:sldMk cId="4095643832" sldId="490"/>
        </pc:sldMkLst>
      </pc:sldChg>
      <pc:sldChg chg="addSp delSp modSp add modAnim">
        <pc:chgData name="Cristian Chilipirea" userId="34ab170da5908fc4" providerId="LiveId" clId="{51E1D80A-4A29-4E2A-B293-4232621C1517}" dt="2019-10-06T17:53:54.850" v="55" actId="1076"/>
        <pc:sldMkLst>
          <pc:docMk/>
          <pc:sldMk cId="4257711336" sldId="490"/>
        </pc:sldMkLst>
        <pc:spChg chg="mod">
          <ac:chgData name="Cristian Chilipirea" userId="34ab170da5908fc4" providerId="LiveId" clId="{51E1D80A-4A29-4E2A-B293-4232621C1517}" dt="2019-10-06T17:53:39.247" v="51"/>
          <ac:spMkLst>
            <pc:docMk/>
            <pc:sldMk cId="4257711336" sldId="490"/>
            <ac:spMk id="2" creationId="{3892ED03-7146-43EF-A63A-7B6EAE33634A}"/>
          </ac:spMkLst>
        </pc:spChg>
        <pc:spChg chg="del">
          <ac:chgData name="Cristian Chilipirea" userId="34ab170da5908fc4" providerId="LiveId" clId="{51E1D80A-4A29-4E2A-B293-4232621C1517}" dt="2019-10-06T17:53:41.577" v="52" actId="478"/>
          <ac:spMkLst>
            <pc:docMk/>
            <pc:sldMk cId="4257711336" sldId="490"/>
            <ac:spMk id="3" creationId="{7A7A06EE-B6B2-4003-8B85-DB2BE77CCCFE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4" creationId="{F48B5211-B16E-4AD1-9979-B269CCE14C36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5" creationId="{961545CB-392B-4C39-89F7-E95B98136963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6" creationId="{6AA0DD25-887B-46A3-832C-66EF32273F31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7" creationId="{67957DBA-FFEB-4E8C-B633-2B0BE1471CE2}"/>
          </ac:spMkLst>
        </pc:s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8" creationId="{2CEDD53F-9CB0-4EDE-8E3B-E38C0D55B95D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29" creationId="{F09FB433-8BBE-433B-BF5F-3FAAD093A7DE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3" creationId="{A0137961-8069-489C-A7AE-F5CAA87C0020}"/>
          </ac:grpSpMkLst>
        </pc:grpChg>
        <pc:grpChg chg="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6" creationId="{079B3A9D-51F5-4F7D-8687-2A5BB99A16F1}"/>
          </ac:grpSpMkLst>
        </pc:grpChg>
      </pc:sldChg>
      <pc:sldChg chg="del">
        <pc:chgData name="Cristian Chilipirea" userId="34ab170da5908fc4" providerId="LiveId" clId="{51E1D80A-4A29-4E2A-B293-4232621C1517}" dt="2019-10-06T17:51:11.677" v="7" actId="2696"/>
        <pc:sldMkLst>
          <pc:docMk/>
          <pc:sldMk cId="2192830871" sldId="491"/>
        </pc:sldMkLst>
      </pc:sldChg>
      <pc:sldChg chg="addSp delSp modSp add">
        <pc:chgData name="Cristian Chilipirea" userId="34ab170da5908fc4" providerId="LiveId" clId="{51E1D80A-4A29-4E2A-B293-4232621C1517}" dt="2019-10-06T17:55:31.910" v="60" actId="1076"/>
        <pc:sldMkLst>
          <pc:docMk/>
          <pc:sldMk cId="3240090476" sldId="491"/>
        </pc:sldMkLst>
        <pc:spChg chg="mod">
          <ac:chgData name="Cristian Chilipirea" userId="34ab170da5908fc4" providerId="LiveId" clId="{51E1D80A-4A29-4E2A-B293-4232621C1517}" dt="2019-10-06T17:55:23.740" v="57"/>
          <ac:spMkLst>
            <pc:docMk/>
            <pc:sldMk cId="3240090476" sldId="491"/>
            <ac:spMk id="2" creationId="{95E7974C-4805-45F8-AAFF-9AB6EA187E17}"/>
          </ac:spMkLst>
        </pc:spChg>
        <pc:spChg chg="del">
          <ac:chgData name="Cristian Chilipirea" userId="34ab170da5908fc4" providerId="LiveId" clId="{51E1D80A-4A29-4E2A-B293-4232621C1517}" dt="2019-10-06T17:55:29.735" v="58" actId="478"/>
          <ac:spMkLst>
            <pc:docMk/>
            <pc:sldMk cId="3240090476" sldId="491"/>
            <ac:spMk id="3" creationId="{C963F3E8-E041-45BB-958F-EBB72842D768}"/>
          </ac:spMkLst>
        </pc:spChg>
        <pc:grpChg chg="add mod">
          <ac:chgData name="Cristian Chilipirea" userId="34ab170da5908fc4" providerId="LiveId" clId="{51E1D80A-4A29-4E2A-B293-4232621C1517}" dt="2019-10-06T17:55:31.910" v="60" actId="1076"/>
          <ac:grpSpMkLst>
            <pc:docMk/>
            <pc:sldMk cId="3240090476" sldId="491"/>
            <ac:grpSpMk id="4" creationId="{43C1F2E6-8110-4512-921D-825F59E29AE7}"/>
          </ac:grpSpMkLst>
        </pc:grpChg>
      </pc:sldChg>
      <pc:sldChg chg="addSp delSp modSp add">
        <pc:chgData name="Cristian Chilipirea" userId="34ab170da5908fc4" providerId="LiveId" clId="{51E1D80A-4A29-4E2A-B293-4232621C1517}" dt="2019-10-06T17:55:50.645" v="67" actId="1076"/>
        <pc:sldMkLst>
          <pc:docMk/>
          <pc:sldMk cId="2821618671" sldId="492"/>
        </pc:sldMkLst>
        <pc:spChg chg="mod">
          <ac:chgData name="Cristian Chilipirea" userId="34ab170da5908fc4" providerId="LiveId" clId="{51E1D80A-4A29-4E2A-B293-4232621C1517}" dt="2019-10-06T17:55:40.932" v="62"/>
          <ac:spMkLst>
            <pc:docMk/>
            <pc:sldMk cId="2821618671" sldId="492"/>
            <ac:spMk id="2" creationId="{9A2E8FB6-A020-4CE3-861F-7A2DC4BA3058}"/>
          </ac:spMkLst>
        </pc:spChg>
        <pc:spChg chg="del">
          <ac:chgData name="Cristian Chilipirea" userId="34ab170da5908fc4" providerId="LiveId" clId="{51E1D80A-4A29-4E2A-B293-4232621C1517}" dt="2019-10-06T17:55:43.484" v="63" actId="478"/>
          <ac:spMkLst>
            <pc:docMk/>
            <pc:sldMk cId="2821618671" sldId="492"/>
            <ac:spMk id="3" creationId="{6B20E1F8-0EFE-4A52-9884-261CC0211FDA}"/>
          </ac:spMkLst>
        </pc:spChg>
        <pc:spChg chg="add del">
          <ac:chgData name="Cristian Chilipirea" userId="34ab170da5908fc4" providerId="LiveId" clId="{51E1D80A-4A29-4E2A-B293-4232621C1517}" dt="2019-10-06T17:55:48.821" v="65"/>
          <ac:spMkLst>
            <pc:docMk/>
            <pc:sldMk cId="2821618671" sldId="492"/>
            <ac:spMk id="4" creationId="{43BF1D93-61A1-4BC9-BC01-2913E589E8C4}"/>
          </ac:spMkLst>
        </pc:spChg>
        <pc:spChg chg="add mod">
          <ac:chgData name="Cristian Chilipirea" userId="34ab170da5908fc4" providerId="LiveId" clId="{51E1D80A-4A29-4E2A-B293-4232621C1517}" dt="2019-10-06T17:55:50.645" v="67" actId="1076"/>
          <ac:spMkLst>
            <pc:docMk/>
            <pc:sldMk cId="2821618671" sldId="492"/>
            <ac:spMk id="5" creationId="{AB7DFA0E-EE35-41EF-87C0-BFB827543EEB}"/>
          </ac:spMkLst>
        </pc:spChg>
      </pc:sldChg>
      <pc:sldChg chg="del">
        <pc:chgData name="Cristian Chilipirea" userId="34ab170da5908fc4" providerId="LiveId" clId="{51E1D80A-4A29-4E2A-B293-4232621C1517}" dt="2019-10-06T17:51:11.894" v="8" actId="2696"/>
        <pc:sldMkLst>
          <pc:docMk/>
          <pc:sldMk cId="2867972107" sldId="492"/>
        </pc:sldMkLst>
      </pc:sldChg>
      <pc:sldChg chg="del">
        <pc:chgData name="Cristian Chilipirea" userId="34ab170da5908fc4" providerId="LiveId" clId="{51E1D80A-4A29-4E2A-B293-4232621C1517}" dt="2019-10-06T17:51:12.315" v="9" actId="2696"/>
        <pc:sldMkLst>
          <pc:docMk/>
          <pc:sldMk cId="225010310" sldId="493"/>
        </pc:sldMkLst>
      </pc:sldChg>
      <pc:sldChg chg="addSp delSp modSp add">
        <pc:chgData name="Cristian Chilipirea" userId="34ab170da5908fc4" providerId="LiveId" clId="{51E1D80A-4A29-4E2A-B293-4232621C1517}" dt="2019-10-06T17:56:22.615" v="74" actId="1076"/>
        <pc:sldMkLst>
          <pc:docMk/>
          <pc:sldMk cId="2594526626" sldId="493"/>
        </pc:sldMkLst>
        <pc:spChg chg="mod">
          <ac:chgData name="Cristian Chilipirea" userId="34ab170da5908fc4" providerId="LiveId" clId="{51E1D80A-4A29-4E2A-B293-4232621C1517}" dt="2019-10-06T17:56:09.473" v="69"/>
          <ac:spMkLst>
            <pc:docMk/>
            <pc:sldMk cId="2594526626" sldId="493"/>
            <ac:spMk id="2" creationId="{71DE1D45-4265-4FBE-B312-C57AEF50C57D}"/>
          </ac:spMkLst>
        </pc:spChg>
        <pc:spChg chg="del">
          <ac:chgData name="Cristian Chilipirea" userId="34ab170da5908fc4" providerId="LiveId" clId="{51E1D80A-4A29-4E2A-B293-4232621C1517}" dt="2019-10-06T17:56:17.856" v="70" actId="478"/>
          <ac:spMkLst>
            <pc:docMk/>
            <pc:sldMk cId="2594526626" sldId="493"/>
            <ac:spMk id="3" creationId="{B6EEA3DB-8340-4756-B733-126FF3372A32}"/>
          </ac:spMkLst>
        </pc:spChg>
        <pc:spChg chg="add del">
          <ac:chgData name="Cristian Chilipirea" userId="34ab170da5908fc4" providerId="LiveId" clId="{51E1D80A-4A29-4E2A-B293-4232621C1517}" dt="2019-10-06T17:56:19.995" v="72"/>
          <ac:spMkLst>
            <pc:docMk/>
            <pc:sldMk cId="2594526626" sldId="493"/>
            <ac:spMk id="4" creationId="{E028B0D4-CBC5-4908-9470-154F066553DA}"/>
          </ac:spMkLst>
        </pc:spChg>
        <pc:spChg chg="add mod">
          <ac:chgData name="Cristian Chilipirea" userId="34ab170da5908fc4" providerId="LiveId" clId="{51E1D80A-4A29-4E2A-B293-4232621C1517}" dt="2019-10-06T17:56:22.615" v="74" actId="1076"/>
          <ac:spMkLst>
            <pc:docMk/>
            <pc:sldMk cId="2594526626" sldId="493"/>
            <ac:spMk id="5" creationId="{5A0F00E9-9F6F-4BDD-AEE1-AA7452E3C04F}"/>
          </ac:spMkLst>
        </pc:spChg>
      </pc:sldChg>
      <pc:sldChg chg="addSp delSp modSp add">
        <pc:chgData name="Cristian Chilipirea" userId="34ab170da5908fc4" providerId="LiveId" clId="{51E1D80A-4A29-4E2A-B293-4232621C1517}" dt="2019-10-06T17:56:45.503" v="85" actId="1076"/>
        <pc:sldMkLst>
          <pc:docMk/>
          <pc:sldMk cId="1937755242" sldId="494"/>
        </pc:sldMkLst>
        <pc:spChg chg="mod">
          <ac:chgData name="Cristian Chilipirea" userId="34ab170da5908fc4" providerId="LiveId" clId="{51E1D80A-4A29-4E2A-B293-4232621C1517}" dt="2019-10-06T17:56:29.904" v="76"/>
          <ac:spMkLst>
            <pc:docMk/>
            <pc:sldMk cId="1937755242" sldId="494"/>
            <ac:spMk id="2" creationId="{0BF265FC-03D0-4B79-8083-CB5F5C85E092}"/>
          </ac:spMkLst>
        </pc:spChg>
        <pc:spChg chg="del">
          <ac:chgData name="Cristian Chilipirea" userId="34ab170da5908fc4" providerId="LiveId" clId="{51E1D80A-4A29-4E2A-B293-4232621C1517}" dt="2019-10-06T17:56:31.888" v="77" actId="478"/>
          <ac:spMkLst>
            <pc:docMk/>
            <pc:sldMk cId="1937755242" sldId="494"/>
            <ac:spMk id="3" creationId="{B22BA51B-7296-4DCB-8339-B14926462470}"/>
          </ac:spMkLst>
        </pc:spChg>
        <pc:spChg chg="add del mod">
          <ac:chgData name="Cristian Chilipirea" userId="34ab170da5908fc4" providerId="LiveId" clId="{51E1D80A-4A29-4E2A-B293-4232621C1517}" dt="2019-10-06T17:56:40.945" v="81"/>
          <ac:spMkLst>
            <pc:docMk/>
            <pc:sldMk cId="1937755242" sldId="494"/>
            <ac:spMk id="4" creationId="{DB4964D3-3DFD-4D97-912C-7FE774591A96}"/>
          </ac:spMkLst>
        </pc:spChg>
        <pc:spChg chg="add del">
          <ac:chgData name="Cristian Chilipirea" userId="34ab170da5908fc4" providerId="LiveId" clId="{51E1D80A-4A29-4E2A-B293-4232621C1517}" dt="2019-10-06T17:56:42.925" v="83"/>
          <ac:spMkLst>
            <pc:docMk/>
            <pc:sldMk cId="1937755242" sldId="494"/>
            <ac:spMk id="5" creationId="{A4622B35-4818-458B-8A87-428F0F9B3CE0}"/>
          </ac:spMkLst>
        </pc:spChg>
        <pc:spChg chg="add mod">
          <ac:chgData name="Cristian Chilipirea" userId="34ab170da5908fc4" providerId="LiveId" clId="{51E1D80A-4A29-4E2A-B293-4232621C1517}" dt="2019-10-06T17:56:45.503" v="85" actId="1076"/>
          <ac:spMkLst>
            <pc:docMk/>
            <pc:sldMk cId="1937755242" sldId="494"/>
            <ac:spMk id="6" creationId="{F1C8A590-C365-45D6-839E-9FD6B6C5A7C5}"/>
          </ac:spMkLst>
        </pc:spChg>
      </pc:sldChg>
      <pc:sldChg chg="del">
        <pc:chgData name="Cristian Chilipirea" userId="34ab170da5908fc4" providerId="LiveId" clId="{51E1D80A-4A29-4E2A-B293-4232621C1517}" dt="2019-10-06T17:51:12.562" v="10" actId="2696"/>
        <pc:sldMkLst>
          <pc:docMk/>
          <pc:sldMk cId="2096246749" sldId="494"/>
        </pc:sldMkLst>
      </pc:sldChg>
      <pc:sldChg chg="addSp delSp modSp add">
        <pc:chgData name="Cristian Chilipirea" userId="34ab170da5908fc4" providerId="LiveId" clId="{51E1D80A-4A29-4E2A-B293-4232621C1517}" dt="2019-10-06T17:57:04.556" v="93" actId="1076"/>
        <pc:sldMkLst>
          <pc:docMk/>
          <pc:sldMk cId="487379393" sldId="495"/>
        </pc:sldMkLst>
        <pc:spChg chg="mod">
          <ac:chgData name="Cristian Chilipirea" userId="34ab170da5908fc4" providerId="LiveId" clId="{51E1D80A-4A29-4E2A-B293-4232621C1517}" dt="2019-10-06T17:56:55.149" v="87"/>
          <ac:spMkLst>
            <pc:docMk/>
            <pc:sldMk cId="487379393" sldId="495"/>
            <ac:spMk id="2" creationId="{CEB8EB6B-6A11-4DE7-B508-184425716A6A}"/>
          </ac:spMkLst>
        </pc:spChg>
        <pc:spChg chg="del">
          <ac:chgData name="Cristian Chilipirea" userId="34ab170da5908fc4" providerId="LiveId" clId="{51E1D80A-4A29-4E2A-B293-4232621C1517}" dt="2019-10-06T17:56:59.340" v="88" actId="478"/>
          <ac:spMkLst>
            <pc:docMk/>
            <pc:sldMk cId="487379393" sldId="495"/>
            <ac:spMk id="3" creationId="{AC30F318-096E-4D5B-9D8A-450EFFFD8A3A}"/>
          </ac:spMkLst>
        </pc:spChg>
        <pc:spChg chg="add del mod">
          <ac:chgData name="Cristian Chilipirea" userId="34ab170da5908fc4" providerId="LiveId" clId="{51E1D80A-4A29-4E2A-B293-4232621C1517}" dt="2019-10-06T17:57:02.532" v="91"/>
          <ac:spMkLst>
            <pc:docMk/>
            <pc:sldMk cId="487379393" sldId="495"/>
            <ac:spMk id="4" creationId="{936A1D15-676F-4766-B341-67415623243D}"/>
          </ac:spMkLst>
        </pc:spChg>
        <pc:spChg chg="add mod">
          <ac:chgData name="Cristian Chilipirea" userId="34ab170da5908fc4" providerId="LiveId" clId="{51E1D80A-4A29-4E2A-B293-4232621C1517}" dt="2019-10-06T17:57:04.556" v="93" actId="1076"/>
          <ac:spMkLst>
            <pc:docMk/>
            <pc:sldMk cId="487379393" sldId="495"/>
            <ac:spMk id="5" creationId="{DA18A7A6-983F-4195-A290-2BC0F09384DC}"/>
          </ac:spMkLst>
        </pc:spChg>
      </pc:sldChg>
      <pc:sldChg chg="del">
        <pc:chgData name="Cristian Chilipirea" userId="34ab170da5908fc4" providerId="LiveId" clId="{51E1D80A-4A29-4E2A-B293-4232621C1517}" dt="2019-10-06T17:51:12.819" v="11" actId="2696"/>
        <pc:sldMkLst>
          <pc:docMk/>
          <pc:sldMk cId="3714542689" sldId="495"/>
        </pc:sldMkLst>
      </pc:sldChg>
      <pc:sldChg chg="del">
        <pc:chgData name="Cristian Chilipirea" userId="34ab170da5908fc4" providerId="LiveId" clId="{51E1D80A-4A29-4E2A-B293-4232621C1517}" dt="2019-10-06T17:51:12.989" v="12" actId="2696"/>
        <pc:sldMkLst>
          <pc:docMk/>
          <pc:sldMk cId="1341029990" sldId="496"/>
        </pc:sldMkLst>
      </pc:sldChg>
      <pc:sldChg chg="addSp delSp add">
        <pc:chgData name="Cristian Chilipirea" userId="34ab170da5908fc4" providerId="LiveId" clId="{51E1D80A-4A29-4E2A-B293-4232621C1517}" dt="2019-10-06T17:57:19.320" v="99" actId="478"/>
        <pc:sldMkLst>
          <pc:docMk/>
          <pc:sldMk cId="3763663029" sldId="496"/>
        </pc:sldMkLst>
        <pc:spChg chg="del">
          <ac:chgData name="Cristian Chilipirea" userId="34ab170da5908fc4" providerId="LiveId" clId="{51E1D80A-4A29-4E2A-B293-4232621C1517}" dt="2019-10-06T17:57:19.320" v="99" actId="478"/>
          <ac:spMkLst>
            <pc:docMk/>
            <pc:sldMk cId="3763663029" sldId="496"/>
            <ac:spMk id="2" creationId="{77F4E05F-C61C-41AA-AE09-552CB237BA6B}"/>
          </ac:spMkLst>
        </pc:spChg>
        <pc:spChg chg="del">
          <ac:chgData name="Cristian Chilipirea" userId="34ab170da5908fc4" providerId="LiveId" clId="{51E1D80A-4A29-4E2A-B293-4232621C1517}" dt="2019-10-06T17:57:14.476" v="95" actId="478"/>
          <ac:spMkLst>
            <pc:docMk/>
            <pc:sldMk cId="3763663029" sldId="496"/>
            <ac:spMk id="3" creationId="{F523964C-5E9B-4738-846A-8ACF801F2C18}"/>
          </ac:spMkLst>
        </pc:spChg>
        <pc:spChg chg="add del">
          <ac:chgData name="Cristian Chilipirea" userId="34ab170da5908fc4" providerId="LiveId" clId="{51E1D80A-4A29-4E2A-B293-4232621C1517}" dt="2019-10-06T17:57:17.318" v="97"/>
          <ac:spMkLst>
            <pc:docMk/>
            <pc:sldMk cId="3763663029" sldId="496"/>
            <ac:spMk id="4" creationId="{4DB75CFE-C0D2-4D00-9F60-892885973BBB}"/>
          </ac:spMkLst>
        </pc:spChg>
        <pc:spChg chg="add">
          <ac:chgData name="Cristian Chilipirea" userId="34ab170da5908fc4" providerId="LiveId" clId="{51E1D80A-4A29-4E2A-B293-4232621C1517}" dt="2019-10-06T17:57:17.325" v="98"/>
          <ac:spMkLst>
            <pc:docMk/>
            <pc:sldMk cId="3763663029" sldId="496"/>
            <ac:spMk id="5" creationId="{39108EA8-1646-4A79-AE04-2AA7A5A6B0F1}"/>
          </ac:spMkLst>
        </pc:spChg>
      </pc:sldChg>
      <pc:sldChg chg="del">
        <pc:chgData name="Cristian Chilipirea" userId="34ab170da5908fc4" providerId="LiveId" clId="{51E1D80A-4A29-4E2A-B293-4232621C1517}" dt="2019-10-06T17:51:13.005" v="13" actId="2696"/>
        <pc:sldMkLst>
          <pc:docMk/>
          <pc:sldMk cId="152564301" sldId="497"/>
        </pc:sldMkLst>
      </pc:sldChg>
      <pc:sldChg chg="addSp delSp modSp add modAnim">
        <pc:chgData name="Cristian Chilipirea" userId="34ab170da5908fc4" providerId="LiveId" clId="{51E1D80A-4A29-4E2A-B293-4232621C1517}" dt="2019-10-06T17:57:41.281" v="106" actId="1076"/>
        <pc:sldMkLst>
          <pc:docMk/>
          <pc:sldMk cId="3065354528" sldId="497"/>
        </pc:sldMkLst>
        <pc:spChg chg="mod">
          <ac:chgData name="Cristian Chilipirea" userId="34ab170da5908fc4" providerId="LiveId" clId="{51E1D80A-4A29-4E2A-B293-4232621C1517}" dt="2019-10-06T17:57:27.064" v="101"/>
          <ac:spMkLst>
            <pc:docMk/>
            <pc:sldMk cId="3065354528" sldId="497"/>
            <ac:spMk id="2" creationId="{7C6973B9-0C39-40C2-A640-21E3682E28A0}"/>
          </ac:spMkLst>
        </pc:spChg>
        <pc:spChg chg="del">
          <ac:chgData name="Cristian Chilipirea" userId="34ab170da5908fc4" providerId="LiveId" clId="{51E1D80A-4A29-4E2A-B293-4232621C1517}" dt="2019-10-06T17:57:34.864" v="102" actId="478"/>
          <ac:spMkLst>
            <pc:docMk/>
            <pc:sldMk cId="3065354528" sldId="497"/>
            <ac:spMk id="3" creationId="{060EEC77-6F4E-4FAD-A566-938F76ED69A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4" creationId="{9C354E9B-955C-4042-ABC4-2576B283D579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8" creationId="{35DA9236-C5C4-4391-8D28-C2D87C2E879C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9" creationId="{036BE035-B2BE-49A0-B137-5A76B0913484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0" creationId="{4EE281BB-700F-451B-A1B7-02328CBE767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1" creationId="{092D2BD8-EEF2-4BB9-8913-70327C7A3A98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2" creationId="{0911E7F7-78DA-4C70-B2D7-A1ED7B0B5D0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3" creationId="{733C50C6-F622-4CF1-A7A8-01482EAB5DF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4" creationId="{C56B3C49-D2F6-4E66-B7FC-DA3144B2CE62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5" creationId="{42890D97-DA42-44D4-945D-0D89DAC7B06B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16" creationId="{0A67C0CC-F25D-4830-A1B4-F81D388CAC2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117" creationId="{63EA967E-DFC6-41BF-9F72-E042862F2C4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1" creationId="{9205327D-C80F-4F0C-A567-706058796F7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2" creationId="{333547A5-FA62-434B-9E1E-2B6D91648847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3" creationId="{84FB0839-8F80-48F2-AE2B-7003548B316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4" creationId="{326BA4E8-E16B-4752-A958-CE976CDCCFB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5" creationId="{59056631-B2A2-4D52-B68A-55EBC28A26F4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6" creationId="{FCAB311D-5A4E-45E5-9905-293CED5AAEAC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7" creationId="{0CCDB21B-1F68-4D63-A3B9-845CCDF962BA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8" creationId="{447BF5C2-2868-4D08-A084-822F6F62969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29" creationId="{35191E1F-62CA-41CD-BD27-CE6E312CBC4D}"/>
          </ac:spMkLst>
        </pc:s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5" creationId="{C7F9B02F-2871-4AF3-A3A2-2A6F411AAAA6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6" creationId="{265F48BB-10E4-4088-8FB7-B83FD6DEC900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28" creationId="{672ED01C-FC49-425D-946F-82E410596C2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38" creationId="{6A5D436B-DB96-4FAA-94BA-511F3762F918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49" creationId="{D4D3F139-EB39-49B2-A4F7-D092EEC9589E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62" creationId="{A17BB9D1-FEA1-4AA2-975C-28C9EEAE571F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71" creationId="{E6DCB373-1025-4C28-8B37-C3461B643765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86" creationId="{F23289DD-086C-4F6A-AF7C-95030B3BE8B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06" creationId="{143E2CD5-F9E4-4731-9381-C8E96B2DB4C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18" creationId="{74B7F877-9313-436B-B7A1-3F072FC1EA2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29" creationId="{DFCEC98D-5F8B-4D20-8483-6817C042701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41" creationId="{729E4238-F37B-4F61-91D2-A509D4339CB9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51" creationId="{AF48D32C-08BD-435F-9FC2-A33C9D69931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62" creationId="{58B22DD1-A3F5-411D-926C-A0741521B385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75" creationId="{D37276E2-0B12-4978-84D1-0D7D918D9983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84" creationId="{43BBD4B0-6D09-43E0-B95E-B2BA324DAFF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99" creationId="{A3435713-FC29-4D18-87D1-BADE77C261A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19" creationId="{7910FFE1-F25A-4F49-97D5-5B8328556D3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0" creationId="{844FA837-A7DC-48C5-B246-40E39548EC7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1" creationId="{430B0ADA-3DDA-405F-A6B5-9B2D61B5EE9A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2" creationId="{F8DCB053-EB2B-4E5D-AB92-0E588F6410A0}"/>
          </ac:grpSpMkLst>
        </pc:grp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6" creationId="{C71F2D28-7EAF-4D08-9311-38695F67996E}"/>
          </ac:cxnSpMkLst>
        </pc:cxn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7" creationId="{F2D7B149-7C4E-4818-83A6-3369C78F5D87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09" creationId="{83E35F71-EB7E-4B8E-B092-0C54B7A00F6E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10" creationId="{C48103D8-DF3D-410C-8B4F-C8927DABC000}"/>
          </ac:cxnSpMkLst>
        </pc:cxnChg>
      </pc:sldChg>
      <pc:sldChg chg="addSp delSp modSp add">
        <pc:chgData name="Cristian Chilipirea" userId="34ab170da5908fc4" providerId="LiveId" clId="{51E1D80A-4A29-4E2A-B293-4232621C1517}" dt="2019-10-06T17:58:15.286" v="119" actId="1076"/>
        <pc:sldMkLst>
          <pc:docMk/>
          <pc:sldMk cId="378574680" sldId="498"/>
        </pc:sldMkLst>
        <pc:spChg chg="mod">
          <ac:chgData name="Cristian Chilipirea" userId="34ab170da5908fc4" providerId="LiveId" clId="{51E1D80A-4A29-4E2A-B293-4232621C1517}" dt="2019-10-06T17:57:49.156" v="108"/>
          <ac:spMkLst>
            <pc:docMk/>
            <pc:sldMk cId="378574680" sldId="498"/>
            <ac:spMk id="2" creationId="{C3FDB324-EF68-4047-ABD3-60AB9B715477}"/>
          </ac:spMkLst>
        </pc:spChg>
        <pc:spChg chg="del">
          <ac:chgData name="Cristian Chilipirea" userId="34ab170da5908fc4" providerId="LiveId" clId="{51E1D80A-4A29-4E2A-B293-4232621C1517}" dt="2019-10-06T17:58:05.836" v="111" actId="478"/>
          <ac:spMkLst>
            <pc:docMk/>
            <pc:sldMk cId="378574680" sldId="498"/>
            <ac:spMk id="3" creationId="{7959CE95-D836-4B43-9435-6800CDF75CA8}"/>
          </ac:spMkLst>
        </pc:spChg>
        <pc:spChg chg="add del mod">
          <ac:chgData name="Cristian Chilipirea" userId="34ab170da5908fc4" providerId="LiveId" clId="{51E1D80A-4A29-4E2A-B293-4232621C1517}" dt="2019-10-06T17:58:11.324" v="115"/>
          <ac:spMkLst>
            <pc:docMk/>
            <pc:sldMk cId="378574680" sldId="498"/>
            <ac:spMk id="5" creationId="{7B2D453E-0696-4354-AB2A-E89533A60AAD}"/>
          </ac:spMkLst>
        </pc:spChg>
        <pc:spChg chg="add del">
          <ac:chgData name="Cristian Chilipirea" userId="34ab170da5908fc4" providerId="LiveId" clId="{51E1D80A-4A29-4E2A-B293-4232621C1517}" dt="2019-10-06T17:58:13.086" v="117"/>
          <ac:spMkLst>
            <pc:docMk/>
            <pc:sldMk cId="378574680" sldId="498"/>
            <ac:spMk id="6" creationId="{16BCD8D6-D9A7-49F3-8B6C-364CE604EE9C}"/>
          </ac:spMkLst>
        </pc:spChg>
        <pc:spChg chg="add mod">
          <ac:chgData name="Cristian Chilipirea" userId="34ab170da5908fc4" providerId="LiveId" clId="{51E1D80A-4A29-4E2A-B293-4232621C1517}" dt="2019-10-06T17:58:15.286" v="119" actId="1076"/>
          <ac:spMkLst>
            <pc:docMk/>
            <pc:sldMk cId="378574680" sldId="498"/>
            <ac:spMk id="7" creationId="{EDA8FD9C-91C1-4D2B-89C6-F9CC0EAB9933}"/>
          </ac:spMkLst>
        </pc:spChg>
        <pc:picChg chg="add mod">
          <ac:chgData name="Cristian Chilipirea" userId="34ab170da5908fc4" providerId="LiveId" clId="{51E1D80A-4A29-4E2A-B293-4232621C1517}" dt="2019-10-06T17:57:58.215" v="110" actId="1076"/>
          <ac:picMkLst>
            <pc:docMk/>
            <pc:sldMk cId="378574680" sldId="498"/>
            <ac:picMk id="4" creationId="{6A9A6F89-8EC5-4B2E-A3E3-5C641AF26301}"/>
          </ac:picMkLst>
        </pc:picChg>
      </pc:sldChg>
      <pc:sldChg chg="del">
        <pc:chgData name="Cristian Chilipirea" userId="34ab170da5908fc4" providerId="LiveId" clId="{51E1D80A-4A29-4E2A-B293-4232621C1517}" dt="2019-10-06T17:51:13.021" v="14" actId="2696"/>
        <pc:sldMkLst>
          <pc:docMk/>
          <pc:sldMk cId="3733676236" sldId="498"/>
        </pc:sldMkLst>
      </pc:sldChg>
      <pc:sldChg chg="addSp delSp modSp add">
        <pc:chgData name="Cristian Chilipirea" userId="34ab170da5908fc4" providerId="LiveId" clId="{51E1D80A-4A29-4E2A-B293-4232621C1517}" dt="2019-10-06T17:58:30.167" v="125"/>
        <pc:sldMkLst>
          <pc:docMk/>
          <pc:sldMk cId="586011746" sldId="499"/>
        </pc:sldMkLst>
        <pc:spChg chg="mod">
          <ac:chgData name="Cristian Chilipirea" userId="34ab170da5908fc4" providerId="LiveId" clId="{51E1D80A-4A29-4E2A-B293-4232621C1517}" dt="2019-10-06T17:58:22.407" v="121"/>
          <ac:spMkLst>
            <pc:docMk/>
            <pc:sldMk cId="586011746" sldId="499"/>
            <ac:spMk id="2" creationId="{08DFD5C1-D2FD-4399-A63B-3E1A2B89C025}"/>
          </ac:spMkLst>
        </pc:spChg>
        <pc:spChg chg="del">
          <ac:chgData name="Cristian Chilipirea" userId="34ab170da5908fc4" providerId="LiveId" clId="{51E1D80A-4A29-4E2A-B293-4232621C1517}" dt="2019-10-06T17:58:28.056" v="122" actId="478"/>
          <ac:spMkLst>
            <pc:docMk/>
            <pc:sldMk cId="586011746" sldId="499"/>
            <ac:spMk id="3" creationId="{B11EB426-20FE-4D97-8570-2C2D5C025328}"/>
          </ac:spMkLst>
        </pc:spChg>
        <pc:spChg chg="add del">
          <ac:chgData name="Cristian Chilipirea" userId="34ab170da5908fc4" providerId="LiveId" clId="{51E1D80A-4A29-4E2A-B293-4232621C1517}" dt="2019-10-06T17:58:30.157" v="124"/>
          <ac:spMkLst>
            <pc:docMk/>
            <pc:sldMk cId="586011746" sldId="499"/>
            <ac:spMk id="4" creationId="{1261F98B-0C2F-4506-91F9-4C9F3538826A}"/>
          </ac:spMkLst>
        </pc:spChg>
        <pc:spChg chg="add">
          <ac:chgData name="Cristian Chilipirea" userId="34ab170da5908fc4" providerId="LiveId" clId="{51E1D80A-4A29-4E2A-B293-4232621C1517}" dt="2019-10-06T17:58:30.167" v="125"/>
          <ac:spMkLst>
            <pc:docMk/>
            <pc:sldMk cId="586011746" sldId="499"/>
            <ac:spMk id="5" creationId="{9F67D044-B532-493E-8B8A-C8FD2279429A}"/>
          </ac:spMkLst>
        </pc:spChg>
      </pc:sldChg>
      <pc:sldChg chg="del">
        <pc:chgData name="Cristian Chilipirea" userId="34ab170da5908fc4" providerId="LiveId" clId="{51E1D80A-4A29-4E2A-B293-4232621C1517}" dt="2019-10-06T17:51:13.113" v="15" actId="2696"/>
        <pc:sldMkLst>
          <pc:docMk/>
          <pc:sldMk cId="3990504236" sldId="499"/>
        </pc:sldMkLst>
      </pc:sldChg>
      <pc:sldChg chg="addSp delSp modSp add">
        <pc:chgData name="Cristian Chilipirea" userId="34ab170da5908fc4" providerId="LiveId" clId="{51E1D80A-4A29-4E2A-B293-4232621C1517}" dt="2019-10-06T17:58:50.608" v="132" actId="1076"/>
        <pc:sldMkLst>
          <pc:docMk/>
          <pc:sldMk cId="2032635208" sldId="500"/>
        </pc:sldMkLst>
        <pc:spChg chg="mod">
          <ac:chgData name="Cristian Chilipirea" userId="34ab170da5908fc4" providerId="LiveId" clId="{51E1D80A-4A29-4E2A-B293-4232621C1517}" dt="2019-10-06T17:58:36.729" v="127"/>
          <ac:spMkLst>
            <pc:docMk/>
            <pc:sldMk cId="2032635208" sldId="500"/>
            <ac:spMk id="2" creationId="{7AA8D217-347C-409F-BFE6-7C02DE02C918}"/>
          </ac:spMkLst>
        </pc:spChg>
        <pc:spChg chg="del">
          <ac:chgData name="Cristian Chilipirea" userId="34ab170da5908fc4" providerId="LiveId" clId="{51E1D80A-4A29-4E2A-B293-4232621C1517}" dt="2019-10-06T17:58:38.972" v="128" actId="478"/>
          <ac:spMkLst>
            <pc:docMk/>
            <pc:sldMk cId="2032635208" sldId="500"/>
            <ac:spMk id="3" creationId="{B9A78669-C8E4-4AE1-A9E8-A3C47606B766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4" creationId="{3FF2D913-05DA-4D3D-BDB8-12B55153EEEC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8" creationId="{8F86E406-03F2-416B-9F71-C5406913398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0" creationId="{8C56FEBF-9352-4D48-B669-115AB055FC5F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1" creationId="{B6595CBB-2CFA-4124-9A3D-207FE9BAEDE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4" creationId="{F9110F9B-384A-42D8-8C29-EE2F2BA1E2A0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5" creationId="{8C594866-97FC-4827-9FE4-77A131A67CA2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6" creationId="{D4342C27-6A62-4BA2-B795-70AD7E78F4AB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18" creationId="{1D1ACA0B-D72E-455C-9DFF-CFBEDA6DEFE7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2" creationId="{909D6B2A-F7D2-40FA-9397-B614B90F7FDC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4" creationId="{908793B3-0B20-4796-8A56-68E5843B0950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5" creationId="{81151DC6-391A-4340-8911-0BBCCBB360C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8" creationId="{A47FA332-6337-4126-ACE4-42414021CDB8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9" creationId="{10201BA3-AE03-4428-877F-9BDA3DD9702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30" creationId="{3E824F6C-0347-4394-9470-B10074EEC865}"/>
          </ac:spMkLst>
        </pc:spChg>
        <pc:grpChg chg="add del">
          <ac:chgData name="Cristian Chilipirea" userId="34ab170da5908fc4" providerId="LiveId" clId="{51E1D80A-4A29-4E2A-B293-4232621C1517}" dt="2019-10-06T17:58:46.429" v="130"/>
          <ac:grpSpMkLst>
            <pc:docMk/>
            <pc:sldMk cId="2032635208" sldId="500"/>
            <ac:grpSpMk id="5" creationId="{8FC151E5-AC77-4B4E-8398-73A897B3DAD1}"/>
          </ac:grpSpMkLst>
        </pc:grpChg>
        <pc:grpChg chg="add mod">
          <ac:chgData name="Cristian Chilipirea" userId="34ab170da5908fc4" providerId="LiveId" clId="{51E1D80A-4A29-4E2A-B293-4232621C1517}" dt="2019-10-06T17:58:50.608" v="132" actId="1076"/>
          <ac:grpSpMkLst>
            <pc:docMk/>
            <pc:sldMk cId="2032635208" sldId="500"/>
            <ac:grpSpMk id="19" creationId="{250AE118-B315-4F93-9C71-6A249C362B21}"/>
          </ac:grpSpMkLst>
        </pc:grpChg>
        <pc:graphicFrameChg chg="add del">
          <ac:chgData name="Cristian Chilipirea" userId="34ab170da5908fc4" providerId="LiveId" clId="{51E1D80A-4A29-4E2A-B293-4232621C1517}" dt="2019-10-06T17:58:46.429" v="130"/>
          <ac:graphicFrameMkLst>
            <pc:docMk/>
            <pc:sldMk cId="2032635208" sldId="500"/>
            <ac:graphicFrameMk id="17" creationId="{BA4E9A66-23DE-4B67-ACC1-D51A111B6DF0}"/>
          </ac:graphicFrameMkLst>
        </pc:graphicFrameChg>
        <pc:graphicFrameChg chg="add mod">
          <ac:chgData name="Cristian Chilipirea" userId="34ab170da5908fc4" providerId="LiveId" clId="{51E1D80A-4A29-4E2A-B293-4232621C1517}" dt="2019-10-06T17:58:50.608" v="132" actId="1076"/>
          <ac:graphicFrameMkLst>
            <pc:docMk/>
            <pc:sldMk cId="2032635208" sldId="500"/>
            <ac:graphicFrameMk id="31" creationId="{EEB91A91-4B04-4AEC-9D3E-AD51B0C1D991}"/>
          </ac:graphicFrameMkLst>
        </pc:graphicFrame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9" creationId="{032C451C-0A2B-493C-8B50-0AC2669B26F8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2" creationId="{F885F1C8-8075-4BCE-9E47-29D5988DD6D9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3" creationId="{136AAF56-BF96-428C-A76F-378CE1F4E80F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3" creationId="{272FB2B5-BF1F-4A34-B60E-38A78F8E5F94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6" creationId="{A0E6E64F-85FB-467A-BB2A-E51AC0A56D11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7" creationId="{94825116-F350-436D-BD40-027C45C28D64}"/>
          </ac:cxnSpMkLst>
        </pc:cxnChg>
      </pc:sldChg>
      <pc:sldChg chg="del">
        <pc:chgData name="Cristian Chilipirea" userId="34ab170da5908fc4" providerId="LiveId" clId="{51E1D80A-4A29-4E2A-B293-4232621C1517}" dt="2019-10-06T17:51:13.695" v="16" actId="2696"/>
        <pc:sldMkLst>
          <pc:docMk/>
          <pc:sldMk cId="4007712790" sldId="500"/>
        </pc:sldMkLst>
      </pc:sldChg>
      <pc:sldChg chg="del">
        <pc:chgData name="Cristian Chilipirea" userId="34ab170da5908fc4" providerId="LiveId" clId="{51E1D80A-4A29-4E2A-B293-4232621C1517}" dt="2019-10-06T17:51:13.938" v="17" actId="2696"/>
        <pc:sldMkLst>
          <pc:docMk/>
          <pc:sldMk cId="215342913" sldId="501"/>
        </pc:sldMkLst>
      </pc:sldChg>
      <pc:sldChg chg="addSp delSp modSp add">
        <pc:chgData name="Cristian Chilipirea" userId="34ab170da5908fc4" providerId="LiveId" clId="{51E1D80A-4A29-4E2A-B293-4232621C1517}" dt="2019-10-06T18:00:16.960" v="141" actId="1076"/>
        <pc:sldMkLst>
          <pc:docMk/>
          <pc:sldMk cId="231591143" sldId="501"/>
        </pc:sldMkLst>
        <pc:spChg chg="mod">
          <ac:chgData name="Cristian Chilipirea" userId="34ab170da5908fc4" providerId="LiveId" clId="{51E1D80A-4A29-4E2A-B293-4232621C1517}" dt="2019-10-06T18:00:05.407" v="134"/>
          <ac:spMkLst>
            <pc:docMk/>
            <pc:sldMk cId="231591143" sldId="501"/>
            <ac:spMk id="2" creationId="{3DE8457D-E736-4AAE-9C00-FA78735ECCF0}"/>
          </ac:spMkLst>
        </pc:spChg>
        <pc:spChg chg="del">
          <ac:chgData name="Cristian Chilipirea" userId="34ab170da5908fc4" providerId="LiveId" clId="{51E1D80A-4A29-4E2A-B293-4232621C1517}" dt="2019-10-06T18:00:08.793" v="135" actId="478"/>
          <ac:spMkLst>
            <pc:docMk/>
            <pc:sldMk cId="231591143" sldId="501"/>
            <ac:spMk id="3" creationId="{19D5ED2A-2AFB-4937-91E2-282D524F7EA2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4" creationId="{A9CD85A9-0291-4891-8161-B8A508BAC2B4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5" creationId="{5086BF25-4599-47B7-9202-704F024A77CD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1" creationId="{1D6768BD-74C3-4252-91B9-ABEBDF54F300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2" creationId="{7208AE88-19AE-44CB-8D4B-B347B384383E}"/>
          </ac:spMkLst>
        </pc:spChg>
        <pc:grpChg chg="add del">
          <ac:chgData name="Cristian Chilipirea" userId="34ab170da5908fc4" providerId="LiveId" clId="{51E1D80A-4A29-4E2A-B293-4232621C1517}" dt="2019-10-06T18:00:15.050" v="139"/>
          <ac:grpSpMkLst>
            <pc:docMk/>
            <pc:sldMk cId="231591143" sldId="501"/>
            <ac:grpSpMk id="6" creationId="{F9A368E9-80D1-402E-8F31-21E4AC8CFB1A}"/>
          </ac:grpSpMkLst>
        </pc:grpChg>
        <pc:grpChg chg="add 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3" creationId="{4282F7C7-D4C0-46A8-8FDF-D41789F47929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4" creationId="{1722A8D3-7A32-4190-8D98-2BAD558093CF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72" creationId="{B58BD2A6-8A87-460D-B5F5-5F1F1E3766F8}"/>
          </ac:grpSpMkLst>
        </pc:grpChg>
      </pc:sldChg>
      <pc:sldChg chg="addSp delSp modSp add">
        <pc:chgData name="Cristian Chilipirea" userId="34ab170da5908fc4" providerId="LiveId" clId="{51E1D80A-4A29-4E2A-B293-4232621C1517}" dt="2019-10-06T18:00:34.568" v="147"/>
        <pc:sldMkLst>
          <pc:docMk/>
          <pc:sldMk cId="3589621216" sldId="502"/>
        </pc:sldMkLst>
        <pc:spChg chg="mod">
          <ac:chgData name="Cristian Chilipirea" userId="34ab170da5908fc4" providerId="LiveId" clId="{51E1D80A-4A29-4E2A-B293-4232621C1517}" dt="2019-10-06T18:00:24.810" v="143"/>
          <ac:spMkLst>
            <pc:docMk/>
            <pc:sldMk cId="3589621216" sldId="502"/>
            <ac:spMk id="2" creationId="{EE314078-BF8E-41AB-B8C2-7CA0CEED8E9A}"/>
          </ac:spMkLst>
        </pc:spChg>
        <pc:spChg chg="del">
          <ac:chgData name="Cristian Chilipirea" userId="34ab170da5908fc4" providerId="LiveId" clId="{51E1D80A-4A29-4E2A-B293-4232621C1517}" dt="2019-10-06T18:00:27.140" v="144" actId="478"/>
          <ac:spMkLst>
            <pc:docMk/>
            <pc:sldMk cId="3589621216" sldId="502"/>
            <ac:spMk id="3" creationId="{60292671-A154-4F5B-9DCB-C089896ED0F9}"/>
          </ac:spMkLst>
        </pc:spChg>
        <pc:spChg chg="add del">
          <ac:chgData name="Cristian Chilipirea" userId="34ab170da5908fc4" providerId="LiveId" clId="{51E1D80A-4A29-4E2A-B293-4232621C1517}" dt="2019-10-06T18:00:34.557" v="146"/>
          <ac:spMkLst>
            <pc:docMk/>
            <pc:sldMk cId="3589621216" sldId="502"/>
            <ac:spMk id="4" creationId="{C16FEAE5-8BB4-4785-B01A-848435D6E060}"/>
          </ac:spMkLst>
        </pc:spChg>
        <pc:spChg chg="add">
          <ac:chgData name="Cristian Chilipirea" userId="34ab170da5908fc4" providerId="LiveId" clId="{51E1D80A-4A29-4E2A-B293-4232621C1517}" dt="2019-10-06T18:00:34.568" v="147"/>
          <ac:spMkLst>
            <pc:docMk/>
            <pc:sldMk cId="3589621216" sldId="502"/>
            <ac:spMk id="46" creationId="{FE5E358D-4095-46F0-8EB5-2404D9DACF5E}"/>
          </ac:spMkLst>
        </pc:spChg>
        <pc:grpChg chg="add del">
          <ac:chgData name="Cristian Chilipirea" userId="34ab170da5908fc4" providerId="LiveId" clId="{51E1D80A-4A29-4E2A-B293-4232621C1517}" dt="2019-10-06T18:00:34.557" v="146"/>
          <ac:grpSpMkLst>
            <pc:docMk/>
            <pc:sldMk cId="3589621216" sldId="502"/>
            <ac:grpSpMk id="5" creationId="{2D02910F-3E36-4E8C-B81A-303D2A0206CD}"/>
          </ac:grpSpMkLst>
        </pc:grpChg>
        <pc:grpChg chg="add">
          <ac:chgData name="Cristian Chilipirea" userId="34ab170da5908fc4" providerId="LiveId" clId="{51E1D80A-4A29-4E2A-B293-4232621C1517}" dt="2019-10-06T18:00:34.568" v="147"/>
          <ac:grpSpMkLst>
            <pc:docMk/>
            <pc:sldMk cId="3589621216" sldId="502"/>
            <ac:grpSpMk id="47" creationId="{89B5453E-0AC2-4DC1-BC88-BC343A42DBBC}"/>
          </ac:grpSpMkLst>
        </pc:grpChg>
      </pc:sldChg>
      <pc:sldChg chg="del">
        <pc:chgData name="Cristian Chilipirea" userId="34ab170da5908fc4" providerId="LiveId" clId="{51E1D80A-4A29-4E2A-B293-4232621C1517}" dt="2019-10-06T17:51:14.429" v="18" actId="2696"/>
        <pc:sldMkLst>
          <pc:docMk/>
          <pc:sldMk cId="4086428221" sldId="502"/>
        </pc:sldMkLst>
      </pc:sldChg>
      <pc:sldChg chg="addSp delSp modSp add modAnim">
        <pc:chgData name="Cristian Chilipirea" userId="34ab170da5908fc4" providerId="LiveId" clId="{51E1D80A-4A29-4E2A-B293-4232621C1517}" dt="2019-10-06T18:03:49.853" v="162" actId="1076"/>
        <pc:sldMkLst>
          <pc:docMk/>
          <pc:sldMk cId="2217378888" sldId="503"/>
        </pc:sldMkLst>
        <pc:spChg chg="mod">
          <ac:chgData name="Cristian Chilipirea" userId="34ab170da5908fc4" providerId="LiveId" clId="{51E1D80A-4A29-4E2A-B293-4232621C1517}" dt="2019-10-06T18:01:11.540" v="149"/>
          <ac:spMkLst>
            <pc:docMk/>
            <pc:sldMk cId="2217378888" sldId="503"/>
            <ac:spMk id="2" creationId="{0BF4D2D0-DC8E-4A3D-BE4D-E71D9B659C6D}"/>
          </ac:spMkLst>
        </pc:spChg>
        <pc:spChg chg="del">
          <ac:chgData name="Cristian Chilipirea" userId="34ab170da5908fc4" providerId="LiveId" clId="{51E1D80A-4A29-4E2A-B293-4232621C1517}" dt="2019-10-06T18:01:20.676" v="150" actId="478"/>
          <ac:spMkLst>
            <pc:docMk/>
            <pc:sldMk cId="2217378888" sldId="503"/>
            <ac:spMk id="3" creationId="{D5399BB0-66C2-4D55-B4ED-7317A2C73573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8" creationId="{368E7836-7E43-45D3-929C-0267B89EF790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9" creationId="{9AB9CB9F-1ED3-4B65-B7C2-2710170C7D6F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10" creationId="{D5AB0CFB-0012-4FAB-9C0F-6555CE16560C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43" creationId="{13B8C755-192B-43A2-BB14-A18DAEC4BD0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8" creationId="{23240492-6D7A-4E84-AEBC-2FFE6520ACE7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9" creationId="{2A468E85-470B-46A0-B640-E98B3B0CE92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50" creationId="{1CF8DCD4-06D4-4B19-843A-CF07BFE87C26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83" creationId="{1CDC16D2-DF64-4435-9CAB-06EED535825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8" creationId="{D0769491-C0CA-4845-B568-A9C9DA7BF4E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9" creationId="{3DEFF6B3-597E-478B-8CA9-4AC41B04980D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90" creationId="{7E8AC842-8B98-4E1E-B601-00B3B1BDC723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123" creationId="{E472B4FC-3D13-452C-A2BE-DF4253D5879F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8" creationId="{D09E992C-66AD-4642-85FF-D91EC8D42CB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9" creationId="{BDB773B0-3D30-4C7B-BD88-24AB5AA8A8A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30" creationId="{7009B616-AF18-4A34-98B3-4EA5E1F85AD1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63" creationId="{686486D6-F019-49F3-8DAF-49EE43B66EC7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8" creationId="{8D663150-2809-4B86-A902-585A2AF9FC39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9" creationId="{1F4FE9C7-B097-4AE0-A587-BBC26EABE642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70" creationId="{1C08E9B6-AAE1-46E5-ACD4-3EF349CD184D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203" creationId="{51AA6BEC-987F-47D0-9842-DEC8BBDAE8C3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8" creationId="{98E0FCF5-E924-42F3-A185-8C5D04ECDE9D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9" creationId="{9105335A-1356-4830-A76A-D8D32E97476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10" creationId="{CCD77360-786D-476B-9334-4B45D1ACB7D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43" creationId="{16793AE4-8A47-4A6A-AF2C-DAC130592842}"/>
          </ac:spMkLst>
        </pc:s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1" creationId="{F254FB2C-0B3A-4D90-B59A-D58B11E49297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9" creationId="{160484FE-E920-4E51-84CC-C46D91868E29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27" creationId="{16476BAE-B42E-4B8E-A955-2FEA6A13335D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1" creationId="{F6C12079-10BD-4E56-8815-B9B453C76799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9" creationId="{E4432CA4-CC63-49DA-B4C6-1E124640015A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67" creationId="{F006C705-0E98-4182-A8B5-D61D8DD9B07D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1" creationId="{460D50D5-88A9-44D8-9CC1-ACED3AD7275F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9" creationId="{690731AE-3871-4FE6-BE95-488A9B9525E9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107" creationId="{121DAAEA-F9A0-47E3-8DF3-46185CEC66BD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1" creationId="{D19A162F-FB3D-41A0-AE1E-454881E0ACF3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9" creationId="{2C7BB0B4-F642-492C-A230-D67CEAE63BE1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47" creationId="{26298A21-1DE5-4116-BC4C-9FE2376F175C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1" creationId="{EEB6C71D-A259-497D-B5DE-D516DF7F95F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9" creationId="{45DB6D8B-CED9-4A90-9A45-FC22019F6E2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87" creationId="{7AE70C6C-C604-4BAA-BC8D-2C89283EDB59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1" creationId="{4AFC6305-3868-4E35-BDB4-4653CCB5D365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9" creationId="{B65553EF-09A4-4F76-A6CF-C6C6EE397434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27" creationId="{628DE4BE-DB6B-45F6-A4F4-2AEDFE354F44}"/>
          </ac:grpSpMkLst>
        </pc:grp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7" creationId="{1DAE7790-5D02-4FB1-9071-AF1331C5D32D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8" creationId="{1F19E40D-A1AB-4BC5-A005-8908411FC3E9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9" creationId="{25A6C2F8-0C68-435F-91B2-4DF8C931BE3A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0" creationId="{D68CA2DE-E3A4-435F-9A03-4C874ECD9ED0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1" creationId="{F875E265-7B3E-4C93-B532-A0E12A9D9F73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2" creationId="{D3279570-CE1F-4A42-A62F-47966FF021F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7" creationId="{4E9721B0-0BD9-466F-AB23-2B7383691692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8" creationId="{21AA6DD9-F063-47CE-B4B5-99EDEAA6148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9" creationId="{DC688DBA-EC1A-4736-B734-65313E710680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0" creationId="{5F4AC015-E4C8-4F50-9C03-85C5E19D459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1" creationId="{739BB3D8-048D-494D-9A7E-DAE064742EDB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2" creationId="{0B2393BD-F51A-4F99-9F08-3327706F19A7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7" creationId="{146818AB-7F5A-4C1B-A1D6-6DA6911C4D72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8" creationId="{D071CDB1-7B07-4F65-8B36-2DF458E4637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9" creationId="{EB34F951-78C1-454B-96BD-ED4300CA0AE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0" creationId="{9A917ED3-7578-4DDA-9E39-D9B8C62F146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1" creationId="{563CB33B-DC8B-4FA9-87A1-81AEBCA7253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2" creationId="{7A76D542-1322-404F-AE65-4F447E717700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7" creationId="{2DD7384F-E19B-42A9-BB25-0DF521EF33C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8" creationId="{B2ED9921-80F5-4300-8B3A-937C47D5859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9" creationId="{0EB7B4E6-FAA7-4A23-B516-E41745365A78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0" creationId="{A97890CB-5630-4E6A-9A1E-FBE075A95D67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1" creationId="{9847CE03-6514-49AC-B7E2-76C5A4F467C6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2" creationId="{FC5B814E-5527-4D32-8148-50E6EA3AF81E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7" creationId="{59D8B96A-8562-4612-8887-1EB209E71FF4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8" creationId="{7A91D37A-9A18-4B92-9728-3763C326C1A0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9" creationId="{01BA2E52-AA27-4A5F-9001-C6085D6910A5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0" creationId="{FD43BFB6-F785-46F8-B677-AC4A197F4F27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1" creationId="{99D987CD-DEA5-4346-837A-00D34062818A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2" creationId="{FCD56FEA-2BF6-4D87-B996-683F674C915B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7" creationId="{97818D7A-D93D-4CD6-9292-00050C7A31D3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8" creationId="{D10628C1-F4B3-4B15-8852-48C6A452BA34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9" creationId="{CE4DB7EE-097C-4647-ABF2-85D6BCB189AF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0" creationId="{40F27BEB-D969-47EB-93D4-B52956FD8A70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1" creationId="{88C2E8DA-1F56-49CB-9B31-879B10C964A6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2" creationId="{846A52A5-C9F6-4809-93A4-270D3B140F90}"/>
          </ac:picMkLst>
        </pc:pic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4" creationId="{7A3AAF52-8CC5-43A7-A362-BB76C70951B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5" creationId="{85193A96-00AD-4600-A79E-06D9E01047CB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6" creationId="{58DAA6C7-61A1-4A07-96B1-75D5C38DA77F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7" creationId="{98C6289B-5320-46E3-8001-2EB2DB44B7EC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5" creationId="{65C92C47-EC56-4FCC-9970-C2916301C7E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6" creationId="{4C03B21B-106D-4325-B6DE-3BE9B7113B5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4" creationId="{B2C2DD13-9823-47FD-B7D7-E94B3C7601D1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5" creationId="{4FA9B5B2-86F6-4322-8FB9-51B100C72F6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6" creationId="{1C937C18-9276-4F17-B09E-A1D3055BB8B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7" creationId="{AED40983-53D9-4F66-9884-EB3691D462C5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5" creationId="{A4B81B0F-EA09-4993-95AE-DF604C6EAF98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6" creationId="{7889EBCE-14A6-434F-BE22-5FB6760A436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4" creationId="{5C558CF1-8FFA-4DD8-A115-C017C95E4C3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5" creationId="{4821BBFF-D4C4-45C0-9B07-6660050EADA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6" creationId="{FE86E1C3-6479-4EDE-B3F4-86F6E55FB6A6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7" creationId="{464F83B2-6555-4D49-8FB0-22C75931EE17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5" creationId="{CE135E75-E57C-4B1B-AA34-3B2E8422DF7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6" creationId="{BD961C4E-2CCC-4763-A88B-B0B348A3F785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4" creationId="{651601CA-FE8A-4414-93E6-CA1A3C239A6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5" creationId="{08623BD0-5101-4F1B-87A0-58417DBBFF82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6" creationId="{D92058C4-E26F-48F6-8CE7-F5177E528200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7" creationId="{C246DACF-FAF7-4035-A024-23CE9B6474CE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5" creationId="{FB193494-9A90-4CA4-A923-8F671679999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6" creationId="{92223D00-4FA9-4BDA-9D55-92E5D7A15A2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4" creationId="{F2348E28-1C00-479B-844F-4A4469B6CBB3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5" creationId="{72A8DE24-902E-4DB8-A1E5-28726EBEEA15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6" creationId="{3E42DC21-72D0-47F7-A37C-281D2916F8DF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7" creationId="{D16740B3-E071-41C7-ACE9-DAC5BD36958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5" creationId="{E5C02F8E-DA9C-4509-A7D6-6E9842B6CCAD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6" creationId="{DCF8F014-6396-47F6-8119-2D5CC65F831C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4" creationId="{6A2FDE91-C147-4B7E-8C07-8154AC94E258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5" creationId="{04516623-A67C-468A-AD2B-1181224F47E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6" creationId="{545AEF44-A90A-47D7-B37A-AFB8C816700E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7" creationId="{FDE16FDF-AA87-42E2-BCF9-68D38B58DF3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5" creationId="{68EC61B8-CEE4-4CAA-96B0-7977BBC53C66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6" creationId="{4EF5F95F-7D2A-4D56-990F-748A0EA4DAC2}"/>
          </ac:cxnSpMkLst>
        </pc:cxnChg>
      </pc:sldChg>
      <pc:sldChg chg="del">
        <pc:chgData name="Cristian Chilipirea" userId="34ab170da5908fc4" providerId="LiveId" clId="{51E1D80A-4A29-4E2A-B293-4232621C1517}" dt="2019-10-06T17:51:14.973" v="19" actId="2696"/>
        <pc:sldMkLst>
          <pc:docMk/>
          <pc:sldMk cId="2561944996" sldId="503"/>
        </pc:sldMkLst>
      </pc:sldChg>
      <pc:sldChg chg="del">
        <pc:chgData name="Cristian Chilipirea" userId="34ab170da5908fc4" providerId="LiveId" clId="{51E1D80A-4A29-4E2A-B293-4232621C1517}" dt="2019-10-06T17:51:15.501" v="20" actId="2696"/>
        <pc:sldMkLst>
          <pc:docMk/>
          <pc:sldMk cId="3155671206" sldId="504"/>
        </pc:sldMkLst>
      </pc:sldChg>
      <pc:sldChg chg="addSp delSp modSp add">
        <pc:chgData name="Cristian Chilipirea" userId="34ab170da5908fc4" providerId="LiveId" clId="{51E1D80A-4A29-4E2A-B293-4232621C1517}" dt="2019-10-06T18:04:11.723" v="171" actId="1076"/>
        <pc:sldMkLst>
          <pc:docMk/>
          <pc:sldMk cId="3307072845" sldId="504"/>
        </pc:sldMkLst>
        <pc:spChg chg="mod">
          <ac:chgData name="Cristian Chilipirea" userId="34ab170da5908fc4" providerId="LiveId" clId="{51E1D80A-4A29-4E2A-B293-4232621C1517}" dt="2019-10-06T18:03:57.045" v="164"/>
          <ac:spMkLst>
            <pc:docMk/>
            <pc:sldMk cId="3307072845" sldId="504"/>
            <ac:spMk id="2" creationId="{1685609D-1F9A-46E4-8604-2D5BF565BB5A}"/>
          </ac:spMkLst>
        </pc:spChg>
        <pc:spChg chg="del">
          <ac:chgData name="Cristian Chilipirea" userId="34ab170da5908fc4" providerId="LiveId" clId="{51E1D80A-4A29-4E2A-B293-4232621C1517}" dt="2019-10-06T18:04:02.485" v="165" actId="478"/>
          <ac:spMkLst>
            <pc:docMk/>
            <pc:sldMk cId="3307072845" sldId="504"/>
            <ac:spMk id="3" creationId="{F074870F-1232-462D-905C-E434111934CF}"/>
          </ac:spMkLst>
        </pc:spChg>
        <pc:spChg chg="add del">
          <ac:chgData name="Cristian Chilipirea" userId="34ab170da5908fc4" providerId="LiveId" clId="{51E1D80A-4A29-4E2A-B293-4232621C1517}" dt="2019-10-06T18:04:03.694" v="167"/>
          <ac:spMkLst>
            <pc:docMk/>
            <pc:sldMk cId="3307072845" sldId="504"/>
            <ac:spMk id="4" creationId="{3784FAF5-3F7C-4500-BA5A-7F9D38D0923F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5" creationId="{0C619769-660C-4A26-8DE5-D7E36A555D4C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6" creationId="{9B4145FC-7452-48A7-9C0A-1DB60E60606E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7" creationId="{E0DE6183-9C90-4387-9400-1717A833713B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8" creationId="{ACC7A137-43F1-477E-921D-2E14704898F9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9" creationId="{22732378-2673-4A77-946F-29F4E230878C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0" creationId="{93CB0C61-E2B3-4426-A420-E232D0B2CCB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1" creationId="{300F8344-7D48-479F-8FAA-9DC4B111589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2" creationId="{A5ACEF14-82E9-41A9-AF0D-5BEDCAF5BF41}"/>
          </ac:spMkLst>
        </pc:spChg>
      </pc:sldChg>
      <pc:sldChg chg="del">
        <pc:chgData name="Cristian Chilipirea" userId="34ab170da5908fc4" providerId="LiveId" clId="{51E1D80A-4A29-4E2A-B293-4232621C1517}" dt="2019-10-06T17:51:16.749" v="21" actId="2696"/>
        <pc:sldMkLst>
          <pc:docMk/>
          <pc:sldMk cId="2699375114" sldId="505"/>
        </pc:sldMkLst>
      </pc:sldChg>
      <pc:sldChg chg="addSp delSp modSp add modAnim">
        <pc:chgData name="Cristian Chilipirea" userId="34ab170da5908fc4" providerId="LiveId" clId="{51E1D80A-4A29-4E2A-B293-4232621C1517}" dt="2019-10-06T18:04:30.448" v="178" actId="1076"/>
        <pc:sldMkLst>
          <pc:docMk/>
          <pc:sldMk cId="3110428701" sldId="505"/>
        </pc:sldMkLst>
        <pc:spChg chg="mod">
          <ac:chgData name="Cristian Chilipirea" userId="34ab170da5908fc4" providerId="LiveId" clId="{51E1D80A-4A29-4E2A-B293-4232621C1517}" dt="2019-10-06T18:04:20.280" v="173"/>
          <ac:spMkLst>
            <pc:docMk/>
            <pc:sldMk cId="3110428701" sldId="505"/>
            <ac:spMk id="2" creationId="{C0A795EB-3460-45AA-9D1D-2EC6CC9B203F}"/>
          </ac:spMkLst>
        </pc:spChg>
        <pc:spChg chg="del">
          <ac:chgData name="Cristian Chilipirea" userId="34ab170da5908fc4" providerId="LiveId" clId="{51E1D80A-4A29-4E2A-B293-4232621C1517}" dt="2019-10-06T18:04:25.984" v="174" actId="478"/>
          <ac:spMkLst>
            <pc:docMk/>
            <pc:sldMk cId="3110428701" sldId="505"/>
            <ac:spMk id="3" creationId="{32247455-2FBE-4250-9C36-FC1EBAB9A665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4" creationId="{703E616B-CFBF-470B-BD28-84BEC10017C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5" creationId="{6C93E854-89D5-47D8-8619-EBEA6718EA51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6" creationId="{60227F41-52BC-4E6B-BB91-87F2DB39EE57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7" creationId="{38D9332D-9215-4FEA-8D1F-E6530E704D5F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8" creationId="{D1CB7AC1-6C1F-48C4-A753-00C2DC5AB9B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9" creationId="{AE0EF1E1-7A9A-49C4-9291-AF773C53A32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1" creationId="{646D0E9D-A13A-4B04-A546-1CB5139807B9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2" creationId="{F6DD9C0E-8080-4E23-8013-E6A734242E3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3" creationId="{21B4BC77-E1D8-442F-BF35-48170F49740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4" creationId="{C294F259-E73F-4656-87A4-0E03CBFE2AB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5" creationId="{945BD313-BA0E-44F4-86FC-93B28F94599A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6" creationId="{7A8A7A34-78CF-4EEC-94EB-07AA98F364C9}"/>
          </ac:spMkLst>
        </pc:spChg>
        <pc:picChg chg="add del">
          <ac:chgData name="Cristian Chilipirea" userId="34ab170da5908fc4" providerId="LiveId" clId="{51E1D80A-4A29-4E2A-B293-4232621C1517}" dt="2019-10-06T18:04:28.454" v="176"/>
          <ac:picMkLst>
            <pc:docMk/>
            <pc:sldMk cId="3110428701" sldId="505"/>
            <ac:picMk id="10" creationId="{686429FC-41C8-480A-A6BB-BA842BCF7AA2}"/>
          </ac:picMkLst>
        </pc:picChg>
        <pc:picChg chg="add mod">
          <ac:chgData name="Cristian Chilipirea" userId="34ab170da5908fc4" providerId="LiveId" clId="{51E1D80A-4A29-4E2A-B293-4232621C1517}" dt="2019-10-06T18:04:30.448" v="178" actId="1076"/>
          <ac:picMkLst>
            <pc:docMk/>
            <pc:sldMk cId="3110428701" sldId="505"/>
            <ac:picMk id="17" creationId="{37A2C15A-647D-4ABD-9602-D6A927C60C8E}"/>
          </ac:picMkLst>
        </pc:picChg>
      </pc:sldChg>
      <pc:sldChg chg="addSp delSp modSp add">
        <pc:chgData name="Cristian Chilipirea" userId="34ab170da5908fc4" providerId="LiveId" clId="{51E1D80A-4A29-4E2A-B293-4232621C1517}" dt="2019-10-06T18:04:51.464" v="185" actId="1076"/>
        <pc:sldMkLst>
          <pc:docMk/>
          <pc:sldMk cId="877778477" sldId="506"/>
        </pc:sldMkLst>
        <pc:spChg chg="mod">
          <ac:chgData name="Cristian Chilipirea" userId="34ab170da5908fc4" providerId="LiveId" clId="{51E1D80A-4A29-4E2A-B293-4232621C1517}" dt="2019-10-06T18:04:37.457" v="180"/>
          <ac:spMkLst>
            <pc:docMk/>
            <pc:sldMk cId="877778477" sldId="506"/>
            <ac:spMk id="2" creationId="{59538123-E1BA-4095-B683-FC2DA67E8779}"/>
          </ac:spMkLst>
        </pc:spChg>
        <pc:spChg chg="del">
          <ac:chgData name="Cristian Chilipirea" userId="34ab170da5908fc4" providerId="LiveId" clId="{51E1D80A-4A29-4E2A-B293-4232621C1517}" dt="2019-10-06T18:04:45.805" v="181" actId="478"/>
          <ac:spMkLst>
            <pc:docMk/>
            <pc:sldMk cId="877778477" sldId="506"/>
            <ac:spMk id="3" creationId="{3C1240A8-1F05-412C-BE84-93D824A91B4B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4" creationId="{A7587888-4293-46E9-ADB8-46D306AC1980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4" creationId="{65A45CC5-FB35-41C2-ABD8-5EA5A199C835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5" creationId="{8BDDDECD-2CFB-4CD5-A73C-53D78769FCDF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6" creationId="{F5275633-96E2-47DA-BFD2-1C075634BC8A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17" creationId="{0F8BAF01-A82B-4168-B07C-2C191CA837DD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7" creationId="{2ABC3859-644C-4FC5-AF89-DEB85DD1FF80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8" creationId="{B1B67014-FA73-472E-981B-F07F974086E9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9" creationId="{0D3753EF-D0E0-4C4D-8ADE-F24CFD2F729E}"/>
          </ac:spMkLst>
        </pc:s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5" creationId="{B8610F89-1587-456A-8D7E-17AE1931A7F9}"/>
          </ac:grpSpMkLst>
        </pc:gr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9" creationId="{2CE9C39D-E457-437B-A02A-50D6E609EA48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18" creationId="{ED908454-1594-404D-95EE-CB79B2150824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22" creationId="{F940DF6F-24B5-447D-9FF2-9AC85A380625}"/>
          </ac:grpSpMkLst>
        </pc:grpChg>
      </pc:sldChg>
      <pc:sldChg chg="addSp delSp modSp add">
        <pc:chgData name="Cristian Chilipirea" userId="34ab170da5908fc4" providerId="LiveId" clId="{51E1D80A-4A29-4E2A-B293-4232621C1517}" dt="2019-10-06T18:05:17.807" v="193"/>
        <pc:sldMkLst>
          <pc:docMk/>
          <pc:sldMk cId="3007868837" sldId="507"/>
        </pc:sldMkLst>
        <pc:spChg chg="mod">
          <ac:chgData name="Cristian Chilipirea" userId="34ab170da5908fc4" providerId="LiveId" clId="{51E1D80A-4A29-4E2A-B293-4232621C1517}" dt="2019-10-06T18:04:58.884" v="187"/>
          <ac:spMkLst>
            <pc:docMk/>
            <pc:sldMk cId="3007868837" sldId="507"/>
            <ac:spMk id="2" creationId="{1A71AC15-32FB-4883-989D-82D3F18738BE}"/>
          </ac:spMkLst>
        </pc:spChg>
        <pc:spChg chg="del">
          <ac:chgData name="Cristian Chilipirea" userId="34ab170da5908fc4" providerId="LiveId" clId="{51E1D80A-4A29-4E2A-B293-4232621C1517}" dt="2019-10-06T18:05:11.425" v="190" actId="478"/>
          <ac:spMkLst>
            <pc:docMk/>
            <pc:sldMk cId="3007868837" sldId="507"/>
            <ac:spMk id="3" creationId="{C8995EEC-6F50-4CEE-A420-634C4053B27C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5" creationId="{0D15DEA5-4A6D-4AE2-BB97-2366CD69A093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6" creationId="{06DDF20D-20DF-4807-855C-01DD47CDA796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7" creationId="{1F3A1B19-1A55-4044-8ACC-8182FC03B67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8" creationId="{24032FD8-4652-41A5-BABF-C9394F9818F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9" creationId="{006873A5-51DE-48B0-AC62-161C6789E4E4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0" creationId="{6227DEC9-C4A6-4156-B89B-49C772AEBB8F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1" creationId="{E7427AAA-F0C0-495E-92BF-8FA607C7B6B7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2" creationId="{6A9AAEE6-066E-4CD3-B7FF-171D278767A1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3" creationId="{4442ED64-72FE-4A1D-873B-FE419038F5AE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4" creationId="{2B5066BB-71E2-4129-AC9C-B9174609BA06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5" creationId="{7FB796F5-AF06-4D6A-941F-3AEF4A10C8D4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6" creationId="{3CAB46FF-4AE2-4A1E-BD6F-FAC929599742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7" creationId="{76C4F07F-B0D1-4E9A-A8D6-8700AB136AF9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8" creationId="{6BD28BDE-62F9-4615-BE14-5B63346F282D}"/>
          </ac:spMkLst>
        </pc:spChg>
        <pc:picChg chg="add mod">
          <ac:chgData name="Cristian Chilipirea" userId="34ab170da5908fc4" providerId="LiveId" clId="{51E1D80A-4A29-4E2A-B293-4232621C1517}" dt="2019-10-06T18:05:08.603" v="189" actId="1076"/>
          <ac:picMkLst>
            <pc:docMk/>
            <pc:sldMk cId="3007868837" sldId="507"/>
            <ac:picMk id="4" creationId="{B1A1B0E3-C580-48EF-A034-2779C50A772F}"/>
          </ac:picMkLst>
        </pc:picChg>
      </pc:sldChg>
      <pc:sldChg chg="addSp delSp modSp add">
        <pc:chgData name="Cristian Chilipirea" userId="34ab170da5908fc4" providerId="LiveId" clId="{51E1D80A-4A29-4E2A-B293-4232621C1517}" dt="2019-10-06T18:05:58.656" v="210" actId="1076"/>
        <pc:sldMkLst>
          <pc:docMk/>
          <pc:sldMk cId="974009073" sldId="508"/>
        </pc:sldMkLst>
        <pc:spChg chg="mod">
          <ac:chgData name="Cristian Chilipirea" userId="34ab170da5908fc4" providerId="LiveId" clId="{51E1D80A-4A29-4E2A-B293-4232621C1517}" dt="2019-10-06T18:05:26.145" v="195"/>
          <ac:spMkLst>
            <pc:docMk/>
            <pc:sldMk cId="974009073" sldId="508"/>
            <ac:spMk id="2" creationId="{6A3EC8ED-69AE-4259-AB8C-87DAB1939928}"/>
          </ac:spMkLst>
        </pc:spChg>
        <pc:spChg chg="del">
          <ac:chgData name="Cristian Chilipirea" userId="34ab170da5908fc4" providerId="LiveId" clId="{51E1D80A-4A29-4E2A-B293-4232621C1517}" dt="2019-10-06T18:05:28.825" v="196" actId="478"/>
          <ac:spMkLst>
            <pc:docMk/>
            <pc:sldMk cId="974009073" sldId="508"/>
            <ac:spMk id="3" creationId="{014C54A7-6137-4457-83D5-8F1119F39CD9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4" creationId="{B7067E27-70F9-42F7-98B4-E3DC36A1874A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6" creationId="{86338CC3-2D06-4BF7-BFB4-8AB49CBE2771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7" creationId="{A54D0586-A6EF-49AC-A81D-08D0944CD826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9" creationId="{1D6C2BA2-14B0-4DB5-A15C-C8A2C371F407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0" creationId="{C93FE59E-96ED-461E-BCE9-33C38187E1B8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2" creationId="{3747DA78-6DD9-4C5F-A3E5-71D52E6805F8}"/>
          </ac:spMkLst>
        </pc:spChg>
        <pc:picChg chg="add del mod">
          <ac:chgData name="Cristian Chilipirea" userId="34ab170da5908fc4" providerId="LiveId" clId="{51E1D80A-4A29-4E2A-B293-4232621C1517}" dt="2019-10-06T18:05:52.185" v="206"/>
          <ac:picMkLst>
            <pc:docMk/>
            <pc:sldMk cId="974009073" sldId="508"/>
            <ac:picMk id="5" creationId="{E935F399-E19D-4D40-844A-43B9F1B938FA}"/>
          </ac:picMkLst>
        </pc:picChg>
        <pc:picChg chg="add del">
          <ac:chgData name="Cristian Chilipirea" userId="34ab170da5908fc4" providerId="LiveId" clId="{51E1D80A-4A29-4E2A-B293-4232621C1517}" dt="2019-10-06T18:05:54.400" v="208"/>
          <ac:picMkLst>
            <pc:docMk/>
            <pc:sldMk cId="974009073" sldId="508"/>
            <ac:picMk id="8" creationId="{30871E29-4C33-4578-872D-C2F50ACE8AEB}"/>
          </ac:picMkLst>
        </pc:picChg>
        <pc:picChg chg="add mod">
          <ac:chgData name="Cristian Chilipirea" userId="34ab170da5908fc4" providerId="LiveId" clId="{51E1D80A-4A29-4E2A-B293-4232621C1517}" dt="2019-10-06T18:05:58.656" v="210" actId="1076"/>
          <ac:picMkLst>
            <pc:docMk/>
            <pc:sldMk cId="974009073" sldId="508"/>
            <ac:picMk id="11" creationId="{F6ACB447-98B2-4CFA-9315-400C26BE288B}"/>
          </ac:picMkLst>
        </pc:picChg>
      </pc:sldChg>
      <pc:sldChg chg="addSp delSp modSp add">
        <pc:chgData name="Cristian Chilipirea" userId="34ab170da5908fc4" providerId="LiveId" clId="{51E1D80A-4A29-4E2A-B293-4232621C1517}" dt="2019-10-06T18:06:33.381" v="219" actId="1076"/>
        <pc:sldMkLst>
          <pc:docMk/>
          <pc:sldMk cId="3472430641" sldId="509"/>
        </pc:sldMkLst>
        <pc:spChg chg="mod">
          <ac:chgData name="Cristian Chilipirea" userId="34ab170da5908fc4" providerId="LiveId" clId="{51E1D80A-4A29-4E2A-B293-4232621C1517}" dt="2019-10-06T18:06:24.939" v="218" actId="1076"/>
          <ac:spMkLst>
            <pc:docMk/>
            <pc:sldMk cId="3472430641" sldId="509"/>
            <ac:spMk id="2" creationId="{9191400A-86C0-4E30-86F1-69336B1A7285}"/>
          </ac:spMkLst>
        </pc:spChg>
        <pc:spChg chg="del">
          <ac:chgData name="Cristian Chilipirea" userId="34ab170da5908fc4" providerId="LiveId" clId="{51E1D80A-4A29-4E2A-B293-4232621C1517}" dt="2019-10-06T18:06:07.121" v="213" actId="478"/>
          <ac:spMkLst>
            <pc:docMk/>
            <pc:sldMk cId="3472430641" sldId="509"/>
            <ac:spMk id="3" creationId="{5116AA25-F504-4316-83C0-637064941A64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4" creationId="{1FADA52C-CC22-46E0-964C-1A91AD25DCE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" creationId="{BCF571EE-1C16-415C-813B-AA89A5E4D19C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6" creationId="{86C01BFF-C40C-4EC8-A8BB-1048824209A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7" creationId="{EB5FC57D-ABE4-4584-92CC-C2E5F9B77EEB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8" creationId="{D91732B6-196B-4AED-9270-3A4C3DED4880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9" creationId="{9363174A-B5A7-4C11-85C0-91990E86E17D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0" creationId="{AE4C7B73-9334-4C32-A08F-C82F3C06D32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1" creationId="{9DA4B199-1E50-491D-855B-E0B6197734C6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2" creationId="{37C68D8D-269B-4A88-AA4B-73DECC222711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5" creationId="{F22D5686-B118-4B96-94A3-9F2DD88E7167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6" creationId="{C26F5BA9-C65B-4460-AF8E-A4C6CF41EB3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7" creationId="{EAF6E8E2-8E61-4B61-B274-ECDBACFD77A5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8" creationId="{3CAE5A5C-1943-4EB7-8365-8F4BD514FAA0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9" creationId="{9E7E26EB-3981-4654-8D63-48065B081332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0" creationId="{53C4075A-2E02-4EBB-9F35-D57EB5B1EFA4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1" creationId="{4FE4F692-AAD9-48A9-BA26-326385F067F7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2" creationId="{F85B246F-4CCC-4C4F-8B99-D5FBD067C19B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3" creationId="{59AC6A3E-DB15-4CF7-BBAD-938DE7CE7DCE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4" creationId="{ED387E6D-BCDD-41C1-A0C7-4D13416E7816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5" creationId="{1E95474F-895F-4502-B1EC-41C49ABB1FAF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6" creationId="{94010584-37EB-4661-8349-9CE7464FCAA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09" creationId="{F3B39687-25C8-47F7-8DFD-BC5A33FBCF8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0" creationId="{5669C123-D6FB-4960-8748-25DEBA1FE6B1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1" creationId="{22163853-F751-440F-9D96-095B2F75A096}"/>
          </ac:spMkLst>
        </pc:s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13" creationId="{6F058D37-C9EB-405F-8E3F-6636083A6524}"/>
          </ac:grpSpMkLst>
        </pc:gr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34" creationId="{EEE66921-1F55-41E8-9555-6E8FFEEA9DA2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7" creationId="{321C567F-49E8-44E6-8200-EB8BE1319E75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8" creationId="{4B861DBB-5818-4BB2-9B83-9737F09C0E6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9" creationId="{4F6FC41B-E607-417C-8E2E-E47FC5857172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0" creationId="{C53A97AA-8DFF-47B2-8FE6-1124DB7F6856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1" creationId="{9E0B91C4-BCE8-40E4-8234-BAFF6CCBBD94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8" creationId="{A7F84794-8D5D-488F-A9F2-72C0C7D73A93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9" creationId="{78197F9B-58AE-4351-B3D8-74CDA422559A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0" creationId="{6B0C1674-06DF-4BA1-A75A-675277BD578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1" creationId="{CE928D10-6184-4AB3-B8D7-6AF192AD2521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2" creationId="{7EA0FF43-79F6-4E9D-88BD-61788D3D34C7}"/>
          </ac:grpSpMkLst>
        </pc:grpChg>
      </pc:sldChg>
      <pc:sldChg chg="addSp delSp modSp add">
        <pc:chgData name="Cristian Chilipirea" userId="34ab170da5908fc4" providerId="LiveId" clId="{51E1D80A-4A29-4E2A-B293-4232621C1517}" dt="2019-10-06T18:06:59.375" v="226" actId="1076"/>
        <pc:sldMkLst>
          <pc:docMk/>
          <pc:sldMk cId="3879735215" sldId="510"/>
        </pc:sldMkLst>
        <pc:spChg chg="mod">
          <ac:chgData name="Cristian Chilipirea" userId="34ab170da5908fc4" providerId="LiveId" clId="{51E1D80A-4A29-4E2A-B293-4232621C1517}" dt="2019-10-06T18:06:42.422" v="221"/>
          <ac:spMkLst>
            <pc:docMk/>
            <pc:sldMk cId="3879735215" sldId="510"/>
            <ac:spMk id="2" creationId="{3FF6A1CC-98C2-4151-BE35-EEA25611C7A9}"/>
          </ac:spMkLst>
        </pc:spChg>
        <pc:spChg chg="del">
          <ac:chgData name="Cristian Chilipirea" userId="34ab170da5908fc4" providerId="LiveId" clId="{51E1D80A-4A29-4E2A-B293-4232621C1517}" dt="2019-10-06T18:06:50.589" v="222" actId="478"/>
          <ac:spMkLst>
            <pc:docMk/>
            <pc:sldMk cId="3879735215" sldId="510"/>
            <ac:spMk id="3" creationId="{3F5C6C54-B273-4AE5-8512-6649CEC2C27D}"/>
          </ac:spMkLst>
        </pc:spChg>
        <pc:spChg chg="add mod">
          <ac:chgData name="Cristian Chilipirea" userId="34ab170da5908fc4" providerId="LiveId" clId="{51E1D80A-4A29-4E2A-B293-4232621C1517}" dt="2019-10-06T18:06:52.847" v="224" actId="1076"/>
          <ac:spMkLst>
            <pc:docMk/>
            <pc:sldMk cId="3879735215" sldId="510"/>
            <ac:spMk id="4" creationId="{9EE44B47-BAEE-471E-837D-F93A039DA88A}"/>
          </ac:spMkLst>
        </pc:spChg>
        <pc:picChg chg="add mod">
          <ac:chgData name="Cristian Chilipirea" userId="34ab170da5908fc4" providerId="LiveId" clId="{51E1D80A-4A29-4E2A-B293-4232621C1517}" dt="2019-10-06T18:06:59.375" v="226" actId="1076"/>
          <ac:picMkLst>
            <pc:docMk/>
            <pc:sldMk cId="3879735215" sldId="510"/>
            <ac:picMk id="5" creationId="{A47E0258-B1A3-4968-873D-DE214117F572}"/>
          </ac:picMkLst>
        </pc:picChg>
      </pc:sldChg>
      <pc:sldChg chg="addSp delSp modSp add modAnim">
        <pc:chgData name="Cristian Chilipirea" userId="34ab170da5908fc4" providerId="LiveId" clId="{51E1D80A-4A29-4E2A-B293-4232621C1517}" dt="2019-10-06T18:07:20.731" v="233" actId="1076"/>
        <pc:sldMkLst>
          <pc:docMk/>
          <pc:sldMk cId="1746393774" sldId="511"/>
        </pc:sldMkLst>
        <pc:spChg chg="mod">
          <ac:chgData name="Cristian Chilipirea" userId="34ab170da5908fc4" providerId="LiveId" clId="{51E1D80A-4A29-4E2A-B293-4232621C1517}" dt="2019-10-06T18:07:07.425" v="228"/>
          <ac:spMkLst>
            <pc:docMk/>
            <pc:sldMk cId="1746393774" sldId="511"/>
            <ac:spMk id="2" creationId="{71FAC8B9-76E2-437B-93C2-987A0A254E95}"/>
          </ac:spMkLst>
        </pc:spChg>
        <pc:spChg chg="del">
          <ac:chgData name="Cristian Chilipirea" userId="34ab170da5908fc4" providerId="LiveId" clId="{51E1D80A-4A29-4E2A-B293-4232621C1517}" dt="2019-10-06T18:07:09.521" v="229" actId="478"/>
          <ac:spMkLst>
            <pc:docMk/>
            <pc:sldMk cId="1746393774" sldId="511"/>
            <ac:spMk id="3" creationId="{850C03C8-62F1-4555-A665-BCD8D939765B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4" creationId="{2F844793-31A6-485F-BECB-EAA05F2173B7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5" creationId="{924378DF-1BFC-41EF-9375-4DA947A70AAD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6" creationId="{6D870BC6-8D59-4D8E-83D5-3FA5FBCB9B76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7" creationId="{6D0FA720-8AB1-458D-A7BC-19F7B5BB18BC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2" creationId="{E46C49F8-7FC4-4F2E-9E44-C754A20739D0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8" creationId="{73D4E764-B52B-4B18-BA84-CAEE063C0F5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0" creationId="{7DC85EA8-5A71-4151-9AC5-36EA477E9A6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1" creationId="{6C64A6F9-1853-430E-8298-A40623786AD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2" creationId="{94CE4478-4EF6-4E98-9B38-B7DBFAAAB141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3" creationId="{A718326F-27B6-4661-AAFA-B53DE7D8C64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8" creationId="{0C98AB21-374A-480C-BC0A-CF925F3D4789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34" creationId="{0B660D83-EFEE-49B6-8073-5EA43673E0D4}"/>
          </ac:spMkLst>
        </pc:spChg>
        <pc:grpChg chg="add del">
          <ac:chgData name="Cristian Chilipirea" userId="34ab170da5908fc4" providerId="LiveId" clId="{51E1D80A-4A29-4E2A-B293-4232621C1517}" dt="2019-10-06T18:07:16.071" v="231"/>
          <ac:grpSpMkLst>
            <pc:docMk/>
            <pc:sldMk cId="1746393774" sldId="511"/>
            <ac:grpSpMk id="8" creationId="{BA99BE0F-014E-40ED-AC46-1D726E8B5579}"/>
          </ac:grpSpMkLst>
        </pc:grpChg>
        <pc:grpChg chg="add mod">
          <ac:chgData name="Cristian Chilipirea" userId="34ab170da5908fc4" providerId="LiveId" clId="{51E1D80A-4A29-4E2A-B293-4232621C1517}" dt="2019-10-06T18:07:20.731" v="233" actId="1076"/>
          <ac:grpSpMkLst>
            <pc:docMk/>
            <pc:sldMk cId="1746393774" sldId="511"/>
            <ac:grpSpMk id="24" creationId="{133657B5-5E5F-436B-923C-7F4609A82A28}"/>
          </ac:grpSpMkLst>
        </pc:grp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3" creationId="{13E9D594-BB64-449E-B1CB-29C1E4A9D9AB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4" creationId="{876688D9-0036-4A11-82E9-01DD232A8B9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5" creationId="{5C4F9918-6643-4B4C-B16E-917A38ED3C6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6" creationId="{2491BE76-CD55-4F99-BCC5-4BED45EF42B3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7" creationId="{1203F71C-76A3-4EE8-8852-B059BC162351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9" creationId="{94D3625A-EEB4-4203-AFCA-0BFA7E28675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29" creationId="{511A6D6F-1E99-411A-8127-D6E0CA64B58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0" creationId="{51B37CED-FF33-43BB-910E-7D08CA4119D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1" creationId="{043CB4E2-6325-49C0-98DA-A589347C201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2" creationId="{69D7A293-9CF0-41F7-8BB9-AF65859834B6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3" creationId="{22657970-C2A5-401B-AB47-26832D380C05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5" creationId="{A79C34FA-B21A-441C-B348-E2868C8AC98B}"/>
          </ac:picMkLst>
        </pc:picChg>
      </pc:sldChg>
      <pc:sldChg chg="addSp delSp modSp add">
        <pc:chgData name="Cristian Chilipirea" userId="34ab170da5908fc4" providerId="LiveId" clId="{51E1D80A-4A29-4E2A-B293-4232621C1517}" dt="2019-10-06T18:07:40.533" v="240" actId="1076"/>
        <pc:sldMkLst>
          <pc:docMk/>
          <pc:sldMk cId="618357871" sldId="512"/>
        </pc:sldMkLst>
        <pc:spChg chg="mod">
          <ac:chgData name="Cristian Chilipirea" userId="34ab170da5908fc4" providerId="LiveId" clId="{51E1D80A-4A29-4E2A-B293-4232621C1517}" dt="2019-10-06T18:07:27.169" v="235"/>
          <ac:spMkLst>
            <pc:docMk/>
            <pc:sldMk cId="618357871" sldId="512"/>
            <ac:spMk id="2" creationId="{31076D31-2F41-4EC6-B97C-1FDD4382BDC9}"/>
          </ac:spMkLst>
        </pc:spChg>
        <pc:spChg chg="del">
          <ac:chgData name="Cristian Chilipirea" userId="34ab170da5908fc4" providerId="LiveId" clId="{51E1D80A-4A29-4E2A-B293-4232621C1517}" dt="2019-10-06T18:07:31.564" v="236" actId="478"/>
          <ac:spMkLst>
            <pc:docMk/>
            <pc:sldMk cId="618357871" sldId="512"/>
            <ac:spMk id="3" creationId="{A5163A1C-992E-4B42-B552-71FDA4ABC9D8}"/>
          </ac:spMkLst>
        </pc:spChg>
        <pc:spChg chg="add del">
          <ac:chgData name="Cristian Chilipirea" userId="34ab170da5908fc4" providerId="LiveId" clId="{51E1D80A-4A29-4E2A-B293-4232621C1517}" dt="2019-10-06T18:07:37.828" v="238"/>
          <ac:spMkLst>
            <pc:docMk/>
            <pc:sldMk cId="618357871" sldId="512"/>
            <ac:spMk id="27" creationId="{3048CD23-A411-4A61-80C4-C42C34D23B91}"/>
          </ac:spMkLst>
        </pc:spChg>
        <pc:spChg chg="add mod">
          <ac:chgData name="Cristian Chilipirea" userId="34ab170da5908fc4" providerId="LiveId" clId="{51E1D80A-4A29-4E2A-B293-4232621C1517}" dt="2019-10-06T18:07:40.533" v="240" actId="1076"/>
          <ac:spMkLst>
            <pc:docMk/>
            <pc:sldMk cId="618357871" sldId="512"/>
            <ac:spMk id="51" creationId="{A3890947-2776-40B0-96B0-A6A42FAC8936}"/>
          </ac:spMkLst>
        </pc:spChg>
        <pc:grpChg chg="add del">
          <ac:chgData name="Cristian Chilipirea" userId="34ab170da5908fc4" providerId="LiveId" clId="{51E1D80A-4A29-4E2A-B293-4232621C1517}" dt="2019-10-06T18:07:37.828" v="238"/>
          <ac:grpSpMkLst>
            <pc:docMk/>
            <pc:sldMk cId="618357871" sldId="512"/>
            <ac:grpSpMk id="4" creationId="{83FD4BD6-ABC3-4FCF-99D2-F217FB40976A}"/>
          </ac:grpSpMkLst>
        </pc:grpChg>
        <pc:grpChg chg="add 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8" creationId="{E17A3589-3506-4D28-B25C-ACC9836FEB1F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9" creationId="{3CADB62B-40D9-4012-AA2E-F068011D0204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1" creationId="{4BA37AC2-3785-4944-9B2C-D21FFE0E44A5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2" creationId="{C08EF33E-99ED-426B-8EF0-58B61927867E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3" creationId="{795D7784-7BC7-4032-8796-407D409131D7}"/>
          </ac:grpSpMkLst>
        </pc:grpChg>
      </pc:sldChg>
      <pc:sldChg chg="addSp delSp modSp add">
        <pc:chgData name="Cristian Chilipirea" userId="34ab170da5908fc4" providerId="LiveId" clId="{51E1D80A-4A29-4E2A-B293-4232621C1517}" dt="2019-10-06T18:07:59.424" v="247" actId="1076"/>
        <pc:sldMkLst>
          <pc:docMk/>
          <pc:sldMk cId="1643747738" sldId="513"/>
        </pc:sldMkLst>
        <pc:spChg chg="mod">
          <ac:chgData name="Cristian Chilipirea" userId="34ab170da5908fc4" providerId="LiveId" clId="{51E1D80A-4A29-4E2A-B293-4232621C1517}" dt="2019-10-06T18:07:48.540" v="242"/>
          <ac:spMkLst>
            <pc:docMk/>
            <pc:sldMk cId="1643747738" sldId="513"/>
            <ac:spMk id="2" creationId="{C67CBF01-A559-4FAA-AFF8-41DB40B8F4A1}"/>
          </ac:spMkLst>
        </pc:spChg>
        <pc:spChg chg="del">
          <ac:chgData name="Cristian Chilipirea" userId="34ab170da5908fc4" providerId="LiveId" clId="{51E1D80A-4A29-4E2A-B293-4232621C1517}" dt="2019-10-06T18:07:50.486" v="243" actId="478"/>
          <ac:spMkLst>
            <pc:docMk/>
            <pc:sldMk cId="1643747738" sldId="513"/>
            <ac:spMk id="3" creationId="{1045F463-35A1-4A3E-BC92-770B697ED3FD}"/>
          </ac:spMkLst>
        </pc:spChg>
        <pc:spChg chg="add del">
          <ac:chgData name="Cristian Chilipirea" userId="34ab170da5908fc4" providerId="LiveId" clId="{51E1D80A-4A29-4E2A-B293-4232621C1517}" dt="2019-10-06T18:07:57.788" v="245"/>
          <ac:spMkLst>
            <pc:docMk/>
            <pc:sldMk cId="1643747738" sldId="513"/>
            <ac:spMk id="4" creationId="{527FE592-D8F8-4450-B1DA-10B322177DF6}"/>
          </ac:spMkLst>
        </pc:spChg>
        <pc:spChg chg="add mod">
          <ac:chgData name="Cristian Chilipirea" userId="34ab170da5908fc4" providerId="LiveId" clId="{51E1D80A-4A29-4E2A-B293-4232621C1517}" dt="2019-10-06T18:07:59.424" v="247" actId="1076"/>
          <ac:spMkLst>
            <pc:docMk/>
            <pc:sldMk cId="1643747738" sldId="513"/>
            <ac:spMk id="5" creationId="{36D9A0F9-E0D6-44B2-965F-41A8834B8EC8}"/>
          </ac:spMkLst>
        </pc:spChg>
      </pc:sldChg>
      <pc:sldChg chg="addSp delSp modSp add modAnim">
        <pc:chgData name="Cristian Chilipirea" userId="34ab170da5908fc4" providerId="LiveId" clId="{51E1D80A-4A29-4E2A-B293-4232621C1517}" dt="2019-10-06T18:08:25.883" v="254" actId="1076"/>
        <pc:sldMkLst>
          <pc:docMk/>
          <pc:sldMk cId="3181653658" sldId="514"/>
        </pc:sldMkLst>
        <pc:spChg chg="del">
          <ac:chgData name="Cristian Chilipirea" userId="34ab170da5908fc4" providerId="LiveId" clId="{51E1D80A-4A29-4E2A-B293-4232621C1517}" dt="2019-10-06T18:08:12.280" v="250" actId="478"/>
          <ac:spMkLst>
            <pc:docMk/>
            <pc:sldMk cId="3181653658" sldId="514"/>
            <ac:spMk id="2" creationId="{8E7757CC-E7B0-45B8-A463-A6C27EBDF74C}"/>
          </ac:spMkLst>
        </pc:spChg>
        <pc:spChg chg="del">
          <ac:chgData name="Cristian Chilipirea" userId="34ab170da5908fc4" providerId="LiveId" clId="{51E1D80A-4A29-4E2A-B293-4232621C1517}" dt="2019-10-06T18:08:11.072" v="249" actId="478"/>
          <ac:spMkLst>
            <pc:docMk/>
            <pc:sldMk cId="3181653658" sldId="514"/>
            <ac:spMk id="3" creationId="{F437BDD8-2D74-49A3-BE65-5C0F3654C3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" creationId="{2F629111-E7A4-4003-B0F4-FCAF2274F5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" creationId="{E09CE1D2-1888-4CA9-BF8F-6A7B46B983F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" creationId="{FA41EDCA-E881-407C-BFD4-650BD0D1F2B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" creationId="{7EFD2A05-F7CD-42AB-A20B-37386A2A27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" creationId="{E15CB4E4-2988-4FF8-9030-09DA88D8B1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" creationId="{41184F57-75A7-41D8-B397-8C4E6FA403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" creationId="{AED60E46-DC5F-40C1-B3C9-A00A45046E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" creationId="{4A0AF57C-1528-4903-A20B-BEF50EBE125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" creationId="{E2661160-3709-4E71-A59E-A58379C5AB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" creationId="{04A5EEA0-633C-4BF1-A642-B4AFA44024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" creationId="{1825BA8D-E304-45F6-96B4-59C5552918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" creationId="{CE300EEE-7AD0-4D2D-A7A6-18429BBE59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" creationId="{0F2CB0BA-22B0-479F-9A8F-BBE0DCDBA5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" creationId="{92F7EB1C-6417-4DF4-8D29-E66FA4EFF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" creationId="{72F10931-7433-4FA5-8EC9-6AB14CB092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" creationId="{15860DFF-8F43-49F4-9706-A7C0782C50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" creationId="{011EE6DF-932B-4E23-B780-3BCF082F3B0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" creationId="{B5772446-6E33-4AA4-A456-5001115C803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" creationId="{68D0C2AB-3567-422C-B5C7-ED7E950B1F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" creationId="{0D41D99E-65EB-4251-999C-A34C522E26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" creationId="{9DA959E0-40A0-454A-B4AF-8B1F6B969F0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" creationId="{674EF183-B205-4402-88D1-FA3D4CB080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" creationId="{B3C394C7-AF95-4B6F-8B83-B18DC13C1F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" creationId="{24B328FE-DAA1-4F63-9091-81C56D8A952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" creationId="{5B32886D-1EA3-4B9C-B3A0-674A308D89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" creationId="{18C00A18-A641-4D92-8695-55161D0A179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0" creationId="{FEAA0A65-83FA-40A4-947F-03621069A2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1" creationId="{D7E4D054-A4B4-4E14-8417-6C073E5B57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2" creationId="{8B6C027A-FB6B-4E4D-A10C-2BE5D96470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3" creationId="{8DD175EF-19BF-456C-95C9-79BE00A01D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4" creationId="{7C05D0FC-2817-4160-93C3-7164275729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5" creationId="{64FEFE1F-6580-4931-B212-6F7270E05D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6" creationId="{47C5467B-5D2D-4EA6-B672-B57DDD49D33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7" creationId="{A916CA76-5FA1-423E-A799-384B6DBAECB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8" creationId="{ACB573DB-0663-48EC-B90D-8964C52923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9" creationId="{FA6F1868-D647-4477-A6A9-10128DD29B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0" creationId="{F874B612-F9E4-4A06-8590-4B9F519D6A2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1" creationId="{4AAC1CFB-7497-433F-9915-DD69B2F7484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2" creationId="{2C6616A6-B89B-40A9-BC37-32DFAB6693B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3" creationId="{714F1283-C07F-4E74-B72D-C142FA9659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4" creationId="{8A5F50A7-4FE1-4E33-8990-149D50375B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5" creationId="{77794AC2-0899-4CB0-9E97-90CB7A6E5A4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6" creationId="{20904303-BBD6-499C-86FC-145235E499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7" creationId="{C2E7F05C-1D0C-47F6-BD3E-F494D453F1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8" creationId="{8D97C980-AB7E-4A4D-A3C3-944F12101B4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9" creationId="{3AE35944-C4A3-49F5-9F46-035B9DE0CF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0" creationId="{D8F412EF-3FB2-4D0B-9485-57952C560C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1" creationId="{EC382042-4EF6-4344-8882-73C5ED7EA9E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2" creationId="{BF0EE371-CDE7-441B-8BD5-A984C6EDE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3" creationId="{D8992905-7290-4202-8532-C8D1D50BD4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4" creationId="{FDDCCD51-6858-4D3A-BAB5-1D99529D0F9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5" creationId="{74CFB4D5-FB44-4F77-973E-7E13A486C98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6" creationId="{29920ACF-22C2-4750-BF12-CE42530B0A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7" creationId="{985B4A17-8CC4-422B-831A-05BED1B194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8" creationId="{0AF42141-4CD9-4FA7-9183-E94E3A477D5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9" creationId="{C52534BF-2EF1-435E-BF2B-083BF4948B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0" creationId="{B51BD7C1-9C59-4EE4-97BD-A8F89F57FB6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1" creationId="{1919AF5D-38B4-495D-A013-1B0D17D292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2" creationId="{345903A2-21C8-43A5-843B-8B97583CE69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3" creationId="{00686B20-6F3B-468A-BA4A-DFDA754CBDF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4" creationId="{9F08BBD2-CAEF-4CC4-B99A-6AAA850A86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5" creationId="{278C8EC1-CE24-4501-9BD9-26A70B470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6" creationId="{39DEAC31-FBEE-41DF-9256-3FC820290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7" creationId="{B3D91899-2E46-403F-964D-6FAD67DA9A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8" creationId="{83181B4A-5AC4-4486-A212-FC7947C82E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9" creationId="{4210A389-6C58-4A81-B609-58E73A96DE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0" creationId="{EF6625DE-8CF1-4152-AB97-56EF6BECAE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1" creationId="{69234508-2B50-461A-9996-C40BE9E72C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2" creationId="{3D6F024E-98BD-4F52-AFDE-51D4472A1B2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3" creationId="{91DFD773-742D-4364-96EC-7F5E0592C2E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4" creationId="{B180C7EF-3C9A-4B7F-927B-986E1BD83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5" creationId="{09058D5B-815A-4B18-8D58-66343BD0C4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6" creationId="{8E11452E-97A3-435B-8AD4-4E4C9A4E94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7" creationId="{3C459FB5-1E16-4025-83FF-A8BFE87310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8" creationId="{079F7F95-F74A-4083-8B0E-2DB5B34B0B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9" creationId="{CD056DBE-2E2F-4207-B9BE-ED8197AE70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0" creationId="{5D57DBB3-E0E9-4323-82A3-22CE8E180DB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1" creationId="{6D24A40F-D182-458E-A4D1-3C6C28D3D50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2" creationId="{25875BC8-6BD9-48DF-9DE2-278CE88664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3" creationId="{0711013D-8D80-48FA-A5D7-3D518A19BE7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4" creationId="{4769C411-C9B6-4B1E-A1CC-D6944EAF424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5" creationId="{6E9BA056-459D-409B-998B-D5C6BA47D5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6" creationId="{6CB03F39-FC5B-4BAB-92C9-CAD0BC9D1C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7" creationId="{29D1DDE7-FC93-4B9A-9FCE-63BF8BA478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8" creationId="{FF06086A-8D70-4CF9-A360-3557E6F1FEA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9" creationId="{DA4CB97A-3E75-48AF-B246-702B01C6BB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0" creationId="{9B228C85-31DF-4D78-97CA-1C9D0914F3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1" creationId="{413E9D48-7998-49D0-8C2E-71FFDE9BC85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2" creationId="{282E3ADF-DF0B-4AE3-B934-4BF0B15F3B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3" creationId="{B39F0DD6-A8D8-4807-A516-AC825ACFB6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4" creationId="{95954D33-DD23-4F36-8A01-2EB9688C53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5" creationId="{520AED1D-B188-44A7-9528-DE15FFDAE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6" creationId="{DF088397-88CB-4529-9ADD-3A95B7CD9F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7" creationId="{11D6E9CD-C6E7-456F-9C4B-1D94D6FDF3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8" creationId="{1BD12AE1-4B2E-439B-86AD-A4C322BFB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9" creationId="{769C5D93-E26E-4F74-944F-E9CEDFF92E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0" creationId="{4EA3536C-2510-4C60-8530-90B23A083C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1" creationId="{B4D91410-2464-4716-B433-DFCC045DBA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2" creationId="{D50063CF-FFF9-4E19-8BD8-CC08150483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3" creationId="{632239F4-E197-45E8-A82C-318AC1AC99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4" creationId="{B01A500E-391B-4D42-996A-0EFE24582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5" creationId="{CF82A52A-1911-418D-9C53-9117FC6E6C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6" creationId="{129DDC50-E59F-489D-A03F-EA1FC7164A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7" creationId="{171FF709-034E-4F61-90B5-6C272F66E5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8" creationId="{A6CEB9E3-3406-48EB-B8DC-74910DAC08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9" creationId="{1EF423A9-6F4F-49BE-9537-459E23FF867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0" creationId="{555876DD-183E-4144-A696-AEC938EF4C3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1" creationId="{47ABACF6-3CBF-471A-B698-E4CEB94268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2" creationId="{22A03704-97D4-436B-8BE5-EEF4916F93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3" creationId="{1D0A6E16-882F-4A0D-BB9D-72C1FFCD43C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4" creationId="{C8C822D5-9A21-4093-B140-9D553C1BE12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5" creationId="{AB8AB1E5-15A2-4F3F-851B-E270F84C4C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6" creationId="{8183132B-98A7-422D-B9B8-67D1C364251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7" creationId="{9A638644-5C0B-43D9-8C6C-D8415E4C958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8" creationId="{5DD3C310-A539-4761-BD9F-70ED0593FB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9" creationId="{2CC0066C-E3DD-4D20-8C88-8C19305530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0" creationId="{5B15D184-3F70-4C35-B8E6-C8209B8C86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1" creationId="{29438F05-F92C-4CD2-AB29-4FB40D08B5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2" creationId="{6BA98ED0-CA3A-47ED-A742-6A27F97DB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3" creationId="{DA7DAD1E-667A-48A4-8C4B-B004F0F3F71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4" creationId="{04D1C18A-9DE6-4521-9106-D32B9C365F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5" creationId="{5DB9057E-FBBF-4890-99D6-15B3CFB8075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6" creationId="{5294435A-9810-4E3D-AEA5-21DE069D10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7" creationId="{10B9EA51-6B28-4876-8A99-681C0EC3C2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8" creationId="{1628C893-0DC8-46ED-9FC5-F134BDC616D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9" creationId="{7455B2F1-F9D0-4B37-A6F1-242BDFA635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0" creationId="{4C240C2F-F5CD-4A81-AB58-0CD9A0CA7C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1" creationId="{A5655036-CFA5-4437-A8B4-D1CB1359D2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2" creationId="{813545DE-CEB6-4B4D-BC0F-B155A69C8CC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3" creationId="{D0FFECC7-8BD8-4C22-9393-E713C4BC310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4" creationId="{3E113F90-8A0F-4123-BBDF-9A1C0AA28D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5" creationId="{927FAD3D-FA88-4270-A534-2D6D8575DE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6" creationId="{B9673BC7-B503-4682-A8A1-186131F95C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7" creationId="{ACE36550-4345-49D1-B800-22DBB341881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8" creationId="{8EF5150E-B769-4F54-9068-295961422A2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9" creationId="{39EBB8C8-5B25-4050-AE81-C1ED9134F1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0" creationId="{068B3D8C-FB54-4FE4-A918-3A74434EB0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1" creationId="{3655A546-920A-46F0-8B15-48380C1838F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2" creationId="{1A9460B1-B28B-4DAA-9535-F13630CAA6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3" creationId="{A903A97A-FDB8-4E89-8577-D39BB012493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4" creationId="{688E683C-B545-445D-BA51-08BFCCD95E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5" creationId="{B705AEC2-0BB2-412B-A070-FAEDF77567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6" creationId="{59DCFAA9-EB87-46AD-9A03-6D077979DC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7" creationId="{831F84E3-E988-4AFB-AAAF-EE30473826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8" creationId="{C8834918-5FCC-4000-8E23-2164BC88541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9" creationId="{BD96DAC2-F1DF-49FB-807A-6D474FAA06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0" creationId="{A3A32A77-171A-4793-AD2A-A55958DE35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1" creationId="{6AF1F809-30C4-44E6-9DCD-5E171D652E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2" creationId="{651451DD-8237-41CE-AB76-15ACDF9A67A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3" creationId="{9B8731FF-A645-439A-A612-0B24FA4C8CE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4" creationId="{0A53F422-8E1E-4B47-8E73-F622082A5B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5" creationId="{7131D8CD-1A06-4DA4-91A5-229E85F3D6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6" creationId="{A289D8B8-1E05-4091-AC4D-85F042B2C5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7" creationId="{6BA14F2A-D7A5-46B2-A34D-E0D27537010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8" creationId="{EA114A35-DF9A-4C36-9198-0B4CCA6261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9" creationId="{0F538830-5F96-48F2-B504-95343D9B012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0" creationId="{236A60F7-6309-4A81-AE1F-D5254CC3B5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1" creationId="{A99CB1E4-9206-465F-8702-F886048B23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2" creationId="{2577B298-9B5C-4110-A68D-5832E86F5F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3" creationId="{9ED65B47-F724-41E5-8BA7-D2275A8FB2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4" creationId="{CDD3E39E-7390-44C7-A049-444A113841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5" creationId="{98A190B3-209B-4238-9921-1797CF68E70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6" creationId="{8A80DCF8-2E98-4D54-BE74-F403429A817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7" creationId="{B14F330B-4A11-4C49-8A6B-79895A73477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8" creationId="{28B5F02B-9C44-4460-AAD6-0D18DA7B41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9" creationId="{784327E4-EED4-4EF1-AFA1-C2D9BCE39FE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0" creationId="{72C74B44-437C-43B0-8954-23B2200A34F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1" creationId="{D0F9DBC4-E2B4-4D17-A997-81D29E2752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2" creationId="{D3040E78-CFC0-4B42-B71E-18A9D2BBCE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3" creationId="{EDFA158A-4995-40AC-8DB5-34E0E1095E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4" creationId="{EB8BB3F8-2CE2-4A80-9FC3-A2BEFD090E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5" creationId="{C3F90E1A-4C83-472B-BBC1-64D144D325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6" creationId="{2639A8FA-BA3F-44B0-9793-B50B297C11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7" creationId="{EE90743C-2C3D-4843-9612-0610A36F86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8" creationId="{9655E35D-7277-4188-A97F-8884ADAA52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9" creationId="{FBF5C5CF-C348-4892-A344-DEF32B1755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0" creationId="{092A3CA4-7498-4622-A8AD-552FDDEC5D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1" creationId="{8330FD34-D38D-441E-8CCF-4E461C7E74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2" creationId="{5A400097-3848-4B75-80EB-5439C56013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3" creationId="{A0C0BB96-CE0D-4450-935A-6C8566C5D2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4" creationId="{58EAA937-BEB0-4D16-9E23-EE4BA280E4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5" creationId="{14E21523-98AB-4FCD-8449-F866FB23AF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6" creationId="{DCFE2AC1-50ED-4221-96CB-26C8020EA1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7" creationId="{4AF4D547-CBF1-4F0B-A423-6F99C2E3FC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8" creationId="{F35BE470-3F65-4327-A011-6F5157B45F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9" creationId="{2F2CA41D-5E4A-4820-8E65-19F703133B8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0" creationId="{6C1B0A45-30D6-4454-97E3-AF26D3C5B0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1" creationId="{37E8732F-7756-4985-8018-FF7B7FEC28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2" creationId="{F44BE1FF-AAC0-4DD5-A5C7-232C05FD5A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3" creationId="{813F4F2B-9ACC-4FF9-9D6F-88366673B48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4" creationId="{433BBD13-5949-4D79-9338-588666861C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5" creationId="{6A69A43E-B4FF-4476-A5AE-8ECC0955B13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6" creationId="{79B0538A-DC78-47C0-8E2F-082161B6DB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7" creationId="{002A5FAB-2671-4AF3-B4E2-DBC4CA9189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8" creationId="{1D812A4D-CF2A-4017-B9CA-9C666EF5A3C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9" creationId="{99FA606F-3B1D-4836-9B3D-BE061E5E24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0" creationId="{F59A56AB-9A6E-4B69-9CE1-4ABBF3402F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1" creationId="{B1F8BA34-E902-4312-B895-D7D3DCA25F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2" creationId="{55578C3E-CC1E-49E9-BEF4-4956FF176CA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3" creationId="{EFE8E1D2-E898-463C-AF7E-0FBA64B42D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4" creationId="{B53111C5-752C-4EF1-8EBF-10288BF8C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5" creationId="{39B03DF2-E6BC-44DE-A198-7934ABF352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6" creationId="{97A3748A-C9BE-4876-BF28-835F41EF2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7" creationId="{6D7D9424-A6DA-46C0-B4E6-60E9FD1AF0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8" creationId="{FCF455ED-BB86-47C8-A1EC-E83E4461DA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9" creationId="{6F384165-A6CC-45BB-BB46-F6BC53D2FA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0" creationId="{DAAE7D29-973C-4DF6-8E6C-342F14BF58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1" creationId="{72ED41E0-E3BB-4E71-9AC3-024BACF8E1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2" creationId="{966447EB-1A32-455D-B710-A12C9E467F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3" creationId="{88B13C3C-985B-417D-B4B5-94CC3AD35D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4" creationId="{00720DB0-449D-4BF6-9B34-769E8E1ADB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5" creationId="{A9DBB7C5-ECB8-43A4-A328-D66FE0B45D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6" creationId="{C57B27C0-262C-4BB0-A2F3-7481ADC7631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7" creationId="{5F1CECD0-791E-44CD-A214-160AB894934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8" creationId="{2D7B16AA-28DE-4BAB-8140-DD7DD3D6E24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9" creationId="{8C18D19A-0C54-456A-9B59-28EA2616B0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0" creationId="{BF8A3BDE-EE02-4FAA-976D-B4D9852437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1" creationId="{F79DF493-5F7D-408D-972A-B04A2D1317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2" creationId="{E2982A97-023B-47F6-9669-D3180239BD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3" creationId="{D5F99C0E-DE28-40FF-B6E2-453924CE3F6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4" creationId="{28654B03-9B70-4BCC-B913-FFC6312E80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5" creationId="{0F9D8024-5540-4E5B-A27B-8A4820E6AD3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6" creationId="{AC5308A8-7B5F-49D0-B77E-D784D0956F3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7" creationId="{9E6DAB81-1680-46E3-849B-1C29D57721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8" creationId="{2580C516-10FD-4856-A37E-1D67C71B73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9" creationId="{8F421053-AC68-4DEE-870A-909100982C3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0" creationId="{C0378BE5-23AE-454F-8C8E-79DA8C718C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1" creationId="{FF49068F-9A0B-4705-91F5-6825BA4422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2" creationId="{5D62CDA2-9C12-4E13-B6AE-AF3B4BC991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3" creationId="{6DDF3EEE-567A-4698-BE2D-E2B0FB95A6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4" creationId="{DBA7F591-E017-40AC-BFF0-79BD4FAAED1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5" creationId="{AD3BA435-A115-4E2E-AEDD-98688346F0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6" creationId="{9056FE9C-93DD-41ED-A5EF-3478803CFB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7" creationId="{1C29B306-8D55-4797-8B6E-59E66076AB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8" creationId="{9EFBF529-5947-421C-8F2E-54D262D6B8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9" creationId="{193050C0-6DA8-4FE1-BC19-16396D6337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0" creationId="{66696BFA-4D17-42BC-9026-4ACCCF5709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1" creationId="{F3A75C27-EAED-45AA-B80E-0187C2CA5ED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2" creationId="{9C3628C9-650E-40C3-B3A4-E6BA05380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3" creationId="{26ADA60F-E258-4579-839F-1BB133003B9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4" creationId="{070054B4-891D-4EB9-A2DD-EA91DBCAC39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5" creationId="{2E006A3B-B33F-4A38-9670-EB52EA52C0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6" creationId="{81A66544-3BEA-4B61-A062-6AEE4B91BB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7" creationId="{21323D0D-2B5C-4717-836A-AE08AEC301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8" creationId="{1F98F66F-F609-4C6A-885D-DC7D79620B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9" creationId="{E315D3D9-5D5C-4AE1-BC88-202D941CF22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0" creationId="{3CB602D6-7BFE-493D-9C3C-3C6BDFF767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1" creationId="{8CD7A0DD-7677-4F8D-BF41-D4D49D4A02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2" creationId="{A22F2165-6298-4D0A-8BCD-3F7ABB64F01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3" creationId="{879AE20F-FA76-4791-87E8-FBF8501D91A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4" creationId="{79109723-B7C5-4B24-833C-B839278D6BD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5" creationId="{952C87D3-BAF8-48CB-8701-D23CC7BB8C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6" creationId="{CB9C82BF-9E1F-490F-A7B8-FE8FB332E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7" creationId="{7925B2C9-58DB-43B0-8451-AD948F9F74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8" creationId="{48D04FA0-9CF7-400D-A39F-259404CBF8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9" creationId="{B342EB97-52FA-48B8-BCBB-968140DE6F0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0" creationId="{48216972-5715-4E1C-B3F5-04491C4AE7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1" creationId="{E322E659-1995-4D51-BF2E-C1FE0815C3E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2" creationId="{6175FA3A-2BD8-4E6C-BBA0-44D96D4E67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3" creationId="{D62918DE-C692-4F54-AA91-B3A6236B29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4" creationId="{206F0381-7AEC-496E-B916-6B6EDFF75B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5" creationId="{20A4D87C-D132-4515-82AE-426E2E78BB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6" creationId="{6A209E7F-0CA5-45D4-B688-5F1E7C2EF2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7" creationId="{5113CFC3-A5E9-4609-9E5C-200A8C64B0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8" creationId="{7428FD5A-6F39-4DBA-830A-9C8E77815E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9" creationId="{85E66CF9-2475-478C-8109-4CB9A6F27FB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0" creationId="{EE4D8AA2-750C-4961-9BF7-19BC6CB128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1" creationId="{90FC1810-39E2-4322-B575-CB2CC591C3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2" creationId="{37664DAA-8CCE-4B25-A566-A21C1EA687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3" creationId="{3770C8FE-0542-42CF-BA06-6A0DBF2097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4" creationId="{BCDE12CD-0090-4BD2-B86A-B6A100DB1A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5" creationId="{CFDFCB99-D6ED-435A-AD77-0DE2E33F4C5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6" creationId="{7DAF3E15-BC6B-4E3B-AB49-033DEEA6B03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7" creationId="{45767352-AF08-4033-A06E-26DA494D0E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8" creationId="{66B03E3C-45A7-4EC9-857F-D21E23B26A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9" creationId="{1ACFE49C-D201-431E-AE48-5C3976792E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0" creationId="{8977E187-F097-40AB-8054-0408116A700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1" creationId="{89746A3C-4CAF-439E-92D0-FA722F8B32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2" creationId="{7BFE9F7E-76A2-4F4B-A623-509E37DF8BD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3" creationId="{2EFBF1F6-8C7B-4604-AA0C-8DD05C5415C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4" creationId="{88CC5ED5-D60F-4C1A-B046-D7D0A844D1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9" creationId="{689DFA84-EE8E-45CC-A927-CAA84A4C86A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0" creationId="{D4711CD9-126F-4C30-BBEC-3F93A57182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1" creationId="{3A50F040-F471-4E94-9850-F5B66C2506B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2" creationId="{4B13305A-BA86-43FC-9ED1-12FD41F4D2E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1" creationId="{7A4E5C02-6156-4027-888E-DBF47F3B49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2" creationId="{22FA61D9-64F3-48B5-9262-69A3253A15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3" creationId="{AA076818-C1DC-444D-9E24-21566A957D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4" creationId="{B1FCE1A5-166C-4093-A2D6-243FDE2ABE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5" creationId="{E5D16BE3-0A98-4933-92FA-2DFAE4FB25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6" creationId="{7D72C9CA-17CA-4B8E-A754-48DA6A63D7C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7" creationId="{DD710358-B4D9-44A4-8C42-E652EA4F1B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8" creationId="{DF7E530D-F83B-4E24-930B-C05248F7C8F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9" creationId="{A0FADF45-03AE-4061-8B1A-1BB79A7C71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0" creationId="{C91390D9-71E9-4D40-9CDC-1630160A33E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1" creationId="{3BC5F6C6-D607-4EEC-ADBF-A2F59203999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2" creationId="{7C40B5DE-C0D5-435B-90EC-3553191E609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3" creationId="{8135D727-AC40-45BA-8170-335F1C986B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4" creationId="{27FE25ED-52FE-44C4-A460-CB86DA8CEA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5" creationId="{CC698BA2-BFDC-4BA2-B1C7-6257A09F571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6" creationId="{74907FD1-0E0C-43CF-9B83-A3249849E66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7" creationId="{04B0CBA7-B6E0-4AE5-957B-E16D90A30F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8" creationId="{BCEB60EF-38FE-420A-A57E-A4B1E456CE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9" creationId="{39FC3412-5CFC-4C96-ADD8-4D52F8E56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0" creationId="{D448FE87-9694-4813-9629-0EE12A96F23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1" creationId="{130ECDC6-91CF-40D3-B946-459A4AE24B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2" creationId="{33D78813-CD01-4584-BCC8-B94F29C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3" creationId="{8B88D5FD-223D-4E32-9870-086663BC21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4" creationId="{3F1E2037-0EDF-4F24-95E2-3CF288A76C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5" creationId="{636FE78C-57C6-4E9D-BC82-D9903FA3E3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6" creationId="{2E605984-3FF1-4CDC-9515-DF6B3A9D56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7" creationId="{0A5A674A-3C10-4C91-A9A3-34C9BCE7AD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8" creationId="{3B2E3582-12E5-4DD4-B000-25F5C502C5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9" creationId="{21A05F4F-B692-4A91-AE80-9D4DEDEBBC7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0" creationId="{01351F3E-4DDB-48E3-9A8C-2045391923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1" creationId="{59674229-1EB7-4EDC-BC24-DAA6194CC0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2" creationId="{9942D803-D7D9-482E-A5C8-BBE478D60F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3" creationId="{FE09FB33-1893-4E4C-A418-36CB50C6D9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4" creationId="{E8CD7DE8-00D7-4935-8E65-07B1F04A28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5" creationId="{4E2A240B-69EE-4E63-BF0C-83741B0B65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6" creationId="{63656B8C-C3EA-4E76-980D-4CBF36C286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7" creationId="{735370F3-7AC2-436E-8967-EB1795FD3E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8" creationId="{2C0D967B-CA46-487E-AEB3-207624326F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9" creationId="{27E8287E-C43E-48CB-909C-00FD017345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0" creationId="{FCD0A996-9E77-4F45-B064-867BA95868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1" creationId="{6DCEF82D-874A-415C-BFF9-C7BAD299227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2" creationId="{7CCBDB44-F52B-445F-A948-4107CF404DF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3" creationId="{9CD71700-9E43-4FB4-800D-18FCE21C6C5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4" creationId="{DAAEF012-12EC-48A3-9EF1-B28731DF7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5" creationId="{14FD1AC4-61C4-4ADC-A198-087DF2581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6" creationId="{8D4DE9B7-CEF1-4FE4-B0D0-3920D08FA1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7" creationId="{89B0F2C5-4B49-4C51-B95C-C7FBE48757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8" creationId="{76E57E73-F5F3-43AC-BEFD-ACD3383C218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9" creationId="{A1967FAE-4195-4EAD-90A7-7D57D4D7281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0" creationId="{DAF34DC4-6D01-4C6B-9B56-4DB02C3A032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1" creationId="{67D2D88D-A336-46DD-B548-36BC58005C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2" creationId="{B2188A9C-4AF0-4828-BA4F-0021BE068B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3" creationId="{B069FDA4-C063-4C56-B0DF-B407E06A38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4" creationId="{E210E63F-B520-47D5-B041-F1AACAA4E2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5" creationId="{7FB01B8B-6C3D-4FBC-99CE-E4102E604F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6" creationId="{1B0832DB-D1D0-42E2-B99D-2119657D76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7" creationId="{18302126-8A8E-4572-B347-A8E8E3A2BFE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8" creationId="{E183B44A-DB4B-43FB-A162-D3ED48F77E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9" creationId="{A13534FB-87EE-444F-A098-FA4A76440E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0" creationId="{58510368-4C49-4161-9338-7A541B8ED8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1" creationId="{F4034F90-6ABD-4ED2-AF44-4F0171BEB87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2" creationId="{36533006-AF13-4037-AA19-0192B9282F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3" creationId="{20ECD912-2914-473D-9FE7-7F7B945E21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4" creationId="{1D12A967-4C9E-4152-B942-FD8D38B672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5" creationId="{B8DC2273-C80B-434A-AAFE-265860C4C90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6" creationId="{DF925ACC-5EFB-4F3A-96B9-F02206CC20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7" creationId="{FE942D1C-F75B-4B04-BDCC-BF20B1EAA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8" creationId="{93A816A6-A59B-46DB-BCDC-6CE8F623C7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9" creationId="{8680E931-E31D-4E83-BEBE-9FC2AFED1DD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0" creationId="{F10F4EBA-22AB-4DAF-A978-D3162FED52B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1" creationId="{B222DB99-74DB-460D-9C2D-400D1BF3B57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2" creationId="{74EC53DD-302B-4AA2-8BDE-0EC5422856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3" creationId="{DF5CE4FE-95BD-43D5-9764-6B80490D43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4" creationId="{FEEB58F6-242E-4D4A-9DA6-6662A8096C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5" creationId="{10D395BE-2CA2-4D64-B93D-904651AA503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6" creationId="{C22440FE-9E81-4373-A238-86C24B68CB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7" creationId="{B3ABE09E-2A83-4A09-9F9B-C02BF35A4D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8" creationId="{B6CC6D74-8BBA-464E-AAE6-0BD1081AC7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9" creationId="{8931EC84-0BCC-46CA-8E4C-9AD89C6D099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0" creationId="{81FE65A6-AFA2-4A83-B52A-844077C629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1" creationId="{3285D8C2-FD6F-48FD-837B-26F817844A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2" creationId="{A05E0653-8A92-4709-9DD0-29AD3EC0D0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3" creationId="{B0BFFFDA-9D6D-4374-80DD-8815CF6D7B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4" creationId="{692EE5CB-5FB9-42E5-80B5-2A3D11F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5" creationId="{8FEEF005-8EBA-4EDA-A110-414A0B7D73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6" creationId="{07BBA4BB-A2B4-4DF0-9280-498BDF9ACD5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7" creationId="{821C5718-982A-4D48-BF70-04A25AE213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8" creationId="{9EC7A53E-EE28-48F2-B874-9C6575EC0D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9" creationId="{BBE6937D-9065-4675-8E53-AB97336BDD6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0" creationId="{8E02DE19-AF7F-46FC-ACC8-631257C6156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1" creationId="{2620A07E-D437-41F9-A605-504D946CED0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2" creationId="{00744926-7E6B-4257-A015-4761E03C45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3" creationId="{E45560D4-4997-4315-BE26-3DC17D78FE7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4" creationId="{74861CC1-BF57-4EC3-98E5-550C2CFFE85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5" creationId="{55311127-923E-4449-A98B-F68E76C86FA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6" creationId="{3B614018-24A4-4252-820B-F6379F921D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7" creationId="{BC208379-95C2-40C4-8E1B-CAF054687A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8" creationId="{26AD58FF-D82A-4921-A706-4246FF130C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9" creationId="{A1A62ADC-27B2-42CC-AD41-ACD1587849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0" creationId="{3AF410FE-7644-4F72-8934-0B6C8F2DE42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1" creationId="{4D3F341C-8324-44C5-A687-805FEFE144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2" creationId="{731AE8C6-F864-4148-B858-783CB49981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3" creationId="{E27CB52F-B234-4D4D-80CE-A5A3D77D43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4" creationId="{2E2C63E0-788D-4F4E-BAC5-9D292F2D781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5" creationId="{F527C628-97A6-4A45-8DC7-A187329E13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6" creationId="{D9FEA384-4198-449B-BBE7-5D2D0A9FE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7" creationId="{35EA70DE-CDB9-439F-8289-8FCC7230BD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8" creationId="{B8D5B4FA-BB3B-4DEC-93E9-4481CAA52D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9" creationId="{C751C3F7-C0E3-4820-BCC6-7B472F32DA4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0" creationId="{B0DB95D2-C78C-411F-A262-C9111583946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1" creationId="{676668D9-5F89-430D-B108-2E28D2E53F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2" creationId="{D3649476-7F88-4BCD-B2A0-D0AA5F89D7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3" creationId="{A586029E-596D-4252-9BED-B7E260593C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4" creationId="{A18072FE-D677-482C-87A6-29154BE1EDD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5" creationId="{56B5D6E8-E66F-4C4B-BD6B-EEC0091D78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6" creationId="{FBDC4341-DEA4-47AD-961D-C3E8428A1D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7" creationId="{EF174D8E-71B7-4EEE-9198-38C0E7A6E6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8" creationId="{3F8400CE-3D3E-49A3-A2A3-15E64E3109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9" creationId="{C84DF80C-EADD-4C19-BB0B-B8C423DF4B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0" creationId="{A6619732-0575-465E-9CE3-1F29DB2325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1" creationId="{1F3B33F5-EB8E-41F8-A35B-27689DBED6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2" creationId="{B4E07012-C54F-40BD-BD0D-F3408F0A449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3" creationId="{BB0719B6-C287-4461-8F9C-68D705F705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4" creationId="{626832E2-BC95-47E5-9A0A-68B7AC23073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5" creationId="{1A5BD796-BBB8-46F2-82DE-9B8B7A20B4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6" creationId="{1F460BA7-9A4F-427B-BD6A-5EE318A1F0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7" creationId="{11F39620-567A-4086-9F9E-12FD3D025D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8" creationId="{E2FF2080-B42F-4C87-BA67-0C0ACB1F81D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9" creationId="{2A5D3748-3A63-4976-954B-E3460F027D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0" creationId="{280F6109-DE64-47AF-BF78-B1FA7D7AAA4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1" creationId="{02ABC600-31B0-4002-9B7F-A811701FE1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2" creationId="{A03EEBCF-29AB-496B-82A2-FBD53582AFA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3" creationId="{88A37782-E6CE-46CA-B11D-333943E4ED8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4" creationId="{1D76D825-2B33-4432-9FDC-524FB86B424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5" creationId="{24D1BDFA-1603-42FA-8AF5-AE31ECC04F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6" creationId="{066881C4-FBDB-411B-9CB6-ECFB6282C9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7" creationId="{241DF173-18FA-4331-B863-3B91F6F79C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8" creationId="{605CFAC7-426B-474D-9A31-DF355611FA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9" creationId="{6C9CEA8C-AD85-40CC-A94E-4F82B3BD65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0" creationId="{FE7F340D-D895-496E-BD84-DBCD34B0E17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1" creationId="{221924A5-A4D7-456E-B5F7-3D1640E338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2" creationId="{080DEBFD-BC43-4B4A-A320-09725F93976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3" creationId="{7039D7C3-508C-4F2A-9503-B987B1BE39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4" creationId="{2A16FAF2-E98A-4595-9D84-69517A50D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5" creationId="{B24723E2-4AE5-4A25-81C5-E78887DFB57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6" creationId="{A6B16966-AC2C-49AF-A85E-0B8C7AD7CD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7" creationId="{BE8A56AE-3114-4F7A-9629-21C70090E6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8" creationId="{8C3AA0C3-A727-4900-A557-A17ED07DC62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9" creationId="{1BEE0C50-3F33-499A-A681-DCFE961FCFC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0" creationId="{211A1713-6893-46BF-9491-DD9A2AB1995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1" creationId="{528550DF-DD95-4726-B7E2-497DFA189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2" creationId="{83348F84-B3F9-42A0-80C2-F2937A25EC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3" creationId="{B35384A0-FF78-4C90-B5C4-6706F3B354C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4" creationId="{1BBA757E-B32B-4384-99B6-EF26759BB0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5" creationId="{0A43BAA8-44CE-459F-8774-7D378354CA1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6" creationId="{1E056112-FA10-4EBE-A668-5FCC5C301E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7" creationId="{C36148EF-E1FE-4EE5-87F9-128323C4AB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8" creationId="{3F0DD73C-A100-43E2-96EA-A200536F597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9" creationId="{8600F84A-D6A1-465D-83B2-600A54B892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0" creationId="{22C69E79-50F1-4E70-9E23-1C3DC2C7EA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1" creationId="{2D0B0190-0941-4931-999A-4B56EA1C57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2" creationId="{083E538D-5536-44C0-A4C0-B799F6BD0F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3" creationId="{03F73C04-9041-488D-AB1D-8AE999BEE3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4" creationId="{38E5CE0E-0D5B-4750-A9D4-12175DEF259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5" creationId="{F2496754-956C-483B-B78C-3B81B98BA6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6" creationId="{A481C66C-195C-4671-8147-BF7C01C3C1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7" creationId="{3051840A-AF31-4713-8B47-00C4209D02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8" creationId="{9A5E0D0A-9373-4497-BEF4-E5DD9BAEB4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9" creationId="{95B3F701-38F7-4CEC-998E-EF57AEA548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0" creationId="{4C3D39CC-B7CF-43D5-B533-5D99754DF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1" creationId="{AC7A694D-19EC-441B-BEC8-2BD3E44015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2" creationId="{AA9CCF43-AB40-4CC9-BA49-5A4F00F9F3A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3" creationId="{DD879FCB-1821-44E2-871D-0F4889C019C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4" creationId="{D0128353-CEE7-4DBE-9622-3514024D9A0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5" creationId="{E83057E4-4C6E-4EC4-AA6E-3A14F89C06C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6" creationId="{F5DD81E7-6D51-4471-9C8F-52357E18F2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7" creationId="{E35EEB82-726D-4D6F-AB88-1C5BC27AB8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8" creationId="{8D589E75-7A3D-4398-8AE0-3FBF7D335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9" creationId="{DC7D031D-E83D-4278-BEFC-B18503D814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0" creationId="{C8E347FE-B665-4FAA-9CBF-2ED2B2F6886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1" creationId="{FF1FDCC9-BAD6-4603-B68B-1277A0317D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2" creationId="{FD13A0CC-5DBD-4C01-923D-258285BA77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3" creationId="{0CA32094-8B01-4917-91C2-6484B5717E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4" creationId="{B779D4E7-05C9-4486-AFC4-99935F1D05C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5" creationId="{863A6161-414B-4725-8D38-DB38B05C4A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6" creationId="{5B47B450-9EB2-4CDE-9CBA-EE69D4B7E53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7" creationId="{CA3ED1B2-8BEA-4404-BBE2-51BCF5C12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8" creationId="{7EA008E9-5A0E-4207-9FF7-D551214327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9" creationId="{B9631E26-EAF7-4DF2-BE41-A25AF2040CD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0" creationId="{08388760-A1FB-44F2-8489-B9F0F8B11F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1" creationId="{DC526EE5-6337-4CB0-B4FA-8563E9808A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2" creationId="{2AD3448F-56BF-4261-8E6D-F5AA9BE678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3" creationId="{84D41E70-7BA5-4B8D-A33A-A2E9D62C74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4" creationId="{906DB155-264A-42DE-AE4B-23A78F14AF5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5" creationId="{2D56E250-D5FE-41B2-9CDD-8F2971E2ED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6" creationId="{230D6BD2-57CC-491A-95CE-95805C04BC4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7" creationId="{F87C8CDF-A850-4B46-810B-BE543477FD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8" creationId="{56D1A00F-CA8A-4CAC-AD48-B4D05678F1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9" creationId="{A92F84DA-6BA7-4E5F-8275-AF063966B6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0" creationId="{153BF036-A328-4903-939A-B720D1BE00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1" creationId="{6F27CB72-EF36-416A-B255-2CB16F51226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2" creationId="{12C97198-6158-40B9-90F1-0F0F9B5505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3" creationId="{5C7BADF9-CCBE-4C1F-AB23-4BCA5155C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4" creationId="{D49973D8-537B-4C74-B2B1-5405849179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5" creationId="{6B74914C-2ACA-47C7-B013-B09F102236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6" creationId="{003489D7-5C94-425B-9282-5B09583942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7" creationId="{83345C2B-D4CC-42C7-9FA4-27A312C125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8" creationId="{AFF7C4AC-D4EC-49DE-8B10-328FE11648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9" creationId="{7A034FF5-0338-44F7-8199-5E2D13B717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0" creationId="{C468B9EB-210C-47CC-B2AE-0B63171B503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1" creationId="{B8E19A6A-BBD2-473A-9633-ACCA43BC8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2" creationId="{944F31D6-C953-4BB3-A062-0EFDD4C57C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3" creationId="{453BF36D-1743-469B-BBAE-19737877BD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4" creationId="{7EEE210B-3163-4E92-80B4-7B7294F91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5" creationId="{711418C2-CB97-4D4D-9707-CFD8696811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6" creationId="{DF911D9E-53FB-4EA6-B996-0554591BF0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7" creationId="{B865AF6A-2408-43A2-928A-30B7B6F3B2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8" creationId="{629F2544-5607-4F3B-9AF1-891EBBAD41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9" creationId="{C65047F6-AA84-4ECF-937F-CC8E11D8F5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0" creationId="{519E99C5-E985-483B-9274-B939C29D30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1" creationId="{164DCC7E-2128-4869-8358-A98B685FD0F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2" creationId="{17830576-B4D4-4DB6-9E27-82681ACD1F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3" creationId="{D4A5BFF5-C2F7-4597-BD20-A74AD9C7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4" creationId="{A99AB12D-498C-4577-90DE-9208B314A4F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5" creationId="{BD6B8221-47F3-4723-87BD-B488220728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6" creationId="{08A94B96-F85E-454C-A92E-CC0F6F27EEA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7" creationId="{53696935-C62C-4B3E-AF18-CF34294A26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8" creationId="{4FF56CB6-4542-4C27-8A40-0DAE2D977F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9" creationId="{8664E249-BE3F-4BC6-BB79-11FB1D9EE7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0" creationId="{5C103ECD-B780-4051-8C84-8A26E39BEA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1" creationId="{D9AA84DF-E271-46AE-B498-AE556A06BEB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2" creationId="{FB1C73CC-D479-4139-839A-FCD12389C36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3" creationId="{5E83CC1E-4BE8-47B1-A30C-3DE6010B36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4" creationId="{EC1FC33C-DCB2-4FDA-93CB-B20F49CCB3B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5" creationId="{F91AA816-EBEA-4641-AE26-AFD86AA5A7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6" creationId="{496D8848-459D-43F4-A26B-6BB62D67F9B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7" creationId="{F2F1BC25-24C0-4FEC-AD8D-7645E269D7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8" creationId="{BF11D1E3-E72E-429B-855E-3ADEED454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9" creationId="{420D9E39-F430-4C36-AB2D-93A52919028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0" creationId="{42F140EE-B6D8-4402-BC54-860413B5B86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1" creationId="{E2FD9EFA-1B18-48CE-A29F-3E151EC2E6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2" creationId="{49FF6FA8-86A7-4EC5-B69D-40F11DB27A8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3" creationId="{CA6DAD2B-AE06-4CE1-8848-23A8535F67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4" creationId="{AEEBF3F1-7D22-4E32-B50B-0326295CA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5" creationId="{F20ACCB2-FD23-434D-ACDE-FE124274B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6" creationId="{81AAAC26-93A2-405D-BF46-CABF54900E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7" creationId="{51649EAA-4BCD-48D5-9485-C8B4E96A2B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8" creationId="{1878A040-AA8C-4600-A21E-2EA27BB079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9" creationId="{A35C5B15-0DEB-446B-BAF1-0CE045DF26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0" creationId="{B226938A-4790-4AA1-A190-C25818CE4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1" creationId="{5D05D01D-F259-4666-9D94-95794B6A40B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2" creationId="{F4C389B5-FEEB-4B93-BB5C-94A56442C7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3" creationId="{F192A84A-C9CA-4A42-86A9-5B61F88E7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4" creationId="{2611C941-A1D0-4A31-925E-7555E4E1CF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5" creationId="{82303D61-B91A-46D7-A319-EB6E5AE8C5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6" creationId="{EFCD06F2-AEE5-45C8-9FD5-AB5675B9DB3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7" creationId="{A10248EC-3C70-4899-9661-0651487875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8" creationId="{16896CE6-AC38-4D5E-B154-C080324B9A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9" creationId="{C11DE987-50D5-47DA-86FC-4F6EC46A99A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0" creationId="{4C745DA8-4AB0-42E7-A234-2E386C359E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1" creationId="{26136E15-50DC-4AF2-86E0-9408F068344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2" creationId="{D482A3C8-63F4-4A3E-86D2-22E100FB48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3" creationId="{1D1C21FA-00CE-444E-8F64-CAD2D0D59A0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4" creationId="{DB090843-36D5-4A23-B7DF-BEBEFEA66C2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5" creationId="{4A368EA0-8D09-46BF-980C-3A55B1B77C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6" creationId="{5F937900-98C3-4E5E-97F5-5BF3D7D97C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7" creationId="{720505D1-58E1-41FE-8974-8C87BFF4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8" creationId="{87B4C229-A4D4-42C8-8506-6B542ECAD57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9" creationId="{B79B9961-90A3-443C-85E0-5FB28164037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0" creationId="{A9632813-1BC2-47B6-92FD-9E48101C18D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1" creationId="{2ECE6972-4404-41E9-9437-A84929F73CC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2" creationId="{1C496E97-2989-4C94-BAC1-F8E365FF295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3" creationId="{E0676AA1-A6C6-48D5-9951-4986825F855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4" creationId="{676A2F5D-62F4-402A-A6F0-16CE7A7350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5" creationId="{676420C8-EB68-47C0-BF5C-E640BC63F0F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6" creationId="{C09DC062-54D7-4D1D-85AC-73AE57E3B5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7" creationId="{C3241462-EEB1-4498-BC93-D845B6D4D8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8" creationId="{7D5F2910-C1BD-46B2-8CA1-FF75FE9916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9" creationId="{EAB64258-B2B1-44DB-8B5B-B2EEE2E3EA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0" creationId="{498DE22A-05F2-47E2-91CD-38D4F1B1D0D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1" creationId="{136CAC99-3FE0-4CE2-B78A-66F40C9C42D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6" creationId="{E8BF52BD-7469-4C08-AE90-BA9BA06B25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7" creationId="{62E267DB-6F2F-4E13-9BE4-75806ADE20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8" creationId="{CE041633-DBD6-46BF-92E3-1185EEE088D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9" creationId="{75FF4F42-010F-455A-8BC5-5333036D69DE}"/>
          </ac:spMkLst>
        </pc:sp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5" creationId="{204BAA91-9CF4-43B1-9A7B-E1755B7B8E7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6" creationId="{CEDDA7A1-2FEA-4F4E-A1C1-F4E0964BAA3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7" creationId="{BD65A193-A360-406B-810B-F121386E684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8" creationId="{9496BF87-E884-495D-A00C-AD5961EE77A8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3" creationId="{6BF8D03E-F347-4D55-85AF-02CF2BF6C02C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4" creationId="{E071584E-A4B9-4D73-9B66-C060FECD15B4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5" creationId="{589110BC-5703-4310-8F22-4E1B7D9D5D2E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6" creationId="{26FC06F9-EDAF-414B-A4C3-A4C573778FC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7" creationId="{8A41EA91-FAFB-47EA-BFA2-E018E7A5809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8" creationId="{163C7C29-54D4-4D07-A0B3-08B4DA9AD52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9" creationId="{AB3FFB5D-8C65-4D7C-A05A-42AAFA4A32F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300" creationId="{F69D2372-86EC-4181-B5BC-8301E55627F9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2" creationId="{7D44E634-764D-4B49-9850-D827D049DBE6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3" creationId="{5E168DBD-15F6-4A69-865F-C0991FF55077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4" creationId="{678DC146-C9D3-40A3-9867-4AABFA5A3728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5" creationId="{F6F24C9C-D02D-43EE-8EA4-FA9FEEA9B81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0" creationId="{3038AF0F-39FD-48F1-9C4A-9674F12F446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1" creationId="{716AE1D9-48AB-4667-80B7-42BE5AF6D0A2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2" creationId="{60433564-A1DF-436B-9494-C549931D68E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3" creationId="{98924820-A203-4FF8-9B02-F0ABDD89A4F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4" creationId="{4D9B2F99-6788-4F5E-AEEB-75D94497EB7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5" creationId="{C4BB01AB-B8AB-4020-8DFA-072B072DF86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6" creationId="{1A2FB1C8-5445-4F23-A54A-D7ADEDD8AD3D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7" creationId="{EBCF90F9-3DB1-4303-867A-A7EE30B09C15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8:52.976" v="263" actId="1076"/>
        <pc:sldMkLst>
          <pc:docMk/>
          <pc:sldMk cId="2957820623" sldId="515"/>
        </pc:sldMkLst>
        <pc:spChg chg="mod">
          <ac:chgData name="Cristian Chilipirea" userId="34ab170da5908fc4" providerId="LiveId" clId="{51E1D80A-4A29-4E2A-B293-4232621C1517}" dt="2019-10-06T18:08:35.109" v="256"/>
          <ac:spMkLst>
            <pc:docMk/>
            <pc:sldMk cId="2957820623" sldId="515"/>
            <ac:spMk id="2" creationId="{0B1478FA-519B-40CC-87CB-59FEED7049A5}"/>
          </ac:spMkLst>
        </pc:spChg>
        <pc:spChg chg="del">
          <ac:chgData name="Cristian Chilipirea" userId="34ab170da5908fc4" providerId="LiveId" clId="{51E1D80A-4A29-4E2A-B293-4232621C1517}" dt="2019-10-06T18:08:43.508" v="259" actId="478"/>
          <ac:spMkLst>
            <pc:docMk/>
            <pc:sldMk cId="2957820623" sldId="515"/>
            <ac:spMk id="3" creationId="{F16E676B-BCB6-478D-9AD7-3FCCA4E4B8B8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" creationId="{BD8024DB-5E44-4805-80FE-A7C5616CFC30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3" creationId="{2E03899D-A8A6-4A4A-8512-009383EF70A4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54" creationId="{0BB1FB4A-D25B-421A-AB36-0E83234C635B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102" creationId="{ADFF8D05-A87E-40F0-A919-BAF7F5B12225}"/>
          </ac:spMkLst>
        </pc:s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6" creationId="{244782BA-854A-42E3-B970-B28C56EAC06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9" creationId="{F5CD1FAA-1150-43A4-BB65-63CCFBFDCB65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2" creationId="{DAD83DA1-0D6B-411C-A88B-5BE0C4C8FF0A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8" creationId="{6A9C5E5A-0BC5-4CA6-8428-48DE3FAC919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24" creationId="{F68E58BA-D8FE-47A9-99BB-9B7DB838F91D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0" creationId="{530128D0-2FF3-4AD5-B0FA-7A4E78B90F0B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6" creationId="{D520E8BB-3BDA-400C-91DC-C4E7C1E4B054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42" creationId="{DA38C3D1-4FB5-4044-8F93-00FBB56858E7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5" creationId="{902F4D9D-F3C8-4DA4-BE6E-DA6A4FF6304D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8" creationId="{CD406165-8E4E-4F5D-8B29-EC318B8303A5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1" creationId="{983DD69D-8A56-401C-B269-E96C4A58A971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3" creationId="{0F1B2DDD-8FE7-4BD3-8159-54DE061A6F5E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7" creationId="{93CED286-1D28-443A-967F-5A4CB54B2A06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9" creationId="{29307B48-1AC5-4C85-8891-D8EAF14E28EA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3" creationId="{BCF1F1B2-DFF6-487D-8E11-24EC0347277B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4" creationId="{E6116226-73B7-4445-B56E-AF143D24BC4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9" creationId="{2569070E-DF02-4047-B20C-FA4FDE1F2210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0" creationId="{527F909E-8EC8-4991-B108-15E08E585730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5" creationId="{51C11E5D-6B4E-46A7-BBFA-077C60DB3AF7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7" creationId="{41474432-F698-4FAA-B09D-A69F0211848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1" creationId="{20593A8F-51D5-4219-B842-686205897C93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3" creationId="{C65AF434-9181-4425-AC8A-316FBD40CFCE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4" creationId="{159A2341-BC0E-4440-9D5C-0002012CD88B}"/>
          </ac:grpSpMkLst>
        </pc:grpChg>
        <pc:picChg chg="add mod">
          <ac:chgData name="Cristian Chilipirea" userId="34ab170da5908fc4" providerId="LiveId" clId="{51E1D80A-4A29-4E2A-B293-4232621C1517}" dt="2019-10-06T18:08:40.613" v="258" actId="1076"/>
          <ac:picMkLst>
            <pc:docMk/>
            <pc:sldMk cId="2957820623" sldId="515"/>
            <ac:picMk id="4" creationId="{4F62176D-0D7B-43A4-AE44-10ADC67C3365}"/>
          </ac:picMkLst>
        </pc:pic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2" creationId="{F0FB9614-A580-4670-9AE0-DF5D113C2611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8" creationId="{5379FA84-7E16-4562-A232-431647656839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75" creationId="{A0D43198-D5A6-42EE-926C-EA747E79E84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1" creationId="{0BDCD842-AA87-433D-903D-F1CB0064BE6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6" creationId="{B1AE178D-03E4-4B7C-BA53-985756DA4340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2" creationId="{6BBB431F-6127-4BC6-86C3-DC0BAE019177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5" creationId="{23632047-63D0-41DE-A530-65C3F97E75C2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9:14.083" v="271" actId="1076"/>
        <pc:sldMkLst>
          <pc:docMk/>
          <pc:sldMk cId="3525947301" sldId="516"/>
        </pc:sldMkLst>
        <pc:spChg chg="del">
          <ac:chgData name="Cristian Chilipirea" userId="34ab170da5908fc4" providerId="LiveId" clId="{51E1D80A-4A29-4E2A-B293-4232621C1517}" dt="2019-10-06T18:09:03.361" v="266" actId="478"/>
          <ac:spMkLst>
            <pc:docMk/>
            <pc:sldMk cId="3525947301" sldId="516"/>
            <ac:spMk id="2" creationId="{2A748F6C-576E-4EEF-A077-246D1B6B0B9A}"/>
          </ac:spMkLst>
        </pc:spChg>
        <pc:spChg chg="del">
          <ac:chgData name="Cristian Chilipirea" userId="34ab170da5908fc4" providerId="LiveId" clId="{51E1D80A-4A29-4E2A-B293-4232621C1517}" dt="2019-10-06T18:09:02.121" v="265" actId="478"/>
          <ac:spMkLst>
            <pc:docMk/>
            <pc:sldMk cId="3525947301" sldId="516"/>
            <ac:spMk id="3" creationId="{99AF0EFF-2275-4E10-AB64-A20FEA22FCF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" creationId="{81A48CF7-BA94-427D-A032-3611E82C682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" creationId="{A9238502-D450-4D2C-B6BD-5B962814265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" creationId="{4A6ACC1B-0D43-49C4-98EF-8336007E4A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" creationId="{E1648C15-5CFA-4120-96C1-4C4748DFC2E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" creationId="{7F446975-7F26-4E74-AF64-4331CA554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" creationId="{35BE88DE-7157-404D-8D42-68CCF60839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" creationId="{9CD0BF56-358C-4C2B-B4D6-92ED014EF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" creationId="{A9C0C7D5-2D86-499B-930B-D13E3159E0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" creationId="{9E2B0E80-1DAB-4115-B992-0264E4D0C65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" creationId="{75EFB6C8-8F67-4B10-8D98-4178A26F10E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" creationId="{F8ED2A50-9310-4B3A-BF6B-BD5DF0076B4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" creationId="{A0C5BCD3-0A0D-4B0B-94F9-C8929B0879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" creationId="{39CE95CC-3E49-4D3E-9BC5-6939E9D540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" creationId="{FAD6A5B4-CE13-49A8-85D8-C3B48FCD1A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" creationId="{8B36F362-91C8-4DA2-8336-0E6DF1C303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" creationId="{A19FD7FA-628A-44B4-BBD3-B4E41BBBE84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" creationId="{7AEFBE68-DE84-494F-8EC8-F0BC133FB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" creationId="{41DAB0D9-474B-4D63-B4DF-74B54663809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" creationId="{B133FF0A-2E5E-4246-9E61-BD059168BC9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" creationId="{834900FD-8E26-483A-8DFA-E8C8FFB95D7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" creationId="{C7845CDB-4F91-4193-8652-FF777DABC3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" creationId="{5E3610C1-55BA-430F-B3D2-242208E1DD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" creationId="{DD9AA4AB-AE85-40FF-B39F-21F4F886E6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7" creationId="{CE5D681C-CDEC-46E1-BAC6-6A00ADB798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" creationId="{40E7ABEA-41B1-489E-9D2D-88ED6477B4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9" creationId="{F8B6E25F-C61D-4A77-97A1-22A1B228CD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0" creationId="{762FAA30-073A-4097-B6E5-303D174614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1" creationId="{6FBEA0E9-F32D-4829-9866-4DDB31CC0DD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2" creationId="{6C8CEC95-700E-4171-B2E0-8A855EB82F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3" creationId="{6AD2E2EB-4331-4F75-A29D-B0DDDABAAA1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4" creationId="{A5F1E574-7BDE-455A-AA18-35D106715DA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5" creationId="{F099494A-0D6E-4683-A1A8-6B090B266BA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6" creationId="{FCBD196E-845B-4A52-AACE-C3401F0CC7C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7" creationId="{6DDDEB95-6C55-47D5-9BA1-BAFDE6EFB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8" creationId="{4D97FAB9-2289-4EDB-BEFC-006888FE9B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9" creationId="{BA4FA422-2FCA-4423-A78B-F9C409B9CA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0" creationId="{6038DC38-9FCE-40E6-9DDD-0B8EF820750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1" creationId="{4350D071-DFAB-4EC7-BAA0-313F2BAA6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2" creationId="{ABD5B84E-9A21-40B0-ABB6-AEACC9DDC5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3" creationId="{FB03953E-3C4E-4A84-A40E-F152C9803F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4" creationId="{5841423F-7E82-458F-B0C7-4554DB5D4B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5" creationId="{DA6C51E1-F59B-452C-B080-7429516F42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6" creationId="{878A2B50-2C63-4008-B986-1C158EBF12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7" creationId="{40EE6972-165F-43CB-AF3D-0CCC5AD0017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8" creationId="{0F6782FC-F983-4D0F-B9C1-746FA92917D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9" creationId="{AA8D9A28-D03D-429E-83D7-AF6889E3FE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0" creationId="{82412677-596B-49A8-B315-94A3E9A9A86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1" creationId="{A8EA4D11-FD5A-48AB-8A2C-A769887365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2" creationId="{22007F73-1A50-4E67-BA21-987BDA0AEE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3" creationId="{9083B12B-381E-457F-9467-E09EA9101C5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4" creationId="{798CC410-152B-403C-9EF1-471B21CE9F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5" creationId="{0BA31093-3255-4C41-BDBA-B4C622318F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6" creationId="{B15BC17E-F166-4C82-A3E4-AD226F52EF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7" creationId="{6AF37779-C286-4220-83A2-DEE61FB861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8" creationId="{6DE4AF7C-0220-47DC-93CF-EFC51EB470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9" creationId="{0425E2DD-FA57-40CF-833D-A89949F6E0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0" creationId="{7F5FF2C2-CEAC-445D-8AE1-111FB4733E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1" creationId="{B7F2B193-0349-44E2-A7C3-662955E8A1F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2" creationId="{AD644220-2469-4AFF-B02C-E6618DDE99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3" creationId="{F08E5167-DB0C-4AB3-8F1E-4FC1172BB82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4" creationId="{38C2ABFD-751E-44AC-A69D-BC4466E366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5" creationId="{DAE2D47F-6E2E-4FFA-87E8-4D2C444105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6" creationId="{DA0AD413-31BE-4793-9CEB-633CF510303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7" creationId="{4D123D2A-30F1-4A28-AB4C-267C3541DCE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8" creationId="{C584816D-DC72-4E3C-9A40-B5A31A5B86F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9" creationId="{725C15D0-C86F-465A-A646-632D6E727D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0" creationId="{52688DDE-4306-4FD6-9F72-F303453D7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1" creationId="{74FE7690-065A-43AF-8372-D1E5C3DBE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2" creationId="{23D33980-6E50-4E9F-BDB4-D6164AE1AB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3" creationId="{AF72E7E4-557A-4303-93ED-A2156E08FF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4" creationId="{861DDEF8-8BCE-437B-A01C-86C16AC5B4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5" creationId="{AB8B637D-681B-4D7A-800F-668BD1617B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6" creationId="{E449C947-564A-4D1C-B572-308A0B4538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7" creationId="{EFB8EB0C-78BC-4A67-9F3B-9F7987DE7E8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8" creationId="{1EBAD14B-AF4B-4B2B-A2F0-729A4B5A96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9" creationId="{28CE7862-5867-4BC6-852D-719D45CF3A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0" creationId="{0AB615EF-217D-4508-A6DE-9E7E5B8D23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1" creationId="{3E6B8720-1EB5-4634-8815-AD663B6AC2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2" creationId="{D9AC005D-6AB4-4737-827C-E71DF78A4D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3" creationId="{93B8C0BE-86F8-497D-96D7-D8DA393A53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4" creationId="{FE4ADDEB-A928-44BB-8202-303A3B55B9F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5" creationId="{5E0F9BA6-A17C-4A40-B43A-78F9E51B321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6" creationId="{95700E3C-6E19-4B4A-86C4-976BE1DF41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7" creationId="{83E58426-C614-408A-AAD9-6857DA9B90E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8" creationId="{2EF6F767-EF4C-436E-9D36-29846AAE544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9" creationId="{961D7BA2-149B-41DF-AE4F-84226B31D3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0" creationId="{866BE810-73E8-47AC-B540-FEDB03E107F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1" creationId="{FC1C9537-25E8-42D3-B24D-EF6C23F7B5D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2" creationId="{1F6D6307-0161-4B5E-ACC8-BC5E237841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3" creationId="{943B8CB6-61C8-48F9-97F8-4428E31AD2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4" creationId="{77D5C087-A9FA-4070-A30A-68B50A2322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5" creationId="{EFAA5BF2-4A32-45B9-B47E-932627189D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6" creationId="{10DB065D-2C22-4147-BDBC-8BFF26F03C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7" creationId="{D6ADD4EE-F068-4E33-B802-72C5940CC91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8" creationId="{82FB27AD-452E-4FDF-BF19-D96BB9AB14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9" creationId="{ABACE598-AC16-49F3-B126-C4B4AE863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0" creationId="{720B29E4-1E57-4D85-BDEF-005800AA91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1" creationId="{64FFC63C-EAF3-4948-8A6C-B5F1E8F58C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2" creationId="{A0C981B0-5BA2-484F-B9DC-02023BFAB6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3" creationId="{59BF895C-1885-4FF6-AF30-86D90062413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4" creationId="{25C8366F-0FD7-41C6-BDE0-284085182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5" creationId="{78724964-8F6E-44DE-9869-90CD04BD38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6" creationId="{B60B6127-A15F-4993-9A9B-7BC117ACCB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7" creationId="{32F8982B-6C49-4E5A-9851-AB60E3AC6A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8" creationId="{5C8D1857-2D3A-45F2-ACC6-4D9EA0D750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9" creationId="{AB31751C-7EDF-4451-8D04-6CCFC2AE2C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0" creationId="{13D9E67E-D473-4927-B16D-5ACAFAA8DE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1" creationId="{8CC3911D-523F-45E8-A6BF-E4E2952C1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2" creationId="{E98E5713-6C79-40B0-8C30-743DE475B26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3" creationId="{0E11F2B7-97EA-4238-B9D7-A70FA3AF7D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4" creationId="{54E48675-4449-4E51-BB2E-26FC5E6DD76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5" creationId="{C6DDE6E8-EA87-414A-928B-F7FD89D71E9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6" creationId="{D177A783-609A-4FFF-B5F6-9D9BCED04C6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7" creationId="{7EA910D5-9509-4DB1-A728-BAFF49C37C0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8" creationId="{98E52453-9570-4D88-A1F8-3A94507C9B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9" creationId="{A16AE2A3-CC0D-41A7-924E-9B598552FF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0" creationId="{17E9E778-A417-4850-8318-61E84787EA1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1" creationId="{873855A0-69EF-4B58-9133-DE27AEE9AF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2" creationId="{1C52FBCB-AA60-4EF4-A995-4B29FFB8E9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3" creationId="{81ECCF7B-23B9-4412-8E64-7D080D4843F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4" creationId="{8C0203B4-FE51-4C13-B395-F834B24FA4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5" creationId="{AF9448D8-3AD9-4070-B2DF-BD0BBA2201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6" creationId="{1D47D114-923C-4786-8889-BFE5C702C8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7" creationId="{4E55EF62-649C-4711-9727-B7CA5B9529C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8" creationId="{8E7C89BD-527D-4BBD-8B6E-633F0CB3226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9" creationId="{B0461DAA-B3F0-48AC-A832-7CF3D5F9CA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0" creationId="{45829A2A-10D2-4D68-8072-7E4CA74BA7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1" creationId="{2483B2C8-2AF0-4A2F-8B1D-EA2BB6A02FA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2" creationId="{1A327CC3-251E-4740-A19D-9051DD4C0FC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3" creationId="{7B80C8E5-D5D4-4C0D-AB65-1043705942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4" creationId="{DB61C84A-B497-4276-BB1E-392F59C3A5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5" creationId="{45778B5E-00D1-4C36-BC79-486FDAF481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6" creationId="{621C3011-1436-4A35-A1FD-3E62B42CD25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7" creationId="{3FAD86C1-663F-40EC-BB9F-F3DAEC7C69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8" creationId="{85282E73-8F89-42C4-991D-F9A7E17296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9" creationId="{F2962331-DA28-4005-A232-925B3931EF4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0" creationId="{FBDB3DD9-B3C1-4077-B32D-E6BA68FA6B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1" creationId="{9F55D5AA-284B-4AF6-9919-43070B9984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2" creationId="{4B144694-D3F8-4A32-973E-1631476CEB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3" creationId="{458A36B6-E535-49F9-8BF6-438E36B7A4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4" creationId="{F9405AFD-262D-492D-B21F-4B71AE202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5" creationId="{184896E7-7000-4C6C-BBA6-2102C5E5A7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6" creationId="{7E652A70-539C-4121-AE0B-8F9F2DFA439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7" creationId="{698DBA92-A5E0-41D5-8BD6-A1900C913D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8" creationId="{70B0D057-B7D8-49B5-930E-28DB51BC2F7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9" creationId="{C0502EE0-A3FC-469E-9CC5-CC5E738E63C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0" creationId="{EEC247DD-27A9-4888-8B01-B4DCF1EBCD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1" creationId="{4B69BAB3-9033-4948-9BE5-1281FEAFBB0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2" creationId="{67534385-4359-41E1-90CC-1547DD2DA75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3" creationId="{F12481CE-5976-41F7-8107-4728B0019C6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4" creationId="{5F1FDCEE-3BAB-41B7-8EDE-4D49A5EA82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5" creationId="{C9CE92FF-2148-4B7F-B74D-F54EAC20D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6" creationId="{87316CF7-3609-43B9-B158-B4A3992223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7" creationId="{4C2A7B3E-5BE8-489D-905A-1E15C1CCD2B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8" creationId="{711F4555-C236-4A58-8FFC-580874688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9" creationId="{7816D3AC-A5C4-456C-9B73-2681EEF64B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0" creationId="{232CEE18-53A7-4FE1-8452-7265E46F2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1" creationId="{24A32EEB-080C-4828-9E85-D7CDA3B0292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2" creationId="{898F5362-DE0D-4B62-8D2B-9459F6D897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3" creationId="{C47F7FE5-4D07-4940-9316-3A3EA9DD911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4" creationId="{454CC8D2-4347-4E51-8CBF-3ED6C982167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5" creationId="{090CE0F3-5270-4173-84DB-41D97E52D2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6" creationId="{B22ACCB6-3981-43DF-BB6D-DD93F48D92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7" creationId="{A09D1A9C-9C80-437C-8DB0-181460DF61C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8" creationId="{BBA3DC2A-E309-4663-8D89-A4D4A2D6E5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9" creationId="{E4028849-81F6-44F9-93CF-3FB95CEAE4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0" creationId="{C22FBD1F-73B6-44A0-A960-9716CA3DCEA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1" creationId="{BAEC08BA-D848-47D0-9994-F6933FD3B3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2" creationId="{B6F50CDD-9392-4290-94C9-C81F86F3C2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3" creationId="{603EF574-1DD6-48D6-B33F-C75108D0804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4" creationId="{7CCF4671-FB19-4766-845B-4F0A3A7CD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5" creationId="{862BBD6F-2DAE-42ED-BC71-82ACA16DF56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6" creationId="{3F081821-827A-414E-97B5-EEA73012FD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7" creationId="{2C7653D8-11D2-46F2-BD04-3151CC55B1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8" creationId="{8F6E4D88-4672-4C9D-A655-E6A3487AA5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9" creationId="{628886E6-83A4-4F45-88A4-A7A8EDAB91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0" creationId="{FBDE10EC-7F27-4DB1-8FB2-00D2B1AF69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1" creationId="{6001140F-252F-4CC2-8642-ED4F40E2F5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2" creationId="{C28F83D0-47E0-4A44-9771-4CFF5A63E69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3" creationId="{45029169-04BC-4667-B578-148AE6D534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4" creationId="{EF9C57C2-5A09-438F-9D26-D64D4743FB5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5" creationId="{3AB1C0E5-84F0-4E96-9D6C-1EEC9AC354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6" creationId="{4DC7E910-7C51-46D8-AFA2-F9DD0587665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7" creationId="{920D58C6-E672-4B36-9CE0-8793B0D071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8" creationId="{07CEC326-F1CB-4F4A-A244-852093FE18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9" creationId="{3E82EEF0-894E-489A-A512-779F574F812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0" creationId="{17A505C7-7724-4B63-99A4-1463CC003F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1" creationId="{3F11C3B1-910B-4EB3-8070-1DBC2B0B46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2" creationId="{1999D326-8F0E-4FD6-89FF-1C342AC7ACC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3" creationId="{88DE643E-2EEE-4441-9151-48120F3D9B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4" creationId="{7B733A88-8F9C-4122-85A1-DA0046C7A9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5" creationId="{831E323C-3929-410F-9B63-8A6D5435BC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6" creationId="{8330C72B-ED08-46DA-8673-CCF89F63E06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7" creationId="{4613D1CE-ECEF-4839-AA54-06AD17FC0E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8" creationId="{9F4750EE-A3DE-467C-8F8E-5D19B53AB0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9" creationId="{4463CC68-97DE-4537-98E6-C65FF11F203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0" creationId="{C6A858AB-D5A0-4253-BF67-3E6A2FEA04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1" creationId="{DA6AD364-CC0A-457D-A676-636929BF4FE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2" creationId="{D3D5BD0F-6EB2-49BA-A194-92757BA43E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3" creationId="{79CC2A87-8D30-45AE-9AEA-1FABC111D3D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4" creationId="{79E910F4-F930-4321-BC04-E1EEC84EAB7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5" creationId="{8DFF64B0-F439-4584-A789-70DA59AA90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6" creationId="{DEC0BA5B-18EC-4927-95B7-BAB86A00E76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7" creationId="{9230E7E9-4183-427B-9356-12DF833057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8" creationId="{1A2C90FB-51FB-4C3D-8A32-29BAD87CA2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9" creationId="{6CD76310-B0F0-4E71-80AC-AEB0ACC852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0" creationId="{73473965-351E-4329-9EFC-69E6E23060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1" creationId="{4F3ECC05-B96A-4DA9-A75E-705BF57C8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2" creationId="{D0DDD6C2-4EEE-45F9-B434-79E3EE5D98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3" creationId="{59D391A4-5A80-4F1A-B85A-AFF06C94C3F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4" creationId="{7B1EF564-488C-4E1C-8E76-1DA9C44EBAC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5" creationId="{CB996DA9-3DA9-4EC0-A2EA-069D6358EF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6" creationId="{87731CD6-245E-4A1F-A382-4648552B02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7" creationId="{443B7559-D259-4B39-9BF0-60B480EB2C2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8" creationId="{9567EB7B-A563-4D0B-AAE1-BB058ABD88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9" creationId="{107A4304-47BD-48D0-B4AB-995BC3C5A8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0" creationId="{A0FDB02B-BDBC-44EA-BBE8-976AA1AE06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1" creationId="{594B9448-28C6-4415-BA25-47AC53E5D78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2" creationId="{DDBA99F9-CED5-434D-939E-D02B75C7A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3" creationId="{E7F67EE9-AF1A-49EA-8BF6-CB2F1A9315A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4" creationId="{F6400533-EE3A-41A5-A831-54C5914360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5" creationId="{A05C6BD3-19A9-4FE6-B41B-4041852FE7A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6" creationId="{5ADA1507-54FB-4858-B34A-8823AAACCA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7" creationId="{1071154D-DE08-40A2-8E2C-EA54393FF9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8" creationId="{75383E84-A893-488B-944C-F7E442CB4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9" creationId="{F1D89715-1CCC-4CA1-B8E3-A1E342799F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0" creationId="{80C453BF-B0E7-4A73-BCCC-D7F1121FCE1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1" creationId="{6C3B78AD-AEF0-4483-B9BE-CE303C5A18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2" creationId="{235C5158-FAD5-4C36-B646-F40FBB2A5A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3" creationId="{85F84444-350E-4F64-9544-905B7A0623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4" creationId="{217188DB-1589-41B6-845C-A5B578949D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5" creationId="{501B9ABF-EF46-422C-8967-C0C1AB81BFC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6" creationId="{C9A39D04-34ED-4094-A7C2-3AD141DEE5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7" creationId="{BBBF9217-5B90-4909-9025-9141BC489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8" creationId="{E0C6C855-2189-4FED-AADB-CAC180C00F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9" creationId="{064C3C11-99A3-413D-886C-2AB43596E2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0" creationId="{CBAD9CFF-A991-4BE5-B327-D752DB445F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1" creationId="{A69817C5-1817-45EE-BEA6-2152FFC5B6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2" creationId="{F33B8298-D0E8-4429-AF2A-A5551E4BC9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3" creationId="{FADF9D40-F684-4DDB-A48F-54439DD21A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4" creationId="{A4537FF7-BCAE-446F-BD8E-699FB16AA51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5" creationId="{2F73FA0E-8068-4487-8544-AC265F86BA2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6" creationId="{8E3710D6-7933-4183-85F9-51FEAD1CD9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7" creationId="{0C767098-E44D-4EE8-998A-0D32AE1A8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8" creationId="{D7E45FF7-DE4A-4D9B-BB68-90B503EFF3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9" creationId="{2D8D03E9-AB0B-4997-AF69-F3B816111CB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0" creationId="{338EC33D-018F-4AEC-94FB-DFF799975A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1" creationId="{8E85E32D-CE41-489A-8DAC-3E699B00F2F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2" creationId="{927E7E21-A30B-4979-8E89-85A2519C1A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3" creationId="{19531482-7D84-4366-AF6D-C05C016F8D8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4" creationId="{816CCA29-A3F4-4B6B-BD93-87C62CECEA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5" creationId="{8A478ACE-DE44-408B-AD2D-BAECB4A168B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6" creationId="{B49FE86E-2298-494C-B6DB-610ECD23896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7" creationId="{101A2438-A8F3-4BA2-AAB0-ECC36A0DC4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8" creationId="{7B875E37-32A4-48CD-B09B-F91F35A6F0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9" creationId="{6012F3C7-1DCA-4D8C-9D5D-6BF0EB03B4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0" creationId="{3311D094-79A2-4ABD-9100-CBB3BE7455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1" creationId="{C3B0CF39-A4C4-432C-ACE2-CE12D366F1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2" creationId="{F74F4336-1AAB-4D03-9695-2BB884E2E1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3" creationId="{60F13C6B-D6E2-4742-8E76-C9919D45D3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4" creationId="{6D7AD568-3976-46FB-95C5-E1EFCBE63E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5" creationId="{2A9DB968-7AB1-4D52-AC6D-17EDAFDBE7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6" creationId="{7CE655D3-B098-4B7B-BB93-3ECB63FFC85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7" creationId="{21AB9914-76F7-4F8E-B23F-51F015E714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4" creationId="{C255FD57-0E2C-4979-9587-4F8AA3A6240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5" creationId="{3FC03159-66AD-4E60-AE4B-DBA5C57321A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3" creationId="{D3ABCD70-B52B-4438-B773-6C30B8ED37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4" creationId="{C9562B8C-1758-481A-B980-95C5F1BA3E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5" creationId="{531B7E1D-5FE3-4E8B-AA1E-182DFB12128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6" creationId="{BD2479D2-7A53-4D08-9AE5-EFD5C8CB14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7" creationId="{50B494AC-C8B1-403D-B19E-40A9BD21EA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8" creationId="{766027D2-ACC3-4F69-9AB0-3626CBAC37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9" creationId="{FD243E9F-380C-46F6-BA6E-43516CF6D65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0" creationId="{BAE50188-DE5C-4765-9DD1-BA40DE4A6A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1" creationId="{4A2700F3-D804-489F-8890-BC610FE064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2" creationId="{986F1E9D-CF78-4B06-9E38-C0943C52327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3" creationId="{0CADB311-D8B2-42A7-853C-1CDF7E561E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4" creationId="{ABE2C825-8E78-405A-AC34-7DDBFBF81B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5" creationId="{30E976E7-CA71-4159-9C36-22D6225A96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6" creationId="{1497C852-4818-4613-95FE-10D9999462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7" creationId="{D8D49D3C-6279-42DB-95FA-F722721A5E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8" creationId="{16E799F7-07B5-4CA3-975F-C7BE75F50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9" creationId="{91E0EACE-5AA6-4BF3-BC65-247A38727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0" creationId="{BF279A61-2B66-4C43-957B-8168796785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1" creationId="{769F18BC-FE97-43E5-9C95-93F3FEB4AB3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2" creationId="{A02AC055-D6CA-4556-9BB9-BA97035617E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3" creationId="{F1049ED6-BD98-429C-9B1B-1CB74A607A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4" creationId="{EA29B457-E526-4FA4-8C11-2256669D47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5" creationId="{48538280-9EED-45C8-A661-54320B43CE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6" creationId="{872AB9F1-5E36-46DF-BA73-604362D8E2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7" creationId="{647F9789-77CB-432B-A3B6-6CF4F8A771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8" creationId="{E4E092D1-2F35-4C62-8C23-085013F0C6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9" creationId="{43EB5D7B-C143-4B4F-A122-1852623FD0E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0" creationId="{EE7B42E7-96C0-4A93-AA59-5510C63CCC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1" creationId="{6900023D-187C-4E62-94A7-C4A026DF63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2" creationId="{F195A0C0-7B68-4F8E-9ECA-D40F7AA7F9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3" creationId="{AD40EAC7-DF7D-4054-A006-2BC1C25843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4" creationId="{97908BA1-0115-4789-AEDA-D49A1DD10C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5" creationId="{824A1EDB-3CBE-4C5B-A235-099661C528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6" creationId="{50905CDD-84A0-460D-BDC6-66856BD6FAA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7" creationId="{84F03CED-8927-4A02-8C8B-92703E7EAB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8" creationId="{D6441353-5743-4F81-BAD0-5A680915F32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9" creationId="{91BE08C7-2C2E-41E7-91DB-3FBF67E9BA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0" creationId="{90752B01-E7AD-4C0E-B90A-3592B8D555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1" creationId="{DA9E2792-8E91-495C-848A-7E57B3F54E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2" creationId="{79E1E981-CE75-498C-8C62-452E77482FA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3" creationId="{1566CA56-42B9-48A3-B489-4DCAFFADD8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4" creationId="{0D1A67CD-88D9-47D4-9FA7-17C25484AA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5" creationId="{E87450D9-9340-4FFC-BC2A-51063FEAE8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6" creationId="{0266D525-A2A0-478E-80E0-EA447482B0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7" creationId="{AF9669BC-3251-4743-880B-589469DCF2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8" creationId="{6C7B6BFA-F569-4B17-9032-27FB37016DD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9" creationId="{9B8BBE96-CAC5-4F64-BAC1-7FA5C69DE87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0" creationId="{1882EED7-8217-45A6-8D16-0591A8B065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1" creationId="{CFF66DF4-E6A5-42B4-A251-F976C5C174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2" creationId="{B45B9585-B34D-476F-9A70-D172E920A7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3" creationId="{ACCA2E0F-75A7-4D0F-B92F-D5ECA38D20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4" creationId="{04612F36-C31E-4DF9-B837-19211E4F4C2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5" creationId="{12E93DDC-70E6-42EE-B459-E072EF7EB26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6" creationId="{42251CF2-248C-46A7-84D5-32C5F20A055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7" creationId="{84CB6185-271F-4429-8C25-7A501711907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8" creationId="{CBB4A82B-9D83-42BC-A203-901D778CDE2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9" creationId="{DE7651EA-0792-4AE2-B798-8ECE4F6EEB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0" creationId="{57BB4E06-C071-43C3-A66A-3393C17037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1" creationId="{F09DE2AF-84C9-48BB-A5DB-E561C50FBD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2" creationId="{475C0C76-712E-478C-A805-AFE9A1CB743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3" creationId="{952D462C-F8D9-4A3A-BB40-AB1EA7434F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4" creationId="{079E3815-C59A-4ECC-877E-FDDD8ED531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5" creationId="{B0C078AC-99DB-4024-A4F2-746455E77D6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6" creationId="{D9D80C56-A286-4AB1-85FF-AC8F041FCA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7" creationId="{37634065-89F4-43CC-898E-D00EC440C5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8" creationId="{BE392BB6-6B2E-4885-AA4A-6EB0EA2536C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9" creationId="{7641DD30-ABA7-4088-88B0-AF6BC9748C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0" creationId="{CEAA486A-104C-41E4-8672-BDA9A57F18C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1" creationId="{4F7B2FB4-65B2-45D8-84AE-013A611AA4E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2" creationId="{2775F469-8C50-448D-9FCC-87DB59CBE0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3" creationId="{66A9261B-BC49-402B-8E9D-C71F9AC3D5D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4" creationId="{87A7D1F2-1F88-4DCA-9EE2-F4987DC6C1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5" creationId="{92F031E6-E094-4544-A086-C1A7CBFDFBB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6" creationId="{923E3D4B-BF46-40C3-820B-3C5C9D020F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7" creationId="{3CB18ACC-BDE9-4E8D-B9E5-8FBD8B3D4C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8" creationId="{94AC22DD-C342-4C3F-9DAE-25BF037576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9" creationId="{9D65080E-15D8-4E3C-AEC6-9B8522ADD74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0" creationId="{D3C1DC97-EE95-4D87-AF8E-A6363F5C47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1" creationId="{6AC39C8F-7457-44BB-B9CE-14A8C1C6CF9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2" creationId="{3660D8A5-C965-4FAC-9C63-AA102DE4B2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3" creationId="{C4001725-28DA-476B-BD6B-E6334EF5FA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4" creationId="{9F4B013A-6BB4-4015-9066-F54928D85E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5" creationId="{939536A0-4E4D-4671-819B-347544A627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6" creationId="{73C7F6E0-EF16-4923-9339-71397AFF810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7" creationId="{D2B18B18-D3B1-4927-BD59-1372551226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8" creationId="{302E7747-D5FA-4A38-BFDE-2A6B030FF6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9" creationId="{A77E5496-F4DE-486B-AC81-37641077E5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0" creationId="{7EA7CD67-8865-4C46-80F1-A5864FBF93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1" creationId="{0F25C129-DF83-4F59-A418-398621FEDC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2" creationId="{2EE2D5B5-7261-4563-9A72-DA6092D472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3" creationId="{A0541395-F44F-4745-8AAD-E63F116BD35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4" creationId="{53D736D1-1E9D-4FC5-842F-FEF572BFD2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5" creationId="{8B52B910-DFBF-4024-ACB3-CCB79EFA9C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6" creationId="{B3BDA6CC-7223-4F69-807C-09CC078134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7" creationId="{99716744-C7CE-4718-93C7-65D71AF937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8" creationId="{C973A68F-77DD-4B97-A642-C304FD1B46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9" creationId="{5FF94D23-701B-484F-B82E-7FE718EBE1F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0" creationId="{B89C1665-D029-4B01-9408-44170557C3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1" creationId="{E41BBD4B-EEA3-4E6B-93EE-C8037F046C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2" creationId="{4BBC8F6C-281E-45A7-9D12-2051652160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3" creationId="{3A477688-102F-4131-A1E5-1001C718C6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4" creationId="{23E2AB37-70B6-4EBC-912E-496313DC14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5" creationId="{EC3939B8-0536-424A-ACAD-C6654F8C00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6" creationId="{C182B545-D4A4-4726-BB5F-D448564665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7" creationId="{2B028849-F02D-43F4-BB8C-1C89D796AD0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8" creationId="{81CB8298-44CE-46FD-A753-7E838BAD89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9" creationId="{7FA1C522-F3B3-4B27-8A39-26FBB5702E5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0" creationId="{A0159010-B016-44C8-B5DF-2B63EE866F3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1" creationId="{B76F06C8-14C3-4EA2-82F6-0B5F429AC3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2" creationId="{D3BE6DE5-C539-4775-9361-C4CEF8686AB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3" creationId="{2FA6C427-EC9C-4BB0-9565-749C3811E4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4" creationId="{90ACFEA6-B597-4DA1-B0E6-DC41953C4C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5" creationId="{7FAB46F4-10A1-4CB7-BD47-0E05671577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6" creationId="{6043DC8A-B904-4468-BFC7-CEA26AF1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7" creationId="{F51DF309-C7CD-4636-BFB0-804EFE8890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8" creationId="{CD1FFD28-9D93-419B-974F-63DF822682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9" creationId="{CD2C7A81-BAC4-4CD8-A76E-9D79273D7CB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0" creationId="{0E806EB1-B447-484B-89EB-F2BABBD21B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1" creationId="{B830357E-F22C-4F02-9BBB-AC28CCADE3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2" creationId="{8783D9FB-CD32-4F0B-A5ED-D16C51436B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3" creationId="{2C5565B0-E58B-422E-9757-EFFF5A2C0B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4" creationId="{BC8622ED-7C7C-49D9-9834-A00999AB66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5" creationId="{C099CE6D-7F61-4E1B-8379-DEB76AAA0C3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6" creationId="{F9DD69CB-C535-467B-8B9D-5B0A5BBA3C6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7" creationId="{05962FAF-7D8D-4628-A0AC-69E56FFB118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8" creationId="{6CA27E85-8F93-4723-9538-0976A579712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9" creationId="{38FC0875-2FC5-4227-9BE1-62A7762341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0" creationId="{D16B5D00-5AF1-4176-BE7D-A7210628048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1" creationId="{F2A4A9CA-888F-4B96-A1DB-8D13AC72631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2" creationId="{6C125D9B-1A4D-4BA0-9B2F-453B157EF99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3" creationId="{171D76BB-AD94-42BD-9A8B-E96955D9DC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4" creationId="{41568C42-FAED-4B7A-899D-B464FF5E9B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5" creationId="{B5D4DD2E-75F4-4D0F-87AE-F2271409512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6" creationId="{44BAF615-715F-4875-9B16-E20851B0743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7" creationId="{DBCE81CC-23E6-423E-A973-EBFA37CD7F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8" creationId="{16936C4A-6E02-4367-A92E-62B62221D33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9" creationId="{81AEB018-5243-4908-B611-FD7FB70D49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0" creationId="{F16EB7B4-4CFC-4B12-8577-443916E3F01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1" creationId="{4D347F11-29DE-41F7-873C-48EE4717339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2" creationId="{3910CB63-EF71-4A52-ACD8-CFEB68B058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3" creationId="{73E52E6A-FD56-4482-9B13-56309DD5ACF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4" creationId="{C2ACEF03-0955-4676-A9BD-A5E35FE875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5" creationId="{1FD9E56D-1209-49A9-8D7F-B99B6549E4F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6" creationId="{EA8050F3-A2D2-41B8-9849-38CB1C98D05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7" creationId="{50237815-5987-492D-881E-EBCA7B1B52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8" creationId="{11901605-264E-4B09-9E23-2C88698163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9" creationId="{219D412A-3DA9-48EA-A2B2-B1487677909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0" creationId="{45DD43DF-CD31-4E04-ACFE-60EBD2432C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1" creationId="{DDB51E4C-42FE-4361-8919-85BFAE6720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2" creationId="{322FB403-3B95-4F0B-913E-911E566D56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3" creationId="{A02CD37A-005E-4A53-80E6-DA9503DD3DC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4" creationId="{A0FD4544-9125-4E29-B4CA-917C1A76769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5" creationId="{864C57ED-2D12-4F16-9DD6-4E0160AF54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6" creationId="{B56F61A1-EE12-4ED0-B603-37E411ED2C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7" creationId="{7D162ED6-46F0-4447-A4E4-2170B9948ED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8" creationId="{BB006F4C-4127-4D61-BCA0-2BD9FD83AC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9" creationId="{96F2008B-0260-47F2-82D0-D5EB0CCA92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0" creationId="{EEE141D4-B608-475C-BE47-AEC2BF841A6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1" creationId="{E8DD020B-36C8-4E16-B1B6-9CF7FD53C5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2" creationId="{FCB97F8C-3A85-4ED4-8CF4-3E2439459AA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3" creationId="{C6C06913-EB99-431C-9DDD-3188E1374A9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4" creationId="{49744BF4-A8C4-479C-AF25-2A84A06B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5" creationId="{64E51593-A9AE-43A2-93D6-58E51CB3EB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6" creationId="{27B047D8-1222-433F-A325-E6C5C40ABC3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7" creationId="{B0D0EB24-AB7B-4569-894A-E9DE743629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8" creationId="{DB2A0C95-7433-4184-87C8-7DDD84FC3C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9" creationId="{B38AFD13-6EE1-427C-AD21-51EA201F7F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0" creationId="{93771527-AB57-487F-92ED-6756178576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1" creationId="{402C24F9-D131-408C-9229-09D3E1593A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2" creationId="{41B8D37A-0490-4975-BE4E-9BEBDE24914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3" creationId="{3E7650F4-2014-49FB-997F-FB1E9AD472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4" creationId="{EA696696-4E93-4107-8288-0946BD318B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5" creationId="{2202DA91-FE9A-422B-AAFC-4B1EA8D5AD5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6" creationId="{A9BD438C-FCF4-4B2E-9364-BB6FE28420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7" creationId="{1CC451A0-6D5E-4DCE-946F-A8FC404F82B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8" creationId="{E724292E-3C95-4B4B-BA61-86EE57DCD7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9" creationId="{4742A3CA-9E17-440C-A933-554AAD6BB3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0" creationId="{35F127D0-F7A3-4CAE-B72B-289645314A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1" creationId="{05F65279-75FE-48B9-8E15-01EA0A0FB1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2" creationId="{29EB5432-66FD-47B4-87FA-154F37BABC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3" creationId="{593B988A-C6D7-4212-A88B-7D2C3EC4E10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4" creationId="{8A24CAE1-EE15-42D1-B92E-D55ABA6C10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5" creationId="{99CCB40F-981C-4647-B5A1-57563FAF9C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6" creationId="{7AA8F60B-2F6D-4415-BB63-1F455638B02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7" creationId="{9691332B-C779-415E-B816-98EE8FAF6F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8" creationId="{DD1F1C2D-038E-49B5-826E-D680726F92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9" creationId="{240B9D2A-7D5E-43D3-B669-F8011C1F5F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0" creationId="{AF8A3C34-83A0-4B90-9D9E-507AF554F8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1" creationId="{9A29AA31-4D80-4863-9408-7007FAF763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2" creationId="{B7BAFB52-1573-4936-9BBC-97F69CA8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3" creationId="{164C2F22-98B7-4345-B25F-382B9CF45BC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4" creationId="{728FF347-852F-4170-A530-FF87AF46780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5" creationId="{6CB2DD02-3628-4EB3-A67E-694F152866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6" creationId="{DBF3DFE8-CDEC-4A42-86B2-161821BE329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7" creationId="{D5F52CC3-3D3D-4F9B-A718-C84AB05A3C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8" creationId="{3153CDC7-0598-4C91-9B7B-60CD2B6D78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9" creationId="{E3B9B2CF-3836-4E2C-A4D9-13A13B1997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0" creationId="{D80E21B9-8176-4D10-985B-E98EB2EF212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1" creationId="{B2961191-CE3B-40EF-9632-0419013C30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2" creationId="{E6AA2199-05B4-4055-A4E4-F4D244D604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3" creationId="{3E896D8C-C9B4-4128-9B14-6BD353A94CC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4" creationId="{64A6BE74-0666-4A36-84CF-BA0313DD301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5" creationId="{D6E88477-5CCE-46B9-954F-FE14DE58DF2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6" creationId="{383377BF-5175-4E5A-83E9-23BC8A9996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7" creationId="{68FB2183-084B-4E5F-A2B8-9B402B700D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8" creationId="{E7263649-38F9-4322-8EFB-6C0CA1BE04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9" creationId="{E69AFAB4-9584-4427-923A-267905A637B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0" creationId="{E1FD9B73-156B-4E2D-BCF0-4B8D9D6D26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1" creationId="{6AB9B7A4-2C26-4007-BA6C-EB599F610B1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2" creationId="{6E5C20E8-C249-4BDB-A72E-4ED4CDC02F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3" creationId="{78746AE8-04CD-4C06-8529-B0DAB40394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4" creationId="{D177804A-71BA-4075-93F5-36109B95A7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5" creationId="{3E99D5F6-CBE4-4532-A730-8687CA7604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6" creationId="{92BEA31F-CBDE-49FD-9EEE-48CE6C465E8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7" creationId="{42446DA6-8470-4978-AD79-1153B4BCB6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8" creationId="{D19AC6BC-7DFA-4B80-91CD-90FB15F3E1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9" creationId="{B0E265D5-B610-41CD-B543-C9F1E1575C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0" creationId="{4F7216C8-1033-4D9D-A5D7-A5007A5586E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1" creationId="{AE66C02E-2609-44E2-9C64-4902172B45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2" creationId="{70E195BC-1CD8-4E95-94D6-1A13699C8E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3" creationId="{2B5C7EE8-E43E-4E3C-B7ED-D7B3460028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4" creationId="{0B7983C8-CF60-4DE5-9818-22D61B904CC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5" creationId="{64F0091A-685E-44F3-BE1A-FD278BD133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6" creationId="{0BACD15E-05C4-40DF-8703-3F3E3EAF6F5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7" creationId="{7875BC2A-DDA1-4A62-B77E-9646E004D0F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8" creationId="{3BF0F7E8-CD39-45D2-987F-DAC6A2C21E8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9" creationId="{172CAC41-3FA5-41A1-8FA8-2D9721ACEBD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0" creationId="{05DFBC21-8023-457D-9BC7-D1CFB3EF63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1" creationId="{2F15D3A6-BF76-44FE-B44E-BC695E7B0D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2" creationId="{3252D6FE-4E7F-41BC-A5B0-A7A7413919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3" creationId="{9955AACB-3F49-4888-B5FC-F1A2AA010E0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4" creationId="{0B7E28AB-DA0F-4A99-A1CF-910764340A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5" creationId="{AA477570-D59D-4F7D-A3F9-036D35A292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6" creationId="{3D0F6AA9-24ED-4360-9780-7FAF56DA491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7" creationId="{C72CC24F-3FE9-468B-B8FE-C6275FFCFAB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8" creationId="{8F1774C4-7F10-477B-9C6A-E93777632F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9" creationId="{F4B6B72A-0E5E-4D75-9394-4BAD255825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0" creationId="{BDA25E02-475A-4BDF-9085-DD42CE1464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1" creationId="{9F827AA1-5C9F-47C0-968C-FFDC8675DD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2" creationId="{FB3CFEE6-300E-4A24-AD52-EF8A7A7D8AA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3" creationId="{4EA292C4-950D-45E1-B6D3-B8623480F5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4" creationId="{6089425E-3F88-4330-B7D7-C218EF9E3D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5" creationId="{09B0E2EE-9065-4BF3-A870-B3AE0BBCEB3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6" creationId="{AEBB5A84-8E94-41A3-89BF-D507CD8CDB0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7" creationId="{7A03BC5E-8746-4A91-BFE8-44E62001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8" creationId="{1B175EE0-EDBB-4820-B84F-16A858FFB54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9" creationId="{DCE5D99A-32F1-4CDB-8617-42C89E3E48D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0" creationId="{146E3017-A24A-46DA-82F1-2A6A558233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1" creationId="{A2C471BC-2655-4231-A8B3-8C203263E40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2" creationId="{2C1AEA95-D6ED-4A94-B958-DAA0023A02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3" creationId="{DE8B337A-5C5C-4458-85ED-CACDD5A5E3F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4" creationId="{3EE417A8-78C7-4E4C-956D-35198B1E1F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5" creationId="{6265D105-D133-425F-A7AF-86DEF78524F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6" creationId="{4CC90568-D015-410F-B4D7-65271154A2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7" creationId="{3B21F211-8468-4EA1-B560-3991C6B493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8" creationId="{BB020C43-4A26-456F-BB76-96CF435348E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9" creationId="{6E39D126-89D9-49BE-B731-CCF61861DB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0" creationId="{57F646E5-1874-4666-8881-3C1426C95D5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1" creationId="{0D5C350C-25C4-429F-B2E7-B12CC81B89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2" creationId="{45015285-AF72-43DF-86D8-75D01001600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3" creationId="{4ACF2F3F-3728-46E7-B5D3-669D36BBF9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4" creationId="{755C129A-F80E-47DA-B5AA-4A78C83530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5" creationId="{633A81B6-BB39-4A66-8F88-2950934057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6" creationId="{A6FE7302-1BA7-47A4-9F74-0B6E364BF6A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3" creationId="{B72993DF-0A1C-42E6-BDAA-557E4701F1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4" creationId="{BEA74B96-25B0-471A-B16A-7E6DB8C24013}"/>
          </ac:spMkLst>
        </pc:spChg>
        <pc:grpChg chg="add del">
          <ac:chgData name="Cristian Chilipirea" userId="34ab170da5908fc4" providerId="LiveId" clId="{51E1D80A-4A29-4E2A-B293-4232621C1517}" dt="2019-10-06T18:09:07.189" v="268"/>
          <ac:grpSpMkLst>
            <pc:docMk/>
            <pc:sldMk cId="3525947301" sldId="516"/>
            <ac:grpSpMk id="268" creationId="{D00DFDDD-049D-4250-963C-DBFC08849DCD}"/>
          </ac:grpSpMkLst>
        </pc:grpChg>
        <pc:grpChg chg="add mod">
          <ac:chgData name="Cristian Chilipirea" userId="34ab170da5908fc4" providerId="LiveId" clId="{51E1D80A-4A29-4E2A-B293-4232621C1517}" dt="2019-10-06T18:09:14.083" v="271" actId="1076"/>
          <ac:grpSpMkLst>
            <pc:docMk/>
            <pc:sldMk cId="3525947301" sldId="516"/>
            <ac:grpSpMk id="557" creationId="{7B0C5AE9-CB14-4789-B11E-FF4AC5602AAD}"/>
          </ac:grpSpMkLst>
        </pc:grp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6" creationId="{28E14B44-6E94-4C3C-9295-4DA4BAE647E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7" creationId="{7AA0C3B6-5CEE-4772-A60C-A3F2A63D3486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8" creationId="{FB76EF07-0A79-4595-8714-1459BE6CDD22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9" creationId="{8E44D7B7-A278-4117-B26B-B4B616B6CA0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0" creationId="{A74C25C7-25CE-40B9-972A-C6BA97A5E48D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1" creationId="{A78C8405-AD45-4F59-A004-2EE229513280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2" creationId="{ADAF7D6D-7A70-4BA8-8B71-E1A00F92DAC1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5" creationId="{BD78F0A0-9B1B-46E0-85AF-3610592B6C7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6" creationId="{0D86ED25-962A-4A04-A271-352F1D4F9D68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7" creationId="{E78EF31D-C7E4-447F-A182-95CA3C0B42C6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8" creationId="{AB89E442-3279-440A-9B31-4C01F4E69A2B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9" creationId="{7364D469-211E-4778-A2C5-A345D110216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0" creationId="{CFB2BC37-125E-4CB0-B428-DE28DC0D36ED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1" creationId="{3D90298C-2DD7-4B38-8815-02FDA539D73D}"/>
          </ac:cxnSpMkLst>
        </pc:cxnChg>
      </pc:sldChg>
      <pc:sldChg chg="addSp delSp modSp add">
        <pc:chgData name="Cristian Chilipirea" userId="34ab170da5908fc4" providerId="LiveId" clId="{51E1D80A-4A29-4E2A-B293-4232621C1517}" dt="2019-10-06T18:09:34.509" v="280" actId="1076"/>
        <pc:sldMkLst>
          <pc:docMk/>
          <pc:sldMk cId="1868093676" sldId="517"/>
        </pc:sldMkLst>
        <pc:spChg chg="mod">
          <ac:chgData name="Cristian Chilipirea" userId="34ab170da5908fc4" providerId="LiveId" clId="{51E1D80A-4A29-4E2A-B293-4232621C1517}" dt="2019-10-06T18:09:22.768" v="273"/>
          <ac:spMkLst>
            <pc:docMk/>
            <pc:sldMk cId="1868093676" sldId="517"/>
            <ac:spMk id="2" creationId="{96033B46-9798-4349-9E17-6A866B13D6C4}"/>
          </ac:spMkLst>
        </pc:spChg>
        <pc:spChg chg="del">
          <ac:chgData name="Cristian Chilipirea" userId="34ab170da5908fc4" providerId="LiveId" clId="{51E1D80A-4A29-4E2A-B293-4232621C1517}" dt="2019-10-06T18:09:24.621" v="274" actId="478"/>
          <ac:spMkLst>
            <pc:docMk/>
            <pc:sldMk cId="1868093676" sldId="517"/>
            <ac:spMk id="3" creationId="{97E26102-8B1C-4BAA-8D91-8B418C2FAFBF}"/>
          </ac:spMkLst>
        </pc:spChg>
        <pc:spChg chg="add del">
          <ac:chgData name="Cristian Chilipirea" userId="34ab170da5908fc4" providerId="LiveId" clId="{51E1D80A-4A29-4E2A-B293-4232621C1517}" dt="2019-10-06T18:09:32.334" v="278"/>
          <ac:spMkLst>
            <pc:docMk/>
            <pc:sldMk cId="1868093676" sldId="517"/>
            <ac:spMk id="4" creationId="{05641C5C-6C6D-4F68-BB62-1B0516C45C7C}"/>
          </ac:spMkLst>
        </pc:spChg>
        <pc:spChg chg="add mod">
          <ac:chgData name="Cristian Chilipirea" userId="34ab170da5908fc4" providerId="LiveId" clId="{51E1D80A-4A29-4E2A-B293-4232621C1517}" dt="2019-10-06T18:09:34.509" v="280" actId="1076"/>
          <ac:spMkLst>
            <pc:docMk/>
            <pc:sldMk cId="1868093676" sldId="517"/>
            <ac:spMk id="5" creationId="{87B05274-156A-4BF3-93AD-8C0C1E29DC4D}"/>
          </ac:spMkLst>
        </pc:spChg>
      </pc:sldChg>
      <pc:sldChg chg="addSp delSp modSp add">
        <pc:chgData name="Cristian Chilipirea" userId="34ab170da5908fc4" providerId="LiveId" clId="{51E1D80A-4A29-4E2A-B293-4232621C1517}" dt="2019-10-06T18:10:02.976" v="298"/>
        <pc:sldMkLst>
          <pc:docMk/>
          <pc:sldMk cId="937818870" sldId="518"/>
        </pc:sldMkLst>
        <pc:spChg chg="del">
          <ac:chgData name="Cristian Chilipirea" userId="34ab170da5908fc4" providerId="LiveId" clId="{51E1D80A-4A29-4E2A-B293-4232621C1517}" dt="2019-10-06T18:09:44.020" v="283" actId="478"/>
          <ac:spMkLst>
            <pc:docMk/>
            <pc:sldMk cId="937818870" sldId="518"/>
            <ac:spMk id="2" creationId="{F256CAB4-28C6-4171-95DA-60A1A14FC6C7}"/>
          </ac:spMkLst>
        </pc:spChg>
        <pc:spChg chg="del">
          <ac:chgData name="Cristian Chilipirea" userId="34ab170da5908fc4" providerId="LiveId" clId="{51E1D80A-4A29-4E2A-B293-4232621C1517}" dt="2019-10-06T18:09:42.789" v="282" actId="478"/>
          <ac:spMkLst>
            <pc:docMk/>
            <pc:sldMk cId="937818870" sldId="518"/>
            <ac:spMk id="3" creationId="{056A6B26-8080-49A5-9C92-DD75DF5E4BF6}"/>
          </ac:spMkLst>
        </pc:spChg>
        <pc:spChg chg="add del mod">
          <ac:chgData name="Cristian Chilipirea" userId="34ab170da5908fc4" providerId="LiveId" clId="{51E1D80A-4A29-4E2A-B293-4232621C1517}" dt="2019-10-06T18:09:51.022" v="289"/>
          <ac:spMkLst>
            <pc:docMk/>
            <pc:sldMk cId="937818870" sldId="518"/>
            <ac:spMk id="4" creationId="{8A8A297B-336B-40EC-B7D8-CFFF272DE8B7}"/>
          </ac:spMkLst>
        </pc:spChg>
        <pc:spChg chg="add del">
          <ac:chgData name="Cristian Chilipirea" userId="34ab170da5908fc4" providerId="LiveId" clId="{51E1D80A-4A29-4E2A-B293-4232621C1517}" dt="2019-10-06T18:09:57.297" v="295"/>
          <ac:spMkLst>
            <pc:docMk/>
            <pc:sldMk cId="937818870" sldId="518"/>
            <ac:spMk id="5" creationId="{37ED4CBF-7902-4358-9595-C9130EE7F63F}"/>
          </ac:spMkLst>
        </pc:spChg>
        <pc:spChg chg="add del">
          <ac:chgData name="Cristian Chilipirea" userId="34ab170da5908fc4" providerId="LiveId" clId="{51E1D80A-4A29-4E2A-B293-4232621C1517}" dt="2019-10-06T18:09:56.929" v="294"/>
          <ac:spMkLst>
            <pc:docMk/>
            <pc:sldMk cId="937818870" sldId="518"/>
            <ac:spMk id="6" creationId="{49057253-2B19-47F6-8A46-645AE7CF8DF4}"/>
          </ac:spMkLst>
        </pc:spChg>
        <pc:spChg chg="add del">
          <ac:chgData name="Cristian Chilipirea" userId="34ab170da5908fc4" providerId="LiveId" clId="{51E1D80A-4A29-4E2A-B293-4232621C1517}" dt="2019-10-06T18:09:56.737" v="293"/>
          <ac:spMkLst>
            <pc:docMk/>
            <pc:sldMk cId="937818870" sldId="518"/>
            <ac:spMk id="7" creationId="{466CBC0F-FD9E-4C3E-A568-4A5ACC10A1C9}"/>
          </ac:spMkLst>
        </pc:spChg>
        <pc:spChg chg="add del">
          <ac:chgData name="Cristian Chilipirea" userId="34ab170da5908fc4" providerId="LiveId" clId="{51E1D80A-4A29-4E2A-B293-4232621C1517}" dt="2019-10-06T18:10:02.970" v="297"/>
          <ac:spMkLst>
            <pc:docMk/>
            <pc:sldMk cId="937818870" sldId="518"/>
            <ac:spMk id="8" creationId="{CB135D61-F01C-4F9F-B59C-F00B00238C3B}"/>
          </ac:spMkLst>
        </pc:spChg>
        <pc:spChg chg="add">
          <ac:chgData name="Cristian Chilipirea" userId="34ab170da5908fc4" providerId="LiveId" clId="{51E1D80A-4A29-4E2A-B293-4232621C1517}" dt="2019-10-06T18:10:02.976" v="298"/>
          <ac:spMkLst>
            <pc:docMk/>
            <pc:sldMk cId="937818870" sldId="518"/>
            <ac:spMk id="9" creationId="{FCBB37AF-495E-46F0-9774-99A0A813B930}"/>
          </ac:spMkLst>
        </pc:spChg>
      </pc:sldChg>
    </pc:docChg>
  </pc:docChgLst>
  <pc:docChgLst>
    <pc:chgData name="Cristian Chilipirea" userId="34ab170da5908fc4" providerId="LiveId" clId="{8D7DEDE3-80AA-4184-B7F9-7AE18451EC3E}"/>
    <pc:docChg chg="addSld delSld modSld modSection">
      <pc:chgData name="Cristian Chilipirea" userId="34ab170da5908fc4" providerId="LiveId" clId="{8D7DEDE3-80AA-4184-B7F9-7AE18451EC3E}" dt="2019-10-06T17:49:31.204" v="263"/>
      <pc:docMkLst>
        <pc:docMk/>
      </pc:docMkLst>
      <pc:sldChg chg="modSp">
        <pc:chgData name="Cristian Chilipirea" userId="34ab170da5908fc4" providerId="LiveId" clId="{8D7DEDE3-80AA-4184-B7F9-7AE18451EC3E}" dt="2019-10-06T17:41:41.266" v="108"/>
        <pc:sldMkLst>
          <pc:docMk/>
          <pc:sldMk cId="0" sldId="485"/>
        </pc:sldMkLst>
        <pc:spChg chg="mod">
          <ac:chgData name="Cristian Chilipirea" userId="34ab170da5908fc4" providerId="LiveId" clId="{8D7DEDE3-80AA-4184-B7F9-7AE18451EC3E}" dt="2019-10-06T17:41:41.266" v="108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8D7DEDE3-80AA-4184-B7F9-7AE18451EC3E}" dt="2019-10-06T17:41:28.300" v="105" actId="6549"/>
          <ac:spMkLst>
            <pc:docMk/>
            <pc:sldMk cId="0" sldId="485"/>
            <ac:spMk id="15363" creationId="{8AD4A1D2-344F-4CD3-949B-26BEB5FF75C3}"/>
          </ac:spMkLst>
        </pc:spChg>
      </pc:sldChg>
      <pc:sldChg chg="addSp delSp modSp add">
        <pc:chgData name="Cristian Chilipirea" userId="34ab170da5908fc4" providerId="LiveId" clId="{8D7DEDE3-80AA-4184-B7F9-7AE18451EC3E}" dt="2019-10-06T17:42:00.595" v="119" actId="1076"/>
        <pc:sldMkLst>
          <pc:docMk/>
          <pc:sldMk cId="1027992857" sldId="486"/>
        </pc:sldMkLst>
        <pc:spChg chg="mod">
          <ac:chgData name="Cristian Chilipirea" userId="34ab170da5908fc4" providerId="LiveId" clId="{8D7DEDE3-80AA-4184-B7F9-7AE18451EC3E}" dt="2019-10-06T17:41:47.545" v="109"/>
          <ac:spMkLst>
            <pc:docMk/>
            <pc:sldMk cId="1027992857" sldId="486"/>
            <ac:spMk id="2" creationId="{CAFD830F-CE29-4FAB-B9D3-76D74E6FB294}"/>
          </ac:spMkLst>
        </pc:spChg>
        <pc:spChg chg="del">
          <ac:chgData name="Cristian Chilipirea" userId="34ab170da5908fc4" providerId="LiveId" clId="{8D7DEDE3-80AA-4184-B7F9-7AE18451EC3E}" dt="2019-10-06T17:41:52.664" v="110" actId="478"/>
          <ac:spMkLst>
            <pc:docMk/>
            <pc:sldMk cId="1027992857" sldId="486"/>
            <ac:spMk id="3" creationId="{A31A56ED-50ED-43B6-A4BA-BA6DFE8FFB23}"/>
          </ac:spMkLst>
        </pc:spChg>
        <pc:spChg chg="add del mod">
          <ac:chgData name="Cristian Chilipirea" userId="34ab170da5908fc4" providerId="LiveId" clId="{8D7DEDE3-80AA-4184-B7F9-7AE18451EC3E}" dt="2019-10-06T17:41:58.447" v="117"/>
          <ac:spMkLst>
            <pc:docMk/>
            <pc:sldMk cId="1027992857" sldId="486"/>
            <ac:spMk id="4" creationId="{46FA51A1-24DF-44D4-BDA3-0BEF00489713}"/>
          </ac:spMkLst>
        </pc:spChg>
        <pc:spChg chg="add mod">
          <ac:chgData name="Cristian Chilipirea" userId="34ab170da5908fc4" providerId="LiveId" clId="{8D7DEDE3-80AA-4184-B7F9-7AE18451EC3E}" dt="2019-10-06T17:42:00.595" v="119" actId="1076"/>
          <ac:spMkLst>
            <pc:docMk/>
            <pc:sldMk cId="1027992857" sldId="486"/>
            <ac:spMk id="5" creationId="{12521590-0298-4BB0-95E1-508CFEA682CA}"/>
          </ac:spMkLst>
        </pc:spChg>
      </pc:sldChg>
      <pc:sldChg chg="addSp delSp modSp add">
        <pc:chgData name="Cristian Chilipirea" userId="34ab170da5908fc4" providerId="LiveId" clId="{8D7DEDE3-80AA-4184-B7F9-7AE18451EC3E}" dt="2019-10-06T17:42:19.028" v="126" actId="1076"/>
        <pc:sldMkLst>
          <pc:docMk/>
          <pc:sldMk cId="138587081" sldId="487"/>
        </pc:sldMkLst>
        <pc:spChg chg="mod">
          <ac:chgData name="Cristian Chilipirea" userId="34ab170da5908fc4" providerId="LiveId" clId="{8D7DEDE3-80AA-4184-B7F9-7AE18451EC3E}" dt="2019-10-06T17:42:06.913" v="121"/>
          <ac:spMkLst>
            <pc:docMk/>
            <pc:sldMk cId="138587081" sldId="487"/>
            <ac:spMk id="2" creationId="{6513519C-FD2C-483C-AE1D-B4D656FCA6C0}"/>
          </ac:spMkLst>
        </pc:spChg>
        <pc:spChg chg="del">
          <ac:chgData name="Cristian Chilipirea" userId="34ab170da5908fc4" providerId="LiveId" clId="{8D7DEDE3-80AA-4184-B7F9-7AE18451EC3E}" dt="2019-10-06T17:42:14.100" v="122" actId="478"/>
          <ac:spMkLst>
            <pc:docMk/>
            <pc:sldMk cId="138587081" sldId="487"/>
            <ac:spMk id="3" creationId="{49C508CD-CD85-4105-A435-6D58982B0AF6}"/>
          </ac:spMkLst>
        </pc:spChg>
        <pc:spChg chg="add del">
          <ac:chgData name="Cristian Chilipirea" userId="34ab170da5908fc4" providerId="LiveId" clId="{8D7DEDE3-80AA-4184-B7F9-7AE18451EC3E}" dt="2019-10-06T17:42:16.725" v="124"/>
          <ac:spMkLst>
            <pc:docMk/>
            <pc:sldMk cId="138587081" sldId="487"/>
            <ac:spMk id="4" creationId="{0D7E193C-8F54-44DA-9B30-7E1B90DBDB11}"/>
          </ac:spMkLst>
        </pc:spChg>
        <pc:spChg chg="add mod">
          <ac:chgData name="Cristian Chilipirea" userId="34ab170da5908fc4" providerId="LiveId" clId="{8D7DEDE3-80AA-4184-B7F9-7AE18451EC3E}" dt="2019-10-06T17:42:19.028" v="126" actId="1076"/>
          <ac:spMkLst>
            <pc:docMk/>
            <pc:sldMk cId="138587081" sldId="487"/>
            <ac:spMk id="5" creationId="{9FD8CA38-E146-4A5A-BB37-AC4E5340B7B6}"/>
          </ac:spMkLst>
        </pc:spChg>
      </pc:sldChg>
      <pc:sldChg chg="addSp delSp add modAnim">
        <pc:chgData name="Cristian Chilipirea" userId="34ab170da5908fc4" providerId="LiveId" clId="{8D7DEDE3-80AA-4184-B7F9-7AE18451EC3E}" dt="2019-10-06T17:42:41.943" v="132"/>
        <pc:sldMkLst>
          <pc:docMk/>
          <pc:sldMk cId="1246785372" sldId="488"/>
        </pc:sldMkLst>
        <pc:spChg chg="del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2" creationId="{F404CC54-A83F-4C94-BA99-964E3083E18E}"/>
          </ac:spMkLst>
        </pc:spChg>
        <pc:spChg chg="del">
          <ac:chgData name="Cristian Chilipirea" userId="34ab170da5908fc4" providerId="LiveId" clId="{8D7DEDE3-80AA-4184-B7F9-7AE18451EC3E}" dt="2019-10-06T17:42:33.859" v="129" actId="478"/>
          <ac:spMkLst>
            <pc:docMk/>
            <pc:sldMk cId="1246785372" sldId="488"/>
            <ac:spMk id="3" creationId="{204010CE-DCAB-4C5F-B78B-C37CFE47F60B}"/>
          </ac:spMkLst>
        </pc:spChg>
        <pc:spChg chg="add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4" creationId="{35E6826D-DCA6-423C-83A8-0CF3F691C4B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5" creationId="{AE34D164-23B0-4887-AE2E-6674A5F76BC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6" creationId="{7478DB8A-FFDA-4CA1-A45A-B65FDE7DDA5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7" creationId="{184C8217-8983-4DC5-B301-4861B9C33B1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8" creationId="{591B9BC8-1DB6-4F54-98BF-981E5F09B3B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9" creationId="{FA2D569F-CA62-47D1-B58D-9F3E2D4016AA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0" creationId="{B3A96C93-A66A-4598-B065-2CDFE095F82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1" creationId="{26F8C493-6D19-4E77-A32A-11E162AC94E2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2" creationId="{E6C06BA9-15B8-417A-8D00-847AE8BCEB1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3" creationId="{407101A6-7342-44A9-B228-8EC3B0517F2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4" creationId="{FB277CBB-F8F7-4BAA-9FBF-4C87AFD8757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5" creationId="{4365CF74-2837-42E8-94EE-D5D43820FA1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6" creationId="{1F78CEA8-8EEB-45A5-A3AC-763E38A56E6D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7" creationId="{A40242B7-A83C-442C-A8D6-73722D082B2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8" creationId="{12075353-A43A-41FD-A912-D75DD1C8EE9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9" creationId="{9E06110E-2875-4155-9700-F559820A5D9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0" creationId="{314B617E-22B6-48D2-B65A-941504A84FE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1" creationId="{BEEB07B8-6494-4FC8-895E-E265CDBE4C1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2" creationId="{2ED64FF1-983F-4808-9BDA-624C6F77C15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3" creationId="{1F9F51B0-0A57-4D14-BDB4-ECBA3F73458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4" creationId="{7A77D673-CB5D-4A2E-9FF9-F715275CA15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5" creationId="{B51BDB03-BA3C-4E69-BDBC-243B707E1C6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6" creationId="{5016292C-857B-4B92-BE84-725E5A944ECB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7" creationId="{81D7AB60-A622-4050-821D-DD5C6684DCB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8" creationId="{4919C840-D525-422E-8CFF-915B160061FE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9" creationId="{7627ED02-C125-47CB-9EF8-3C01981A6757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0" creationId="{83C93D17-3ECF-4652-BA2B-5299F789569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1" creationId="{316A77D2-3C9F-42F1-A958-DBB054E45B7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2" creationId="{961ED832-0B7B-45DD-B316-6F204E8B5DF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3" creationId="{BBD7207A-B05C-41BA-B3E0-B7402778E4E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4" creationId="{7DE8B043-CB4C-4ADB-AA3F-5ED412EA7F4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5" creationId="{84731610-C2E4-47BA-96A5-3B09482A6AB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6" creationId="{0873DB18-E8AD-4B22-A7CC-D1462CA1FAA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7" creationId="{804AE306-34C4-4B7B-B515-D00C5F0517C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8" creationId="{55D7E1D7-E8FE-4154-8319-DE85D8B1D70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9" creationId="{EED103C0-DEE0-4D74-B461-3438BC489C9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0" creationId="{9C33B583-F927-4031-9189-1A6687965857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1" creationId="{3332B80F-C31A-487A-8C7F-C4A8C5275209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2" creationId="{0B896858-0ED1-4481-825E-34B298983E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3" creationId="{38731670-0209-44BA-9FFE-149004A2964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4" creationId="{3FD937CF-30F1-497E-A07F-9B7ACAB6B2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5" creationId="{942C59C4-144E-401E-9B63-633896BE6EE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6" creationId="{5D4E803D-F4F9-4947-A4F8-189DFDF0266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7" creationId="{8B9D1893-BE72-42C3-AF26-45C72C0927A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8" creationId="{22054EF7-11B3-4481-BBA6-A68F2BE0B2C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9" creationId="{4D713492-321C-487D-8012-9EA5060D2B0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0" creationId="{FA7C7C6D-862D-49C5-8888-1860B54BDB2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1" creationId="{13797048-8D50-4AE3-888C-45CC78BF595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2" creationId="{E844A28F-1D1F-4243-A531-005257C273D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3" creationId="{BA24C533-9E7A-474A-812D-997090B0C51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4" creationId="{ECA02838-C4E4-4A3E-9ECA-B56891D70FA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5" creationId="{F2F0CF6B-2016-4806-AE50-F9D773E1BD1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6" creationId="{FEBEEE57-C80D-4ADF-B4F8-2B35B817AA0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7" creationId="{E786AE41-4853-400C-BB82-D375FB99ABE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8" creationId="{E6BD99C7-FE70-447E-87A8-111D9C35E7C0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9" creationId="{3190A27F-97A0-49B8-8627-3916C3FC743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0" creationId="{FA389C17-C2A9-4468-9ECA-51455BBB16C1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1" creationId="{8CA295BC-CDBF-49E2-A8CC-BCC8B55EF88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2" creationId="{1B531820-C4D0-423B-9EEC-39526770D4F3}"/>
          </ac:spMkLst>
        </pc:spChg>
      </pc:sldChg>
      <pc:sldChg chg="addSp delSp modSp add">
        <pc:chgData name="Cristian Chilipirea" userId="34ab170da5908fc4" providerId="LiveId" clId="{8D7DEDE3-80AA-4184-B7F9-7AE18451EC3E}" dt="2019-10-06T17:43:12.732" v="139" actId="1076"/>
        <pc:sldMkLst>
          <pc:docMk/>
          <pc:sldMk cId="2831191411" sldId="489"/>
        </pc:sldMkLst>
        <pc:spChg chg="mod">
          <ac:chgData name="Cristian Chilipirea" userId="34ab170da5908fc4" providerId="LiveId" clId="{8D7DEDE3-80AA-4184-B7F9-7AE18451EC3E}" dt="2019-10-06T17:43:00.689" v="134"/>
          <ac:spMkLst>
            <pc:docMk/>
            <pc:sldMk cId="2831191411" sldId="489"/>
            <ac:spMk id="2" creationId="{9A2B01A0-ED9C-4EEE-885B-E045AF541128}"/>
          </ac:spMkLst>
        </pc:spChg>
        <pc:spChg chg="del">
          <ac:chgData name="Cristian Chilipirea" userId="34ab170da5908fc4" providerId="LiveId" clId="{8D7DEDE3-80AA-4184-B7F9-7AE18451EC3E}" dt="2019-10-06T17:43:06.711" v="135" actId="478"/>
          <ac:spMkLst>
            <pc:docMk/>
            <pc:sldMk cId="2831191411" sldId="489"/>
            <ac:spMk id="3" creationId="{6F0EE780-2072-4549-9E22-43B14BB27896}"/>
          </ac:spMkLst>
        </pc:spChg>
        <pc:spChg chg="add del">
          <ac:chgData name="Cristian Chilipirea" userId="34ab170da5908fc4" providerId="LiveId" clId="{8D7DEDE3-80AA-4184-B7F9-7AE18451EC3E}" dt="2019-10-06T17:43:09.191" v="137"/>
          <ac:spMkLst>
            <pc:docMk/>
            <pc:sldMk cId="2831191411" sldId="489"/>
            <ac:spMk id="4" creationId="{4C6D33A7-9735-4B94-ACAB-0ACB82E81736}"/>
          </ac:spMkLst>
        </pc:spChg>
        <pc:spChg chg="add mod">
          <ac:chgData name="Cristian Chilipirea" userId="34ab170da5908fc4" providerId="LiveId" clId="{8D7DEDE3-80AA-4184-B7F9-7AE18451EC3E}" dt="2019-10-06T17:43:12.732" v="139" actId="1076"/>
          <ac:spMkLst>
            <pc:docMk/>
            <pc:sldMk cId="2831191411" sldId="489"/>
            <ac:spMk id="5" creationId="{B9641658-F147-412E-B4A6-C22E7F232EA0}"/>
          </ac:spMkLst>
        </pc:spChg>
      </pc:sldChg>
      <pc:sldChg chg="addSp delSp modSp add">
        <pc:chgData name="Cristian Chilipirea" userId="34ab170da5908fc4" providerId="LiveId" clId="{8D7DEDE3-80AA-4184-B7F9-7AE18451EC3E}" dt="2019-10-06T17:43:32.976" v="146" actId="1076"/>
        <pc:sldMkLst>
          <pc:docMk/>
          <pc:sldMk cId="4095643832" sldId="490"/>
        </pc:sldMkLst>
        <pc:spChg chg="mod">
          <ac:chgData name="Cristian Chilipirea" userId="34ab170da5908fc4" providerId="LiveId" clId="{8D7DEDE3-80AA-4184-B7F9-7AE18451EC3E}" dt="2019-10-06T17:43:21.664" v="141"/>
          <ac:spMkLst>
            <pc:docMk/>
            <pc:sldMk cId="4095643832" sldId="490"/>
            <ac:spMk id="2" creationId="{49F3D11C-266E-4432-BBDB-EB950158AA6B}"/>
          </ac:spMkLst>
        </pc:spChg>
        <pc:spChg chg="del">
          <ac:chgData name="Cristian Chilipirea" userId="34ab170da5908fc4" providerId="LiveId" clId="{8D7DEDE3-80AA-4184-B7F9-7AE18451EC3E}" dt="2019-10-06T17:43:24.728" v="142" actId="478"/>
          <ac:spMkLst>
            <pc:docMk/>
            <pc:sldMk cId="4095643832" sldId="490"/>
            <ac:spMk id="3" creationId="{5D9ECFDF-F963-4C3A-877D-DCF2B1B9AF78}"/>
          </ac:spMkLst>
        </pc:spChg>
        <pc:spChg chg="add del">
          <ac:chgData name="Cristian Chilipirea" userId="34ab170da5908fc4" providerId="LiveId" clId="{8D7DEDE3-80AA-4184-B7F9-7AE18451EC3E}" dt="2019-10-06T17:43:30.623" v="144"/>
          <ac:spMkLst>
            <pc:docMk/>
            <pc:sldMk cId="4095643832" sldId="490"/>
            <ac:spMk id="4" creationId="{05CA871B-5AC3-4EA4-B831-753070D1BF2E}"/>
          </ac:spMkLst>
        </pc:spChg>
        <pc:spChg chg="add mod">
          <ac:chgData name="Cristian Chilipirea" userId="34ab170da5908fc4" providerId="LiveId" clId="{8D7DEDE3-80AA-4184-B7F9-7AE18451EC3E}" dt="2019-10-06T17:43:32.976" v="146" actId="1076"/>
          <ac:spMkLst>
            <pc:docMk/>
            <pc:sldMk cId="4095643832" sldId="490"/>
            <ac:spMk id="5" creationId="{91281B63-0309-4D91-BECB-10707F304E94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3:49.483" v="152"/>
        <pc:sldMkLst>
          <pc:docMk/>
          <pc:sldMk cId="2192830871" sldId="491"/>
        </pc:sldMkLst>
        <pc:spChg chg="mod">
          <ac:chgData name="Cristian Chilipirea" userId="34ab170da5908fc4" providerId="LiveId" clId="{8D7DEDE3-80AA-4184-B7F9-7AE18451EC3E}" dt="2019-10-06T17:43:40.317" v="148"/>
          <ac:spMkLst>
            <pc:docMk/>
            <pc:sldMk cId="2192830871" sldId="491"/>
            <ac:spMk id="2" creationId="{1D9E1976-3847-4AF8-AF5A-8DD733D3A561}"/>
          </ac:spMkLst>
        </pc:spChg>
        <pc:spChg chg="del">
          <ac:chgData name="Cristian Chilipirea" userId="34ab170da5908fc4" providerId="LiveId" clId="{8D7DEDE3-80AA-4184-B7F9-7AE18451EC3E}" dt="2019-10-06T17:43:46.420" v="149" actId="478"/>
          <ac:spMkLst>
            <pc:docMk/>
            <pc:sldMk cId="2192830871" sldId="491"/>
            <ac:spMk id="3" creationId="{8063E25E-8437-479C-8BD1-29DEB07E0E3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4" creationId="{2EE36762-2AC6-45BA-8D7C-3BD8B2AE2AA1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5" creationId="{B61F5DEA-26BD-4242-A3ED-1D17EAFB782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6" creationId="{1DC8F559-1810-4DFA-A8FC-0200B7AAEE9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7" creationId="{62E08BB6-FC5A-48F3-AB8B-767306EC4B15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8" creationId="{940AC704-5CB8-4144-A9DB-74477056A88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9" creationId="{31E0BE01-6E55-4932-9038-3270588AC0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0" creationId="{89595F32-82FB-4BCD-AA48-A06A090E8EA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1" creationId="{AB2425F8-5D2D-44CE-AC5A-68A2A210DF4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2" creationId="{EE5D773E-A34F-47F9-97A6-C5797AF49C7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3" creationId="{56884AC6-F283-4A83-B774-0A313B0C3CB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4" creationId="{81AEA18A-FDCE-48F2-B2D1-FD0F7E0D9DE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5" creationId="{529291C4-F3DD-4082-9346-77D9ABFCB21A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6" creationId="{A35B3B4E-1DFC-4ADB-A1A8-B14A7F406BF7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7" creationId="{C1E86798-E4FA-4C9B-A631-D815E7400BD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8" creationId="{A9586F66-6418-46FA-9928-280EB3654B5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9" creationId="{847DEC51-664D-4612-A02D-6A1A4943AF1B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0" creationId="{202630F3-7319-45F3-8515-E47C4E645D3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1" creationId="{8E97BE1D-F09D-4EAC-BB0E-F68CC45F56C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2" creationId="{778FE5D4-FF29-4E10-8B16-7316D484132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3" creationId="{C27F968E-0A01-4B40-B767-A053C7CEB23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4" creationId="{4C131928-D7DF-4491-A239-31AEC718E6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5" creationId="{22A7D23F-8C57-42BD-978B-5DDCF249204E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6" creationId="{357697E6-F70C-4DA1-B530-F1C6CDEBDAB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5" creationId="{697426CC-FF7C-4F9C-8B14-02C56105F0D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6" creationId="{C518642C-8031-4245-A7C9-8E49CB8BC721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7" creationId="{36FFFDA3-CC41-4F29-96F3-4E017B98348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8" creationId="{6BAFE45F-A8C7-4DA4-A95E-38B62DAB8BDB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9" creationId="{96EE5694-96B7-4B8E-94E2-D7B9E31C4F1C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0" creationId="{123A7CB5-2EBE-4043-BBB3-18BB7810534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1" creationId="{83226467-50C7-41D2-842D-E5F3F6CF2A8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2" creationId="{25727E4B-E896-4C68-98E9-6625AF3D29B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3" creationId="{50E5DA12-37E3-4517-A91A-9265F3A824B9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4" creationId="{4B06CF6E-59B0-44D0-A826-658E7CFA65D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5" creationId="{7363E588-6BAC-411B-AA9D-2E88A37562A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6" creationId="{5D6752E2-CF4A-4761-B366-EAC065D5438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7" creationId="{7A4F76AB-6BAD-4363-BB92-466F57F43F4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8" creationId="{CC9F0AEF-CEEC-4A92-B637-DCC879D147A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9" creationId="{3FFBFC4C-09FF-4D1B-9F0F-C536282C159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0" creationId="{98AC09C7-E7C9-432E-B750-582DD3E97F3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1" creationId="{CC57BBB7-A579-4FDB-AB23-4A3EF25CDEC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2" creationId="{6962F638-D500-4D42-B7CD-7DA116D22DD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3" creationId="{5C6E4783-A754-45D1-B298-E5B73E5BAB6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4" creationId="{B503EEB2-8F4E-49A7-B245-0AC0646EB2CE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5" creationId="{A15A9D74-0F4C-445E-A6BC-88B86D4D016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6" creationId="{9D12CCEB-751E-4812-ADEE-8A5DD371838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7" creationId="{13417A4A-9239-4610-80AF-221FDC235F61}"/>
          </ac:spMkLst>
        </pc:s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27" creationId="{A20B409D-DDA5-457C-9B4A-F207E58E2042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1" creationId="{78433BB2-3872-42BB-B0C0-00391EC4E9E0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5" creationId="{069CF0F6-CDFA-4B1B-9FB6-C5805C8478D8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9" creationId="{8A8632DE-DC56-402C-8544-C8DD187B820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3" creationId="{8B433970-F190-490F-AAE3-34E7A374AD4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7" creationId="{B5ABB732-377E-4A83-A4E5-9B3F666C035D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51" creationId="{70F82B53-56CC-4B75-B177-3640B97F093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78" creationId="{75FCFB31-A3DB-4936-8ACE-F2928BF24A32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2" creationId="{B8F2297B-3FCB-4BF6-97FB-5A0C25973464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6" creationId="{F09DB4B0-7312-4919-87ED-8D75DA3908A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0" creationId="{670EC288-D5BA-489A-86B6-FB2A2FCD3CE1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4" creationId="{F4EA979C-9ADA-4FD7-9736-F15B3F32639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8" creationId="{84D4BCC2-EBE1-4C7B-B7EB-15F882EADA4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102" creationId="{40E63CB7-2F01-4B4D-B619-A7EF1EBC9D75}"/>
          </ac:grpSpMkLst>
        </pc:grpChg>
      </pc:sldChg>
      <pc:sldChg chg="addSp delSp modSp add">
        <pc:chgData name="Cristian Chilipirea" userId="34ab170da5908fc4" providerId="LiveId" clId="{8D7DEDE3-80AA-4184-B7F9-7AE18451EC3E}" dt="2019-10-06T17:44:09.906" v="159" actId="1076"/>
        <pc:sldMkLst>
          <pc:docMk/>
          <pc:sldMk cId="2867972107" sldId="492"/>
        </pc:sldMkLst>
        <pc:spChg chg="mod">
          <ac:chgData name="Cristian Chilipirea" userId="34ab170da5908fc4" providerId="LiveId" clId="{8D7DEDE3-80AA-4184-B7F9-7AE18451EC3E}" dt="2019-10-06T17:43:58.432" v="154"/>
          <ac:spMkLst>
            <pc:docMk/>
            <pc:sldMk cId="2867972107" sldId="492"/>
            <ac:spMk id="2" creationId="{9D67008C-3051-4E7E-BB69-E1D095C25552}"/>
          </ac:spMkLst>
        </pc:spChg>
        <pc:spChg chg="del">
          <ac:chgData name="Cristian Chilipirea" userId="34ab170da5908fc4" providerId="LiveId" clId="{8D7DEDE3-80AA-4184-B7F9-7AE18451EC3E}" dt="2019-10-06T17:44:04.920" v="155" actId="478"/>
          <ac:spMkLst>
            <pc:docMk/>
            <pc:sldMk cId="2867972107" sldId="492"/>
            <ac:spMk id="3" creationId="{9CA3C1A8-34ED-4774-A3B3-52CCFC8BBE67}"/>
          </ac:spMkLst>
        </pc:spChg>
        <pc:spChg chg="add del">
          <ac:chgData name="Cristian Chilipirea" userId="34ab170da5908fc4" providerId="LiveId" clId="{8D7DEDE3-80AA-4184-B7F9-7AE18451EC3E}" dt="2019-10-06T17:44:07.593" v="157"/>
          <ac:spMkLst>
            <pc:docMk/>
            <pc:sldMk cId="2867972107" sldId="492"/>
            <ac:spMk id="4" creationId="{9B84FAF8-26D4-45CA-9838-3399DD4078B2}"/>
          </ac:spMkLst>
        </pc:spChg>
        <pc:spChg chg="add mod">
          <ac:chgData name="Cristian Chilipirea" userId="34ab170da5908fc4" providerId="LiveId" clId="{8D7DEDE3-80AA-4184-B7F9-7AE18451EC3E}" dt="2019-10-06T17:44:09.906" v="159" actId="1076"/>
          <ac:spMkLst>
            <pc:docMk/>
            <pc:sldMk cId="2867972107" sldId="492"/>
            <ac:spMk id="5" creationId="{5D10577B-E4C7-4871-9B00-454A1AEE200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4:30.016" v="166" actId="1076"/>
        <pc:sldMkLst>
          <pc:docMk/>
          <pc:sldMk cId="225010310" sldId="493"/>
        </pc:sldMkLst>
        <pc:spChg chg="mod">
          <ac:chgData name="Cristian Chilipirea" userId="34ab170da5908fc4" providerId="LiveId" clId="{8D7DEDE3-80AA-4184-B7F9-7AE18451EC3E}" dt="2019-10-06T17:44:18.069" v="161"/>
          <ac:spMkLst>
            <pc:docMk/>
            <pc:sldMk cId="225010310" sldId="493"/>
            <ac:spMk id="2" creationId="{6FFF2945-812F-4D9E-BADE-D181BB04724F}"/>
          </ac:spMkLst>
        </pc:spChg>
        <pc:spChg chg="del">
          <ac:chgData name="Cristian Chilipirea" userId="34ab170da5908fc4" providerId="LiveId" clId="{8D7DEDE3-80AA-4184-B7F9-7AE18451EC3E}" dt="2019-10-06T17:44:21.124" v="162" actId="478"/>
          <ac:spMkLst>
            <pc:docMk/>
            <pc:sldMk cId="225010310" sldId="493"/>
            <ac:spMk id="3" creationId="{B3D90802-F4A3-40D3-AF9A-BE9ED063598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4" creationId="{8EA1C9CC-FE9D-4D76-87D8-48BD5AE19219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" creationId="{5E48E6AD-22AA-401F-9C03-9231541492B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3" creationId="{2FD9A4B9-018B-4B6C-AD73-8247DBE21070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4" creationId="{1AD0E43D-F310-41A5-AEAB-30F81E2BC7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5" creationId="{2423D0AF-5891-4D65-BE54-61D273A08F6F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6" creationId="{08CEB650-E751-4E45-9DEB-FDAF0BB716C7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7" creationId="{29A82F32-4924-48C8-833E-06142A33243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8" creationId="{DD047376-47B2-41FE-8E3E-C31FC1708F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2" creationId="{5A535829-EDAC-40A7-ADD7-61344635420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3" creationId="{111D672D-98DD-4F96-9609-044C08173B65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4" creationId="{DE3EF4C6-F6F1-4235-A61B-0FE2F3A0C9D1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5" creationId="{B39C0A0F-DED7-436E-B82E-8EFC069BB179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6" creationId="{354A9236-10F9-4D2F-85EA-14573329525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7" creationId="{95A73EE1-CB9E-424C-8918-57850274869E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5" creationId="{82EDF701-2727-4BD9-800C-CF40FBE72751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6" creationId="{CB6EDC23-A39A-42EA-A683-45BF7857416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7" creationId="{228CDCC8-A10E-4366-BFDC-B7D1FCE74C3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8" creationId="{70655375-85FD-47DF-9341-2714F8324B1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9" creationId="{6EAE2B6D-694B-4E3D-A780-4B50DFD94544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0" creationId="{9E0C08AC-9C21-4240-9D9B-D69C72D11E2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4" creationId="{BAA7AC78-E1AB-44B0-BEC1-D40035515D8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5" creationId="{FDD4C341-208D-4F21-8499-F543D81B635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6" creationId="{4CFF7CDF-DECF-44F6-A6A0-2E8D1388BFB3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7" creationId="{7ED42794-1840-4375-A90C-D820CD775F9D}"/>
          </ac:spMkLst>
        </pc:spChg>
        <pc:grpChg chg="add del">
          <ac:chgData name="Cristian Chilipirea" userId="34ab170da5908fc4" providerId="LiveId" clId="{8D7DEDE3-80AA-4184-B7F9-7AE18451EC3E}" dt="2019-10-06T17:44:27.662" v="164"/>
          <ac:grpSpMkLst>
            <pc:docMk/>
            <pc:sldMk cId="225010310" sldId="493"/>
            <ac:grpSpMk id="6" creationId="{F68EF8D2-0C7C-4F2D-B18B-CAE9C04D20D5}"/>
          </ac:grpSpMkLst>
        </pc:grpChg>
        <pc:grpChg chg="add 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8" creationId="{C7A1A2C6-EE1E-4C07-B709-20F78D55DF7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9" creationId="{E69B45B0-7C37-4413-85B8-B95BD9EB080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0" creationId="{CE49419D-401E-4F64-B624-5189AF0CAE8B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1" creationId="{BD8D5F61-7021-4223-B4FD-618688548084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2" creationId="{42B7E524-33CE-4F34-A4E7-E7587122552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3" creationId="{579FA228-95A1-4E98-B701-927B62E9E55A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4" creationId="{138E0901-9493-4236-8A7E-00479551510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3" creationId="{7CAFCB5A-2D1B-4FEC-B518-9674337A467D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4" creationId="{03C179E6-96F5-462D-ABDE-56B6254B7C0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3" creationId="{61EAD063-61C5-42B8-BE06-25926B457E0C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4" creationId="{EDB38042-7400-42EE-830E-43F21180664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5" creationId="{794512AF-05C6-4A2F-A779-58245E1D8D37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6" creationId="{12DE6909-AC7D-4A2C-B408-4C7523324DC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5" creationId="{201FA9C6-11B7-4975-929E-82D29916541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6" creationId="{2C660D62-C609-4A55-AF60-AE67EAE67421}"/>
          </ac:grpSpMkLst>
        </pc:grp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59" creationId="{E8E1FE2C-B7B1-4381-8E24-1B90ED65C153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0" creationId="{36AD8593-0A14-4962-A343-6DCAAA20ABAB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1" creationId="{7D4C10F0-74D0-40A9-BEAC-94A5D088AC05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1" creationId="{278A750A-3C10-4081-B3A6-51EB017B29AF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2" creationId="{5F7A72CC-BE0C-4D25-BE38-220864CCAD72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3" creationId="{042024B8-DEDE-422C-8B0A-8CEA6887D055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4:58.055" v="175" actId="1076"/>
        <pc:sldMkLst>
          <pc:docMk/>
          <pc:sldMk cId="2096246749" sldId="494"/>
        </pc:sldMkLst>
        <pc:spChg chg="mod">
          <ac:chgData name="Cristian Chilipirea" userId="34ab170da5908fc4" providerId="LiveId" clId="{8D7DEDE3-80AA-4184-B7F9-7AE18451EC3E}" dt="2019-10-06T17:44:37.177" v="168"/>
          <ac:spMkLst>
            <pc:docMk/>
            <pc:sldMk cId="2096246749" sldId="494"/>
            <ac:spMk id="2" creationId="{F426F33A-ED4F-4222-9275-07920D1CCBD9}"/>
          </ac:spMkLst>
        </pc:spChg>
        <pc:spChg chg="del">
          <ac:chgData name="Cristian Chilipirea" userId="34ab170da5908fc4" providerId="LiveId" clId="{8D7DEDE3-80AA-4184-B7F9-7AE18451EC3E}" dt="2019-10-06T17:44:39.648" v="169" actId="478"/>
          <ac:spMkLst>
            <pc:docMk/>
            <pc:sldMk cId="2096246749" sldId="494"/>
            <ac:spMk id="3" creationId="{9D44D60D-1C30-4189-8D28-2CF5DAEBCE55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4" creationId="{5E73F8AA-4F3B-4878-968D-BFB4C14338A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4" creationId="{96C6EEE9-04B0-4F42-A38A-A6A506DB49CF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5" creationId="{6B857A90-BAE7-4019-A3A6-2F7B9E3BE9E3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6" creationId="{5327D46B-044A-46FC-A290-6560FF555678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7" creationId="{191A71D7-B5B5-4D9B-A756-486C6353410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62" creationId="{224A55CD-CF75-4335-AAF7-A405EFAA1E41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3" creationId="{6369AA50-3CE8-4485-BF29-486AD3A61A36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6" creationId="{F2EC78A1-03E5-4D7C-AC67-63E94083EB69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4" creationId="{3C010ECE-F152-41D3-BA50-D32C48C28B30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5" creationId="{A93074BF-87B4-4862-8845-F83A12AD8E78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6" creationId="{920A058D-4872-499B-84AF-64D931AE419D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7" creationId="{F5612B3E-A1BA-4FBC-9E4F-DF9031644454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22" creationId="{46D74DB4-D36F-4FF2-9C3A-BD755C3A1860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3" creationId="{D2084B15-49AA-4DDB-9A3F-06976C61A466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6" creationId="{5CE94D7F-6651-4CCC-97A0-E3E1B8DA8681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4" creationId="{FE8123DF-5319-4121-92D6-13617E28FF3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5" creationId="{7082DD20-ED22-47D9-9B9F-14F0D7435FE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6" creationId="{3E30A255-D21E-4615-A17A-FF951012A9E9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7" creationId="{A03501EE-DD64-4390-95F0-F682A004FC6C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82" creationId="{38133998-B194-4C23-9CBC-93F1F7826E11}"/>
          </ac:spMkLst>
        </pc:spChg>
        <pc:grpChg chg="add del">
          <ac:chgData name="Cristian Chilipirea" userId="34ab170da5908fc4" providerId="LiveId" clId="{8D7DEDE3-80AA-4184-B7F9-7AE18451EC3E}" dt="2019-10-06T17:44:47.056" v="171"/>
          <ac:grpSpMkLst>
            <pc:docMk/>
            <pc:sldMk cId="2096246749" sldId="494"/>
            <ac:grpSpMk id="7" creationId="{A39FA2F3-DE8D-4BCA-B2E1-755350EA93A5}"/>
          </ac:grpSpMkLst>
        </pc:grpChg>
        <pc:grpChg chg="add del">
          <ac:chgData name="Cristian Chilipirea" userId="34ab170da5908fc4" providerId="LiveId" clId="{8D7DEDE3-80AA-4184-B7F9-7AE18451EC3E}" dt="2019-10-06T17:44:54.216" v="173"/>
          <ac:grpSpMkLst>
            <pc:docMk/>
            <pc:sldMk cId="2096246749" sldId="494"/>
            <ac:grpSpMk id="67" creationId="{FBCD63B9-E1A8-4092-BDE9-C92C618399B6}"/>
          </ac:grpSpMkLst>
        </pc:grpChg>
        <pc:grpChg chg="add 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7" creationId="{F29F4BA9-4EA8-49F9-8032-38DFDD932C1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8" creationId="{D3C33B22-B2E1-4000-8866-1BB58052E560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9" creationId="{0B8BDCB7-3CCF-46C2-B7CC-7F71A003C5B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0" creationId="{441BD2D0-73E5-415B-94B2-B380DA1BB17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1" creationId="{661F721E-5B2B-47AD-9759-643338A22CD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2" creationId="{9BB6F01F-F434-4BAE-962A-EDBC3285788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3" creationId="{EC16A79A-33B2-4462-936A-A00878D4EFD1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2" creationId="{BB0126C6-B090-4E49-83A9-E9E500A50F9D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3" creationId="{1C707774-9826-4E26-960B-C784151D689F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2" creationId="{C6F749D7-6EE7-46E7-A734-6261DB115D28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3" creationId="{82BEA7A0-107F-4994-A0C3-2617B781DFB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4" creationId="{9BE4F03E-D15C-43D3-A054-F52357AF2E5E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5" creationId="{971190E1-3E35-40AA-8B9D-897420CEF85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4" creationId="{6FBF0DEC-701E-4361-8B77-526296076367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5" creationId="{EAA50C88-95C8-428A-BC6F-6F93E8FABE04}"/>
          </ac:grpSpMkLst>
        </pc:grp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" creationId="{05E22517-FE85-4EE8-BCF3-5DD342974108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" creationId="{7976881F-8122-44AC-8910-7E71AF7CEF13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8" creationId="{B1293803-32BB-4FF7-9AC2-30F770730C55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9" creationId="{7989F71B-6FFF-4D05-B99C-A4C31C3C8889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0" creationId="{0C12657E-AA4E-4319-87F1-EFDFD2C7D210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1" creationId="{702F25F0-30B7-4C66-A48A-383D5FF44D02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4" creationId="{00E53E97-EAFD-4351-9FBA-CC28B1A3C28C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5" creationId="{1FBAE6EC-CB33-43F0-BC59-BB5FA62D9593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8" creationId="{96AC9031-CA6F-409D-82A5-AE03493BADE5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9" creationId="{3464480E-96BB-48A1-9328-F51025E729B4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0" creationId="{1C0398F0-F75C-4F2B-B000-D338DE3A48AF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1" creationId="{0BBC6EA0-8E94-4B9D-BA05-5B1AF93FD9DF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4" creationId="{C43FD858-9C8E-439B-81CB-B5DF21710545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5" creationId="{19E7E38D-B420-4E4F-BD50-5DE85915FC26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8" creationId="{341D19AE-FFA5-47AE-A703-29860A09E83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9" creationId="{36D29D31-AF24-4228-B924-22A4443D2B04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0" creationId="{8344A9DA-7191-4A5D-A045-213A32951CE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1" creationId="{F6F5CF80-8DB9-4B68-96D2-988DA6F69AAC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15.670" v="181"/>
        <pc:sldMkLst>
          <pc:docMk/>
          <pc:sldMk cId="3714542689" sldId="495"/>
        </pc:sldMkLst>
        <pc:spChg chg="mod">
          <ac:chgData name="Cristian Chilipirea" userId="34ab170da5908fc4" providerId="LiveId" clId="{8D7DEDE3-80AA-4184-B7F9-7AE18451EC3E}" dt="2019-10-06T17:45:04.850" v="177"/>
          <ac:spMkLst>
            <pc:docMk/>
            <pc:sldMk cId="3714542689" sldId="495"/>
            <ac:spMk id="2" creationId="{C61656D0-8689-4710-A92C-277B01333414}"/>
          </ac:spMkLst>
        </pc:spChg>
        <pc:spChg chg="del">
          <ac:chgData name="Cristian Chilipirea" userId="34ab170da5908fc4" providerId="LiveId" clId="{8D7DEDE3-80AA-4184-B7F9-7AE18451EC3E}" dt="2019-10-06T17:45:12.447" v="178" actId="478"/>
          <ac:spMkLst>
            <pc:docMk/>
            <pc:sldMk cId="3714542689" sldId="495"/>
            <ac:spMk id="3" creationId="{1130A7A3-D69D-4DF2-A25B-10598B4B690B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0" creationId="{9BB9A06D-C121-4DFD-B40C-5B5EDBA244C5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1" creationId="{EEF22B1A-956A-4BEA-B068-BD3DD5B38D0A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2" creationId="{D1BCF7F4-9B94-4071-AA86-6D4CDDAD11F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3" creationId="{C2041409-8F6A-4213-AAAE-86A1123C79F4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4" creationId="{FCF05A59-1263-4D05-A2EE-3BCED4D9427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5" creationId="{F6F36E7A-5EAF-4128-89F9-853CB1BEE851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2" creationId="{A9CFD3AA-4C8A-4240-8B4A-49D7B8A303EE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3" creationId="{752C5EEE-5E29-4496-93D4-FB7BCE898A22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6" creationId="{8FD53660-A455-4227-BC0A-3F280F579FC0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3" creationId="{B73F15C6-5249-42A7-80E8-FDBA4D423B0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4" creationId="{12CF9302-B9C7-451D-B2A7-FBB0360081A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5" creationId="{3D43B14E-64D6-4A25-BB28-99396105C2DF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6" creationId="{BEAB2B8C-A26A-4835-BC91-EC4E4253748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7" creationId="{A6B9254C-F313-4DF9-A356-2ACFD5E7BCA1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8" creationId="{A07D0667-ACE4-4FD9-9133-0B1F21F019E3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5" creationId="{6F9853F7-F484-448D-84AD-32F309A2256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6" creationId="{53AE3C0C-3F71-46E9-BC2D-B3D5156D5B28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9" creationId="{54F51BB9-3CC1-45A9-83AD-DE10F9D1488C}"/>
          </ac:spMkLst>
        </pc:s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4" creationId="{DC24E315-C0A2-4CF7-B866-1623FDDE6CA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8" creationId="{FE61ABD2-38D6-4038-9661-5A2948C30E4F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2" creationId="{C55BCB65-6A5F-4E58-A95B-6EAF6EA500A0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6" creationId="{33FE52B4-DDD1-450E-880B-8C5D5730504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26" creationId="{A7C1720E-214A-4192-8DC0-83692F3E26C8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47" creationId="{10CE6C52-5834-4A88-8E13-D00A30379BE2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1" creationId="{08A7E7EC-6CD9-4804-BC2A-58924B6803A4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5" creationId="{7D1E5303-2246-47A2-8B1E-26642473C100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9" creationId="{06630ADE-8B3D-454B-9898-E965CCF4229B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69" creationId="{CCB3BB49-F2D0-4612-85DB-8AEC839B3DE8}"/>
          </ac:grpSpMkLst>
        </pc:grp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4" creationId="{D7CB0324-F634-4C95-8FF7-E08017E9254D}"/>
          </ac:cxnSpMkLst>
        </pc:cxn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5" creationId="{7DA1D394-20A1-4A68-ACB8-EC7577DEF71E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7" creationId="{E8C60CFA-9B2C-4FAF-973A-53DA7677DD52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8" creationId="{498AA9AC-D584-47DE-AAED-616DD6CF2A98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36.574" v="187"/>
        <pc:sldMkLst>
          <pc:docMk/>
          <pc:sldMk cId="1341029990" sldId="496"/>
        </pc:sldMkLst>
        <pc:spChg chg="mod">
          <ac:chgData name="Cristian Chilipirea" userId="34ab170da5908fc4" providerId="LiveId" clId="{8D7DEDE3-80AA-4184-B7F9-7AE18451EC3E}" dt="2019-10-06T17:45:25.052" v="183"/>
          <ac:spMkLst>
            <pc:docMk/>
            <pc:sldMk cId="1341029990" sldId="496"/>
            <ac:spMk id="2" creationId="{771E9441-8AAC-4346-AB7C-FD821CBF4877}"/>
          </ac:spMkLst>
        </pc:spChg>
        <pc:spChg chg="del">
          <ac:chgData name="Cristian Chilipirea" userId="34ab170da5908fc4" providerId="LiveId" clId="{8D7DEDE3-80AA-4184-B7F9-7AE18451EC3E}" dt="2019-10-06T17:45:33.660" v="184" actId="478"/>
          <ac:spMkLst>
            <pc:docMk/>
            <pc:sldMk cId="1341029990" sldId="496"/>
            <ac:spMk id="3" creationId="{A637FE55-7FAA-4CBF-9FC6-9F47FE31451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" creationId="{25AAA6F3-7E07-44CC-935A-831545DC053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5" creationId="{62B62D37-1A14-4892-A3D6-7FA189DFEB25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2" creationId="{C664A2B6-8CB8-454D-8C14-FE69E6A1C3C6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3" creationId="{0CF9B85C-B7CF-4EB9-95BF-E2572C71E98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4" creationId="{1A203B6C-A82C-4B7C-A286-4A2BC49E71C1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5" creationId="{638E6460-0D6C-46FB-BA75-7D5061118EC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6" creationId="{FA585495-EF88-47D8-9491-10DBE45C4644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3" creationId="{30A46621-54AD-414A-AB8D-027FDB6B6FCE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4" creationId="{48E36728-EEE1-4CEB-A9CD-D6142D802FB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8" creationId="{31F6BB83-2054-4508-BFD3-85807ABFEE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9" creationId="{01473BAF-32E6-40D4-9283-BFE5E2E764F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6" creationId="{67CB599F-9B57-4DCA-A10E-66E58D4AC8EB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7" creationId="{234F141C-0AF0-4CCD-988B-04AA28A41E21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8" creationId="{8CBF788E-4785-4C53-A4AA-B372861DFD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9" creationId="{7125E8D9-BF95-4374-908C-D265BC8756B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70" creationId="{75C622E8-C3E4-46EE-820A-CF13EFE85FE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7" creationId="{EA6C3932-A36F-4485-9A37-ABD29C49AD7D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8" creationId="{BDDDA3F7-DB22-4E68-974D-646105877AE2}"/>
          </ac:spMkLst>
        </pc:s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6" creationId="{5B22AA17-F864-4843-8978-7FB9E41D4075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0" creationId="{837AF2CC-DEA9-49BE-B548-AB8FFDC6BEA4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4" creationId="{3AA30C70-65B9-41A5-8F05-A404CC3DD0F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8" creationId="{A474A0C5-1E50-4A6F-8A99-6B14A95418B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27" creationId="{23E3411E-03CD-44E9-8470-799BCBA6A735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0" creationId="{C9EB1C1D-8321-4E51-A0F0-0531D9B2E2D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4" creationId="{4EDF0686-B02D-4826-8FDA-06E54CDC3F6E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8" creationId="{0E705E0D-92FE-4F45-8119-0DCB7599E3FC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62" creationId="{681356B2-A27B-4EA5-90BC-65843511C70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71" creationId="{F7B70947-E352-4A18-B5B1-DA7502407657}"/>
          </ac:grpSpMkLst>
        </pc:grp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5" creationId="{68E66C0D-BD5A-4D16-9FFB-FB7EF721FAF2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6" creationId="{63D498B2-5D24-4352-9D6E-B77C9914CED9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7" creationId="{B36ACFEE-D76B-4208-B85B-664D21E224B5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89" creationId="{25D90F46-9129-4C27-BE31-6BDE39AA1C07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0" creationId="{4E9FD37F-4E24-416E-8A7E-C460F132FF71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1" creationId="{56210D31-429D-4BE0-B9A1-256F202480DD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6:02.922" v="196" actId="1076"/>
        <pc:sldMkLst>
          <pc:docMk/>
          <pc:sldMk cId="152564301" sldId="497"/>
        </pc:sldMkLst>
        <pc:spChg chg="mod">
          <ac:chgData name="Cristian Chilipirea" userId="34ab170da5908fc4" providerId="LiveId" clId="{8D7DEDE3-80AA-4184-B7F9-7AE18451EC3E}" dt="2019-10-06T17:45:44.727" v="189"/>
          <ac:spMkLst>
            <pc:docMk/>
            <pc:sldMk cId="152564301" sldId="497"/>
            <ac:spMk id="2" creationId="{9896C12C-59D9-4D8C-8F4B-BD2A3560919C}"/>
          </ac:spMkLst>
        </pc:spChg>
        <pc:spChg chg="del">
          <ac:chgData name="Cristian Chilipirea" userId="34ab170da5908fc4" providerId="LiveId" clId="{8D7DEDE3-80AA-4184-B7F9-7AE18451EC3E}" dt="2019-10-06T17:45:50.736" v="190" actId="478"/>
          <ac:spMkLst>
            <pc:docMk/>
            <pc:sldMk cId="152564301" sldId="497"/>
            <ac:spMk id="3" creationId="{CDAC9110-9A6A-4B6B-8F0A-9AB883767DC0}"/>
          </ac:spMkLst>
        </pc:spChg>
        <pc:spChg chg="add del">
          <ac:chgData name="Cristian Chilipirea" userId="34ab170da5908fc4" providerId="LiveId" clId="{8D7DEDE3-80AA-4184-B7F9-7AE18451EC3E}" dt="2019-10-06T17:45:53.019" v="192"/>
          <ac:spMkLst>
            <pc:docMk/>
            <pc:sldMk cId="152564301" sldId="497"/>
            <ac:spMk id="4" creationId="{E523D956-DC3B-4CD5-B335-DE5F0737D11F}"/>
          </ac:spMkLst>
        </pc:spChg>
        <pc:spChg chg="add mod">
          <ac:chgData name="Cristian Chilipirea" userId="34ab170da5908fc4" providerId="LiveId" clId="{8D7DEDE3-80AA-4184-B7F9-7AE18451EC3E}" dt="2019-10-06T17:46:02.922" v="196" actId="1076"/>
          <ac:spMkLst>
            <pc:docMk/>
            <pc:sldMk cId="152564301" sldId="497"/>
            <ac:spMk id="5" creationId="{A446CDD6-3976-4590-8B1F-1615237CD938}"/>
          </ac:spMkLst>
        </pc:spChg>
      </pc:sldChg>
      <pc:sldChg chg="del">
        <pc:chgData name="Cristian Chilipirea" userId="34ab170da5908fc4" providerId="LiveId" clId="{8D7DEDE3-80AA-4184-B7F9-7AE18451EC3E}" dt="2019-10-06T17:41:01.608" v="1" actId="2696"/>
        <pc:sldMkLst>
          <pc:docMk/>
          <pc:sldMk cId="2850693201" sldId="498"/>
        </pc:sldMkLst>
      </pc:sldChg>
      <pc:sldChg chg="addSp delSp modSp add">
        <pc:chgData name="Cristian Chilipirea" userId="34ab170da5908fc4" providerId="LiveId" clId="{8D7DEDE3-80AA-4184-B7F9-7AE18451EC3E}" dt="2019-10-06T17:46:26.302" v="207" actId="1076"/>
        <pc:sldMkLst>
          <pc:docMk/>
          <pc:sldMk cId="3733676236" sldId="498"/>
        </pc:sldMkLst>
        <pc:spChg chg="del">
          <ac:chgData name="Cristian Chilipirea" userId="34ab170da5908fc4" providerId="LiveId" clId="{8D7DEDE3-80AA-4184-B7F9-7AE18451EC3E}" dt="2019-10-06T17:46:13.764" v="198" actId="478"/>
          <ac:spMkLst>
            <pc:docMk/>
            <pc:sldMk cId="3733676236" sldId="498"/>
            <ac:spMk id="2" creationId="{82CA8193-848A-4F34-B95A-69A7507072F1}"/>
          </ac:spMkLst>
        </pc:spChg>
        <pc:spChg chg="del">
          <ac:chgData name="Cristian Chilipirea" userId="34ab170da5908fc4" providerId="LiveId" clId="{8D7DEDE3-80AA-4184-B7F9-7AE18451EC3E}" dt="2019-10-06T17:46:16.064" v="199" actId="478"/>
          <ac:spMkLst>
            <pc:docMk/>
            <pc:sldMk cId="3733676236" sldId="498"/>
            <ac:spMk id="3" creationId="{9F390CE0-91C8-48B5-B17A-2C4911B1B0EB}"/>
          </ac:spMkLst>
        </pc:spChg>
        <pc:spChg chg="add del mod">
          <ac:chgData name="Cristian Chilipirea" userId="34ab170da5908fc4" providerId="LiveId" clId="{8D7DEDE3-80AA-4184-B7F9-7AE18451EC3E}" dt="2019-10-06T17:46:21.355" v="203"/>
          <ac:spMkLst>
            <pc:docMk/>
            <pc:sldMk cId="3733676236" sldId="498"/>
            <ac:spMk id="4" creationId="{9D9F6169-5D1E-4AAD-8E02-6BCAB040FDEE}"/>
          </ac:spMkLst>
        </pc:spChg>
        <pc:spChg chg="add del">
          <ac:chgData name="Cristian Chilipirea" userId="34ab170da5908fc4" providerId="LiveId" clId="{8D7DEDE3-80AA-4184-B7F9-7AE18451EC3E}" dt="2019-10-06T17:46:23.592" v="205"/>
          <ac:spMkLst>
            <pc:docMk/>
            <pc:sldMk cId="3733676236" sldId="498"/>
            <ac:spMk id="5" creationId="{89D193FE-165B-454C-9F7B-E90FBFE134E4}"/>
          </ac:spMkLst>
        </pc:spChg>
        <pc:spChg chg="add mod">
          <ac:chgData name="Cristian Chilipirea" userId="34ab170da5908fc4" providerId="LiveId" clId="{8D7DEDE3-80AA-4184-B7F9-7AE18451EC3E}" dt="2019-10-06T17:46:26.302" v="207" actId="1076"/>
          <ac:spMkLst>
            <pc:docMk/>
            <pc:sldMk cId="3733676236" sldId="498"/>
            <ac:spMk id="6" creationId="{4EF956AC-2A30-49FD-A716-41454E0AA662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6:50.451" v="216" actId="1076"/>
        <pc:sldMkLst>
          <pc:docMk/>
          <pc:sldMk cId="3990504236" sldId="499"/>
        </pc:sldMkLst>
        <pc:spChg chg="del">
          <ac:chgData name="Cristian Chilipirea" userId="34ab170da5908fc4" providerId="LiveId" clId="{8D7DEDE3-80AA-4184-B7F9-7AE18451EC3E}" dt="2019-10-06T17:46:37.935" v="209" actId="478"/>
          <ac:spMkLst>
            <pc:docMk/>
            <pc:sldMk cId="3990504236" sldId="499"/>
            <ac:spMk id="2" creationId="{DCD9DAE4-D2DF-4B3F-B572-5868D04FDF1E}"/>
          </ac:spMkLst>
        </pc:spChg>
        <pc:spChg chg="del">
          <ac:chgData name="Cristian Chilipirea" userId="34ab170da5908fc4" providerId="LiveId" clId="{8D7DEDE3-80AA-4184-B7F9-7AE18451EC3E}" dt="2019-10-06T17:46:39.280" v="210" actId="478"/>
          <ac:spMkLst>
            <pc:docMk/>
            <pc:sldMk cId="3990504236" sldId="499"/>
            <ac:spMk id="3" creationId="{A00CCF92-A4C4-492C-BD85-BC791DFAEEC7}"/>
          </ac:spMkLst>
        </pc:spChg>
        <pc:spChg chg="add del">
          <ac:chgData name="Cristian Chilipirea" userId="34ab170da5908fc4" providerId="LiveId" clId="{8D7DEDE3-80AA-4184-B7F9-7AE18451EC3E}" dt="2019-10-06T17:46:42.731" v="212"/>
          <ac:spMkLst>
            <pc:docMk/>
            <pc:sldMk cId="3990504236" sldId="499"/>
            <ac:spMk id="4" creationId="{F77A2D76-8F9C-4E42-8FC9-DD4A9A69DC45}"/>
          </ac:spMkLst>
        </pc:spChg>
        <pc:spChg chg="add mod">
          <ac:chgData name="Cristian Chilipirea" userId="34ab170da5908fc4" providerId="LiveId" clId="{8D7DEDE3-80AA-4184-B7F9-7AE18451EC3E}" dt="2019-10-06T17:46:50.451" v="216" actId="1076"/>
          <ac:spMkLst>
            <pc:docMk/>
            <pc:sldMk cId="3990504236" sldId="499"/>
            <ac:spMk id="5" creationId="{51579545-45B1-4F3D-A5B4-52C6D785D614}"/>
          </ac:spMkLst>
        </pc:spChg>
      </pc:sldChg>
      <pc:sldChg chg="del">
        <pc:chgData name="Cristian Chilipirea" userId="34ab170da5908fc4" providerId="LiveId" clId="{8D7DEDE3-80AA-4184-B7F9-7AE18451EC3E}" dt="2019-10-06T17:41:04.378" v="17" actId="2696"/>
        <pc:sldMkLst>
          <pc:docMk/>
          <pc:sldMk cId="1523895393" sldId="500"/>
        </pc:sldMkLst>
      </pc:sldChg>
      <pc:sldChg chg="addSp delSp modSp add">
        <pc:chgData name="Cristian Chilipirea" userId="34ab170da5908fc4" providerId="LiveId" clId="{8D7DEDE3-80AA-4184-B7F9-7AE18451EC3E}" dt="2019-10-06T17:47:10.608" v="224" actId="1076"/>
        <pc:sldMkLst>
          <pc:docMk/>
          <pc:sldMk cId="4007712790" sldId="500"/>
        </pc:sldMkLst>
        <pc:spChg chg="del">
          <ac:chgData name="Cristian Chilipirea" userId="34ab170da5908fc4" providerId="LiveId" clId="{8D7DEDE3-80AA-4184-B7F9-7AE18451EC3E}" dt="2019-10-06T17:46:58.956" v="218" actId="478"/>
          <ac:spMkLst>
            <pc:docMk/>
            <pc:sldMk cId="4007712790" sldId="500"/>
            <ac:spMk id="2" creationId="{0A7CC89C-2FE7-4EE7-8CCC-2E3690254F6D}"/>
          </ac:spMkLst>
        </pc:spChg>
        <pc:spChg chg="del">
          <ac:chgData name="Cristian Chilipirea" userId="34ab170da5908fc4" providerId="LiveId" clId="{8D7DEDE3-80AA-4184-B7F9-7AE18451EC3E}" dt="2019-10-06T17:47:00.355" v="219" actId="478"/>
          <ac:spMkLst>
            <pc:docMk/>
            <pc:sldMk cId="4007712790" sldId="500"/>
            <ac:spMk id="3" creationId="{FC368CCF-780C-4431-A56F-A8FEA049503F}"/>
          </ac:spMkLst>
        </pc:spChg>
        <pc:spChg chg="add del">
          <ac:chgData name="Cristian Chilipirea" userId="34ab170da5908fc4" providerId="LiveId" clId="{8D7DEDE3-80AA-4184-B7F9-7AE18451EC3E}" dt="2019-10-06T17:47:04.007" v="221"/>
          <ac:spMkLst>
            <pc:docMk/>
            <pc:sldMk cId="4007712790" sldId="500"/>
            <ac:spMk id="4" creationId="{ABDB8BB7-D5E6-422B-AED8-93B380E73A0E}"/>
          </ac:spMkLst>
        </pc:spChg>
        <pc:spChg chg="add mod">
          <ac:chgData name="Cristian Chilipirea" userId="34ab170da5908fc4" providerId="LiveId" clId="{8D7DEDE3-80AA-4184-B7F9-7AE18451EC3E}" dt="2019-10-06T17:47:10.608" v="224" actId="1076"/>
          <ac:spMkLst>
            <pc:docMk/>
            <pc:sldMk cId="4007712790" sldId="500"/>
            <ac:spMk id="5" creationId="{DC28271F-20F9-44B8-AB05-0CEE115025DB}"/>
          </ac:spMkLst>
        </pc:spChg>
      </pc:sldChg>
      <pc:sldChg chg="addSp delSp modSp add">
        <pc:chgData name="Cristian Chilipirea" userId="34ab170da5908fc4" providerId="LiveId" clId="{8D7DEDE3-80AA-4184-B7F9-7AE18451EC3E}" dt="2019-10-06T17:47:28.929" v="231" actId="1076"/>
        <pc:sldMkLst>
          <pc:docMk/>
          <pc:sldMk cId="215342913" sldId="501"/>
        </pc:sldMkLst>
        <pc:spChg chg="mod">
          <ac:chgData name="Cristian Chilipirea" userId="34ab170da5908fc4" providerId="LiveId" clId="{8D7DEDE3-80AA-4184-B7F9-7AE18451EC3E}" dt="2019-10-06T17:47:19.711" v="226"/>
          <ac:spMkLst>
            <pc:docMk/>
            <pc:sldMk cId="215342913" sldId="501"/>
            <ac:spMk id="2" creationId="{6814B2E1-522C-4D91-9C2F-1E5EF23A622D}"/>
          </ac:spMkLst>
        </pc:spChg>
        <pc:spChg chg="del">
          <ac:chgData name="Cristian Chilipirea" userId="34ab170da5908fc4" providerId="LiveId" clId="{8D7DEDE3-80AA-4184-B7F9-7AE18451EC3E}" dt="2019-10-06T17:47:24.848" v="227" actId="478"/>
          <ac:spMkLst>
            <pc:docMk/>
            <pc:sldMk cId="215342913" sldId="501"/>
            <ac:spMk id="3" creationId="{00BC03DF-8D0F-4028-A1BD-B381D3F71679}"/>
          </ac:spMkLst>
        </pc:spChg>
        <pc:spChg chg="add del">
          <ac:chgData name="Cristian Chilipirea" userId="34ab170da5908fc4" providerId="LiveId" clId="{8D7DEDE3-80AA-4184-B7F9-7AE18451EC3E}" dt="2019-10-06T17:47:27.318" v="229"/>
          <ac:spMkLst>
            <pc:docMk/>
            <pc:sldMk cId="215342913" sldId="501"/>
            <ac:spMk id="4" creationId="{41030634-792D-47BB-886F-E0317465FCFC}"/>
          </ac:spMkLst>
        </pc:spChg>
        <pc:spChg chg="add mod">
          <ac:chgData name="Cristian Chilipirea" userId="34ab170da5908fc4" providerId="LiveId" clId="{8D7DEDE3-80AA-4184-B7F9-7AE18451EC3E}" dt="2019-10-06T17:47:28.929" v="231" actId="1076"/>
          <ac:spMkLst>
            <pc:docMk/>
            <pc:sldMk cId="215342913" sldId="501"/>
            <ac:spMk id="5" creationId="{8EAC4C7E-2C9C-4C26-AEED-39ABDF652436}"/>
          </ac:spMkLst>
        </pc:spChg>
      </pc:sldChg>
      <pc:sldChg chg="del">
        <pc:chgData name="Cristian Chilipirea" userId="34ab170da5908fc4" providerId="LiveId" clId="{8D7DEDE3-80AA-4184-B7F9-7AE18451EC3E}" dt="2019-10-06T17:41:04.604" v="18" actId="2696"/>
        <pc:sldMkLst>
          <pc:docMk/>
          <pc:sldMk cId="1501301851" sldId="501"/>
        </pc:sldMkLst>
      </pc:sldChg>
      <pc:sldChg chg="del">
        <pc:chgData name="Cristian Chilipirea" userId="34ab170da5908fc4" providerId="LiveId" clId="{8D7DEDE3-80AA-4184-B7F9-7AE18451EC3E}" dt="2019-10-06T17:41:02.030" v="4" actId="2696"/>
        <pc:sldMkLst>
          <pc:docMk/>
          <pc:sldMk cId="3057009429" sldId="502"/>
        </pc:sldMkLst>
      </pc:sldChg>
      <pc:sldChg chg="addSp delSp modSp add modAnim">
        <pc:chgData name="Cristian Chilipirea" userId="34ab170da5908fc4" providerId="LiveId" clId="{8D7DEDE3-80AA-4184-B7F9-7AE18451EC3E}" dt="2019-10-06T17:47:59.160" v="237"/>
        <pc:sldMkLst>
          <pc:docMk/>
          <pc:sldMk cId="4086428221" sldId="502"/>
        </pc:sldMkLst>
        <pc:spChg chg="mod">
          <ac:chgData name="Cristian Chilipirea" userId="34ab170da5908fc4" providerId="LiveId" clId="{8D7DEDE3-80AA-4184-B7F9-7AE18451EC3E}" dt="2019-10-06T17:47:49.422" v="233"/>
          <ac:spMkLst>
            <pc:docMk/>
            <pc:sldMk cId="4086428221" sldId="502"/>
            <ac:spMk id="2" creationId="{A679C502-16B3-4583-9376-27B275DA8FD8}"/>
          </ac:spMkLst>
        </pc:spChg>
        <pc:spChg chg="del">
          <ac:chgData name="Cristian Chilipirea" userId="34ab170da5908fc4" providerId="LiveId" clId="{8D7DEDE3-80AA-4184-B7F9-7AE18451EC3E}" dt="2019-10-06T17:47:52.629" v="234" actId="478"/>
          <ac:spMkLst>
            <pc:docMk/>
            <pc:sldMk cId="4086428221" sldId="502"/>
            <ac:spMk id="3" creationId="{89601540-528F-4165-B5A5-B61E9CB7CB7C}"/>
          </ac:spMkLst>
        </pc:spChg>
        <pc:spChg chg="add del">
          <ac:chgData name="Cristian Chilipirea" userId="34ab170da5908fc4" providerId="LiveId" clId="{8D7DEDE3-80AA-4184-B7F9-7AE18451EC3E}" dt="2019-10-06T17:47:59.150" v="236"/>
          <ac:spMkLst>
            <pc:docMk/>
            <pc:sldMk cId="4086428221" sldId="502"/>
            <ac:spMk id="4" creationId="{A3088D0C-AE26-4046-B25B-3F3DAC92C26E}"/>
          </ac:spMkLst>
        </pc:spChg>
        <pc:spChg chg="add">
          <ac:chgData name="Cristian Chilipirea" userId="34ab170da5908fc4" providerId="LiveId" clId="{8D7DEDE3-80AA-4184-B7F9-7AE18451EC3E}" dt="2019-10-06T17:47:59.160" v="237"/>
          <ac:spMkLst>
            <pc:docMk/>
            <pc:sldMk cId="4086428221" sldId="502"/>
            <ac:spMk id="5" creationId="{265D5948-A0D8-484C-B5AC-67652399549E}"/>
          </ac:spMkLst>
        </pc:spChg>
      </pc:sldChg>
      <pc:sldChg chg="del">
        <pc:chgData name="Cristian Chilipirea" userId="34ab170da5908fc4" providerId="LiveId" clId="{8D7DEDE3-80AA-4184-B7F9-7AE18451EC3E}" dt="2019-10-06T17:41:02.428" v="7" actId="2696"/>
        <pc:sldMkLst>
          <pc:docMk/>
          <pc:sldMk cId="1013673347" sldId="503"/>
        </pc:sldMkLst>
      </pc:sldChg>
      <pc:sldChg chg="addSp delSp modSp add">
        <pc:chgData name="Cristian Chilipirea" userId="34ab170da5908fc4" providerId="LiveId" clId="{8D7DEDE3-80AA-4184-B7F9-7AE18451EC3E}" dt="2019-10-06T17:48:28.804" v="244" actId="1076"/>
        <pc:sldMkLst>
          <pc:docMk/>
          <pc:sldMk cId="2561944996" sldId="503"/>
        </pc:sldMkLst>
        <pc:spChg chg="mod">
          <ac:chgData name="Cristian Chilipirea" userId="34ab170da5908fc4" providerId="LiveId" clId="{8D7DEDE3-80AA-4184-B7F9-7AE18451EC3E}" dt="2019-10-06T17:48:17.245" v="239"/>
          <ac:spMkLst>
            <pc:docMk/>
            <pc:sldMk cId="2561944996" sldId="503"/>
            <ac:spMk id="2" creationId="{E2D95880-4BEF-413E-8EE4-CBF3233A9412}"/>
          </ac:spMkLst>
        </pc:spChg>
        <pc:spChg chg="del">
          <ac:chgData name="Cristian Chilipirea" userId="34ab170da5908fc4" providerId="LiveId" clId="{8D7DEDE3-80AA-4184-B7F9-7AE18451EC3E}" dt="2019-10-06T17:48:19.104" v="240" actId="478"/>
          <ac:spMkLst>
            <pc:docMk/>
            <pc:sldMk cId="2561944996" sldId="503"/>
            <ac:spMk id="3" creationId="{3276BFA0-4C90-4C3C-B1E9-467ACE1322D5}"/>
          </ac:spMkLst>
        </pc:spChg>
        <pc:spChg chg="add del">
          <ac:chgData name="Cristian Chilipirea" userId="34ab170da5908fc4" providerId="LiveId" clId="{8D7DEDE3-80AA-4184-B7F9-7AE18451EC3E}" dt="2019-10-06T17:48:26.024" v="242"/>
          <ac:spMkLst>
            <pc:docMk/>
            <pc:sldMk cId="2561944996" sldId="503"/>
            <ac:spMk id="4" creationId="{206DCA34-B50A-4CDB-A2F7-9BF6A277069B}"/>
          </ac:spMkLst>
        </pc:spChg>
        <pc:spChg chg="add mod">
          <ac:chgData name="Cristian Chilipirea" userId="34ab170da5908fc4" providerId="LiveId" clId="{8D7DEDE3-80AA-4184-B7F9-7AE18451EC3E}" dt="2019-10-06T17:48:28.804" v="244" actId="1076"/>
          <ac:spMkLst>
            <pc:docMk/>
            <pc:sldMk cId="2561944996" sldId="503"/>
            <ac:spMk id="5" creationId="{494B96C4-A8DD-43FA-B0CB-730B113A914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9:18.286" v="257" actId="1076"/>
        <pc:sldMkLst>
          <pc:docMk/>
          <pc:sldMk cId="3155671206" sldId="504"/>
        </pc:sldMkLst>
        <pc:spChg chg="mod">
          <ac:chgData name="Cristian Chilipirea" userId="34ab170da5908fc4" providerId="LiveId" clId="{8D7DEDE3-80AA-4184-B7F9-7AE18451EC3E}" dt="2019-10-06T17:49:05.345" v="246"/>
          <ac:spMkLst>
            <pc:docMk/>
            <pc:sldMk cId="3155671206" sldId="504"/>
            <ac:spMk id="2" creationId="{7A3A1B93-9BD9-42C2-A074-CE57D1D7C921}"/>
          </ac:spMkLst>
        </pc:spChg>
        <pc:spChg chg="del">
          <ac:chgData name="Cristian Chilipirea" userId="34ab170da5908fc4" providerId="LiveId" clId="{8D7DEDE3-80AA-4184-B7F9-7AE18451EC3E}" dt="2019-10-06T17:49:09.799" v="247" actId="478"/>
          <ac:spMkLst>
            <pc:docMk/>
            <pc:sldMk cId="3155671206" sldId="504"/>
            <ac:spMk id="3" creationId="{7FE132D1-FB93-47AD-A2B1-191E6B780E31}"/>
          </ac:spMkLst>
        </pc:spChg>
        <pc:spChg chg="add del mod">
          <ac:chgData name="Cristian Chilipirea" userId="34ab170da5908fc4" providerId="LiveId" clId="{8D7DEDE3-80AA-4184-B7F9-7AE18451EC3E}" dt="2019-10-06T17:49:14.752" v="252"/>
          <ac:spMkLst>
            <pc:docMk/>
            <pc:sldMk cId="3155671206" sldId="504"/>
            <ac:spMk id="4" creationId="{213E8BCB-F51A-436A-8AF7-B19ED3684278}"/>
          </ac:spMkLst>
        </pc:spChg>
        <pc:spChg chg="add del mod">
          <ac:chgData name="Cristian Chilipirea" userId="34ab170da5908fc4" providerId="LiveId" clId="{8D7DEDE3-80AA-4184-B7F9-7AE18451EC3E}" dt="2019-10-06T17:49:16.849" v="255"/>
          <ac:spMkLst>
            <pc:docMk/>
            <pc:sldMk cId="3155671206" sldId="504"/>
            <ac:spMk id="5" creationId="{940B16C1-3937-47B2-930D-606BAF89E00D}"/>
          </ac:spMkLst>
        </pc:spChg>
        <pc:spChg chg="add mod">
          <ac:chgData name="Cristian Chilipirea" userId="34ab170da5908fc4" providerId="LiveId" clId="{8D7DEDE3-80AA-4184-B7F9-7AE18451EC3E}" dt="2019-10-06T17:49:18.286" v="257" actId="1076"/>
          <ac:spMkLst>
            <pc:docMk/>
            <pc:sldMk cId="3155671206" sldId="504"/>
            <ac:spMk id="6" creationId="{E17A2174-9C33-48DA-A7BE-C39C987CE316}"/>
          </ac:spMkLst>
        </pc:spChg>
      </pc:sldChg>
      <pc:sldChg chg="addSp delSp modSp add">
        <pc:chgData name="Cristian Chilipirea" userId="34ab170da5908fc4" providerId="LiveId" clId="{8D7DEDE3-80AA-4184-B7F9-7AE18451EC3E}" dt="2019-10-06T17:49:31.204" v="263"/>
        <pc:sldMkLst>
          <pc:docMk/>
          <pc:sldMk cId="2699375114" sldId="505"/>
        </pc:sldMkLst>
        <pc:spChg chg="mod">
          <ac:chgData name="Cristian Chilipirea" userId="34ab170da5908fc4" providerId="LiveId" clId="{8D7DEDE3-80AA-4184-B7F9-7AE18451EC3E}" dt="2019-10-06T17:49:24.097" v="259"/>
          <ac:spMkLst>
            <pc:docMk/>
            <pc:sldMk cId="2699375114" sldId="505"/>
            <ac:spMk id="2" creationId="{15D21F38-4440-4592-9330-43A6F0D0E00B}"/>
          </ac:spMkLst>
        </pc:spChg>
        <pc:spChg chg="del">
          <ac:chgData name="Cristian Chilipirea" userId="34ab170da5908fc4" providerId="LiveId" clId="{8D7DEDE3-80AA-4184-B7F9-7AE18451EC3E}" dt="2019-10-06T17:49:25.736" v="260" actId="478"/>
          <ac:spMkLst>
            <pc:docMk/>
            <pc:sldMk cId="2699375114" sldId="505"/>
            <ac:spMk id="3" creationId="{077130A8-B0E2-49C4-8A73-3D7402AD591E}"/>
          </ac:spMkLst>
        </pc:spChg>
        <pc:spChg chg="add del">
          <ac:chgData name="Cristian Chilipirea" userId="34ab170da5908fc4" providerId="LiveId" clId="{8D7DEDE3-80AA-4184-B7F9-7AE18451EC3E}" dt="2019-10-06T17:49:31.195" v="262"/>
          <ac:spMkLst>
            <pc:docMk/>
            <pc:sldMk cId="2699375114" sldId="505"/>
            <ac:spMk id="4" creationId="{6337EBF9-57B5-4A9E-9448-E10639922329}"/>
          </ac:spMkLst>
        </pc:spChg>
        <pc:spChg chg="add">
          <ac:chgData name="Cristian Chilipirea" userId="34ab170da5908fc4" providerId="LiveId" clId="{8D7DEDE3-80AA-4184-B7F9-7AE18451EC3E}" dt="2019-10-06T17:49:31.204" v="263"/>
          <ac:spMkLst>
            <pc:docMk/>
            <pc:sldMk cId="2699375114" sldId="505"/>
            <ac:spMk id="5" creationId="{379233E5-5C0B-487A-B499-7B50504A8008}"/>
          </ac:spMkLst>
        </pc:spChg>
      </pc:sldChg>
      <pc:sldChg chg="del">
        <pc:chgData name="Cristian Chilipirea" userId="34ab170da5908fc4" providerId="LiveId" clId="{8D7DEDE3-80AA-4184-B7F9-7AE18451EC3E}" dt="2019-10-06T17:41:02.674" v="9" actId="2696"/>
        <pc:sldMkLst>
          <pc:docMk/>
          <pc:sldMk cId="3381332427" sldId="506"/>
        </pc:sldMkLst>
      </pc:sldChg>
      <pc:sldChg chg="del">
        <pc:chgData name="Cristian Chilipirea" userId="34ab170da5908fc4" providerId="LiveId" clId="{8D7DEDE3-80AA-4184-B7F9-7AE18451EC3E}" dt="2019-10-06T17:41:04.836" v="19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8D7DEDE3-80AA-4184-B7F9-7AE18451EC3E}" dt="2019-10-06T17:41:05.539" v="22" actId="2696"/>
        <pc:sldMkLst>
          <pc:docMk/>
          <pc:sldMk cId="1653909499" sldId="509"/>
        </pc:sldMkLst>
      </pc:sldChg>
      <pc:sldChg chg="del">
        <pc:chgData name="Cristian Chilipirea" userId="34ab170da5908fc4" providerId="LiveId" clId="{8D7DEDE3-80AA-4184-B7F9-7AE18451EC3E}" dt="2019-10-06T17:41:05.757" v="23" actId="2696"/>
        <pc:sldMkLst>
          <pc:docMk/>
          <pc:sldMk cId="3608127337" sldId="510"/>
        </pc:sldMkLst>
      </pc:sldChg>
      <pc:sldChg chg="del">
        <pc:chgData name="Cristian Chilipirea" userId="34ab170da5908fc4" providerId="LiveId" clId="{8D7DEDE3-80AA-4184-B7F9-7AE18451EC3E}" dt="2019-10-06T17:41:06.088" v="26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8D7DEDE3-80AA-4184-B7F9-7AE18451EC3E}" dt="2019-10-06T17:41:07.229" v="31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8D7DEDE3-80AA-4184-B7F9-7AE18451EC3E}" dt="2019-10-06T17:41:05.946" v="24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8D7DEDE3-80AA-4184-B7F9-7AE18451EC3E}" dt="2019-10-06T17:41:06.064" v="25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8D7DEDE3-80AA-4184-B7F9-7AE18451EC3E}" dt="2019-10-06T17:41:06.237" v="27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8D7DEDE3-80AA-4184-B7F9-7AE18451EC3E}" dt="2019-10-06T17:41:06.530" v="29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8D7DEDE3-80AA-4184-B7F9-7AE18451EC3E}" dt="2019-10-06T17:41:06.404" v="28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8D7DEDE3-80AA-4184-B7F9-7AE18451EC3E}" dt="2019-10-06T17:41:07.010" v="30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8D7DEDE3-80AA-4184-B7F9-7AE18451EC3E}" dt="2019-10-06T17:41:08.711" v="37" actId="2696"/>
        <pc:sldMkLst>
          <pc:docMk/>
          <pc:sldMk cId="1223463397" sldId="520"/>
        </pc:sldMkLst>
      </pc:sldChg>
      <pc:sldChg chg="del">
        <pc:chgData name="Cristian Chilipirea" userId="34ab170da5908fc4" providerId="LiveId" clId="{8D7DEDE3-80AA-4184-B7F9-7AE18451EC3E}" dt="2019-10-06T17:41:02.817" v="10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8D7DEDE3-80AA-4184-B7F9-7AE18451EC3E}" dt="2019-10-06T17:41:02.945" v="11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8D7DEDE3-80AA-4184-B7F9-7AE18451EC3E}" dt="2019-10-06T17:41:08.948" v="38" actId="2696"/>
        <pc:sldMkLst>
          <pc:docMk/>
          <pc:sldMk cId="2128174877" sldId="525"/>
        </pc:sldMkLst>
      </pc:sldChg>
      <pc:sldChg chg="del">
        <pc:chgData name="Cristian Chilipirea" userId="34ab170da5908fc4" providerId="LiveId" clId="{8D7DEDE3-80AA-4184-B7F9-7AE18451EC3E}" dt="2019-10-06T17:41:09.211" v="3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8D7DEDE3-80AA-4184-B7F9-7AE18451EC3E}" dt="2019-10-06T17:41:10.478" v="46" actId="2696"/>
        <pc:sldMkLst>
          <pc:docMk/>
          <pc:sldMk cId="3314915467" sldId="527"/>
        </pc:sldMkLst>
      </pc:sldChg>
      <pc:sldChg chg="del">
        <pc:chgData name="Cristian Chilipirea" userId="34ab170da5908fc4" providerId="LiveId" clId="{8D7DEDE3-80AA-4184-B7F9-7AE18451EC3E}" dt="2019-10-06T17:41:10.144" v="44" actId="2696"/>
        <pc:sldMkLst>
          <pc:docMk/>
          <pc:sldMk cId="2683223940" sldId="528"/>
        </pc:sldMkLst>
      </pc:sldChg>
      <pc:sldChg chg="del">
        <pc:chgData name="Cristian Chilipirea" userId="34ab170da5908fc4" providerId="LiveId" clId="{8D7DEDE3-80AA-4184-B7F9-7AE18451EC3E}" dt="2019-10-06T17:41:02.159" v="5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8D7DEDE3-80AA-4184-B7F9-7AE18451EC3E}" dt="2019-10-06T17:41:02.276" v="6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8D7DEDE3-80AA-4184-B7F9-7AE18451EC3E}" dt="2019-10-06T17:41:02.543" v="8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8D7DEDE3-80AA-4184-B7F9-7AE18451EC3E}" dt="2019-10-06T17:41:03.105" v="12" actId="2696"/>
        <pc:sldMkLst>
          <pc:docMk/>
          <pc:sldMk cId="2286012924" sldId="533"/>
        </pc:sldMkLst>
      </pc:sldChg>
      <pc:sldChg chg="del">
        <pc:chgData name="Cristian Chilipirea" userId="34ab170da5908fc4" providerId="LiveId" clId="{8D7DEDE3-80AA-4184-B7F9-7AE18451EC3E}" dt="2019-10-06T17:41:03.245" v="13" actId="2696"/>
        <pc:sldMkLst>
          <pc:docMk/>
          <pc:sldMk cId="733346778" sldId="534"/>
        </pc:sldMkLst>
      </pc:sldChg>
      <pc:sldChg chg="del">
        <pc:chgData name="Cristian Chilipirea" userId="34ab170da5908fc4" providerId="LiveId" clId="{8D7DEDE3-80AA-4184-B7F9-7AE18451EC3E}" dt="2019-10-06T17:41:03.830" v="15" actId="2696"/>
        <pc:sldMkLst>
          <pc:docMk/>
          <pc:sldMk cId="3424030094" sldId="535"/>
        </pc:sldMkLst>
      </pc:sldChg>
      <pc:sldChg chg="del">
        <pc:chgData name="Cristian Chilipirea" userId="34ab170da5908fc4" providerId="LiveId" clId="{8D7DEDE3-80AA-4184-B7F9-7AE18451EC3E}" dt="2019-10-06T17:41:03.651" v="14" actId="2696"/>
        <pc:sldMkLst>
          <pc:docMk/>
          <pc:sldMk cId="1635445270" sldId="536"/>
        </pc:sldMkLst>
      </pc:sldChg>
      <pc:sldChg chg="del">
        <pc:chgData name="Cristian Chilipirea" userId="34ab170da5908fc4" providerId="LiveId" clId="{8D7DEDE3-80AA-4184-B7F9-7AE18451EC3E}" dt="2019-10-06T17:41:04.113" v="16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8D7DEDE3-80AA-4184-B7F9-7AE18451EC3E}" dt="2019-10-06T17:41:05.362" v="21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8D7DEDE3-80AA-4184-B7F9-7AE18451EC3E}" dt="2019-10-06T17:41:05.054" v="20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8D7DEDE3-80AA-4184-B7F9-7AE18451EC3E}" dt="2019-10-06T17:41:10.303" v="45" actId="2696"/>
        <pc:sldMkLst>
          <pc:docMk/>
          <pc:sldMk cId="1462569323" sldId="541"/>
        </pc:sldMkLst>
      </pc:sldChg>
      <pc:sldChg chg="del">
        <pc:chgData name="Cristian Chilipirea" userId="34ab170da5908fc4" providerId="LiveId" clId="{8D7DEDE3-80AA-4184-B7F9-7AE18451EC3E}" dt="2019-10-06T17:41:10.780" v="47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8D7DEDE3-80AA-4184-B7F9-7AE18451EC3E}" dt="2019-10-06T17:41:11.656" v="51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8D7DEDE3-80AA-4184-B7F9-7AE18451EC3E}" dt="2019-10-06T17:41:10.980" v="48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8D7DEDE3-80AA-4184-B7F9-7AE18451EC3E}" dt="2019-10-06T17:41:11.140" v="49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8D7DEDE3-80AA-4184-B7F9-7AE18451EC3E}" dt="2019-10-06T17:41:11.492" v="50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8D7DEDE3-80AA-4184-B7F9-7AE18451EC3E}" dt="2019-10-06T17:41:11.822" v="52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8D7DEDE3-80AA-4184-B7F9-7AE18451EC3E}" dt="2019-10-06T17:41:11.998" v="53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8D7DEDE3-80AA-4184-B7F9-7AE18451EC3E}" dt="2019-10-06T17:41:12.182" v="54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8D7DEDE3-80AA-4184-B7F9-7AE18451EC3E}" dt="2019-10-06T17:41:12.342" v="55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8D7DEDE3-80AA-4184-B7F9-7AE18451EC3E}" dt="2019-10-06T17:41:12.518" v="56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8D7DEDE3-80AA-4184-B7F9-7AE18451EC3E}" dt="2019-10-06T17:41:12.699" v="57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8D7DEDE3-80AA-4184-B7F9-7AE18451EC3E}" dt="2019-10-06T17:41:12.877" v="58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8D7DEDE3-80AA-4184-B7F9-7AE18451EC3E}" dt="2019-10-06T17:41:01.462" v="0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8D7DEDE3-80AA-4184-B7F9-7AE18451EC3E}" dt="2019-10-06T17:41:01.770" v="2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8D7DEDE3-80AA-4184-B7F9-7AE18451EC3E}" dt="2019-10-06T17:41:01.898" v="3" actId="2696"/>
        <pc:sldMkLst>
          <pc:docMk/>
          <pc:sldMk cId="2006060040" sldId="557"/>
        </pc:sldMkLst>
      </pc:sldChg>
      <pc:sldChg chg="del">
        <pc:chgData name="Cristian Chilipirea" userId="34ab170da5908fc4" providerId="LiveId" clId="{8D7DEDE3-80AA-4184-B7F9-7AE18451EC3E}" dt="2019-10-06T17:41:13.406" v="60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8D7DEDE3-80AA-4184-B7F9-7AE18451EC3E}" dt="2019-10-06T17:41:07.456" v="32" actId="2696"/>
        <pc:sldMkLst>
          <pc:docMk/>
          <pc:sldMk cId="1004568210" sldId="587"/>
        </pc:sldMkLst>
      </pc:sldChg>
      <pc:sldChg chg="del">
        <pc:chgData name="Cristian Chilipirea" userId="34ab170da5908fc4" providerId="LiveId" clId="{8D7DEDE3-80AA-4184-B7F9-7AE18451EC3E}" dt="2019-10-06T17:41:07.747" v="33" actId="2696"/>
        <pc:sldMkLst>
          <pc:docMk/>
          <pc:sldMk cId="2844747525" sldId="588"/>
        </pc:sldMkLst>
      </pc:sldChg>
      <pc:sldChg chg="del">
        <pc:chgData name="Cristian Chilipirea" userId="34ab170da5908fc4" providerId="LiveId" clId="{8D7DEDE3-80AA-4184-B7F9-7AE18451EC3E}" dt="2019-10-06T17:41:13.575" v="61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8D7DEDE3-80AA-4184-B7F9-7AE18451EC3E}" dt="2019-10-06T17:41:13.735" v="62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8D7DEDE3-80AA-4184-B7F9-7AE18451EC3E}" dt="2019-10-06T17:41:13.893" v="63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8D7DEDE3-80AA-4184-B7F9-7AE18451EC3E}" dt="2019-10-06T17:41:14.203" v="65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8D7DEDE3-80AA-4184-B7F9-7AE18451EC3E}" dt="2019-10-06T17:41:14.339" v="66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8D7DEDE3-80AA-4184-B7F9-7AE18451EC3E}" dt="2019-10-06T17:41:14.555" v="67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8D7DEDE3-80AA-4184-B7F9-7AE18451EC3E}" dt="2019-10-06T17:41:14.931" v="68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8D7DEDE3-80AA-4184-B7F9-7AE18451EC3E}" dt="2019-10-06T17:41:15.131" v="69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8D7DEDE3-80AA-4184-B7F9-7AE18451EC3E}" dt="2019-10-06T17:41:15.291" v="70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8D7DEDE3-80AA-4184-B7F9-7AE18451EC3E}" dt="2019-10-06T17:41:15.785" v="71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8D7DEDE3-80AA-4184-B7F9-7AE18451EC3E}" dt="2019-10-06T17:41:15.884" v="73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8D7DEDE3-80AA-4184-B7F9-7AE18451EC3E}" dt="2019-10-06T17:41:15.951" v="75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8D7DEDE3-80AA-4184-B7F9-7AE18451EC3E}" dt="2019-10-06T17:41:15.967" v="76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8D7DEDE3-80AA-4184-B7F9-7AE18451EC3E}" dt="2019-10-06T17:41:16.115" v="77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8D7DEDE3-80AA-4184-B7F9-7AE18451EC3E}" dt="2019-10-06T17:41:16.651" v="78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8D7DEDE3-80AA-4184-B7F9-7AE18451EC3E}" dt="2019-10-06T17:41:17.278" v="79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8D7DEDE3-80AA-4184-B7F9-7AE18451EC3E}" dt="2019-10-06T17:41:15.901" v="74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8D7DEDE3-80AA-4184-B7F9-7AE18451EC3E}" dt="2019-10-06T17:41:15.834" v="72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8D7DEDE3-80AA-4184-B7F9-7AE18451EC3E}" dt="2019-10-06T17:41:14.025" v="64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8D7DEDE3-80AA-4184-B7F9-7AE18451EC3E}" dt="2019-10-06T17:41:17.598" v="80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8D7DEDE3-80AA-4184-B7F9-7AE18451EC3E}" dt="2019-10-06T17:41:17.744" v="81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8D7DEDE3-80AA-4184-B7F9-7AE18451EC3E}" dt="2019-10-06T17:41:18.844" v="88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8D7DEDE3-80AA-4184-B7F9-7AE18451EC3E}" dt="2019-10-06T17:41:18.676" v="87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8D7DEDE3-80AA-4184-B7F9-7AE18451EC3E}" dt="2019-10-06T17:41:18.948" v="89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8D7DEDE3-80AA-4184-B7F9-7AE18451EC3E}" dt="2019-10-06T17:41:19.140" v="90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8D7DEDE3-80AA-4184-B7F9-7AE18451EC3E}" dt="2019-10-06T17:41:19.296" v="91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8D7DEDE3-80AA-4184-B7F9-7AE18451EC3E}" dt="2019-10-06T17:41:19.451" v="92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8D7DEDE3-80AA-4184-B7F9-7AE18451EC3E}" dt="2019-10-06T17:41:18.520" v="86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8D7DEDE3-80AA-4184-B7F9-7AE18451EC3E}" dt="2019-10-06T17:41:19.580" v="93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8D7DEDE3-80AA-4184-B7F9-7AE18451EC3E}" dt="2019-10-06T17:41:19.765" v="94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8D7DEDE3-80AA-4184-B7F9-7AE18451EC3E}" dt="2019-10-06T17:41:20.292" v="96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8D7DEDE3-80AA-4184-B7F9-7AE18451EC3E}" dt="2019-10-06T17:41:20.692" v="98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8D7DEDE3-80AA-4184-B7F9-7AE18451EC3E}" dt="2019-10-06T17:41:21.084" v="100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8D7DEDE3-80AA-4184-B7F9-7AE18451EC3E}" dt="2019-10-06T17:41:33.704" v="106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8D7DEDE3-80AA-4184-B7F9-7AE18451EC3E}" dt="2019-10-06T17:41:22.603" v="104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8D7DEDE3-80AA-4184-B7F9-7AE18451EC3E}" dt="2019-10-06T17:41:21.828" v="102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8D7DEDE3-80AA-4184-B7F9-7AE18451EC3E}" dt="2019-10-06T17:41:19.924" v="95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8D7DEDE3-80AA-4184-B7F9-7AE18451EC3E}" dt="2019-10-06T17:41:20.485" v="97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8D7DEDE3-80AA-4184-B7F9-7AE18451EC3E}" dt="2019-10-06T17:41:20.878" v="99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8D7DEDE3-80AA-4184-B7F9-7AE18451EC3E}" dt="2019-10-06T17:41:21.252" v="101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8D7DEDE3-80AA-4184-B7F9-7AE18451EC3E}" dt="2019-10-06T17:41:22.152" v="103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8D7DEDE3-80AA-4184-B7F9-7AE18451EC3E}" dt="2019-10-06T17:41:07.968" v="34" actId="2696"/>
        <pc:sldMkLst>
          <pc:docMk/>
          <pc:sldMk cId="2226103853" sldId="674"/>
        </pc:sldMkLst>
      </pc:sldChg>
      <pc:sldChg chg="del">
        <pc:chgData name="Cristian Chilipirea" userId="34ab170da5908fc4" providerId="LiveId" clId="{8D7DEDE3-80AA-4184-B7F9-7AE18451EC3E}" dt="2019-10-06T17:41:08.240" v="35" actId="2696"/>
        <pc:sldMkLst>
          <pc:docMk/>
          <pc:sldMk cId="3773405892" sldId="675"/>
        </pc:sldMkLst>
      </pc:sldChg>
      <pc:sldChg chg="del">
        <pc:chgData name="Cristian Chilipirea" userId="34ab170da5908fc4" providerId="LiveId" clId="{8D7DEDE3-80AA-4184-B7F9-7AE18451EC3E}" dt="2019-10-06T17:41:08.479" v="36" actId="2696"/>
        <pc:sldMkLst>
          <pc:docMk/>
          <pc:sldMk cId="1837309573" sldId="676"/>
        </pc:sldMkLst>
      </pc:sldChg>
      <pc:sldChg chg="del">
        <pc:chgData name="Cristian Chilipirea" userId="34ab170da5908fc4" providerId="LiveId" clId="{8D7DEDE3-80AA-4184-B7F9-7AE18451EC3E}" dt="2019-10-06T17:41:17.890" v="82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8D7DEDE3-80AA-4184-B7F9-7AE18451EC3E}" dt="2019-10-06T17:41:18.052" v="83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8D7DEDE3-80AA-4184-B7F9-7AE18451EC3E}" dt="2019-10-06T17:41:18.219" v="84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8D7DEDE3-80AA-4184-B7F9-7AE18451EC3E}" dt="2019-10-06T17:41:18.364" v="85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8D7DEDE3-80AA-4184-B7F9-7AE18451EC3E}" dt="2019-10-06T17:41:13.189" v="59" actId="2696"/>
        <pc:sldMkLst>
          <pc:docMk/>
          <pc:sldMk cId="344641337" sldId="701"/>
        </pc:sldMkLst>
      </pc:sldChg>
      <pc:sldChg chg="del">
        <pc:chgData name="Cristian Chilipirea" userId="34ab170da5908fc4" providerId="LiveId" clId="{8D7DEDE3-80AA-4184-B7F9-7AE18451EC3E}" dt="2019-10-06T17:41:09.458" v="40" actId="2696"/>
        <pc:sldMkLst>
          <pc:docMk/>
          <pc:sldMk cId="2042151825" sldId="702"/>
        </pc:sldMkLst>
      </pc:sldChg>
      <pc:sldChg chg="del">
        <pc:chgData name="Cristian Chilipirea" userId="34ab170da5908fc4" providerId="LiveId" clId="{8D7DEDE3-80AA-4184-B7F9-7AE18451EC3E}" dt="2019-10-06T17:41:09.687" v="41" actId="2696"/>
        <pc:sldMkLst>
          <pc:docMk/>
          <pc:sldMk cId="1836877158" sldId="703"/>
        </pc:sldMkLst>
      </pc:sldChg>
      <pc:sldChg chg="del">
        <pc:chgData name="Cristian Chilipirea" userId="34ab170da5908fc4" providerId="LiveId" clId="{8D7DEDE3-80AA-4184-B7F9-7AE18451EC3E}" dt="2019-10-06T17:41:09.853" v="42" actId="2696"/>
        <pc:sldMkLst>
          <pc:docMk/>
          <pc:sldMk cId="120645923" sldId="704"/>
        </pc:sldMkLst>
      </pc:sldChg>
      <pc:sldChg chg="del">
        <pc:chgData name="Cristian Chilipirea" userId="34ab170da5908fc4" providerId="LiveId" clId="{8D7DEDE3-80AA-4184-B7F9-7AE18451EC3E}" dt="2019-10-06T17:41:10.014" v="43" actId="2696"/>
        <pc:sldMkLst>
          <pc:docMk/>
          <pc:sldMk cId="3594135705" sldId="705"/>
        </pc:sldMkLst>
      </pc:sldChg>
    </pc:docChg>
  </pc:docChgLst>
  <pc:docChgLst>
    <pc:chgData name="Cristian Chilipirea" userId="34ab170da5908fc4" providerId="LiveId" clId="{3FC1AD1A-0CD5-4685-A3F8-1E28A16C15C9}"/>
    <pc:docChg chg="undo custSel addSld delSld modSld sldOrd modSection modNotesMaster modHandout">
      <pc:chgData name="Cristian Chilipirea" userId="34ab170da5908fc4" providerId="LiveId" clId="{3FC1AD1A-0CD5-4685-A3F8-1E28A16C15C9}" dt="2019-09-30T13:16:17.198" v="8831"/>
      <pc:docMkLst>
        <pc:docMk/>
      </pc:docMkLst>
      <pc:sldChg chg="modNotes">
        <pc:chgData name="Cristian Chilipirea" userId="34ab170da5908fc4" providerId="LiveId" clId="{3FC1AD1A-0CD5-4685-A3F8-1E28A16C15C9}" dt="2019-09-24T17:19:27.629" v="8540"/>
        <pc:sldMkLst>
          <pc:docMk/>
          <pc:sldMk cId="0" sldId="485"/>
        </pc:sldMkLst>
      </pc:sldChg>
      <pc:sldChg chg="modSp">
        <pc:chgData name="Cristian Chilipirea" userId="34ab170da5908fc4" providerId="LiveId" clId="{3FC1AD1A-0CD5-4685-A3F8-1E28A16C15C9}" dt="2019-09-30T13:16:17.198" v="8831"/>
        <pc:sldMkLst>
          <pc:docMk/>
          <pc:sldMk cId="2850693201" sldId="498"/>
        </pc:sldMkLst>
        <pc:spChg chg="mod">
          <ac:chgData name="Cristian Chilipirea" userId="34ab170da5908fc4" providerId="LiveId" clId="{3FC1AD1A-0CD5-4685-A3F8-1E28A16C15C9}" dt="2019-09-24T15:40:02.507" v="8" actId="6549"/>
          <ac:spMkLst>
            <pc:docMk/>
            <pc:sldMk cId="2850693201" sldId="498"/>
            <ac:spMk id="2" creationId="{A2E1C21B-F1D3-4170-A890-B8691890E8EF}"/>
          </ac:spMkLst>
        </pc:spChg>
        <pc:spChg chg="mod">
          <ac:chgData name="Cristian Chilipirea" userId="34ab170da5908fc4" providerId="LiveId" clId="{3FC1AD1A-0CD5-4685-A3F8-1E28A16C15C9}" dt="2019-09-30T13:16:17.198" v="8831"/>
          <ac:spMkLst>
            <pc:docMk/>
            <pc:sldMk cId="2850693201" sldId="498"/>
            <ac:spMk id="6" creationId="{2C5AF5A1-152F-40ED-B651-F253C2928CAA}"/>
          </ac:spMkLst>
        </pc:spChg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23895393" sldId="500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294659851" sldId="500"/>
        </pc:sldMkLst>
      </pc:sldChg>
      <pc:sldChg chg="del">
        <pc:chgData name="Cristian Chilipirea" userId="34ab170da5908fc4" providerId="LiveId" clId="{3FC1AD1A-0CD5-4685-A3F8-1E28A16C15C9}" dt="2019-09-30T12:46:49.772" v="8814" actId="2696"/>
        <pc:sldMkLst>
          <pc:docMk/>
          <pc:sldMk cId="3805068390" sldId="500"/>
        </pc:sldMkLst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01301851" sldId="501"/>
        </pc:sldMkLst>
      </pc:sldChg>
      <pc:sldChg chg="del modNotes">
        <pc:chgData name="Cristian Chilipirea" userId="34ab170da5908fc4" providerId="LiveId" clId="{3FC1AD1A-0CD5-4685-A3F8-1E28A16C15C9}" dt="2019-09-30T12:46:49.784" v="8815" actId="2696"/>
        <pc:sldMkLst>
          <pc:docMk/>
          <pc:sldMk cId="2240204320" sldId="501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472965487" sldId="501"/>
        </pc:sldMkLst>
      </pc:sldChg>
      <pc:sldChg chg="modSp">
        <pc:chgData name="Cristian Chilipirea" userId="34ab170da5908fc4" providerId="LiveId" clId="{3FC1AD1A-0CD5-4685-A3F8-1E28A16C15C9}" dt="2019-09-24T15:41:53.126" v="18" actId="20577"/>
        <pc:sldMkLst>
          <pc:docMk/>
          <pc:sldMk cId="3057009429" sldId="502"/>
        </pc:sldMkLst>
        <pc:spChg chg="mod">
          <ac:chgData name="Cristian Chilipirea" userId="34ab170da5908fc4" providerId="LiveId" clId="{3FC1AD1A-0CD5-4685-A3F8-1E28A16C15C9}" dt="2019-09-24T15:41:53.126" v="18" actId="20577"/>
          <ac:spMkLst>
            <pc:docMk/>
            <pc:sldMk cId="3057009429" sldId="502"/>
            <ac:spMk id="3" creationId="{C6AC5461-4988-4C29-BC47-C5E3192A3CAC}"/>
          </ac:spMkLst>
        </pc:spChg>
      </pc:sldChg>
      <pc:sldChg chg="modNotesTx">
        <pc:chgData name="Cristian Chilipirea" userId="34ab170da5908fc4" providerId="LiveId" clId="{3FC1AD1A-0CD5-4685-A3F8-1E28A16C15C9}" dt="2019-09-24T15:53:28.079" v="673" actId="6549"/>
        <pc:sldMkLst>
          <pc:docMk/>
          <pc:sldMk cId="3381332427" sldId="506"/>
        </pc:sldMkLst>
      </pc:sldChg>
      <pc:sldChg chg="modNotes modNotesTx">
        <pc:chgData name="Cristian Chilipirea" userId="34ab170da5908fc4" providerId="LiveId" clId="{3FC1AD1A-0CD5-4685-A3F8-1E28A16C15C9}" dt="2019-09-24T17:27:27.663" v="8645" actId="403"/>
        <pc:sldMkLst>
          <pc:docMk/>
          <pc:sldMk cId="3608127337" sldId="510"/>
        </pc:sldMkLst>
      </pc:sldChg>
      <pc:sldChg chg="modSp ord">
        <pc:chgData name="Cristian Chilipirea" userId="34ab170da5908fc4" providerId="LiveId" clId="{3FC1AD1A-0CD5-4685-A3F8-1E28A16C15C9}" dt="2019-09-30T12:48:55.131" v="8828" actId="6549"/>
        <pc:sldMkLst>
          <pc:docMk/>
          <pc:sldMk cId="4042985229" sldId="511"/>
        </pc:sldMkLst>
        <pc:spChg chg="mod">
          <ac:chgData name="Cristian Chilipirea" userId="34ab170da5908fc4" providerId="LiveId" clId="{3FC1AD1A-0CD5-4685-A3F8-1E28A16C15C9}" dt="2019-09-30T12:48:55.131" v="8828" actId="6549"/>
          <ac:spMkLst>
            <pc:docMk/>
            <pc:sldMk cId="4042985229" sldId="511"/>
            <ac:spMk id="2" creationId="{2AC95419-3022-427B-A37A-0984E7167BD1}"/>
          </ac:spMkLst>
        </pc:spChg>
      </pc:sldChg>
      <pc:sldChg chg="ord">
        <pc:chgData name="Cristian Chilipirea" userId="34ab170da5908fc4" providerId="LiveId" clId="{3FC1AD1A-0CD5-4685-A3F8-1E28A16C15C9}" dt="2019-09-30T12:49:24.346" v="8830"/>
        <pc:sldMkLst>
          <pc:docMk/>
          <pc:sldMk cId="2727535347" sldId="512"/>
        </pc:sldMkLst>
      </pc:sldChg>
      <pc:sldChg chg="modNotesTx">
        <pc:chgData name="Cristian Chilipirea" userId="34ab170da5908fc4" providerId="LiveId" clId="{3FC1AD1A-0CD5-4685-A3F8-1E28A16C15C9}" dt="2019-09-24T16:12:34.159" v="1296" actId="20577"/>
        <pc:sldMkLst>
          <pc:docMk/>
          <pc:sldMk cId="3285445849" sldId="513"/>
        </pc:sldMkLst>
      </pc:sldChg>
      <pc:sldChg chg="modNotes modNotesTx">
        <pc:chgData name="Cristian Chilipirea" userId="34ab170da5908fc4" providerId="LiveId" clId="{3FC1AD1A-0CD5-4685-A3F8-1E28A16C15C9}" dt="2019-09-24T17:36:34.741" v="8774" actId="403"/>
        <pc:sldMkLst>
          <pc:docMk/>
          <pc:sldMk cId="650840403" sldId="514"/>
        </pc:sldMkLst>
      </pc:sldChg>
      <pc:sldChg chg="modNotes modNotesTx">
        <pc:chgData name="Cristian Chilipirea" userId="34ab170da5908fc4" providerId="LiveId" clId="{3FC1AD1A-0CD5-4685-A3F8-1E28A16C15C9}" dt="2019-09-24T17:38:22.281" v="8789" actId="403"/>
        <pc:sldMkLst>
          <pc:docMk/>
          <pc:sldMk cId="2095946675" sldId="515"/>
        </pc:sldMkLst>
      </pc:sldChg>
      <pc:sldChg chg="modNotes modNotesTx">
        <pc:chgData name="Cristian Chilipirea" userId="34ab170da5908fc4" providerId="LiveId" clId="{3FC1AD1A-0CD5-4685-A3F8-1E28A16C15C9}" dt="2019-09-24T17:38:29.637" v="8793" actId="403"/>
        <pc:sldMkLst>
          <pc:docMk/>
          <pc:sldMk cId="1633443332" sldId="516"/>
        </pc:sldMkLst>
      </pc:sldChg>
      <pc:sldChg chg="modNotesTx">
        <pc:chgData name="Cristian Chilipirea" userId="34ab170da5908fc4" providerId="LiveId" clId="{3FC1AD1A-0CD5-4685-A3F8-1E28A16C15C9}" dt="2019-09-24T16:24:32.296" v="2353" actId="6549"/>
        <pc:sldMkLst>
          <pc:docMk/>
          <pc:sldMk cId="3859228379" sldId="518"/>
        </pc:sldMkLst>
      </pc:sldChg>
      <pc:sldChg chg="modNotes modNotesTx">
        <pc:chgData name="Cristian Chilipirea" userId="34ab170da5908fc4" providerId="LiveId" clId="{3FC1AD1A-0CD5-4685-A3F8-1E28A16C15C9}" dt="2019-09-24T17:24:06.722" v="8561" actId="108"/>
        <pc:sldMkLst>
          <pc:docMk/>
          <pc:sldMk cId="1223463397" sldId="520"/>
        </pc:sldMkLst>
      </pc:sldChg>
      <pc:sldChg chg="modNotesTx">
        <pc:chgData name="Cristian Chilipirea" userId="34ab170da5908fc4" providerId="LiveId" clId="{3FC1AD1A-0CD5-4685-A3F8-1E28A16C15C9}" dt="2019-09-24T15:53:35.019" v="674" actId="6549"/>
        <pc:sldMkLst>
          <pc:docMk/>
          <pc:sldMk cId="193191226" sldId="523"/>
        </pc:sldMkLst>
      </pc:sldChg>
      <pc:sldChg chg="modNotesTx">
        <pc:chgData name="Cristian Chilipirea" userId="34ab170da5908fc4" providerId="LiveId" clId="{3FC1AD1A-0CD5-4685-A3F8-1E28A16C15C9}" dt="2019-09-24T15:54:05.167" v="675" actId="6549"/>
        <pc:sldMkLst>
          <pc:docMk/>
          <pc:sldMk cId="761323086" sldId="524"/>
        </pc:sldMkLst>
      </pc:sldChg>
      <pc:sldChg chg="modNotes modNotesTx">
        <pc:chgData name="Cristian Chilipirea" userId="34ab170da5908fc4" providerId="LiveId" clId="{3FC1AD1A-0CD5-4685-A3F8-1E28A16C15C9}" dt="2019-09-24T17:24:15.162" v="8563" actId="403"/>
        <pc:sldMkLst>
          <pc:docMk/>
          <pc:sldMk cId="2128174877" sldId="525"/>
        </pc:sldMkLst>
      </pc:sldChg>
      <pc:sldChg chg="modNotes modNotesTx">
        <pc:chgData name="Cristian Chilipirea" userId="34ab170da5908fc4" providerId="LiveId" clId="{3FC1AD1A-0CD5-4685-A3F8-1E28A16C15C9}" dt="2019-09-24T17:38:59.517" v="8797" actId="1076"/>
        <pc:sldMkLst>
          <pc:docMk/>
          <pc:sldMk cId="384922801" sldId="526"/>
        </pc:sldMkLst>
      </pc:sldChg>
      <pc:sldChg chg="modNotes modNotesTx">
        <pc:chgData name="Cristian Chilipirea" userId="34ab170da5908fc4" providerId="LiveId" clId="{3FC1AD1A-0CD5-4685-A3F8-1E28A16C15C9}" dt="2019-09-24T17:25:03.603" v="8576" actId="403"/>
        <pc:sldMkLst>
          <pc:docMk/>
          <pc:sldMk cId="3314915467" sldId="527"/>
        </pc:sldMkLst>
      </pc:sldChg>
      <pc:sldChg chg="modNotes modNotesTx">
        <pc:chgData name="Cristian Chilipirea" userId="34ab170da5908fc4" providerId="LiveId" clId="{3FC1AD1A-0CD5-4685-A3F8-1E28A16C15C9}" dt="2019-09-24T17:24:44.100" v="8570" actId="113"/>
        <pc:sldMkLst>
          <pc:docMk/>
          <pc:sldMk cId="2683223940" sldId="528"/>
        </pc:sldMkLst>
      </pc:sldChg>
      <pc:sldChg chg="modNotesTx">
        <pc:chgData name="Cristian Chilipirea" userId="34ab170da5908fc4" providerId="LiveId" clId="{3FC1AD1A-0CD5-4685-A3F8-1E28A16C15C9}" dt="2019-09-24T17:18:03.944" v="8538" actId="6549"/>
        <pc:sldMkLst>
          <pc:docMk/>
          <pc:sldMk cId="617174008" sldId="529"/>
        </pc:sldMkLst>
      </pc:sldChg>
      <pc:sldChg chg="modNotes modNotesTx">
        <pc:chgData name="Cristian Chilipirea" userId="34ab170da5908fc4" providerId="LiveId" clId="{3FC1AD1A-0CD5-4685-A3F8-1E28A16C15C9}" dt="2019-09-24T17:27:38.931" v="8647" actId="403"/>
        <pc:sldMkLst>
          <pc:docMk/>
          <pc:sldMk cId="2619967694" sldId="531"/>
        </pc:sldMkLst>
      </pc:sldChg>
      <pc:sldChg chg="del">
        <pc:chgData name="Cristian Chilipirea" userId="34ab170da5908fc4" providerId="LiveId" clId="{3FC1AD1A-0CD5-4685-A3F8-1E28A16C15C9}" dt="2019-09-30T12:46:49.793" v="8816" actId="2696"/>
        <pc:sldMkLst>
          <pc:docMk/>
          <pc:sldMk cId="238918458" sldId="533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2286012924" sldId="533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026372988" sldId="533"/>
        </pc:sldMkLst>
      </pc:sldChg>
      <pc:sldChg chg="del">
        <pc:chgData name="Cristian Chilipirea" userId="34ab170da5908fc4" providerId="LiveId" clId="{3FC1AD1A-0CD5-4685-A3F8-1E28A16C15C9}" dt="2019-09-30T12:46:49.801" v="8817" actId="2696"/>
        <pc:sldMkLst>
          <pc:docMk/>
          <pc:sldMk cId="162901516" sldId="534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733346778" sldId="534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232483699" sldId="534"/>
        </pc:sldMkLst>
      </pc:sldChg>
      <pc:sldChg chg="del">
        <pc:chgData name="Cristian Chilipirea" userId="34ab170da5908fc4" providerId="LiveId" clId="{3FC1AD1A-0CD5-4685-A3F8-1E28A16C15C9}" dt="2019-09-30T12:46:49.825" v="8819" actId="2696"/>
        <pc:sldMkLst>
          <pc:docMk/>
          <pc:sldMk cId="2632471956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997100639" sldId="535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3424030094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863235364" sldId="536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1635445270" sldId="536"/>
        </pc:sldMkLst>
      </pc:sldChg>
      <pc:sldChg chg="del">
        <pc:chgData name="Cristian Chilipirea" userId="34ab170da5908fc4" providerId="LiveId" clId="{3FC1AD1A-0CD5-4685-A3F8-1E28A16C15C9}" dt="2019-09-30T12:46:49.812" v="8818" actId="2696"/>
        <pc:sldMkLst>
          <pc:docMk/>
          <pc:sldMk cId="2927050837" sldId="536"/>
        </pc:sldMkLst>
      </pc:sldChg>
      <pc:sldChg chg="addSp delSp modSp ord">
        <pc:chgData name="Cristian Chilipirea" userId="34ab170da5908fc4" providerId="LiveId" clId="{3FC1AD1A-0CD5-4685-A3F8-1E28A16C15C9}" dt="2019-09-30T12:47:41.092" v="8824"/>
        <pc:sldMkLst>
          <pc:docMk/>
          <pc:sldMk cId="1741540215" sldId="538"/>
        </pc:sldMkLst>
        <pc:spChg chg="add mod">
          <ac:chgData name="Cristian Chilipirea" userId="34ab170da5908fc4" providerId="LiveId" clId="{3FC1AD1A-0CD5-4685-A3F8-1E28A16C15C9}" dt="2019-09-24T15:53:09.996" v="667" actId="207"/>
          <ac:spMkLst>
            <pc:docMk/>
            <pc:sldMk cId="1741540215" sldId="538"/>
            <ac:spMk id="7" creationId="{99E00E50-CBD8-46EF-809B-D92379B3BFB9}"/>
          </ac:spMkLst>
        </pc:spChg>
        <pc:spChg chg="add mod">
          <ac:chgData name="Cristian Chilipirea" userId="34ab170da5908fc4" providerId="LiveId" clId="{3FC1AD1A-0CD5-4685-A3F8-1E28A16C15C9}" dt="2019-09-24T15:53:19.151" v="671" actId="20577"/>
          <ac:spMkLst>
            <pc:docMk/>
            <pc:sldMk cId="1741540215" sldId="538"/>
            <ac:spMk id="11" creationId="{360056B9-6E5E-4906-AA34-0757C0313507}"/>
          </ac:spMkLst>
        </pc:spChg>
        <pc:picChg chg="add del mod">
          <ac:chgData name="Cristian Chilipirea" userId="34ab170da5908fc4" providerId="LiveId" clId="{3FC1AD1A-0CD5-4685-A3F8-1E28A16C15C9}" dt="2019-09-24T15:52:11.286" v="644" actId="478"/>
          <ac:picMkLst>
            <pc:docMk/>
            <pc:sldMk cId="1741540215" sldId="538"/>
            <ac:picMk id="3" creationId="{C1690EC4-54BF-43AD-A358-45B619E4A916}"/>
          </ac:picMkLst>
        </pc:picChg>
        <pc:picChg chg="add mod">
          <ac:chgData name="Cristian Chilipirea" userId="34ab170da5908fc4" providerId="LiveId" clId="{3FC1AD1A-0CD5-4685-A3F8-1E28A16C15C9}" dt="2019-09-24T15:52:38.235" v="652" actId="1076"/>
          <ac:picMkLst>
            <pc:docMk/>
            <pc:sldMk cId="1741540215" sldId="538"/>
            <ac:picMk id="6" creationId="{EF5F908D-6009-4DEE-B529-81B9E7D722C7}"/>
          </ac:picMkLst>
        </pc:picChg>
        <pc:picChg chg="mod">
          <ac:chgData name="Cristian Chilipirea" userId="34ab170da5908fc4" providerId="LiveId" clId="{3FC1AD1A-0CD5-4685-A3F8-1E28A16C15C9}" dt="2019-09-24T15:52:48.441" v="656" actId="1076"/>
          <ac:picMkLst>
            <pc:docMk/>
            <pc:sldMk cId="1741540215" sldId="538"/>
            <ac:picMk id="10" creationId="{3F38ED30-6807-4C93-B632-3C556619CC34}"/>
          </ac:picMkLst>
        </pc:picChg>
      </pc:sldChg>
      <pc:sldChg chg="modSp">
        <pc:chgData name="Cristian Chilipirea" userId="34ab170da5908fc4" providerId="LiveId" clId="{3FC1AD1A-0CD5-4685-A3F8-1E28A16C15C9}" dt="2019-09-30T12:48:16.761" v="8826" actId="6549"/>
        <pc:sldMkLst>
          <pc:docMk/>
          <pc:sldMk cId="2002666867" sldId="540"/>
        </pc:sldMkLst>
        <pc:spChg chg="mod">
          <ac:chgData name="Cristian Chilipirea" userId="34ab170da5908fc4" providerId="LiveId" clId="{3FC1AD1A-0CD5-4685-A3F8-1E28A16C15C9}" dt="2019-09-30T12:48:16.761" v="8826" actId="6549"/>
          <ac:spMkLst>
            <pc:docMk/>
            <pc:sldMk cId="2002666867" sldId="540"/>
            <ac:spMk id="3" creationId="{D8E55A74-EA14-488A-A45A-25C1A867A44B}"/>
          </ac:spMkLst>
        </pc:spChg>
      </pc:sldChg>
      <pc:sldChg chg="modNotes modNotesTx">
        <pc:chgData name="Cristian Chilipirea" userId="34ab170da5908fc4" providerId="LiveId" clId="{3FC1AD1A-0CD5-4685-A3F8-1E28A16C15C9}" dt="2019-09-24T17:24:55.930" v="8574" actId="404"/>
        <pc:sldMkLst>
          <pc:docMk/>
          <pc:sldMk cId="1462569323" sldId="541"/>
        </pc:sldMkLst>
      </pc:sldChg>
      <pc:sldChg chg="modNotes">
        <pc:chgData name="Cristian Chilipirea" userId="34ab170da5908fc4" providerId="LiveId" clId="{3FC1AD1A-0CD5-4685-A3F8-1E28A16C15C9}" dt="2019-09-24T17:25:09.405" v="8578" actId="403"/>
        <pc:sldMkLst>
          <pc:docMk/>
          <pc:sldMk cId="3728125730" sldId="542"/>
        </pc:sldMkLst>
      </pc:sldChg>
      <pc:sldChg chg="modNotes modNotesTx">
        <pc:chgData name="Cristian Chilipirea" userId="34ab170da5908fc4" providerId="LiveId" clId="{3FC1AD1A-0CD5-4685-A3F8-1E28A16C15C9}" dt="2019-09-24T17:39:30.093" v="8799" actId="403"/>
        <pc:sldMkLst>
          <pc:docMk/>
          <pc:sldMk cId="1289218972" sldId="543"/>
        </pc:sldMkLst>
      </pc:sldChg>
      <pc:sldChg chg="modNotesTx">
        <pc:chgData name="Cristian Chilipirea" userId="34ab170da5908fc4" providerId="LiveId" clId="{3FC1AD1A-0CD5-4685-A3F8-1E28A16C15C9}" dt="2019-09-24T16:57:23.730" v="6850" actId="20577"/>
        <pc:sldMkLst>
          <pc:docMk/>
          <pc:sldMk cId="1882107523" sldId="546"/>
        </pc:sldMkLst>
      </pc:sldChg>
      <pc:sldChg chg="modSp modNotesTx">
        <pc:chgData name="Cristian Chilipirea" userId="34ab170da5908fc4" providerId="LiveId" clId="{3FC1AD1A-0CD5-4685-A3F8-1E28A16C15C9}" dt="2019-09-24T15:39:58.547" v="4" actId="20577"/>
        <pc:sldMkLst>
          <pc:docMk/>
          <pc:sldMk cId="2016561363" sldId="555"/>
        </pc:sldMkLst>
        <pc:spChg chg="mod">
          <ac:chgData name="Cristian Chilipirea" userId="34ab170da5908fc4" providerId="LiveId" clId="{3FC1AD1A-0CD5-4685-A3F8-1E28A16C15C9}" dt="2019-09-24T15:39:58.547" v="4" actId="20577"/>
          <ac:spMkLst>
            <pc:docMk/>
            <pc:sldMk cId="2016561363" sldId="555"/>
            <ac:spMk id="2" creationId="{E2184C26-7E72-43C1-B904-1CE15EE6D549}"/>
          </ac:spMkLst>
        </pc:spChg>
      </pc:sldChg>
      <pc:sldChg chg="modNotesTx">
        <pc:chgData name="Cristian Chilipirea" userId="34ab170da5908fc4" providerId="LiveId" clId="{3FC1AD1A-0CD5-4685-A3F8-1E28A16C15C9}" dt="2019-09-24T15:40:39.211" v="16" actId="6549"/>
        <pc:sldMkLst>
          <pc:docMk/>
          <pc:sldMk cId="278542565" sldId="556"/>
        </pc:sldMkLst>
      </pc:sldChg>
      <pc:sldChg chg="modSp modNotes modNotesTx">
        <pc:chgData name="Cristian Chilipirea" userId="34ab170da5908fc4" providerId="LiveId" clId="{3FC1AD1A-0CD5-4685-A3F8-1E28A16C15C9}" dt="2019-09-24T17:39:38.091" v="8800" actId="404"/>
        <pc:sldMkLst>
          <pc:docMk/>
          <pc:sldMk cId="3440455392" sldId="586"/>
        </pc:sldMkLst>
        <pc:spChg chg="mod">
          <ac:chgData name="Cristian Chilipirea" userId="34ab170da5908fc4" providerId="LiveId" clId="{3FC1AD1A-0CD5-4685-A3F8-1E28A16C15C9}" dt="2019-09-24T17:05:23.048" v="7631" actId="20577"/>
          <ac:spMkLst>
            <pc:docMk/>
            <pc:sldMk cId="3440455392" sldId="586"/>
            <ac:spMk id="12" creationId="{443D66CC-3E91-4403-9048-BA23C1B3ED8E}"/>
          </ac:spMkLst>
        </pc:spChg>
      </pc:sldChg>
      <pc:sldChg chg="modSp">
        <pc:chgData name="Cristian Chilipirea" userId="34ab170da5908fc4" providerId="LiveId" clId="{3FC1AD1A-0CD5-4685-A3F8-1E28A16C15C9}" dt="2019-09-24T16:28:16.742" v="2581" actId="790"/>
        <pc:sldMkLst>
          <pc:docMk/>
          <pc:sldMk cId="1004568210" sldId="587"/>
        </pc:sldMkLst>
        <pc:spChg chg="mod">
          <ac:chgData name="Cristian Chilipirea" userId="34ab170da5908fc4" providerId="LiveId" clId="{3FC1AD1A-0CD5-4685-A3F8-1E28A16C15C9}" dt="2019-09-24T16:28:16.742" v="2581" actId="790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6:39.366" v="2566" actId="1076"/>
          <ac:spMkLst>
            <pc:docMk/>
            <pc:sldMk cId="1004568210" sldId="587"/>
            <ac:spMk id="3" creationId="{339551E0-5B4F-468D-A5F2-74EA52B6C9FD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5.308" v="8794" actId="404"/>
        <pc:sldMkLst>
          <pc:docMk/>
          <pc:sldMk cId="2844747525" sldId="588"/>
        </pc:sldMkLst>
        <pc:spChg chg="mod">
          <ac:chgData name="Cristian Chilipirea" userId="34ab170da5908fc4" providerId="LiveId" clId="{3FC1AD1A-0CD5-4685-A3F8-1E28A16C15C9}" dt="2019-09-24T16:28:20.292" v="2582"/>
          <ac:spMkLst>
            <pc:docMk/>
            <pc:sldMk cId="2844747525" sldId="588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04.128" v="2556" actId="478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10.609" v="2560" actId="478"/>
          <ac:spMkLst>
            <pc:docMk/>
            <pc:sldMk cId="2844747525" sldId="588"/>
            <ac:spMk id="5" creationId="{1BF94628-EAD7-40A3-AA02-65310483AFB3}"/>
          </ac:spMkLst>
        </pc:spChg>
        <pc:spChg chg="add del mod">
          <ac:chgData name="Cristian Chilipirea" userId="34ab170da5908fc4" providerId="LiveId" clId="{3FC1AD1A-0CD5-4685-A3F8-1E28A16C15C9}" dt="2019-09-24T16:26:20.288" v="2562" actId="478"/>
          <ac:spMkLst>
            <pc:docMk/>
            <pc:sldMk cId="2844747525" sldId="588"/>
            <ac:spMk id="29" creationId="{CD0097D9-F498-4D2D-9D4D-1E2633316BE8}"/>
          </ac:spMkLst>
        </pc:spChg>
        <pc:spChg chg="add mod">
          <ac:chgData name="Cristian Chilipirea" userId="34ab170da5908fc4" providerId="LiveId" clId="{3FC1AD1A-0CD5-4685-A3F8-1E28A16C15C9}" dt="2019-09-24T16:29:06.641" v="2592" actId="207"/>
          <ac:spMkLst>
            <pc:docMk/>
            <pc:sldMk cId="2844747525" sldId="588"/>
            <ac:spMk id="30" creationId="{C07107BC-7CE4-4821-8323-7B0291925005}"/>
          </ac:spMkLst>
        </pc:spChg>
      </pc:sldChg>
      <pc:sldChg chg="modSp">
        <pc:chgData name="Cristian Chilipirea" userId="34ab170da5908fc4" providerId="LiveId" clId="{3FC1AD1A-0CD5-4685-A3F8-1E28A16C15C9}" dt="2019-09-24T17:05:29.912" v="7632"/>
        <pc:sldMkLst>
          <pc:docMk/>
          <pc:sldMk cId="3229519859" sldId="589"/>
        </pc:sldMkLst>
        <pc:spChg chg="mod">
          <ac:chgData name="Cristian Chilipirea" userId="34ab170da5908fc4" providerId="LiveId" clId="{3FC1AD1A-0CD5-4685-A3F8-1E28A16C15C9}" dt="2019-09-24T17:05:29.912" v="7632"/>
          <ac:spMkLst>
            <pc:docMk/>
            <pc:sldMk cId="3229519859" sldId="589"/>
            <ac:spMk id="12" creationId="{443D66CC-3E91-4403-9048-BA23C1B3ED8E}"/>
          </ac:spMkLst>
        </pc:spChg>
      </pc:sldChg>
      <pc:sldChg chg="modNotes modNotesTx">
        <pc:chgData name="Cristian Chilipirea" userId="34ab170da5908fc4" providerId="LiveId" clId="{3FC1AD1A-0CD5-4685-A3F8-1E28A16C15C9}" dt="2019-09-24T17:39:42.791" v="8801" actId="404"/>
        <pc:sldMkLst>
          <pc:docMk/>
          <pc:sldMk cId="2934982308" sldId="590"/>
        </pc:sldMkLst>
      </pc:sldChg>
      <pc:sldChg chg="modSp modNotes">
        <pc:chgData name="Cristian Chilipirea" userId="34ab170da5908fc4" providerId="LiveId" clId="{3FC1AD1A-0CD5-4685-A3F8-1E28A16C15C9}" dt="2019-09-24T17:40:33.268" v="8811" actId="403"/>
        <pc:sldMkLst>
          <pc:docMk/>
          <pc:sldMk cId="1602396881" sldId="619"/>
        </pc:sldMkLst>
        <pc:spChg chg="mod">
          <ac:chgData name="Cristian Chilipirea" userId="34ab170da5908fc4" providerId="LiveId" clId="{3FC1AD1A-0CD5-4685-A3F8-1E28A16C15C9}" dt="2019-09-24T17:32:52.578" v="8681" actId="6549"/>
          <ac:spMkLst>
            <pc:docMk/>
            <pc:sldMk cId="1602396881" sldId="619"/>
            <ac:spMk id="2" creationId="{B0F8045F-D2E2-4E31-A51B-741DA9153BC1}"/>
          </ac:spMkLst>
        </pc:spChg>
      </pc:sldChg>
      <pc:sldChg chg="modSp modNotes">
        <pc:chgData name="Cristian Chilipirea" userId="34ab170da5908fc4" providerId="LiveId" clId="{3FC1AD1A-0CD5-4685-A3F8-1E28A16C15C9}" dt="2019-09-24T17:40:25.315" v="8807" actId="403"/>
        <pc:sldMkLst>
          <pc:docMk/>
          <pc:sldMk cId="983254241" sldId="620"/>
        </pc:sldMkLst>
        <pc:spChg chg="mod">
          <ac:chgData name="Cristian Chilipirea" userId="34ab170da5908fc4" providerId="LiveId" clId="{3FC1AD1A-0CD5-4685-A3F8-1E28A16C15C9}" dt="2019-09-24T17:33:05.509" v="8702" actId="6549"/>
          <ac:spMkLst>
            <pc:docMk/>
            <pc:sldMk cId="983254241" sldId="620"/>
            <ac:spMk id="2" creationId="{02B187E2-E616-44AA-8E0C-EB3ADDF9FE1C}"/>
          </ac:spMkLst>
        </pc:spChg>
      </pc:sldChg>
      <pc:sldChg chg="modSp modNotes modNotesTx">
        <pc:chgData name="Cristian Chilipirea" userId="34ab170da5908fc4" providerId="LiveId" clId="{3FC1AD1A-0CD5-4685-A3F8-1E28A16C15C9}" dt="2019-09-24T17:40:47.404" v="8812" actId="2711"/>
        <pc:sldMkLst>
          <pc:docMk/>
          <pc:sldMk cId="1693112902" sldId="621"/>
        </pc:sldMkLst>
        <pc:spChg chg="mod">
          <ac:chgData name="Cristian Chilipirea" userId="34ab170da5908fc4" providerId="LiveId" clId="{3FC1AD1A-0CD5-4685-A3F8-1E28A16C15C9}" dt="2019-09-24T17:33:02.460" v="8700" actId="20577"/>
          <ac:spMkLst>
            <pc:docMk/>
            <pc:sldMk cId="1693112902" sldId="621"/>
            <ac:spMk id="2" creationId="{677B85C4-3976-4151-B392-7DED9C4A96F0}"/>
          </ac:spMkLst>
        </pc:spChg>
        <pc:spChg chg="mod">
          <ac:chgData name="Cristian Chilipirea" userId="34ab170da5908fc4" providerId="LiveId" clId="{3FC1AD1A-0CD5-4685-A3F8-1E28A16C15C9}" dt="2019-09-24T17:12:21.327" v="8227" actId="207"/>
          <ac:spMkLst>
            <pc:docMk/>
            <pc:sldMk cId="1693112902" sldId="621"/>
            <ac:spMk id="3" creationId="{85B9BB59-F4D4-4C6D-8853-EF9A3D38746A}"/>
          </ac:spMkLst>
        </pc:spChg>
      </pc:sldChg>
      <pc:sldChg chg="modSp">
        <pc:chgData name="Cristian Chilipirea" userId="34ab170da5908fc4" providerId="LiveId" clId="{3FC1AD1A-0CD5-4685-A3F8-1E28A16C15C9}" dt="2019-09-24T17:33:16.513" v="8704" actId="20577"/>
        <pc:sldMkLst>
          <pc:docMk/>
          <pc:sldMk cId="3591667173" sldId="622"/>
        </pc:sldMkLst>
        <pc:spChg chg="mod">
          <ac:chgData name="Cristian Chilipirea" userId="34ab170da5908fc4" providerId="LiveId" clId="{3FC1AD1A-0CD5-4685-A3F8-1E28A16C15C9}" dt="2019-09-24T17:33:16.513" v="8704" actId="20577"/>
          <ac:spMkLst>
            <pc:docMk/>
            <pc:sldMk cId="3591667173" sldId="622"/>
            <ac:spMk id="2" creationId="{056CC90E-4F61-494B-ACAA-B5755CBE42F2}"/>
          </ac:spMkLst>
        </pc:spChg>
        <pc:spChg chg="mod">
          <ac:chgData name="Cristian Chilipirea" userId="34ab170da5908fc4" providerId="LiveId" clId="{3FC1AD1A-0CD5-4685-A3F8-1E28A16C15C9}" dt="2019-09-24T17:15:42.088" v="8443" actId="20577"/>
          <ac:spMkLst>
            <pc:docMk/>
            <pc:sldMk cId="3591667173" sldId="622"/>
            <ac:spMk id="27" creationId="{0CFE6B87-818E-4402-B9FE-24D2E21F15B4}"/>
          </ac:spMkLst>
        </pc:spChg>
        <pc:spChg chg="mod">
          <ac:chgData name="Cristian Chilipirea" userId="34ab170da5908fc4" providerId="LiveId" clId="{3FC1AD1A-0CD5-4685-A3F8-1E28A16C15C9}" dt="2019-09-24T17:15:32.928" v="8432" actId="20577"/>
          <ac:spMkLst>
            <pc:docMk/>
            <pc:sldMk cId="3591667173" sldId="622"/>
            <ac:spMk id="28" creationId="{93DB4A33-87D9-4939-A54F-2D384FABDFC2}"/>
          </ac:spMkLst>
        </pc:spChg>
      </pc:sldChg>
      <pc:sldChg chg="modSp">
        <pc:chgData name="Cristian Chilipirea" userId="34ab170da5908fc4" providerId="LiveId" clId="{3FC1AD1A-0CD5-4685-A3F8-1E28A16C15C9}" dt="2019-09-24T17:33:25.672" v="8717" actId="6549"/>
        <pc:sldMkLst>
          <pc:docMk/>
          <pc:sldMk cId="3871055158" sldId="623"/>
        </pc:sldMkLst>
        <pc:spChg chg="mod">
          <ac:chgData name="Cristian Chilipirea" userId="34ab170da5908fc4" providerId="LiveId" clId="{3FC1AD1A-0CD5-4685-A3F8-1E28A16C15C9}" dt="2019-09-24T17:33:25.672" v="8717" actId="6549"/>
          <ac:spMkLst>
            <pc:docMk/>
            <pc:sldMk cId="3871055158" sldId="623"/>
            <ac:spMk id="2" creationId="{52115EA3-378D-419B-BD59-46FA6FCA5D34}"/>
          </ac:spMkLst>
        </pc:spChg>
      </pc:sldChg>
      <pc:sldChg chg="modSp">
        <pc:chgData name="Cristian Chilipirea" userId="34ab170da5908fc4" providerId="LiveId" clId="{3FC1AD1A-0CD5-4685-A3F8-1E28A16C15C9}" dt="2019-09-24T17:33:45.686" v="8748" actId="6549"/>
        <pc:sldMkLst>
          <pc:docMk/>
          <pc:sldMk cId="1035402042" sldId="624"/>
        </pc:sldMkLst>
        <pc:spChg chg="mod">
          <ac:chgData name="Cristian Chilipirea" userId="34ab170da5908fc4" providerId="LiveId" clId="{3FC1AD1A-0CD5-4685-A3F8-1E28A16C15C9}" dt="2019-09-24T17:33:45.686" v="8748" actId="6549"/>
          <ac:spMkLst>
            <pc:docMk/>
            <pc:sldMk cId="1035402042" sldId="624"/>
            <ac:spMk id="2" creationId="{53B358CF-D4C1-47E6-AC13-13EBA8BA6221}"/>
          </ac:spMkLst>
        </pc:spChg>
      </pc:sldChg>
      <pc:sldChg chg="modSp">
        <pc:chgData name="Cristian Chilipirea" userId="34ab170da5908fc4" providerId="LiveId" clId="{3FC1AD1A-0CD5-4685-A3F8-1E28A16C15C9}" dt="2019-09-24T17:11:12.582" v="8208" actId="20577"/>
        <pc:sldMkLst>
          <pc:docMk/>
          <pc:sldMk cId="2430536616" sldId="625"/>
        </pc:sldMkLst>
        <pc:spChg chg="mod">
          <ac:chgData name="Cristian Chilipirea" userId="34ab170da5908fc4" providerId="LiveId" clId="{3FC1AD1A-0CD5-4685-A3F8-1E28A16C15C9}" dt="2019-09-24T17:11:12.582" v="8208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modSp modNotes modNotesTx">
        <pc:chgData name="Cristian Chilipirea" userId="34ab170da5908fc4" providerId="LiveId" clId="{3FC1AD1A-0CD5-4685-A3F8-1E28A16C15C9}" dt="2019-09-24T17:40:54.479" v="8813" actId="404"/>
        <pc:sldMkLst>
          <pc:docMk/>
          <pc:sldMk cId="1092089267" sldId="626"/>
        </pc:sldMkLst>
        <pc:spChg chg="mod">
          <ac:chgData name="Cristian Chilipirea" userId="34ab170da5908fc4" providerId="LiveId" clId="{3FC1AD1A-0CD5-4685-A3F8-1E28A16C15C9}" dt="2019-09-24T17:33:55.491" v="8754" actId="20577"/>
          <ac:spMkLst>
            <pc:docMk/>
            <pc:sldMk cId="1092089267" sldId="62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3:59.116" v="8755"/>
        <pc:sldMkLst>
          <pc:docMk/>
          <pc:sldMk cId="2157519186" sldId="627"/>
        </pc:sldMkLst>
        <pc:spChg chg="mod">
          <ac:chgData name="Cristian Chilipirea" userId="34ab170da5908fc4" providerId="LiveId" clId="{3FC1AD1A-0CD5-4685-A3F8-1E28A16C15C9}" dt="2019-09-24T17:33:59.116" v="8755"/>
          <ac:spMkLst>
            <pc:docMk/>
            <pc:sldMk cId="2157519186" sldId="62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4.416" v="8757"/>
        <pc:sldMkLst>
          <pc:docMk/>
          <pc:sldMk cId="3475865016" sldId="628"/>
        </pc:sldMkLst>
        <pc:spChg chg="mod">
          <ac:chgData name="Cristian Chilipirea" userId="34ab170da5908fc4" providerId="LiveId" clId="{3FC1AD1A-0CD5-4685-A3F8-1E28A16C15C9}" dt="2019-09-24T17:34:04.416" v="8757"/>
          <ac:spMkLst>
            <pc:docMk/>
            <pc:sldMk cId="3475865016" sldId="628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0.648" v="8759"/>
        <pc:sldMkLst>
          <pc:docMk/>
          <pc:sldMk cId="399722945" sldId="629"/>
        </pc:sldMkLst>
        <pc:spChg chg="mod">
          <ac:chgData name="Cristian Chilipirea" userId="34ab170da5908fc4" providerId="LiveId" clId="{3FC1AD1A-0CD5-4685-A3F8-1E28A16C15C9}" dt="2019-09-24T17:34:10.648" v="8759"/>
          <ac:spMkLst>
            <pc:docMk/>
            <pc:sldMk cId="399722945" sldId="629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7.168" v="8761"/>
        <pc:sldMkLst>
          <pc:docMk/>
          <pc:sldMk cId="415877145" sldId="630"/>
        </pc:sldMkLst>
        <pc:spChg chg="mod">
          <ac:chgData name="Cristian Chilipirea" userId="34ab170da5908fc4" providerId="LiveId" clId="{3FC1AD1A-0CD5-4685-A3F8-1E28A16C15C9}" dt="2019-09-24T17:34:17.168" v="8761"/>
          <ac:spMkLst>
            <pc:docMk/>
            <pc:sldMk cId="415877145" sldId="630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5:08.393" v="8772" actId="1076"/>
        <pc:sldMkLst>
          <pc:docMk/>
          <pc:sldMk cId="2256760796" sldId="631"/>
        </pc:sldMkLst>
        <pc:spChg chg="mod">
          <ac:chgData name="Cristian Chilipirea" userId="34ab170da5908fc4" providerId="LiveId" clId="{3FC1AD1A-0CD5-4685-A3F8-1E28A16C15C9}" dt="2019-09-24T17:34:34.733" v="8766"/>
          <ac:spMkLst>
            <pc:docMk/>
            <pc:sldMk cId="2256760796" sldId="631"/>
            <ac:spMk id="2" creationId="{F4212CFE-B372-4D06-B535-CD906B2AC07A}"/>
          </ac:spMkLst>
        </pc:spChg>
        <pc:spChg chg="mod">
          <ac:chgData name="Cristian Chilipirea" userId="34ab170da5908fc4" providerId="LiveId" clId="{3FC1AD1A-0CD5-4685-A3F8-1E28A16C15C9}" dt="2019-09-24T17:35:08.393" v="8772" actId="1076"/>
          <ac:spMkLst>
            <pc:docMk/>
            <pc:sldMk cId="2256760796" sldId="631"/>
            <ac:spMk id="5" creationId="{07EBA214-5BF7-424C-81EF-F3445E9A9D6D}"/>
          </ac:spMkLst>
        </pc:spChg>
      </pc:sldChg>
      <pc:sldChg chg="modSp">
        <pc:chgData name="Cristian Chilipirea" userId="34ab170da5908fc4" providerId="LiveId" clId="{3FC1AD1A-0CD5-4685-A3F8-1E28A16C15C9}" dt="2019-09-24T17:34:31.498" v="8765"/>
        <pc:sldMkLst>
          <pc:docMk/>
          <pc:sldMk cId="3056894308" sldId="632"/>
        </pc:sldMkLst>
        <pc:spChg chg="mod">
          <ac:chgData name="Cristian Chilipirea" userId="34ab170da5908fc4" providerId="LiveId" clId="{3FC1AD1A-0CD5-4685-A3F8-1E28A16C15C9}" dt="2019-09-24T17:34:31.498" v="8765"/>
          <ac:spMkLst>
            <pc:docMk/>
            <pc:sldMk cId="3056894308" sldId="632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3.929" v="8763"/>
        <pc:sldMkLst>
          <pc:docMk/>
          <pc:sldMk cId="1561823746" sldId="633"/>
        </pc:sldMkLst>
        <pc:spChg chg="mod">
          <ac:chgData name="Cristian Chilipirea" userId="34ab170da5908fc4" providerId="LiveId" clId="{3FC1AD1A-0CD5-4685-A3F8-1E28A16C15C9}" dt="2019-09-24T17:34:23.929" v="8763"/>
          <ac:spMkLst>
            <pc:docMk/>
            <pc:sldMk cId="1561823746" sldId="633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2.060" v="8756"/>
        <pc:sldMkLst>
          <pc:docMk/>
          <pc:sldMk cId="696013976" sldId="634"/>
        </pc:sldMkLst>
        <pc:spChg chg="mod">
          <ac:chgData name="Cristian Chilipirea" userId="34ab170da5908fc4" providerId="LiveId" clId="{3FC1AD1A-0CD5-4685-A3F8-1E28A16C15C9}" dt="2019-09-24T17:34:02.060" v="8756"/>
          <ac:spMkLst>
            <pc:docMk/>
            <pc:sldMk cId="696013976" sldId="634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7.439" v="8758"/>
        <pc:sldMkLst>
          <pc:docMk/>
          <pc:sldMk cId="4191572566" sldId="635"/>
        </pc:sldMkLst>
        <pc:spChg chg="mod">
          <ac:chgData name="Cristian Chilipirea" userId="34ab170da5908fc4" providerId="LiveId" clId="{3FC1AD1A-0CD5-4685-A3F8-1E28A16C15C9}" dt="2019-09-24T17:34:07.439" v="8758"/>
          <ac:spMkLst>
            <pc:docMk/>
            <pc:sldMk cId="4191572566" sldId="635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3.593" v="8760"/>
        <pc:sldMkLst>
          <pc:docMk/>
          <pc:sldMk cId="807977974" sldId="636"/>
        </pc:sldMkLst>
        <pc:spChg chg="mod">
          <ac:chgData name="Cristian Chilipirea" userId="34ab170da5908fc4" providerId="LiveId" clId="{3FC1AD1A-0CD5-4685-A3F8-1E28A16C15C9}" dt="2019-09-24T17:34:13.593" v="8760"/>
          <ac:spMkLst>
            <pc:docMk/>
            <pc:sldMk cId="807977974" sldId="63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0.465" v="8762"/>
        <pc:sldMkLst>
          <pc:docMk/>
          <pc:sldMk cId="2574714365" sldId="637"/>
        </pc:sldMkLst>
        <pc:spChg chg="mod">
          <ac:chgData name="Cristian Chilipirea" userId="34ab170da5908fc4" providerId="LiveId" clId="{3FC1AD1A-0CD5-4685-A3F8-1E28A16C15C9}" dt="2019-09-24T17:34:20.465" v="8762"/>
          <ac:spMkLst>
            <pc:docMk/>
            <pc:sldMk cId="2574714365" sldId="63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7.393" v="8764"/>
        <pc:sldMkLst>
          <pc:docMk/>
          <pc:sldMk cId="3652549265" sldId="638"/>
        </pc:sldMkLst>
        <pc:spChg chg="mod">
          <ac:chgData name="Cristian Chilipirea" userId="34ab170da5908fc4" providerId="LiveId" clId="{3FC1AD1A-0CD5-4685-A3F8-1E28A16C15C9}" dt="2019-09-24T17:34:27.393" v="8764"/>
          <ac:spMkLst>
            <pc:docMk/>
            <pc:sldMk cId="3652549265" sldId="638"/>
            <ac:spMk id="2" creationId="{F4212CFE-B372-4D06-B535-CD906B2AC07A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9.140" v="8795" actId="404"/>
        <pc:sldMkLst>
          <pc:docMk/>
          <pc:sldMk cId="2226103853" sldId="674"/>
        </pc:sldMkLst>
        <pc:spChg chg="mod">
          <ac:chgData name="Cristian Chilipirea" userId="34ab170da5908fc4" providerId="LiveId" clId="{3FC1AD1A-0CD5-4685-A3F8-1E28A16C15C9}" dt="2019-09-24T16:28:22.341" v="2583"/>
          <ac:spMkLst>
            <pc:docMk/>
            <pc:sldMk cId="2226103853" sldId="674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51.693" v="2567" actId="478"/>
          <ac:spMkLst>
            <pc:docMk/>
            <pc:sldMk cId="2226103853" sldId="674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53.996" v="2568" actId="478"/>
          <ac:spMkLst>
            <pc:docMk/>
            <pc:sldMk cId="2226103853" sldId="674"/>
            <ac:spMk id="16" creationId="{68CC01C2-FCD1-4D33-9C0B-C08A0C8F4A6A}"/>
          </ac:spMkLst>
        </pc:spChg>
        <pc:spChg chg="add mod">
          <ac:chgData name="Cristian Chilipirea" userId="34ab170da5908fc4" providerId="LiveId" clId="{3FC1AD1A-0CD5-4685-A3F8-1E28A16C15C9}" dt="2019-09-24T16:29:01.218" v="2591" actId="207"/>
          <ac:spMkLst>
            <pc:docMk/>
            <pc:sldMk cId="2226103853" sldId="674"/>
            <ac:spMk id="17" creationId="{E5FB73C2-8DFF-415A-BA5E-2AF67DAC5EE0}"/>
          </ac:spMkLst>
        </pc:spChg>
      </pc:sldChg>
      <pc:sldChg chg="addSp delSp modSp">
        <pc:chgData name="Cristian Chilipirea" userId="34ab170da5908fc4" providerId="LiveId" clId="{3FC1AD1A-0CD5-4685-A3F8-1E28A16C15C9}" dt="2019-09-24T16:28:57.232" v="2590" actId="207"/>
        <pc:sldMkLst>
          <pc:docMk/>
          <pc:sldMk cId="3773405892" sldId="675"/>
        </pc:sldMkLst>
        <pc:spChg chg="mod">
          <ac:chgData name="Cristian Chilipirea" userId="34ab170da5908fc4" providerId="LiveId" clId="{3FC1AD1A-0CD5-4685-A3F8-1E28A16C15C9}" dt="2019-09-24T16:28:24.876" v="2584"/>
          <ac:spMkLst>
            <pc:docMk/>
            <pc:sldMk cId="3773405892" sldId="675"/>
            <ac:spMk id="2" creationId="{C77EA277-0F09-4B32-8D70-DF7DAF34BF19}"/>
          </ac:spMkLst>
        </pc:spChg>
        <pc:spChg chg="del mod">
          <ac:chgData name="Cristian Chilipirea" userId="34ab170da5908fc4" providerId="LiveId" clId="{3FC1AD1A-0CD5-4685-A3F8-1E28A16C15C9}" dt="2019-09-24T16:27:26.673" v="2573" actId="478"/>
          <ac:spMkLst>
            <pc:docMk/>
            <pc:sldMk cId="3773405892" sldId="675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7:36.772" v="2574" actId="478"/>
          <ac:spMkLst>
            <pc:docMk/>
            <pc:sldMk cId="3773405892" sldId="675"/>
            <ac:spMk id="5" creationId="{54B2EB04-97B8-4E64-8527-8B741BCA4E52}"/>
          </ac:spMkLst>
        </pc:spChg>
        <pc:spChg chg="add mod">
          <ac:chgData name="Cristian Chilipirea" userId="34ab170da5908fc4" providerId="LiveId" clId="{3FC1AD1A-0CD5-4685-A3F8-1E28A16C15C9}" dt="2019-09-24T16:28:57.232" v="2590" actId="207"/>
          <ac:spMkLst>
            <pc:docMk/>
            <pc:sldMk cId="3773405892" sldId="675"/>
            <ac:spMk id="6" creationId="{5DAFDE3C-2EB9-472E-92BD-4E4FAF3E9091}"/>
          </ac:spMkLst>
        </pc:spChg>
      </pc:sldChg>
      <pc:sldChg chg="modSp modNotes modNotesTx">
        <pc:chgData name="Cristian Chilipirea" userId="34ab170da5908fc4" providerId="LiveId" clId="{3FC1AD1A-0CD5-4685-A3F8-1E28A16C15C9}" dt="2019-09-24T17:37:03.807" v="8776" actId="404"/>
        <pc:sldMkLst>
          <pc:docMk/>
          <pc:sldMk cId="1837309573" sldId="676"/>
        </pc:sldMkLst>
        <pc:spChg chg="mod">
          <ac:chgData name="Cristian Chilipirea" userId="34ab170da5908fc4" providerId="LiveId" clId="{3FC1AD1A-0CD5-4685-A3F8-1E28A16C15C9}" dt="2019-09-24T16:28:27.219" v="2585"/>
          <ac:spMkLst>
            <pc:docMk/>
            <pc:sldMk cId="1837309573" sldId="676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9:17.712" v="2593" actId="1076"/>
          <ac:spMkLst>
            <pc:docMk/>
            <pc:sldMk cId="1837309573" sldId="676"/>
            <ac:spMk id="3" creationId="{339551E0-5B4F-468D-A5F2-74EA52B6C9FD}"/>
          </ac:spMkLst>
        </pc:spChg>
      </pc:sldChg>
      <pc:sldChg chg="modNotes modNotesTx">
        <pc:chgData name="Cristian Chilipirea" userId="34ab170da5908fc4" providerId="LiveId" clId="{3FC1AD1A-0CD5-4685-A3F8-1E28A16C15C9}" dt="2019-09-24T17:25:46.678" v="8589" actId="403"/>
        <pc:sldMkLst>
          <pc:docMk/>
          <pc:sldMk cId="1429318266" sldId="697"/>
        </pc:sldMkLst>
      </pc:sldChg>
      <pc:sldChg chg="modNotes modNotesTx">
        <pc:chgData name="Cristian Chilipirea" userId="34ab170da5908fc4" providerId="LiveId" clId="{3FC1AD1A-0CD5-4685-A3F8-1E28A16C15C9}" dt="2019-09-24T17:39:57.152" v="8802" actId="404"/>
        <pc:sldMkLst>
          <pc:docMk/>
          <pc:sldMk cId="656273675" sldId="698"/>
        </pc:sldMkLst>
      </pc:sldChg>
      <pc:sldChg chg="modSp modNotes modNotesTx">
        <pc:chgData name="Cristian Chilipirea" userId="34ab170da5908fc4" providerId="LiveId" clId="{3FC1AD1A-0CD5-4685-A3F8-1E28A16C15C9}" dt="2019-09-24T17:40:01.952" v="8803" actId="404"/>
        <pc:sldMkLst>
          <pc:docMk/>
          <pc:sldMk cId="3053016918" sldId="699"/>
        </pc:sldMkLst>
        <pc:spChg chg="mod">
          <ac:chgData name="Cristian Chilipirea" userId="34ab170da5908fc4" providerId="LiveId" clId="{3FC1AD1A-0CD5-4685-A3F8-1E28A16C15C9}" dt="2019-09-24T17:09:34.274" v="8066" actId="20577"/>
          <ac:spMkLst>
            <pc:docMk/>
            <pc:sldMk cId="3053016918" sldId="699"/>
            <ac:spMk id="3" creationId="{CDF460C6-039B-43E4-ADE4-1756021EA5EB}"/>
          </ac:spMkLst>
        </pc:spChg>
        <pc:spChg chg="mod">
          <ac:chgData name="Cristian Chilipirea" userId="34ab170da5908fc4" providerId="LiveId" clId="{3FC1AD1A-0CD5-4685-A3F8-1E28A16C15C9}" dt="2019-09-24T17:09:53.836" v="8076" actId="20577"/>
          <ac:spMkLst>
            <pc:docMk/>
            <pc:sldMk cId="3053016918" sldId="699"/>
            <ac:spMk id="6" creationId="{FFBD14EC-D791-488A-8EB7-EEDFC2A13D5F}"/>
          </ac:spMkLst>
        </pc:sp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7" creationId="{C49D712F-36CB-4EBD-BC32-73083F7A1E6A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9" creationId="{0CECAE2B-B1C7-4CD3-A733-7EE3399B3E77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0" creationId="{407BFCDF-CF91-49AD-A2C0-D066CE06FEB5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modSp">
        <pc:chgData name="Cristian Chilipirea" userId="34ab170da5908fc4" providerId="LiveId" clId="{3FC1AD1A-0CD5-4685-A3F8-1E28A16C15C9}" dt="2019-09-24T17:11:01.394" v="8190" actId="692"/>
        <pc:sldMkLst>
          <pc:docMk/>
          <pc:sldMk cId="4067465942" sldId="700"/>
        </pc:sldMkLst>
        <pc:spChg chg="mod">
          <ac:chgData name="Cristian Chilipirea" userId="34ab170da5908fc4" providerId="LiveId" clId="{3FC1AD1A-0CD5-4685-A3F8-1E28A16C15C9}" dt="2019-09-24T17:10:28.571" v="8188"/>
          <ac:spMkLst>
            <pc:docMk/>
            <pc:sldMk cId="4067465942" sldId="700"/>
            <ac:spMk id="3" creationId="{CDF460C6-039B-43E4-ADE4-1756021EA5EB}"/>
          </ac:spMkLst>
        </pc:sp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2" creationId="{798FB1BC-B407-49E8-8CC1-4C0B13E5490D}"/>
          </ac:cxnSpMkLst>
        </pc:cxn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">
        <pc:chgData name="Cristian Chilipirea" userId="34ab170da5908fc4" providerId="LiveId" clId="{3FC1AD1A-0CD5-4685-A3F8-1E28A16C15C9}" dt="2019-09-24T16:37:25.369" v="3959" actId="20577"/>
        <pc:sldMkLst>
          <pc:docMk/>
          <pc:sldMk cId="2042151825" sldId="702"/>
        </pc:sldMkLst>
        <pc:spChg chg="mod">
          <ac:chgData name="Cristian Chilipirea" userId="34ab170da5908fc4" providerId="LiveId" clId="{3FC1AD1A-0CD5-4685-A3F8-1E28A16C15C9}" dt="2019-09-24T16:37:25.369" v="3959" actId="20577"/>
          <ac:spMkLst>
            <pc:docMk/>
            <pc:sldMk cId="2042151825" sldId="702"/>
            <ac:spMk id="2" creationId="{602CF468-4162-4F1C-899C-F51AB0C45CF3}"/>
          </ac:spMkLst>
        </pc:spChg>
      </pc:sldChg>
      <pc:sldChg chg="modSp">
        <pc:chgData name="Cristian Chilipirea" userId="34ab170da5908fc4" providerId="LiveId" clId="{3FC1AD1A-0CD5-4685-A3F8-1E28A16C15C9}" dt="2019-09-24T16:45:01.057" v="4589" actId="20577"/>
        <pc:sldMkLst>
          <pc:docMk/>
          <pc:sldMk cId="1836877158" sldId="703"/>
        </pc:sldMkLst>
        <pc:spChg chg="mod">
          <ac:chgData name="Cristian Chilipirea" userId="34ab170da5908fc4" providerId="LiveId" clId="{3FC1AD1A-0CD5-4685-A3F8-1E28A16C15C9}" dt="2019-09-24T16:45:01.057" v="4589" actId="20577"/>
          <ac:spMkLst>
            <pc:docMk/>
            <pc:sldMk cId="1836877158" sldId="703"/>
            <ac:spMk id="2" creationId="{24502244-D4E3-4B53-92A5-1D8E0E325BEA}"/>
          </ac:spMkLst>
        </pc:spChg>
      </pc:sldChg>
      <pc:sldChg chg="modSp modNotes modNotesTx">
        <pc:chgData name="Cristian Chilipirea" userId="34ab170da5908fc4" providerId="LiveId" clId="{3FC1AD1A-0CD5-4685-A3F8-1E28A16C15C9}" dt="2019-09-24T17:39:06.591" v="8798" actId="404"/>
        <pc:sldMkLst>
          <pc:docMk/>
          <pc:sldMk cId="3594135705" sldId="705"/>
        </pc:sldMkLst>
        <pc:spChg chg="mod">
          <ac:chgData name="Cristian Chilipirea" userId="34ab170da5908fc4" providerId="LiveId" clId="{3FC1AD1A-0CD5-4685-A3F8-1E28A16C15C9}" dt="2019-09-24T16:46:16.926" v="4608" actId="20577"/>
          <ac:spMkLst>
            <pc:docMk/>
            <pc:sldMk cId="3594135705" sldId="705"/>
            <ac:spMk id="82" creationId="{BB5A04D1-A5F3-4810-B8F0-97FE71D28633}"/>
          </ac:spMkLst>
        </pc:spChg>
        <pc:spChg chg="mod">
          <ac:chgData name="Cristian Chilipirea" userId="34ab170da5908fc4" providerId="LiveId" clId="{3FC1AD1A-0CD5-4685-A3F8-1E28A16C15C9}" dt="2019-09-24T16:46:27.721" v="4614" actId="20577"/>
          <ac:spMkLst>
            <pc:docMk/>
            <pc:sldMk cId="3594135705" sldId="705"/>
            <ac:spMk id="83" creationId="{752D0931-25E0-4127-82B1-C258751CCB45}"/>
          </ac:spMkLst>
        </pc:spChg>
      </pc:sldChg>
    </pc:docChg>
  </pc:docChgLst>
  <pc:docChgLst>
    <pc:chgData name="Cristian Chilipirea" userId="34ab170da5908fc4" providerId="LiveId" clId="{657DC964-B470-42A9-AA52-9F1F849BFB76}"/>
    <pc:docChg chg="addSld delSld modSld modSection">
      <pc:chgData name="Cristian Chilipirea" userId="34ab170da5908fc4" providerId="LiveId" clId="{657DC964-B470-42A9-AA52-9F1F849BFB76}" dt="2019-10-13T10:20:53.316" v="437"/>
      <pc:docMkLst>
        <pc:docMk/>
      </pc:docMkLst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4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5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6"/>
        </pc:sldMkLst>
      </pc:sldChg>
      <pc:sldChg chg="modSp">
        <pc:chgData name="Cristian Chilipirea" userId="34ab170da5908fc4" providerId="LiveId" clId="{657DC964-B470-42A9-AA52-9F1F849BFB76}" dt="2019-10-13T10:02:45.239" v="35" actId="20577"/>
        <pc:sldMkLst>
          <pc:docMk/>
          <pc:sldMk cId="0" sldId="485"/>
        </pc:sldMkLst>
        <pc:spChg chg="mod">
          <ac:chgData name="Cristian Chilipirea" userId="34ab170da5908fc4" providerId="LiveId" clId="{657DC964-B470-42A9-AA52-9F1F849BFB76}" dt="2019-10-13T10:02:45.239" v="3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657DC964-B470-42A9-AA52-9F1F849BFB76}" dt="2019-10-13T10:03:09.207" v="42" actId="1076"/>
        <pc:sldMkLst>
          <pc:docMk/>
          <pc:sldMk cId="888006219" sldId="486"/>
        </pc:sldMkLst>
        <pc:spChg chg="mod">
          <ac:chgData name="Cristian Chilipirea" userId="34ab170da5908fc4" providerId="LiveId" clId="{657DC964-B470-42A9-AA52-9F1F849BFB76}" dt="2019-10-13T10:02:54.432" v="37"/>
          <ac:spMkLst>
            <pc:docMk/>
            <pc:sldMk cId="888006219" sldId="486"/>
            <ac:spMk id="2" creationId="{966FAC1E-B041-406A-83FA-2B8C6F0C094B}"/>
          </ac:spMkLst>
        </pc:spChg>
        <pc:spChg chg="del">
          <ac:chgData name="Cristian Chilipirea" userId="34ab170da5908fc4" providerId="LiveId" clId="{657DC964-B470-42A9-AA52-9F1F849BFB76}" dt="2019-10-13T10:02:57.164" v="38" actId="478"/>
          <ac:spMkLst>
            <pc:docMk/>
            <pc:sldMk cId="888006219" sldId="486"/>
            <ac:spMk id="3" creationId="{9217E3FE-5AB1-4122-A3A5-8D66114A74DD}"/>
          </ac:spMkLst>
        </pc:spChg>
        <pc:spChg chg="add del">
          <ac:chgData name="Cristian Chilipirea" userId="34ab170da5908fc4" providerId="LiveId" clId="{657DC964-B470-42A9-AA52-9F1F849BFB76}" dt="2019-10-13T10:03:04.110" v="40"/>
          <ac:spMkLst>
            <pc:docMk/>
            <pc:sldMk cId="888006219" sldId="486"/>
            <ac:spMk id="4" creationId="{5B5FC0B9-20ED-4C38-92AC-89306C99B0BA}"/>
          </ac:spMkLst>
        </pc:spChg>
        <pc:spChg chg="add mod">
          <ac:chgData name="Cristian Chilipirea" userId="34ab170da5908fc4" providerId="LiveId" clId="{657DC964-B470-42A9-AA52-9F1F849BFB76}" dt="2019-10-13T10:03:09.207" v="42" actId="1076"/>
          <ac:spMkLst>
            <pc:docMk/>
            <pc:sldMk cId="888006219" sldId="486"/>
            <ac:spMk id="5" creationId="{DE4C5B01-DB05-4606-8199-B2AF1A8F89B4}"/>
          </ac:spMkLst>
        </pc:spChg>
      </pc:sldChg>
      <pc:sldChg chg="del">
        <pc:chgData name="Cristian Chilipirea" userId="34ab170da5908fc4" providerId="LiveId" clId="{657DC964-B470-42A9-AA52-9F1F849BFB76}" dt="2019-10-13T10:02:32.411" v="0" actId="2696"/>
        <pc:sldMkLst>
          <pc:docMk/>
          <pc:sldMk cId="1011767499" sldId="486"/>
        </pc:sldMkLst>
      </pc:sldChg>
      <pc:sldChg chg="addSp delSp modSp add">
        <pc:chgData name="Cristian Chilipirea" userId="34ab170da5908fc4" providerId="LiveId" clId="{657DC964-B470-42A9-AA52-9F1F849BFB76}" dt="2019-10-13T10:03:51.778" v="51" actId="1076"/>
        <pc:sldMkLst>
          <pc:docMk/>
          <pc:sldMk cId="2528767456" sldId="487"/>
        </pc:sldMkLst>
        <pc:spChg chg="mod">
          <ac:chgData name="Cristian Chilipirea" userId="34ab170da5908fc4" providerId="LiveId" clId="{657DC964-B470-42A9-AA52-9F1F849BFB76}" dt="2019-10-13T10:03:39.900" v="44"/>
          <ac:spMkLst>
            <pc:docMk/>
            <pc:sldMk cId="2528767456" sldId="487"/>
            <ac:spMk id="2" creationId="{4BE815B8-380C-41A9-A90D-BEB06E061BCC}"/>
          </ac:spMkLst>
        </pc:spChg>
        <pc:spChg chg="del">
          <ac:chgData name="Cristian Chilipirea" userId="34ab170da5908fc4" providerId="LiveId" clId="{657DC964-B470-42A9-AA52-9F1F849BFB76}" dt="2019-10-13T10:03:42.115" v="45" actId="478"/>
          <ac:spMkLst>
            <pc:docMk/>
            <pc:sldMk cId="2528767456" sldId="487"/>
            <ac:spMk id="3" creationId="{3EB69F34-FCA2-480B-80C4-781E9686087F}"/>
          </ac:spMkLst>
        </pc:spChg>
        <pc:spChg chg="add del">
          <ac:chgData name="Cristian Chilipirea" userId="34ab170da5908fc4" providerId="LiveId" clId="{657DC964-B470-42A9-AA52-9F1F849BFB76}" dt="2019-10-13T10:03:49.147" v="49"/>
          <ac:spMkLst>
            <pc:docMk/>
            <pc:sldMk cId="2528767456" sldId="487"/>
            <ac:spMk id="4" creationId="{148D50BD-5D11-492B-A8C7-F972EEBB4C5A}"/>
          </ac:spMkLst>
        </pc:spChg>
        <pc:spChg chg="add mod">
          <ac:chgData name="Cristian Chilipirea" userId="34ab170da5908fc4" providerId="LiveId" clId="{657DC964-B470-42A9-AA52-9F1F849BFB76}" dt="2019-10-13T10:03:51.778" v="51" actId="1076"/>
          <ac:spMkLst>
            <pc:docMk/>
            <pc:sldMk cId="2528767456" sldId="487"/>
            <ac:spMk id="5" creationId="{F01CE2D8-01FE-4720-9952-56C58194B3C7}"/>
          </ac:spMkLst>
        </pc:spChg>
      </pc:sldChg>
      <pc:sldChg chg="del">
        <pc:chgData name="Cristian Chilipirea" userId="34ab170da5908fc4" providerId="LiveId" clId="{657DC964-B470-42A9-AA52-9F1F849BFB76}" dt="2019-10-13T10:02:32.906" v="1" actId="2696"/>
        <pc:sldMkLst>
          <pc:docMk/>
          <pc:sldMk cId="3224258351" sldId="487"/>
        </pc:sldMkLst>
      </pc:sldChg>
      <pc:sldChg chg="del">
        <pc:chgData name="Cristian Chilipirea" userId="34ab170da5908fc4" providerId="LiveId" clId="{657DC964-B470-42A9-AA52-9F1F849BFB76}" dt="2019-10-13T10:02:32.949" v="2" actId="2696"/>
        <pc:sldMkLst>
          <pc:docMk/>
          <pc:sldMk cId="2593252418" sldId="488"/>
        </pc:sldMkLst>
      </pc:sldChg>
      <pc:sldChg chg="addSp delSp modSp add">
        <pc:chgData name="Cristian Chilipirea" userId="34ab170da5908fc4" providerId="LiveId" clId="{657DC964-B470-42A9-AA52-9F1F849BFB76}" dt="2019-10-13T10:04:08.738" v="60" actId="1076"/>
        <pc:sldMkLst>
          <pc:docMk/>
          <pc:sldMk cId="3588683514" sldId="488"/>
        </pc:sldMkLst>
        <pc:spChg chg="mod">
          <ac:chgData name="Cristian Chilipirea" userId="34ab170da5908fc4" providerId="LiveId" clId="{657DC964-B470-42A9-AA52-9F1F849BFB76}" dt="2019-10-13T10:03:58.159" v="53"/>
          <ac:spMkLst>
            <pc:docMk/>
            <pc:sldMk cId="3588683514" sldId="488"/>
            <ac:spMk id="2" creationId="{54FC6CDF-35B3-4DED-B98A-F7D3F341C365}"/>
          </ac:spMkLst>
        </pc:spChg>
        <pc:spChg chg="del">
          <ac:chgData name="Cristian Chilipirea" userId="34ab170da5908fc4" providerId="LiveId" clId="{657DC964-B470-42A9-AA52-9F1F849BFB76}" dt="2019-10-13T10:04:00.079" v="54" actId="478"/>
          <ac:spMkLst>
            <pc:docMk/>
            <pc:sldMk cId="3588683514" sldId="488"/>
            <ac:spMk id="3" creationId="{48D12FC1-2B53-466D-A107-D86CE93C28D0}"/>
          </ac:spMkLst>
        </pc:spChg>
        <pc:spChg chg="add del">
          <ac:chgData name="Cristian Chilipirea" userId="34ab170da5908fc4" providerId="LiveId" clId="{657DC964-B470-42A9-AA52-9F1F849BFB76}" dt="2019-10-13T10:04:05.557" v="58"/>
          <ac:spMkLst>
            <pc:docMk/>
            <pc:sldMk cId="3588683514" sldId="488"/>
            <ac:spMk id="4" creationId="{54A5220D-6947-4B80-B79E-8E06096E4A0E}"/>
          </ac:spMkLst>
        </pc:spChg>
        <pc:spChg chg="add mod">
          <ac:chgData name="Cristian Chilipirea" userId="34ab170da5908fc4" providerId="LiveId" clId="{657DC964-B470-42A9-AA52-9F1F849BFB76}" dt="2019-10-13T10:04:08.738" v="60" actId="1076"/>
          <ac:spMkLst>
            <pc:docMk/>
            <pc:sldMk cId="3588683514" sldId="488"/>
            <ac:spMk id="5" creationId="{BAD02686-6772-4FD7-9DC0-752DBDF41091}"/>
          </ac:spMkLst>
        </pc:spChg>
      </pc:sldChg>
      <pc:sldChg chg="addSp delSp modSp add">
        <pc:chgData name="Cristian Chilipirea" userId="34ab170da5908fc4" providerId="LiveId" clId="{657DC964-B470-42A9-AA52-9F1F849BFB76}" dt="2019-10-13T10:04:29.704" v="69" actId="1076"/>
        <pc:sldMkLst>
          <pc:docMk/>
          <pc:sldMk cId="1042344470" sldId="489"/>
        </pc:sldMkLst>
        <pc:spChg chg="mod">
          <ac:chgData name="Cristian Chilipirea" userId="34ab170da5908fc4" providerId="LiveId" clId="{657DC964-B470-42A9-AA52-9F1F849BFB76}" dt="2019-10-13T10:04:18.847" v="62"/>
          <ac:spMkLst>
            <pc:docMk/>
            <pc:sldMk cId="1042344470" sldId="489"/>
            <ac:spMk id="2" creationId="{696E3C94-6CAD-427E-A873-66C3C96EE5BF}"/>
          </ac:spMkLst>
        </pc:spChg>
        <pc:spChg chg="del">
          <ac:chgData name="Cristian Chilipirea" userId="34ab170da5908fc4" providerId="LiveId" clId="{657DC964-B470-42A9-AA52-9F1F849BFB76}" dt="2019-10-13T10:04:20.611" v="63" actId="478"/>
          <ac:spMkLst>
            <pc:docMk/>
            <pc:sldMk cId="1042344470" sldId="489"/>
            <ac:spMk id="3" creationId="{D27B579F-9E31-4385-9372-0C79B2246712}"/>
          </ac:spMkLst>
        </pc:spChg>
        <pc:spChg chg="add del">
          <ac:chgData name="Cristian Chilipirea" userId="34ab170da5908fc4" providerId="LiveId" clId="{657DC964-B470-42A9-AA52-9F1F849BFB76}" dt="2019-10-13T10:04:26.072" v="67"/>
          <ac:spMkLst>
            <pc:docMk/>
            <pc:sldMk cId="1042344470" sldId="489"/>
            <ac:spMk id="4" creationId="{6FD5B1C1-4219-408C-A993-A2D66CE2BB8E}"/>
          </ac:spMkLst>
        </pc:spChg>
        <pc:spChg chg="add mod">
          <ac:chgData name="Cristian Chilipirea" userId="34ab170da5908fc4" providerId="LiveId" clId="{657DC964-B470-42A9-AA52-9F1F849BFB76}" dt="2019-10-13T10:04:29.704" v="69" actId="1076"/>
          <ac:spMkLst>
            <pc:docMk/>
            <pc:sldMk cId="1042344470" sldId="489"/>
            <ac:spMk id="5" creationId="{47BB7D58-866D-4F86-BFAB-B629FAB3D12F}"/>
          </ac:spMkLst>
        </pc:spChg>
      </pc:sldChg>
      <pc:sldChg chg="del">
        <pc:chgData name="Cristian Chilipirea" userId="34ab170da5908fc4" providerId="LiveId" clId="{657DC964-B470-42A9-AA52-9F1F849BFB76}" dt="2019-10-13T10:02:33.013" v="3" actId="2696"/>
        <pc:sldMkLst>
          <pc:docMk/>
          <pc:sldMk cId="3875688009" sldId="489"/>
        </pc:sldMkLst>
      </pc:sldChg>
      <pc:sldChg chg="addSp delSp modSp add">
        <pc:chgData name="Cristian Chilipirea" userId="34ab170da5908fc4" providerId="LiveId" clId="{657DC964-B470-42A9-AA52-9F1F849BFB76}" dt="2019-10-13T10:04:50.083" v="77"/>
        <pc:sldMkLst>
          <pc:docMk/>
          <pc:sldMk cId="3615780848" sldId="490"/>
        </pc:sldMkLst>
        <pc:spChg chg="mod">
          <ac:chgData name="Cristian Chilipirea" userId="34ab170da5908fc4" providerId="LiveId" clId="{657DC964-B470-42A9-AA52-9F1F849BFB76}" dt="2019-10-13T10:04:40.159" v="71"/>
          <ac:spMkLst>
            <pc:docMk/>
            <pc:sldMk cId="3615780848" sldId="490"/>
            <ac:spMk id="2" creationId="{C06EEB06-3EA4-49FB-BB27-723A6011C78C}"/>
          </ac:spMkLst>
        </pc:spChg>
        <pc:spChg chg="del">
          <ac:chgData name="Cristian Chilipirea" userId="34ab170da5908fc4" providerId="LiveId" clId="{657DC964-B470-42A9-AA52-9F1F849BFB76}" dt="2019-10-13T10:04:42.207" v="72" actId="478"/>
          <ac:spMkLst>
            <pc:docMk/>
            <pc:sldMk cId="3615780848" sldId="490"/>
            <ac:spMk id="3" creationId="{2D5D2DA4-E0CF-4CE4-8256-7E9D1180E3C5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4" creationId="{7C432E84-AAC2-492E-A836-201711F97701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5" creationId="{615CA723-35E6-406C-8220-87ADB8DECB1B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6" creationId="{B3CDA196-8EEB-4B2F-9AC7-056DD35BDA6E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7" creationId="{4C998218-6542-4402-9DA7-581A2DE19439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8" creationId="{2AEDA111-45D3-4008-A0A5-29FB65C287D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9" creationId="{8F2D48B1-6254-4D8A-BFEF-0C608604A814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0" creationId="{629A2F10-DA02-46F7-8179-D71A024D0E4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1" creationId="{94B02FD3-1C3E-4751-950F-70D0976EBB5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2" creationId="{965553B1-9C60-47EE-8986-1D0D90FA712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3" creationId="{BD4C66A9-1EC4-475A-A93D-F10C171F763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4" creationId="{4D0F544C-6819-4105-AE9A-540746658A7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5" creationId="{2EEA8DA8-CE0D-4A8D-BF3A-CA02CC4626E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6" creationId="{15A87478-2603-4B7E-8577-02F8C96BA25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7" creationId="{157A7CBD-F83D-4CBA-95D5-2FF0B9E5664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8" creationId="{BA7D521F-8AA9-4DBF-A438-CB73BF01027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9" creationId="{E86146EC-4AC9-4C0C-8F9E-238E3844AE8F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0" creationId="{E5806872-F4EF-4787-9E07-CAECB8C74195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1" creationId="{D411807C-7F84-4416-92B0-385B53744ED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2" creationId="{079FD60E-4A0F-4D25-8CC6-3F91252D26BB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3" creationId="{4AECF0E3-F4DA-44A4-A60F-C189DFC964A6}"/>
          </ac:spMkLst>
        </pc:spChg>
      </pc:sldChg>
      <pc:sldChg chg="del">
        <pc:chgData name="Cristian Chilipirea" userId="34ab170da5908fc4" providerId="LiveId" clId="{657DC964-B470-42A9-AA52-9F1F849BFB76}" dt="2019-10-13T10:02:33.030" v="4" actId="2696"/>
        <pc:sldMkLst>
          <pc:docMk/>
          <pc:sldMk cId="4257711336" sldId="490"/>
        </pc:sldMkLst>
      </pc:sldChg>
      <pc:sldChg chg="addSp delSp modSp add">
        <pc:chgData name="Cristian Chilipirea" userId="34ab170da5908fc4" providerId="LiveId" clId="{657DC964-B470-42A9-AA52-9F1F849BFB76}" dt="2019-10-13T10:05:07.040" v="82" actId="1076"/>
        <pc:sldMkLst>
          <pc:docMk/>
          <pc:sldMk cId="2896181746" sldId="491"/>
        </pc:sldMkLst>
        <pc:spChg chg="mod">
          <ac:chgData name="Cristian Chilipirea" userId="34ab170da5908fc4" providerId="LiveId" clId="{657DC964-B470-42A9-AA52-9F1F849BFB76}" dt="2019-10-13T10:05:00.404" v="79"/>
          <ac:spMkLst>
            <pc:docMk/>
            <pc:sldMk cId="2896181746" sldId="491"/>
            <ac:spMk id="2" creationId="{C319DB88-1E29-4207-ACA1-555809FA604E}"/>
          </ac:spMkLst>
        </pc:spChg>
        <pc:spChg chg="del">
          <ac:chgData name="Cristian Chilipirea" userId="34ab170da5908fc4" providerId="LiveId" clId="{657DC964-B470-42A9-AA52-9F1F849BFB76}" dt="2019-10-13T10:05:02.020" v="80" actId="478"/>
          <ac:spMkLst>
            <pc:docMk/>
            <pc:sldMk cId="2896181746" sldId="491"/>
            <ac:spMk id="3" creationId="{055A5468-23AE-44E8-94A9-9D270109DC80}"/>
          </ac:spMkLst>
        </pc:spChg>
        <pc:graphicFrameChg chg="add mod">
          <ac:chgData name="Cristian Chilipirea" userId="34ab170da5908fc4" providerId="LiveId" clId="{657DC964-B470-42A9-AA52-9F1F849BFB76}" dt="2019-10-13T10:05:07.040" v="82" actId="1076"/>
          <ac:graphicFrameMkLst>
            <pc:docMk/>
            <pc:sldMk cId="2896181746" sldId="491"/>
            <ac:graphicFrameMk id="4" creationId="{D83DBF0C-8419-4309-ACA0-A9B09D634AD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050" v="5" actId="2696"/>
        <pc:sldMkLst>
          <pc:docMk/>
          <pc:sldMk cId="3240090476" sldId="491"/>
        </pc:sldMkLst>
      </pc:sldChg>
      <pc:sldChg chg="addSp delSp modSp add">
        <pc:chgData name="Cristian Chilipirea" userId="34ab170da5908fc4" providerId="LiveId" clId="{657DC964-B470-42A9-AA52-9F1F849BFB76}" dt="2019-10-13T10:05:40.879" v="92" actId="1076"/>
        <pc:sldMkLst>
          <pc:docMk/>
          <pc:sldMk cId="2589180824" sldId="492"/>
        </pc:sldMkLst>
        <pc:spChg chg="mod">
          <ac:chgData name="Cristian Chilipirea" userId="34ab170da5908fc4" providerId="LiveId" clId="{657DC964-B470-42A9-AA52-9F1F849BFB76}" dt="2019-10-13T10:05:27.241" v="84"/>
          <ac:spMkLst>
            <pc:docMk/>
            <pc:sldMk cId="2589180824" sldId="492"/>
            <ac:spMk id="2" creationId="{277A28C4-A662-41E2-8A7B-B582AECF5602}"/>
          </ac:spMkLst>
        </pc:spChg>
        <pc:spChg chg="del">
          <ac:chgData name="Cristian Chilipirea" userId="34ab170da5908fc4" providerId="LiveId" clId="{657DC964-B470-42A9-AA52-9F1F849BFB76}" dt="2019-10-13T10:05:30.631" v="85" actId="478"/>
          <ac:spMkLst>
            <pc:docMk/>
            <pc:sldMk cId="2589180824" sldId="492"/>
            <ac:spMk id="3" creationId="{BC00CF00-CD46-4E9C-BB3B-78F9A6794EAC}"/>
          </ac:spMkLst>
        </pc:spChg>
        <pc:spChg chg="add del mod">
          <ac:chgData name="Cristian Chilipirea" userId="34ab170da5908fc4" providerId="LiveId" clId="{657DC964-B470-42A9-AA52-9F1F849BFB76}" dt="2019-10-13T10:05:38.086" v="90"/>
          <ac:spMkLst>
            <pc:docMk/>
            <pc:sldMk cId="2589180824" sldId="492"/>
            <ac:spMk id="4" creationId="{A169190D-5508-45CC-BD5F-C10D1F8D9D99}"/>
          </ac:spMkLst>
        </pc:spChg>
        <pc:spChg chg="add mod">
          <ac:chgData name="Cristian Chilipirea" userId="34ab170da5908fc4" providerId="LiveId" clId="{657DC964-B470-42A9-AA52-9F1F849BFB76}" dt="2019-10-13T10:05:40.879" v="92" actId="1076"/>
          <ac:spMkLst>
            <pc:docMk/>
            <pc:sldMk cId="2589180824" sldId="492"/>
            <ac:spMk id="5" creationId="{3BA19818-63FF-4180-BC72-FBCAA5A2813C}"/>
          </ac:spMkLst>
        </pc:spChg>
      </pc:sldChg>
      <pc:sldChg chg="del">
        <pc:chgData name="Cristian Chilipirea" userId="34ab170da5908fc4" providerId="LiveId" clId="{657DC964-B470-42A9-AA52-9F1F849BFB76}" dt="2019-10-13T10:02:33.099" v="6" actId="2696"/>
        <pc:sldMkLst>
          <pc:docMk/>
          <pc:sldMk cId="2821618671" sldId="492"/>
        </pc:sldMkLst>
      </pc:sldChg>
      <pc:sldChg chg="modSp add del">
        <pc:chgData name="Cristian Chilipirea" userId="34ab170da5908fc4" providerId="LiveId" clId="{657DC964-B470-42A9-AA52-9F1F849BFB76}" dt="2019-10-13T10:06:10.359" v="98"/>
        <pc:sldMkLst>
          <pc:docMk/>
          <pc:sldMk cId="962078257" sldId="493"/>
        </pc:sldMkLst>
        <pc:spChg chg="mod">
          <ac:chgData name="Cristian Chilipirea" userId="34ab170da5908fc4" providerId="LiveId" clId="{657DC964-B470-42A9-AA52-9F1F849BFB76}" dt="2019-10-13T10:06:05.216" v="97"/>
          <ac:spMkLst>
            <pc:docMk/>
            <pc:sldMk cId="962078257" sldId="493"/>
            <ac:spMk id="2" creationId="{2F5F0F0A-E7A7-4FFC-954D-1E94FA2B5F36}"/>
          </ac:spMkLst>
        </pc:spChg>
      </pc:sldChg>
      <pc:sldChg chg="addSp delSp modSp add">
        <pc:chgData name="Cristian Chilipirea" userId="34ab170da5908fc4" providerId="LiveId" clId="{657DC964-B470-42A9-AA52-9F1F849BFB76}" dt="2019-10-13T10:06:26.401" v="110" actId="1076"/>
        <pc:sldMkLst>
          <pc:docMk/>
          <pc:sldMk cId="1487525830" sldId="493"/>
        </pc:sldMkLst>
        <pc:spChg chg="mod">
          <ac:chgData name="Cristian Chilipirea" userId="34ab170da5908fc4" providerId="LiveId" clId="{657DC964-B470-42A9-AA52-9F1F849BFB76}" dt="2019-10-13T10:06:19.367" v="107" actId="20577"/>
          <ac:spMkLst>
            <pc:docMk/>
            <pc:sldMk cId="1487525830" sldId="493"/>
            <ac:spMk id="2" creationId="{592DF46A-7B55-4C02-98F7-BFDEEFF88A70}"/>
          </ac:spMkLst>
        </pc:spChg>
        <pc:spChg chg="del">
          <ac:chgData name="Cristian Chilipirea" userId="34ab170da5908fc4" providerId="LiveId" clId="{657DC964-B470-42A9-AA52-9F1F849BFB76}" dt="2019-10-13T10:06:22.383" v="108" actId="478"/>
          <ac:spMkLst>
            <pc:docMk/>
            <pc:sldMk cId="1487525830" sldId="493"/>
            <ac:spMk id="3" creationId="{963BD946-33BA-464D-8F39-ED286732FDC8}"/>
          </ac:spMkLst>
        </pc:spChg>
        <pc:graphicFrameChg chg="add mod">
          <ac:chgData name="Cristian Chilipirea" userId="34ab170da5908fc4" providerId="LiveId" clId="{657DC964-B470-42A9-AA52-9F1F849BFB76}" dt="2019-10-13T10:06:26.401" v="110" actId="1076"/>
          <ac:graphicFrameMkLst>
            <pc:docMk/>
            <pc:sldMk cId="1487525830" sldId="493"/>
            <ac:graphicFrameMk id="4" creationId="{8D5B87FE-6345-495A-B409-D07F3601B05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115" v="7" actId="2696"/>
        <pc:sldMkLst>
          <pc:docMk/>
          <pc:sldMk cId="2594526626" sldId="493"/>
        </pc:sldMkLst>
      </pc:sldChg>
      <pc:sldChg chg="addSp delSp modSp add">
        <pc:chgData name="Cristian Chilipirea" userId="34ab170da5908fc4" providerId="LiveId" clId="{657DC964-B470-42A9-AA52-9F1F849BFB76}" dt="2019-10-13T10:06:45.950" v="117" actId="1076"/>
        <pc:sldMkLst>
          <pc:docMk/>
          <pc:sldMk cId="1914018507" sldId="494"/>
        </pc:sldMkLst>
        <pc:spChg chg="mod">
          <ac:chgData name="Cristian Chilipirea" userId="34ab170da5908fc4" providerId="LiveId" clId="{657DC964-B470-42A9-AA52-9F1F849BFB76}" dt="2019-10-13T10:06:34.335" v="112"/>
          <ac:spMkLst>
            <pc:docMk/>
            <pc:sldMk cId="1914018507" sldId="494"/>
            <ac:spMk id="2" creationId="{55339100-C470-4CF3-9DF4-2AB092957483}"/>
          </ac:spMkLst>
        </pc:spChg>
        <pc:spChg chg="del">
          <ac:chgData name="Cristian Chilipirea" userId="34ab170da5908fc4" providerId="LiveId" clId="{657DC964-B470-42A9-AA52-9F1F849BFB76}" dt="2019-10-13T10:06:36.187" v="113" actId="478"/>
          <ac:spMkLst>
            <pc:docMk/>
            <pc:sldMk cId="1914018507" sldId="494"/>
            <ac:spMk id="3" creationId="{289F84F8-67F4-4605-B0FB-9EB3784915F0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4" creationId="{BD3268DC-2EB6-4A38-942F-629E1E32DDA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5" creationId="{1D5D2C9F-887C-412F-9047-3B51F02DE41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6" creationId="{78FC332A-D372-411A-94E0-E3569D0EEFE4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7" creationId="{16E8226E-F758-473F-A282-3612468F9256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8" creationId="{07C8A4F1-918D-40A0-B7E7-61E83E871B21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9" creationId="{045B00CC-0C46-4247-B0D8-85A20A9224C5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2" creationId="{28125474-35C1-43C5-81D0-1D483DEBC423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3" creationId="{C2A8D10F-183B-4282-AE8C-F7979C7A2939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4" creationId="{0325A3DA-2AA2-4E94-BE21-0036303ACAFB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6" creationId="{31E8D22B-9A08-40EE-AED9-C79454FB384A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7" creationId="{63E2D771-F7D5-45EE-9C3C-27BDE879ECDC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8" creationId="{769DCAF9-6974-4AF6-8D1E-D379B8C72223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2" creationId="{8092A7DE-7CF4-45D1-9E38-0CF5CB10FFAB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3" creationId="{98F86EBC-2B2C-4A9C-A16F-4D3B6BF8D16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4" creationId="{98D4167C-FEF6-475A-A6CC-93C21390B33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5" creationId="{F7F6E64F-04C3-45C7-A409-DCA605DDD06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6" creationId="{F4A0D315-C934-4B36-B81C-F46A4DDC9227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7" creationId="{D1146612-93E7-43B1-B4F2-4EC6C9C29FDE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0" creationId="{E0A32823-8852-42E8-8561-D7BE7E454C1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1" creationId="{A4F4D4BF-0971-40F9-9A26-1001CA99790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2" creationId="{8ECF975A-8FB7-4204-9406-AF28299A9734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4" creationId="{A68E5834-57CF-4569-BC2F-2C0E74E6493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5" creationId="{0FDD586F-090A-4554-B429-6BDC621BB2E1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6" creationId="{31985DC2-6A26-4C30-97A2-F9F4823D69F7}"/>
          </ac:spMkLst>
        </pc:sp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0" creationId="{ECFA9ED4-39B8-44E4-ADD9-3DDD54A3313B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1" creationId="{2BABAA9D-4BD1-4D97-B91C-9CC310F75A0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5" creationId="{EA4F12E0-394C-483B-8643-DE642198A59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9" creationId="{B3CDF28C-8182-483D-B06C-FF59BC62FCB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0" creationId="{CE1D1E59-1CA4-412C-94C7-F8AC9C4F1B8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1" creationId="{A90737EC-2A2B-4328-8454-141C352579A8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8" creationId="{8B67C5E3-93D5-4180-BF41-F541A3619EE7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9" creationId="{A5EC911E-F459-410F-9666-CB2EA75F29C6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3" creationId="{6D0289F7-E1D5-4E49-A8E2-CB4348B9914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7" creationId="{6B32991D-E345-45D8-AD2A-677E80B9BBD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8" creationId="{816AD342-984B-4B54-84B8-909B402ECE2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9" creationId="{170E5244-CAEE-4E40-BCB3-62D9BCA24059}"/>
          </ac:cxnSpMkLst>
        </pc:cxnChg>
      </pc:sldChg>
      <pc:sldChg chg="del">
        <pc:chgData name="Cristian Chilipirea" userId="34ab170da5908fc4" providerId="LiveId" clId="{657DC964-B470-42A9-AA52-9F1F849BFB76}" dt="2019-10-13T10:02:33.161" v="8" actId="2696"/>
        <pc:sldMkLst>
          <pc:docMk/>
          <pc:sldMk cId="1937755242" sldId="494"/>
        </pc:sldMkLst>
      </pc:sldChg>
      <pc:sldChg chg="del">
        <pc:chgData name="Cristian Chilipirea" userId="34ab170da5908fc4" providerId="LiveId" clId="{657DC964-B470-42A9-AA52-9F1F849BFB76}" dt="2019-10-13T10:02:33.173" v="9" actId="2696"/>
        <pc:sldMkLst>
          <pc:docMk/>
          <pc:sldMk cId="487379393" sldId="495"/>
        </pc:sldMkLst>
      </pc:sldChg>
      <pc:sldChg chg="addSp delSp modSp add">
        <pc:chgData name="Cristian Chilipirea" userId="34ab170da5908fc4" providerId="LiveId" clId="{657DC964-B470-42A9-AA52-9F1F849BFB76}" dt="2019-10-13T10:07:11.232" v="124" actId="1076"/>
        <pc:sldMkLst>
          <pc:docMk/>
          <pc:sldMk cId="4207083548" sldId="495"/>
        </pc:sldMkLst>
        <pc:spChg chg="mod">
          <ac:chgData name="Cristian Chilipirea" userId="34ab170da5908fc4" providerId="LiveId" clId="{657DC964-B470-42A9-AA52-9F1F849BFB76}" dt="2019-10-13T10:06:57.267" v="119"/>
          <ac:spMkLst>
            <pc:docMk/>
            <pc:sldMk cId="4207083548" sldId="495"/>
            <ac:spMk id="2" creationId="{0C0DCC42-3C73-4B47-A6AC-DA7F6A9556C6}"/>
          </ac:spMkLst>
        </pc:spChg>
        <pc:spChg chg="del">
          <ac:chgData name="Cristian Chilipirea" userId="34ab170da5908fc4" providerId="LiveId" clId="{657DC964-B470-42A9-AA52-9F1F849BFB76}" dt="2019-10-13T10:06:59.247" v="120" actId="478"/>
          <ac:spMkLst>
            <pc:docMk/>
            <pc:sldMk cId="4207083548" sldId="495"/>
            <ac:spMk id="3" creationId="{5ADD4271-C1C9-4B23-865A-67F24E8E91DA}"/>
          </ac:spMkLst>
        </pc:spChg>
        <pc:graphicFrameChg chg="add del">
          <ac:chgData name="Cristian Chilipirea" userId="34ab170da5908fc4" providerId="LiveId" clId="{657DC964-B470-42A9-AA52-9F1F849BFB76}" dt="2019-10-13T10:07:05.577" v="122"/>
          <ac:graphicFrameMkLst>
            <pc:docMk/>
            <pc:sldMk cId="4207083548" sldId="495"/>
            <ac:graphicFrameMk id="4" creationId="{DA686E72-7792-43BC-9392-D99E190A952B}"/>
          </ac:graphicFrameMkLst>
        </pc:graphicFrameChg>
        <pc:graphicFrameChg chg="add mod">
          <ac:chgData name="Cristian Chilipirea" userId="34ab170da5908fc4" providerId="LiveId" clId="{657DC964-B470-42A9-AA52-9F1F849BFB76}" dt="2019-10-13T10:07:11.232" v="124" actId="1076"/>
          <ac:graphicFrameMkLst>
            <pc:docMk/>
            <pc:sldMk cId="4207083548" sldId="495"/>
            <ac:graphicFrameMk id="5" creationId="{A976663D-1590-49E5-9A41-DBA86731BC9B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07:32.929" v="133" actId="1076"/>
        <pc:sldMkLst>
          <pc:docMk/>
          <pc:sldMk cId="3066028781" sldId="496"/>
        </pc:sldMkLst>
        <pc:spChg chg="mod">
          <ac:chgData name="Cristian Chilipirea" userId="34ab170da5908fc4" providerId="LiveId" clId="{657DC964-B470-42A9-AA52-9F1F849BFB76}" dt="2019-10-13T10:07:17.908" v="126"/>
          <ac:spMkLst>
            <pc:docMk/>
            <pc:sldMk cId="3066028781" sldId="496"/>
            <ac:spMk id="2" creationId="{C13C82FB-F052-44CD-8BAA-2C000E450FBE}"/>
          </ac:spMkLst>
        </pc:spChg>
        <pc:spChg chg="del">
          <ac:chgData name="Cristian Chilipirea" userId="34ab170da5908fc4" providerId="LiveId" clId="{657DC964-B470-42A9-AA52-9F1F849BFB76}" dt="2019-10-13T10:07:20.843" v="127" actId="478"/>
          <ac:spMkLst>
            <pc:docMk/>
            <pc:sldMk cId="3066028781" sldId="496"/>
            <ac:spMk id="3" creationId="{A260EC97-1F40-41CA-B853-14474BFE430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4" creationId="{455B2EE8-36CC-42F2-8055-202D83EB7EE0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6" creationId="{E8AAE867-D623-4E8C-9917-DCAEC14F3CC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7" creationId="{B693BF61-92BD-4799-8064-B087FD8BB52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8" creationId="{571D6763-4F05-4DD4-B558-F91B26DAFDF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9" creationId="{256396F7-5406-405A-9F31-E8FA0644395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0" creationId="{7BA72143-50C2-4755-85F0-03D9B1A7FE4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1" creationId="{3B92BA9C-B21B-4BE2-A1F6-AF2FC66F7B8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2" creationId="{FFD59C01-009F-4A0E-BE6D-35FB67B06A3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3" creationId="{686442B8-7D16-4190-B2DF-DCA07A5C801C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4" creationId="{5BC20DC9-F74D-4DB9-8B79-C082639A218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5" creationId="{84DC7E2B-603B-47BB-A2FD-0B9F92BCB37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6" creationId="{8DC2FB98-70F8-4688-9AF5-0A019553F0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7" creationId="{E425B3DE-4689-4A9A-B219-65D986FDFA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3" creationId="{165D00E4-155E-4BA2-8D22-453815615AE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4" creationId="{E3C666DB-87A8-41ED-BA81-B8478BCF8BB6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5" creationId="{C8AA9C7E-C56D-4E1A-BC68-9AFDABA8371F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6" creationId="{9C15DB9D-D885-4B57-87AD-88E67A577581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7" creationId="{124C4FCE-9036-4E46-BCB5-867EC861AA4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8" creationId="{7BCC2654-390F-4611-BCAA-FEC220663CD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9" creationId="{02D03DFC-64F2-4D42-9283-ADE05F2BB963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35" creationId="{BD9B3FFD-72CA-4E66-A8C0-3BAA235823AD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6" creationId="{F2B37CAA-6273-4AE2-8125-457B1B28A52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8" creationId="{E3B9EE15-6EF9-4500-905B-B8ACE858F33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9" creationId="{ED12F372-4362-46D5-89CB-06FA3095FDE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0" creationId="{6F7710E4-5690-4261-8044-3D031A7F4D4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1" creationId="{D6C951CB-E5BE-4324-9874-89897AAA882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2" creationId="{233D90C5-7782-4845-8B45-15198072DA5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3" creationId="{1020BF1B-DB96-46F8-87EB-7060930D5830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4" creationId="{81AB6F41-F711-471C-A4C8-18B40EDE8E2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5" creationId="{470E29D1-A004-4D41-8460-4F44EA69047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6" creationId="{092BE21D-CECC-4C58-8270-2AE37535A9B8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7" creationId="{B2472463-CAE1-4F85-ABD5-5990D1F0E27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8" creationId="{CDB50B62-C4D7-4A39-866E-690985E7385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9" creationId="{88582247-10AB-417D-B834-C027BD45EC83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5" creationId="{A2B277CE-6390-4F39-B087-467D4FE5103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6" creationId="{C815E3EF-AFF9-4EBB-A784-1B8FF3C578D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7" creationId="{1D7F7F20-9DF2-44BA-9FF9-02A76667F4D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8" creationId="{F1432EA5-B9BB-4C73-8545-014DFA9D9FA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9" creationId="{4B4DCA5B-586C-48E8-B91B-3D870CA5D72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0" creationId="{2279A0CE-E3B9-4820-88E2-3C2AA17C5D6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1" creationId="{F8BC5C8F-220C-4516-A53A-02C46F7BE81E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7" creationId="{BE15A452-7837-4139-B6BF-D53B38FD1B78}"/>
          </ac:spMkLst>
        </pc:sp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5" creationId="{F96B0FB8-2F7C-410E-8A6A-11C751D2F98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8" creationId="{48F36267-69B9-4371-B5DE-0F46429D2E8E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9" creationId="{C8158126-434F-428C-8E0E-683160DDFB8B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0" creationId="{9AAA3456-FF9D-4DBF-BCCB-FF9706B78F0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1" creationId="{60466914-33B5-44B0-B421-BB97189E04A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2" creationId="{E3B1175E-006A-4660-B015-EC0CBB5EB001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0" creationId="{41770D27-09C9-499D-8D66-250B56629328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1" creationId="{31D8A46E-45FD-4A59-BA5E-43A99477052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2" creationId="{3375BB11-85F5-40DE-AC28-2554AE79099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3" creationId="{E82ED1CC-AB2B-40B7-B71F-C856D94B1BD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4" creationId="{BA72FEA1-520F-40E8-80E4-950F6CCB92AD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37" creationId="{2811B142-9B21-4EB6-9C2B-3C92F419849C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0" creationId="{CB06D8FA-17AF-461F-80A0-6E92450015BB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1" creationId="{1BCD9F33-224D-420E-A923-B14E37E53CD7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2" creationId="{4E00D739-B3BD-4347-BD98-7D061ECDE03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3" creationId="{B071E4CC-7A4E-4ADA-97BE-07DEEF7DA30F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4" creationId="{52FBF091-4931-4B5E-A9BB-E456FA13B841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2" creationId="{315A03C1-BD75-40B3-A5F0-5E487A6F8AEA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3" creationId="{9241295B-0BBC-4B51-BFB6-263BFEC1A2C6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4" creationId="{C3EB69C1-E524-4FFA-9C3E-4703CEB8D16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5" creationId="{69817E78-D67F-43BE-B08F-EEC20F6AF852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6" creationId="{AC2D35EE-671B-4373-81D5-D1558A2530C7}"/>
          </ac:cxnSpMkLst>
        </pc:cxnChg>
      </pc:sldChg>
      <pc:sldChg chg="del">
        <pc:chgData name="Cristian Chilipirea" userId="34ab170da5908fc4" providerId="LiveId" clId="{657DC964-B470-42A9-AA52-9F1F849BFB76}" dt="2019-10-13T10:02:33.222" v="10" actId="2696"/>
        <pc:sldMkLst>
          <pc:docMk/>
          <pc:sldMk cId="3763663029" sldId="496"/>
        </pc:sldMkLst>
      </pc:sldChg>
      <pc:sldChg chg="del">
        <pc:chgData name="Cristian Chilipirea" userId="34ab170da5908fc4" providerId="LiveId" clId="{657DC964-B470-42A9-AA52-9F1F849BFB76}" dt="2019-10-13T10:02:33.311" v="11" actId="2696"/>
        <pc:sldMkLst>
          <pc:docMk/>
          <pc:sldMk cId="3065354528" sldId="497"/>
        </pc:sldMkLst>
      </pc:sldChg>
      <pc:sldChg chg="addSp delSp modSp add modAnim">
        <pc:chgData name="Cristian Chilipirea" userId="34ab170da5908fc4" providerId="LiveId" clId="{657DC964-B470-42A9-AA52-9F1F849BFB76}" dt="2019-10-13T10:08:27.818" v="147"/>
        <pc:sldMkLst>
          <pc:docMk/>
          <pc:sldMk cId="4098173307" sldId="497"/>
        </pc:sldMkLst>
        <pc:spChg chg="mod">
          <ac:chgData name="Cristian Chilipirea" userId="34ab170da5908fc4" providerId="LiveId" clId="{657DC964-B470-42A9-AA52-9F1F849BFB76}" dt="2019-10-13T10:08:17.576" v="141"/>
          <ac:spMkLst>
            <pc:docMk/>
            <pc:sldMk cId="4098173307" sldId="497"/>
            <ac:spMk id="2" creationId="{3F32CA8D-8CA5-4965-9735-BF30DD46B532}"/>
          </ac:spMkLst>
        </pc:spChg>
        <pc:spChg chg="del">
          <ac:chgData name="Cristian Chilipirea" userId="34ab170da5908fc4" providerId="LiveId" clId="{657DC964-B470-42A9-AA52-9F1F849BFB76}" dt="2019-10-13T10:08:19.907" v="142" actId="478"/>
          <ac:spMkLst>
            <pc:docMk/>
            <pc:sldMk cId="4098173307" sldId="497"/>
            <ac:spMk id="3" creationId="{2879EFDC-0F00-4CD0-8357-2BD7D22B979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4" creationId="{22F98031-1347-4335-9FEE-D19A752D6A8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6" creationId="{0C516A34-2546-4558-888A-E6ABD98A884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7" creationId="{361F52CB-927C-4E07-A3A8-34F915E9B9E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8" creationId="{86DD4B57-591A-4927-9DD5-A65EA9F09DA0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9" creationId="{48535AF1-0D1B-4C74-9A2C-066F4B851943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0" creationId="{C3525BC6-85BD-4ECC-B48F-2EEDD630B0E1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1" creationId="{64F59FA7-A14F-416D-BB7F-D71D470833B9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2" creationId="{5F0AF861-B55B-47B8-8B84-7D9C0EBAE65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3" creationId="{4994DC3F-4E77-40E8-8F82-DAA031F0184A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4" creationId="{BA9F08FD-1226-4CED-BD53-0D213FD4ABC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5" creationId="{EB5BAE07-CF5E-4C09-9034-ECB7075AEF4E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6" creationId="{181EDD4B-79E1-4BE2-94FB-BA49D9AA31F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5" creationId="{DA5E7085-9707-4C73-8C8D-5235BBEBE8EF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6" creationId="{2CB4C363-5D71-4088-96C2-9D55FE22C2D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7" creationId="{5F979FBE-CFAB-4FF3-88F6-47E135968E7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8" creationId="{AE4F1D43-CA84-4783-B214-159136E9A98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9" creationId="{88EE3260-5D81-4AE2-B2D7-1EFBD3C0045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0" creationId="{E1A838FD-CA65-43BE-9542-312A728641E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1" creationId="{B92BE153-846B-4C2C-B5FE-D027B6915F1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2" creationId="{4F6138CB-832C-4474-B7E3-62A743FF68D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4" creationId="{8A233AA0-BCA2-408F-A794-2BD98C4A84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5" creationId="{FBD62371-D4AB-4BE3-A5ED-192CAD84A3D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6" creationId="{58E19579-6DCC-4B0F-8014-EB51CB245E7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7" creationId="{3E32C0AA-F744-427B-8708-51B6DADCB7C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8" creationId="{C6813DFD-D39D-4D47-AED8-6B47F07592B1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9" creationId="{C67E15FC-8EE1-468A-9B8A-5B0CCFA99210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0" creationId="{76593FE0-2B12-493A-AAC1-DE437C5F379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1" creationId="{6197702A-823D-4EDD-9A9C-1DFF7A7F121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2" creationId="{D54C9C23-4417-43A8-BCF2-47ABC0802BC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3" creationId="{BCBF90F1-12EC-403F-8FED-8CE638811D8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4" creationId="{F04829AA-7926-4D04-9186-39B522A528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3" creationId="{5139D338-C160-48A4-82A3-353D4C6A1CC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4" creationId="{DAB91A51-4A86-49B9-B203-E7DE2D25527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5" creationId="{1D39393D-EDF9-45CF-905D-08F4E698DDB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6" creationId="{E5BF6B21-BBB6-424B-8F08-77BD5A885543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7" creationId="{AB1FBE31-A055-4AE7-9897-38602E89AEF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8" creationId="{AAC631A1-DD59-4A48-9C2F-FA0C04A3B29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9" creationId="{1C8AF570-8EAE-49BA-8A1E-B4D97AF5D24F}"/>
          </ac:spMkLst>
        </pc:sp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5" creationId="{6E605E96-D483-49DD-BCC7-0ADA6F5C4B0D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7" creationId="{1C3299A9-8B27-4C74-94CB-F38D20BD7E73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8" creationId="{F3952220-803C-4670-9D10-BCAD26F85F7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9" creationId="{3FD6C3B4-3DB3-432A-AA55-C40EAC3DFB7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0" creationId="{FE49F576-6939-455E-8A0D-1F7A5149AC3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1" creationId="{B23CD4E7-89E5-4263-A67D-FB10BBD1CFE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2" creationId="{6E3AE0F1-1C5A-48C3-9A2D-FF5A3DA8F1B8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3" creationId="{0441895F-5B4C-4C9F-887D-EF947334030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4" creationId="{FD2EC805-4AF4-4B18-88C6-3E01BE5CCAD0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33" creationId="{6CD19A4C-3D8B-4C49-BC75-805383EBDE0D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5" creationId="{AAEC0047-9358-4F79-80B2-5FBC45BB65A5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6" creationId="{33DF0F4E-E572-4D6E-B13E-9DC2CD7A09C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7" creationId="{C71FE2BE-F3EA-4B7D-AE62-DB157831079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8" creationId="{91CF863C-32D3-4437-91AE-6E4AC0FCAD19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9" creationId="{E6ECBAA1-2DCE-4E65-87B0-937539AB3CB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0" creationId="{26208BF7-6EC4-4E33-9613-62C27911F78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1" creationId="{534DF27B-DC8C-4100-B27F-7BDEF6F5897F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2" creationId="{5CFC1985-DD65-4850-8FB9-946B8111B305}"/>
          </ac:cxnSpMkLst>
        </pc:cxnChg>
      </pc:sldChg>
      <pc:sldChg chg="del">
        <pc:chgData name="Cristian Chilipirea" userId="34ab170da5908fc4" providerId="LiveId" clId="{657DC964-B470-42A9-AA52-9F1F849BFB76}" dt="2019-10-13T10:02:34.042" v="12" actId="2696"/>
        <pc:sldMkLst>
          <pc:docMk/>
          <pc:sldMk cId="378574680" sldId="498"/>
        </pc:sldMkLst>
      </pc:sldChg>
      <pc:sldChg chg="addSp delSp modSp add">
        <pc:chgData name="Cristian Chilipirea" userId="34ab170da5908fc4" providerId="LiveId" clId="{657DC964-B470-42A9-AA52-9F1F849BFB76}" dt="2019-10-13T10:08:47.149" v="154" actId="1076"/>
        <pc:sldMkLst>
          <pc:docMk/>
          <pc:sldMk cId="4024201569" sldId="498"/>
        </pc:sldMkLst>
        <pc:spChg chg="mod">
          <ac:chgData name="Cristian Chilipirea" userId="34ab170da5908fc4" providerId="LiveId" clId="{657DC964-B470-42A9-AA52-9F1F849BFB76}" dt="2019-10-13T10:08:37.347" v="149"/>
          <ac:spMkLst>
            <pc:docMk/>
            <pc:sldMk cId="4024201569" sldId="498"/>
            <ac:spMk id="2" creationId="{9B2E5FD3-8D15-479E-BC99-BF6E541A52FD}"/>
          </ac:spMkLst>
        </pc:spChg>
        <pc:spChg chg="del">
          <ac:chgData name="Cristian Chilipirea" userId="34ab170da5908fc4" providerId="LiveId" clId="{657DC964-B470-42A9-AA52-9F1F849BFB76}" dt="2019-10-13T10:08:39.779" v="150" actId="478"/>
          <ac:spMkLst>
            <pc:docMk/>
            <pc:sldMk cId="4024201569" sldId="498"/>
            <ac:spMk id="3" creationId="{05B3A861-5D3A-4847-BCEA-889786AFCA7F}"/>
          </ac:spMkLst>
        </pc:spChg>
        <pc:graphicFrameChg chg="add mod">
          <ac:chgData name="Cristian Chilipirea" userId="34ab170da5908fc4" providerId="LiveId" clId="{657DC964-B470-42A9-AA52-9F1F849BFB76}" dt="2019-10-13T10:08:47.149" v="154" actId="1076"/>
          <ac:graphicFrameMkLst>
            <pc:docMk/>
            <pc:sldMk cId="4024201569" sldId="498"/>
            <ac:graphicFrameMk id="4" creationId="{CAF04571-0567-42C5-AD38-646CC538D97F}"/>
          </ac:graphicFrameMkLst>
        </pc:graphicFrameChg>
      </pc:sldChg>
      <pc:sldChg chg="del">
        <pc:chgData name="Cristian Chilipirea" userId="34ab170da5908fc4" providerId="LiveId" clId="{657DC964-B470-42A9-AA52-9F1F849BFB76}" dt="2019-10-13T10:02:34.444" v="13" actId="2696"/>
        <pc:sldMkLst>
          <pc:docMk/>
          <pc:sldMk cId="586011746" sldId="499"/>
        </pc:sldMkLst>
      </pc:sldChg>
      <pc:sldChg chg="addSp delSp modSp add">
        <pc:chgData name="Cristian Chilipirea" userId="34ab170da5908fc4" providerId="LiveId" clId="{657DC964-B470-42A9-AA52-9F1F849BFB76}" dt="2019-10-13T10:09:06.711" v="161" actId="1076"/>
        <pc:sldMkLst>
          <pc:docMk/>
          <pc:sldMk cId="842792041" sldId="499"/>
        </pc:sldMkLst>
        <pc:spChg chg="mod">
          <ac:chgData name="Cristian Chilipirea" userId="34ab170da5908fc4" providerId="LiveId" clId="{657DC964-B470-42A9-AA52-9F1F849BFB76}" dt="2019-10-13T10:08:55.867" v="156"/>
          <ac:spMkLst>
            <pc:docMk/>
            <pc:sldMk cId="842792041" sldId="499"/>
            <ac:spMk id="2" creationId="{51759422-756F-470C-A4FF-D025DCE928B1}"/>
          </ac:spMkLst>
        </pc:spChg>
        <pc:spChg chg="del">
          <ac:chgData name="Cristian Chilipirea" userId="34ab170da5908fc4" providerId="LiveId" clId="{657DC964-B470-42A9-AA52-9F1F849BFB76}" dt="2019-10-13T10:09:00.235" v="157" actId="478"/>
          <ac:spMkLst>
            <pc:docMk/>
            <pc:sldMk cId="842792041" sldId="499"/>
            <ac:spMk id="3" creationId="{89D7BCDC-E267-4CB5-9DEF-4E02A5182204}"/>
          </ac:spMkLst>
        </pc:spChg>
        <pc:graphicFrameChg chg="add mod">
          <ac:chgData name="Cristian Chilipirea" userId="34ab170da5908fc4" providerId="LiveId" clId="{657DC964-B470-42A9-AA52-9F1F849BFB76}" dt="2019-10-13T10:09:06.711" v="161" actId="1076"/>
          <ac:graphicFrameMkLst>
            <pc:docMk/>
            <pc:sldMk cId="842792041" sldId="499"/>
            <ac:graphicFrameMk id="4" creationId="{AFB64794-CE6C-4671-A48C-D2EB4023E1FC}"/>
          </ac:graphicFrameMkLst>
        </pc:graphicFrameChg>
      </pc:sldChg>
      <pc:sldChg chg="del">
        <pc:chgData name="Cristian Chilipirea" userId="34ab170da5908fc4" providerId="LiveId" clId="{657DC964-B470-42A9-AA52-9F1F849BFB76}" dt="2019-10-13T10:02:34.606" v="14" actId="2696"/>
        <pc:sldMkLst>
          <pc:docMk/>
          <pc:sldMk cId="2032635208" sldId="500"/>
        </pc:sldMkLst>
      </pc:sldChg>
      <pc:sldChg chg="addSp delSp modSp add">
        <pc:chgData name="Cristian Chilipirea" userId="34ab170da5908fc4" providerId="LiveId" clId="{657DC964-B470-42A9-AA52-9F1F849BFB76}" dt="2019-10-13T10:09:22.257" v="167"/>
        <pc:sldMkLst>
          <pc:docMk/>
          <pc:sldMk cId="2705758714" sldId="500"/>
        </pc:sldMkLst>
        <pc:spChg chg="mod">
          <ac:chgData name="Cristian Chilipirea" userId="34ab170da5908fc4" providerId="LiveId" clId="{657DC964-B470-42A9-AA52-9F1F849BFB76}" dt="2019-10-13T10:09:14.672" v="163"/>
          <ac:spMkLst>
            <pc:docMk/>
            <pc:sldMk cId="2705758714" sldId="500"/>
            <ac:spMk id="2" creationId="{8363ADBF-8C65-4741-86E8-6EF4D9C433D8}"/>
          </ac:spMkLst>
        </pc:spChg>
        <pc:spChg chg="del">
          <ac:chgData name="Cristian Chilipirea" userId="34ab170da5908fc4" providerId="LiveId" clId="{657DC964-B470-42A9-AA52-9F1F849BFB76}" dt="2019-10-13T10:09:16.671" v="164" actId="478"/>
          <ac:spMkLst>
            <pc:docMk/>
            <pc:sldMk cId="2705758714" sldId="500"/>
            <ac:spMk id="3" creationId="{DC1A0510-DAB9-4888-B153-4F2CCF95AB42}"/>
          </ac:spMkLst>
        </pc:spChg>
        <pc:spChg chg="add del">
          <ac:chgData name="Cristian Chilipirea" userId="34ab170da5908fc4" providerId="LiveId" clId="{657DC964-B470-42A9-AA52-9F1F849BFB76}" dt="2019-10-13T10:09:22.251" v="166"/>
          <ac:spMkLst>
            <pc:docMk/>
            <pc:sldMk cId="2705758714" sldId="500"/>
            <ac:spMk id="4" creationId="{B5467575-8CA9-4028-8056-7740D026C4A4}"/>
          </ac:spMkLst>
        </pc:spChg>
        <pc:spChg chg="add">
          <ac:chgData name="Cristian Chilipirea" userId="34ab170da5908fc4" providerId="LiveId" clId="{657DC964-B470-42A9-AA52-9F1F849BFB76}" dt="2019-10-13T10:09:22.257" v="167"/>
          <ac:spMkLst>
            <pc:docMk/>
            <pc:sldMk cId="2705758714" sldId="500"/>
            <ac:spMk id="5" creationId="{BDD0DDC1-C06D-4718-8F22-F536F7A3D6F7}"/>
          </ac:spMkLst>
        </pc:spChg>
      </pc:sldChg>
      <pc:sldChg chg="del">
        <pc:chgData name="Cristian Chilipirea" userId="34ab170da5908fc4" providerId="LiveId" clId="{657DC964-B470-42A9-AA52-9F1F849BFB76}" dt="2019-10-13T10:02:34.641" v="15" actId="2696"/>
        <pc:sldMkLst>
          <pc:docMk/>
          <pc:sldMk cId="231591143" sldId="501"/>
        </pc:sldMkLst>
      </pc:sldChg>
      <pc:sldChg chg="addSp delSp modSp add">
        <pc:chgData name="Cristian Chilipirea" userId="34ab170da5908fc4" providerId="LiveId" clId="{657DC964-B470-42A9-AA52-9F1F849BFB76}" dt="2019-10-13T10:10:01.390" v="184" actId="1076"/>
        <pc:sldMkLst>
          <pc:docMk/>
          <pc:sldMk cId="3947385770" sldId="501"/>
        </pc:sldMkLst>
        <pc:spChg chg="mod">
          <ac:chgData name="Cristian Chilipirea" userId="34ab170da5908fc4" providerId="LiveId" clId="{657DC964-B470-42A9-AA52-9F1F849BFB76}" dt="2019-10-13T10:09:28.992" v="169"/>
          <ac:spMkLst>
            <pc:docMk/>
            <pc:sldMk cId="3947385770" sldId="501"/>
            <ac:spMk id="2" creationId="{ED9DC9DC-5575-4810-924E-93527ED37DE5}"/>
          </ac:spMkLst>
        </pc:spChg>
        <pc:spChg chg="del">
          <ac:chgData name="Cristian Chilipirea" userId="34ab170da5908fc4" providerId="LiveId" clId="{657DC964-B470-42A9-AA52-9F1F849BFB76}" dt="2019-10-13T10:09:31.132" v="170" actId="478"/>
          <ac:spMkLst>
            <pc:docMk/>
            <pc:sldMk cId="3947385770" sldId="501"/>
            <ac:spMk id="3" creationId="{2E174BFD-1557-40FA-95B9-14EB6B1D0213}"/>
          </ac:spMkLst>
        </pc:spChg>
        <pc:spChg chg="add del mod">
          <ac:chgData name="Cristian Chilipirea" userId="34ab170da5908fc4" providerId="LiveId" clId="{657DC964-B470-42A9-AA52-9F1F849BFB76}" dt="2019-10-13T10:09:39.819" v="174"/>
          <ac:spMkLst>
            <pc:docMk/>
            <pc:sldMk cId="3947385770" sldId="501"/>
            <ac:spMk id="4" creationId="{2E13532D-901F-4851-ACAD-54AD132ADB4F}"/>
          </ac:spMkLst>
        </pc:spChg>
        <pc:spChg chg="add del">
          <ac:chgData name="Cristian Chilipirea" userId="34ab170da5908fc4" providerId="LiveId" clId="{657DC964-B470-42A9-AA52-9F1F849BFB76}" dt="2019-10-13T10:09:41.623" v="176"/>
          <ac:spMkLst>
            <pc:docMk/>
            <pc:sldMk cId="3947385770" sldId="501"/>
            <ac:spMk id="5" creationId="{A1C8DCB1-CBD3-4F4D-B49A-FABEEFFDBF2C}"/>
          </ac:spMkLst>
        </pc:spChg>
        <pc:spChg chg="add mod">
          <ac:chgData name="Cristian Chilipirea" userId="34ab170da5908fc4" providerId="LiveId" clId="{657DC964-B470-42A9-AA52-9F1F849BFB76}" dt="2019-10-13T10:09:43.732" v="178" actId="14100"/>
          <ac:spMkLst>
            <pc:docMk/>
            <pc:sldMk cId="3947385770" sldId="501"/>
            <ac:spMk id="6" creationId="{1DF74CDC-0FB4-4EE2-9A2A-D6CEAF0248CF}"/>
          </ac:spMkLst>
        </pc:spChg>
        <pc:spChg chg="add del">
          <ac:chgData name="Cristian Chilipirea" userId="34ab170da5908fc4" providerId="LiveId" clId="{657DC964-B470-42A9-AA52-9F1F849BFB76}" dt="2019-10-13T10:09:53.419" v="180"/>
          <ac:spMkLst>
            <pc:docMk/>
            <pc:sldMk cId="3947385770" sldId="501"/>
            <ac:spMk id="7" creationId="{191B7D36-F358-4434-A07D-104C5BACF284}"/>
          </ac:spMkLst>
        </pc:spChg>
        <pc:spChg chg="add del">
          <ac:chgData name="Cristian Chilipirea" userId="34ab170da5908fc4" providerId="LiveId" clId="{657DC964-B470-42A9-AA52-9F1F849BFB76}" dt="2019-10-13T10:09:59.121" v="182"/>
          <ac:spMkLst>
            <pc:docMk/>
            <pc:sldMk cId="3947385770" sldId="501"/>
            <ac:spMk id="8" creationId="{0A83A440-F759-4DC9-A6E9-4E3DE0B3DCF2}"/>
          </ac:spMkLst>
        </pc:spChg>
        <pc:spChg chg="add mod">
          <ac:chgData name="Cristian Chilipirea" userId="34ab170da5908fc4" providerId="LiveId" clId="{657DC964-B470-42A9-AA52-9F1F849BFB76}" dt="2019-10-13T10:10:01.390" v="184" actId="1076"/>
          <ac:spMkLst>
            <pc:docMk/>
            <pc:sldMk cId="3947385770" sldId="501"/>
            <ac:spMk id="9" creationId="{BE1039BB-D78B-4FF0-9C45-92F7E812E55F}"/>
          </ac:spMkLst>
        </pc:spChg>
      </pc:sldChg>
      <pc:sldChg chg="del">
        <pc:chgData name="Cristian Chilipirea" userId="34ab170da5908fc4" providerId="LiveId" clId="{657DC964-B470-42A9-AA52-9F1F849BFB76}" dt="2019-10-13T10:02:34.705" v="16" actId="2696"/>
        <pc:sldMkLst>
          <pc:docMk/>
          <pc:sldMk cId="3589621216" sldId="502"/>
        </pc:sldMkLst>
      </pc:sldChg>
      <pc:sldChg chg="addSp delSp modSp add">
        <pc:chgData name="Cristian Chilipirea" userId="34ab170da5908fc4" providerId="LiveId" clId="{657DC964-B470-42A9-AA52-9F1F849BFB76}" dt="2019-10-13T10:10:38.052" v="194" actId="1076"/>
        <pc:sldMkLst>
          <pc:docMk/>
          <pc:sldMk cId="4168258613" sldId="502"/>
        </pc:sldMkLst>
        <pc:spChg chg="mod">
          <ac:chgData name="Cristian Chilipirea" userId="34ab170da5908fc4" providerId="LiveId" clId="{657DC964-B470-42A9-AA52-9F1F849BFB76}" dt="2019-10-13T10:10:31.067" v="191" actId="1076"/>
          <ac:spMkLst>
            <pc:docMk/>
            <pc:sldMk cId="4168258613" sldId="502"/>
            <ac:spMk id="2" creationId="{66AB0833-2FB4-4CA6-BFB6-F383F72145A4}"/>
          </ac:spMkLst>
        </pc:spChg>
        <pc:spChg chg="del">
          <ac:chgData name="Cristian Chilipirea" userId="34ab170da5908fc4" providerId="LiveId" clId="{657DC964-B470-42A9-AA52-9F1F849BFB76}" dt="2019-10-13T10:10:17.955" v="187" actId="478"/>
          <ac:spMkLst>
            <pc:docMk/>
            <pc:sldMk cId="4168258613" sldId="502"/>
            <ac:spMk id="3" creationId="{2BE05692-3772-447C-9902-56DD52369F94}"/>
          </ac:spMkLst>
        </pc:spChg>
        <pc:graphicFrameChg chg="add mod">
          <ac:chgData name="Cristian Chilipirea" userId="34ab170da5908fc4" providerId="LiveId" clId="{657DC964-B470-42A9-AA52-9F1F849BFB76}" dt="2019-10-13T10:10:38.052" v="194" actId="1076"/>
          <ac:graphicFrameMkLst>
            <pc:docMk/>
            <pc:sldMk cId="4168258613" sldId="502"/>
            <ac:graphicFrameMk id="4" creationId="{0F6D4354-D7D0-4F9B-8819-F27434A345B4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0:59.239" v="201" actId="1076"/>
        <pc:sldMkLst>
          <pc:docMk/>
          <pc:sldMk cId="869789185" sldId="503"/>
        </pc:sldMkLst>
        <pc:spChg chg="mod">
          <ac:chgData name="Cristian Chilipirea" userId="34ab170da5908fc4" providerId="LiveId" clId="{657DC964-B470-42A9-AA52-9F1F849BFB76}" dt="2019-10-13T10:10:48.821" v="196"/>
          <ac:spMkLst>
            <pc:docMk/>
            <pc:sldMk cId="869789185" sldId="503"/>
            <ac:spMk id="2" creationId="{7F2312C5-3C32-4CB3-910C-6A1DF5299275}"/>
          </ac:spMkLst>
        </pc:spChg>
        <pc:spChg chg="del">
          <ac:chgData name="Cristian Chilipirea" userId="34ab170da5908fc4" providerId="LiveId" clId="{657DC964-B470-42A9-AA52-9F1F849BFB76}" dt="2019-10-13T10:10:50.939" v="197" actId="478"/>
          <ac:spMkLst>
            <pc:docMk/>
            <pc:sldMk cId="869789185" sldId="503"/>
            <ac:spMk id="3" creationId="{C1DE16AF-3D5F-468F-8C24-EAB77D269A98}"/>
          </ac:spMkLst>
        </pc:spChg>
        <pc:graphicFrameChg chg="add mod">
          <ac:chgData name="Cristian Chilipirea" userId="34ab170da5908fc4" providerId="LiveId" clId="{657DC964-B470-42A9-AA52-9F1F849BFB76}" dt="2019-10-13T10:10:59.239" v="201" actId="1076"/>
          <ac:graphicFrameMkLst>
            <pc:docMk/>
            <pc:sldMk cId="869789185" sldId="503"/>
            <ac:graphicFrameMk id="4" creationId="{DD4990F9-B542-4768-BBD1-32E31251DF1D}"/>
          </ac:graphicFrameMkLst>
        </pc:graphicFrameChg>
      </pc:sldChg>
      <pc:sldChg chg="del">
        <pc:chgData name="Cristian Chilipirea" userId="34ab170da5908fc4" providerId="LiveId" clId="{657DC964-B470-42A9-AA52-9F1F849BFB76}" dt="2019-10-13T10:02:34.912" v="17" actId="2696"/>
        <pc:sldMkLst>
          <pc:docMk/>
          <pc:sldMk cId="2217378888" sldId="503"/>
        </pc:sldMkLst>
      </pc:sldChg>
      <pc:sldChg chg="addSp delSp modSp add">
        <pc:chgData name="Cristian Chilipirea" userId="34ab170da5908fc4" providerId="LiveId" clId="{657DC964-B470-42A9-AA52-9F1F849BFB76}" dt="2019-10-13T10:11:15.248" v="207" actId="14100"/>
        <pc:sldMkLst>
          <pc:docMk/>
          <pc:sldMk cId="1043207232" sldId="504"/>
        </pc:sldMkLst>
        <pc:spChg chg="mod">
          <ac:chgData name="Cristian Chilipirea" userId="34ab170da5908fc4" providerId="LiveId" clId="{657DC964-B470-42A9-AA52-9F1F849BFB76}" dt="2019-10-13T10:11:06.664" v="203"/>
          <ac:spMkLst>
            <pc:docMk/>
            <pc:sldMk cId="1043207232" sldId="504"/>
            <ac:spMk id="2" creationId="{75632261-F087-4198-B348-B88D7A71DC48}"/>
          </ac:spMkLst>
        </pc:spChg>
        <pc:spChg chg="del">
          <ac:chgData name="Cristian Chilipirea" userId="34ab170da5908fc4" providerId="LiveId" clId="{657DC964-B470-42A9-AA52-9F1F849BFB76}" dt="2019-10-13T10:11:08.687" v="204" actId="478"/>
          <ac:spMkLst>
            <pc:docMk/>
            <pc:sldMk cId="1043207232" sldId="504"/>
            <ac:spMk id="3" creationId="{8D0A4D6A-EF23-49EC-AB18-34A883BD4A63}"/>
          </ac:spMkLst>
        </pc:spChg>
        <pc:graphicFrameChg chg="add mod">
          <ac:chgData name="Cristian Chilipirea" userId="34ab170da5908fc4" providerId="LiveId" clId="{657DC964-B470-42A9-AA52-9F1F849BFB76}" dt="2019-10-13T10:11:15.248" v="207" actId="14100"/>
          <ac:graphicFrameMkLst>
            <pc:docMk/>
            <pc:sldMk cId="1043207232" sldId="504"/>
            <ac:graphicFrameMk id="4" creationId="{C543FDB8-CC61-4FE8-95D9-9DA83CA7744F}"/>
          </ac:graphicFrameMkLst>
        </pc:graphicFrameChg>
      </pc:sldChg>
      <pc:sldChg chg="del">
        <pc:chgData name="Cristian Chilipirea" userId="34ab170da5908fc4" providerId="LiveId" clId="{657DC964-B470-42A9-AA52-9F1F849BFB76}" dt="2019-10-13T10:02:35.344" v="18" actId="2696"/>
        <pc:sldMkLst>
          <pc:docMk/>
          <pc:sldMk cId="3307072845" sldId="504"/>
        </pc:sldMkLst>
      </pc:sldChg>
      <pc:sldChg chg="del">
        <pc:chgData name="Cristian Chilipirea" userId="34ab170da5908fc4" providerId="LiveId" clId="{657DC964-B470-42A9-AA52-9F1F849BFB76}" dt="2019-10-13T10:02:35.551" v="19" actId="2696"/>
        <pc:sldMkLst>
          <pc:docMk/>
          <pc:sldMk cId="3110428701" sldId="505"/>
        </pc:sldMkLst>
      </pc:sldChg>
      <pc:sldChg chg="addSp delSp modSp add">
        <pc:chgData name="Cristian Chilipirea" userId="34ab170da5908fc4" providerId="LiveId" clId="{657DC964-B470-42A9-AA52-9F1F849BFB76}" dt="2019-10-13T10:11:34.196" v="214" actId="1076"/>
        <pc:sldMkLst>
          <pc:docMk/>
          <pc:sldMk cId="3765374340" sldId="505"/>
        </pc:sldMkLst>
        <pc:spChg chg="mod">
          <ac:chgData name="Cristian Chilipirea" userId="34ab170da5908fc4" providerId="LiveId" clId="{657DC964-B470-42A9-AA52-9F1F849BFB76}" dt="2019-10-13T10:11:23.019" v="209"/>
          <ac:spMkLst>
            <pc:docMk/>
            <pc:sldMk cId="3765374340" sldId="505"/>
            <ac:spMk id="2" creationId="{A689253C-C6E9-41B6-95BB-C53073C1393B}"/>
          </ac:spMkLst>
        </pc:spChg>
        <pc:spChg chg="del">
          <ac:chgData name="Cristian Chilipirea" userId="34ab170da5908fc4" providerId="LiveId" clId="{657DC964-B470-42A9-AA52-9F1F849BFB76}" dt="2019-10-13T10:11:25.139" v="210" actId="478"/>
          <ac:spMkLst>
            <pc:docMk/>
            <pc:sldMk cId="3765374340" sldId="505"/>
            <ac:spMk id="3" creationId="{39DB1002-175F-4951-A15B-0951EC92635C}"/>
          </ac:spMkLst>
        </pc:spChg>
        <pc:spChg chg="add del">
          <ac:chgData name="Cristian Chilipirea" userId="34ab170da5908fc4" providerId="LiveId" clId="{657DC964-B470-42A9-AA52-9F1F849BFB76}" dt="2019-10-13T10:11:31.996" v="212"/>
          <ac:spMkLst>
            <pc:docMk/>
            <pc:sldMk cId="3765374340" sldId="505"/>
            <ac:spMk id="4" creationId="{DAC24727-7600-43CA-BD25-0F9C5BD5346A}"/>
          </ac:spMkLst>
        </pc:spChg>
        <pc:spChg chg="add mod">
          <ac:chgData name="Cristian Chilipirea" userId="34ab170da5908fc4" providerId="LiveId" clId="{657DC964-B470-42A9-AA52-9F1F849BFB76}" dt="2019-10-13T10:11:34.196" v="214" actId="1076"/>
          <ac:spMkLst>
            <pc:docMk/>
            <pc:sldMk cId="3765374340" sldId="505"/>
            <ac:spMk id="5" creationId="{A0B6C901-8A3F-4CDB-9FEE-9764A682D2A2}"/>
          </ac:spMkLst>
        </pc:spChg>
      </pc:sldChg>
      <pc:sldChg chg="del">
        <pc:chgData name="Cristian Chilipirea" userId="34ab170da5908fc4" providerId="LiveId" clId="{657DC964-B470-42A9-AA52-9F1F849BFB76}" dt="2019-10-13T10:02:35.892" v="20" actId="2696"/>
        <pc:sldMkLst>
          <pc:docMk/>
          <pc:sldMk cId="877778477" sldId="506"/>
        </pc:sldMkLst>
      </pc:sldChg>
      <pc:sldChg chg="addSp delSp modSp add">
        <pc:chgData name="Cristian Chilipirea" userId="34ab170da5908fc4" providerId="LiveId" clId="{657DC964-B470-42A9-AA52-9F1F849BFB76}" dt="2019-10-13T10:11:56.870" v="225" actId="1076"/>
        <pc:sldMkLst>
          <pc:docMk/>
          <pc:sldMk cId="3220167743" sldId="506"/>
        </pc:sldMkLst>
        <pc:spChg chg="mod">
          <ac:chgData name="Cristian Chilipirea" userId="34ab170da5908fc4" providerId="LiveId" clId="{657DC964-B470-42A9-AA52-9F1F849BFB76}" dt="2019-10-13T10:11:43.477" v="216"/>
          <ac:spMkLst>
            <pc:docMk/>
            <pc:sldMk cId="3220167743" sldId="506"/>
            <ac:spMk id="2" creationId="{1E91136A-12B3-457A-9EF5-FCEFBF6E3971}"/>
          </ac:spMkLst>
        </pc:spChg>
        <pc:spChg chg="del">
          <ac:chgData name="Cristian Chilipirea" userId="34ab170da5908fc4" providerId="LiveId" clId="{657DC964-B470-42A9-AA52-9F1F849BFB76}" dt="2019-10-13T10:11:45.419" v="217" actId="478"/>
          <ac:spMkLst>
            <pc:docMk/>
            <pc:sldMk cId="3220167743" sldId="506"/>
            <ac:spMk id="3" creationId="{52EF6005-CB7A-4F91-99F0-B5871723D74D}"/>
          </ac:spMkLst>
        </pc:spChg>
        <pc:spChg chg="add del mod">
          <ac:chgData name="Cristian Chilipirea" userId="34ab170da5908fc4" providerId="LiveId" clId="{657DC964-B470-42A9-AA52-9F1F849BFB76}" dt="2019-10-13T10:11:52.863" v="221"/>
          <ac:spMkLst>
            <pc:docMk/>
            <pc:sldMk cId="3220167743" sldId="506"/>
            <ac:spMk id="4" creationId="{82DA7A60-066C-4AE2-ADFD-2D078958B08E}"/>
          </ac:spMkLst>
        </pc:spChg>
        <pc:spChg chg="add del">
          <ac:chgData name="Cristian Chilipirea" userId="34ab170da5908fc4" providerId="LiveId" clId="{657DC964-B470-42A9-AA52-9F1F849BFB76}" dt="2019-10-13T10:11:54.361" v="223"/>
          <ac:spMkLst>
            <pc:docMk/>
            <pc:sldMk cId="3220167743" sldId="506"/>
            <ac:spMk id="5" creationId="{A4168DEB-0BA3-4064-AA0D-362111A49FDA}"/>
          </ac:spMkLst>
        </pc:spChg>
        <pc:spChg chg="add mod">
          <ac:chgData name="Cristian Chilipirea" userId="34ab170da5908fc4" providerId="LiveId" clId="{657DC964-B470-42A9-AA52-9F1F849BFB76}" dt="2019-10-13T10:11:56.870" v="225" actId="1076"/>
          <ac:spMkLst>
            <pc:docMk/>
            <pc:sldMk cId="3220167743" sldId="506"/>
            <ac:spMk id="6" creationId="{598538B7-BAA0-4BB8-B1F0-B699D5DF0064}"/>
          </ac:spMkLst>
        </pc:spChg>
      </pc:sldChg>
      <pc:sldChg chg="del">
        <pc:chgData name="Cristian Chilipirea" userId="34ab170da5908fc4" providerId="LiveId" clId="{657DC964-B470-42A9-AA52-9F1F849BFB76}" dt="2019-10-13T10:02:36.172" v="21" actId="2696"/>
        <pc:sldMkLst>
          <pc:docMk/>
          <pc:sldMk cId="3007868837" sldId="507"/>
        </pc:sldMkLst>
      </pc:sldChg>
      <pc:sldChg chg="addSp delSp modSp add">
        <pc:chgData name="Cristian Chilipirea" userId="34ab170da5908fc4" providerId="LiveId" clId="{657DC964-B470-42A9-AA52-9F1F849BFB76}" dt="2019-10-13T10:12:12.921" v="232" actId="1076"/>
        <pc:sldMkLst>
          <pc:docMk/>
          <pc:sldMk cId="4274709343" sldId="507"/>
        </pc:sldMkLst>
        <pc:spChg chg="mod">
          <ac:chgData name="Cristian Chilipirea" userId="34ab170da5908fc4" providerId="LiveId" clId="{657DC964-B470-42A9-AA52-9F1F849BFB76}" dt="2019-10-13T10:12:03.310" v="227"/>
          <ac:spMkLst>
            <pc:docMk/>
            <pc:sldMk cId="4274709343" sldId="507"/>
            <ac:spMk id="2" creationId="{E8B5AAA9-54F4-4881-8A87-DD95C7DFE6CB}"/>
          </ac:spMkLst>
        </pc:spChg>
        <pc:spChg chg="del">
          <ac:chgData name="Cristian Chilipirea" userId="34ab170da5908fc4" providerId="LiveId" clId="{657DC964-B470-42A9-AA52-9F1F849BFB76}" dt="2019-10-13T10:12:05.127" v="228" actId="478"/>
          <ac:spMkLst>
            <pc:docMk/>
            <pc:sldMk cId="4274709343" sldId="507"/>
            <ac:spMk id="3" creationId="{1459196B-9A4B-4A1C-A1BE-407E74E5C3E4}"/>
          </ac:spMkLst>
        </pc:spChg>
        <pc:spChg chg="add del">
          <ac:chgData name="Cristian Chilipirea" userId="34ab170da5908fc4" providerId="LiveId" clId="{657DC964-B470-42A9-AA52-9F1F849BFB76}" dt="2019-10-13T10:12:10.994" v="230"/>
          <ac:spMkLst>
            <pc:docMk/>
            <pc:sldMk cId="4274709343" sldId="507"/>
            <ac:spMk id="4" creationId="{CD450114-3AD4-44FB-A6D8-036AAA8CCD37}"/>
          </ac:spMkLst>
        </pc:spChg>
        <pc:spChg chg="add mod">
          <ac:chgData name="Cristian Chilipirea" userId="34ab170da5908fc4" providerId="LiveId" clId="{657DC964-B470-42A9-AA52-9F1F849BFB76}" dt="2019-10-13T10:12:12.921" v="232" actId="1076"/>
          <ac:spMkLst>
            <pc:docMk/>
            <pc:sldMk cId="4274709343" sldId="507"/>
            <ac:spMk id="5" creationId="{37AC717A-8660-4BB6-92AE-25FF4A5CC42E}"/>
          </ac:spMkLst>
        </pc:spChg>
      </pc:sldChg>
      <pc:sldChg chg="addSp delSp modSp add">
        <pc:chgData name="Cristian Chilipirea" userId="34ab170da5908fc4" providerId="LiveId" clId="{657DC964-B470-42A9-AA52-9F1F849BFB76}" dt="2019-10-13T10:12:29.939" v="239" actId="1076"/>
        <pc:sldMkLst>
          <pc:docMk/>
          <pc:sldMk cId="359974745" sldId="508"/>
        </pc:sldMkLst>
        <pc:spChg chg="mod">
          <ac:chgData name="Cristian Chilipirea" userId="34ab170da5908fc4" providerId="LiveId" clId="{657DC964-B470-42A9-AA52-9F1F849BFB76}" dt="2019-10-13T10:12:18.887" v="234"/>
          <ac:spMkLst>
            <pc:docMk/>
            <pc:sldMk cId="359974745" sldId="508"/>
            <ac:spMk id="2" creationId="{757D2478-37BF-4A04-95DF-6434A31A3D6C}"/>
          </ac:spMkLst>
        </pc:spChg>
        <pc:spChg chg="del">
          <ac:chgData name="Cristian Chilipirea" userId="34ab170da5908fc4" providerId="LiveId" clId="{657DC964-B470-42A9-AA52-9F1F849BFB76}" dt="2019-10-13T10:12:20.835" v="235" actId="478"/>
          <ac:spMkLst>
            <pc:docMk/>
            <pc:sldMk cId="359974745" sldId="508"/>
            <ac:spMk id="3" creationId="{6716D3D0-0CF2-4CD4-94E3-A5FB2592B05C}"/>
          </ac:spMkLst>
        </pc:spChg>
        <pc:spChg chg="add del">
          <ac:chgData name="Cristian Chilipirea" userId="34ab170da5908fc4" providerId="LiveId" clId="{657DC964-B470-42A9-AA52-9F1F849BFB76}" dt="2019-10-13T10:12:26.044" v="237"/>
          <ac:spMkLst>
            <pc:docMk/>
            <pc:sldMk cId="359974745" sldId="508"/>
            <ac:spMk id="4" creationId="{2199716E-75D6-4845-A26E-7CB8BA5B9B56}"/>
          </ac:spMkLst>
        </pc:spChg>
        <pc:spChg chg="add mod">
          <ac:chgData name="Cristian Chilipirea" userId="34ab170da5908fc4" providerId="LiveId" clId="{657DC964-B470-42A9-AA52-9F1F849BFB76}" dt="2019-10-13T10:12:29.939" v="239" actId="1076"/>
          <ac:spMkLst>
            <pc:docMk/>
            <pc:sldMk cId="359974745" sldId="508"/>
            <ac:spMk id="6" creationId="{3ED01AD8-D027-4BF7-8B23-9C45A9E060E4}"/>
          </ac:spMkLst>
        </pc:spChg>
        <pc:graphicFrameChg chg="add del">
          <ac:chgData name="Cristian Chilipirea" userId="34ab170da5908fc4" providerId="LiveId" clId="{657DC964-B470-42A9-AA52-9F1F849BFB76}" dt="2019-10-13T10:12:26.044" v="237"/>
          <ac:graphicFrameMkLst>
            <pc:docMk/>
            <pc:sldMk cId="359974745" sldId="508"/>
            <ac:graphicFrameMk id="5" creationId="{14344F8D-9987-4DEC-832D-12627B422112}"/>
          </ac:graphicFrameMkLst>
        </pc:graphicFrameChg>
        <pc:graphicFrameChg chg="add mod">
          <ac:chgData name="Cristian Chilipirea" userId="34ab170da5908fc4" providerId="LiveId" clId="{657DC964-B470-42A9-AA52-9F1F849BFB76}" dt="2019-10-13T10:12:29.939" v="239" actId="1076"/>
          <ac:graphicFrameMkLst>
            <pc:docMk/>
            <pc:sldMk cId="359974745" sldId="508"/>
            <ac:graphicFrameMk id="7" creationId="{24FC9E6F-4315-4776-B701-467C7CEFFBB1}"/>
          </ac:graphicFrameMkLst>
        </pc:graphicFrameChg>
      </pc:sldChg>
      <pc:sldChg chg="del">
        <pc:chgData name="Cristian Chilipirea" userId="34ab170da5908fc4" providerId="LiveId" clId="{657DC964-B470-42A9-AA52-9F1F849BFB76}" dt="2019-10-13T10:02:36.276" v="22" actId="2696"/>
        <pc:sldMkLst>
          <pc:docMk/>
          <pc:sldMk cId="974009073" sldId="508"/>
        </pc:sldMkLst>
      </pc:sldChg>
      <pc:sldChg chg="addSp delSp modSp add">
        <pc:chgData name="Cristian Chilipirea" userId="34ab170da5908fc4" providerId="LiveId" clId="{657DC964-B470-42A9-AA52-9F1F849BFB76}" dt="2019-10-13T10:12:51.510" v="250" actId="1076"/>
        <pc:sldMkLst>
          <pc:docMk/>
          <pc:sldMk cId="2579471092" sldId="509"/>
        </pc:sldMkLst>
        <pc:spChg chg="mod">
          <ac:chgData name="Cristian Chilipirea" userId="34ab170da5908fc4" providerId="LiveId" clId="{657DC964-B470-42A9-AA52-9F1F849BFB76}" dt="2019-10-13T10:12:35.676" v="241"/>
          <ac:spMkLst>
            <pc:docMk/>
            <pc:sldMk cId="2579471092" sldId="509"/>
            <ac:spMk id="2" creationId="{A437F1A7-AC01-439C-8904-058D4D58F2A4}"/>
          </ac:spMkLst>
        </pc:spChg>
        <pc:spChg chg="del">
          <ac:chgData name="Cristian Chilipirea" userId="34ab170da5908fc4" providerId="LiveId" clId="{657DC964-B470-42A9-AA52-9F1F849BFB76}" dt="2019-10-13T10:12:38.179" v="242" actId="478"/>
          <ac:spMkLst>
            <pc:docMk/>
            <pc:sldMk cId="2579471092" sldId="509"/>
            <ac:spMk id="3" creationId="{92F2370B-411B-44EA-9E67-44D00FDEC3A8}"/>
          </ac:spMkLst>
        </pc:spChg>
        <pc:spChg chg="add del mod">
          <ac:chgData name="Cristian Chilipirea" userId="34ab170da5908fc4" providerId="LiveId" clId="{657DC964-B470-42A9-AA52-9F1F849BFB76}" dt="2019-10-13T10:12:47.172" v="246"/>
          <ac:spMkLst>
            <pc:docMk/>
            <pc:sldMk cId="2579471092" sldId="509"/>
            <ac:spMk id="4" creationId="{BBAD44F4-4E3D-48FF-9E47-0310ADB37721}"/>
          </ac:spMkLst>
        </pc:spChg>
        <pc:spChg chg="add del">
          <ac:chgData name="Cristian Chilipirea" userId="34ab170da5908fc4" providerId="LiveId" clId="{657DC964-B470-42A9-AA52-9F1F849BFB76}" dt="2019-10-13T10:12:48.848" v="248"/>
          <ac:spMkLst>
            <pc:docMk/>
            <pc:sldMk cId="2579471092" sldId="509"/>
            <ac:spMk id="5" creationId="{31002C23-B396-425F-83FB-895F3C601291}"/>
          </ac:spMkLst>
        </pc:spChg>
        <pc:spChg chg="add mod">
          <ac:chgData name="Cristian Chilipirea" userId="34ab170da5908fc4" providerId="LiveId" clId="{657DC964-B470-42A9-AA52-9F1F849BFB76}" dt="2019-10-13T10:12:51.510" v="250" actId="1076"/>
          <ac:spMkLst>
            <pc:docMk/>
            <pc:sldMk cId="2579471092" sldId="509"/>
            <ac:spMk id="6" creationId="{44A8D3E8-D7A2-4626-B0E6-285B438EADBB}"/>
          </ac:spMkLst>
        </pc:spChg>
      </pc:sldChg>
      <pc:sldChg chg="del">
        <pc:chgData name="Cristian Chilipirea" userId="34ab170da5908fc4" providerId="LiveId" clId="{657DC964-B470-42A9-AA52-9F1F849BFB76}" dt="2019-10-13T10:02:36.524" v="23" actId="2696"/>
        <pc:sldMkLst>
          <pc:docMk/>
          <pc:sldMk cId="3472430641" sldId="509"/>
        </pc:sldMkLst>
      </pc:sldChg>
      <pc:sldChg chg="addSp delSp modSp add">
        <pc:chgData name="Cristian Chilipirea" userId="34ab170da5908fc4" providerId="LiveId" clId="{657DC964-B470-42A9-AA52-9F1F849BFB76}" dt="2019-10-13T10:13:08.170" v="257" actId="1076"/>
        <pc:sldMkLst>
          <pc:docMk/>
          <pc:sldMk cId="3318546952" sldId="510"/>
        </pc:sldMkLst>
        <pc:spChg chg="mod">
          <ac:chgData name="Cristian Chilipirea" userId="34ab170da5908fc4" providerId="LiveId" clId="{657DC964-B470-42A9-AA52-9F1F849BFB76}" dt="2019-10-13T10:12:57.755" v="252"/>
          <ac:spMkLst>
            <pc:docMk/>
            <pc:sldMk cId="3318546952" sldId="510"/>
            <ac:spMk id="2" creationId="{57F50B01-4D50-4E49-8602-469665034463}"/>
          </ac:spMkLst>
        </pc:spChg>
        <pc:spChg chg="del">
          <ac:chgData name="Cristian Chilipirea" userId="34ab170da5908fc4" providerId="LiveId" clId="{657DC964-B470-42A9-AA52-9F1F849BFB76}" dt="2019-10-13T10:12:59.755" v="253" actId="478"/>
          <ac:spMkLst>
            <pc:docMk/>
            <pc:sldMk cId="3318546952" sldId="510"/>
            <ac:spMk id="3" creationId="{EB1447C5-72A9-45A9-BCBC-C25054C30B1C}"/>
          </ac:spMkLst>
        </pc:spChg>
        <pc:spChg chg="add del">
          <ac:chgData name="Cristian Chilipirea" userId="34ab170da5908fc4" providerId="LiveId" clId="{657DC964-B470-42A9-AA52-9F1F849BFB76}" dt="2019-10-13T10:13:06.355" v="255"/>
          <ac:spMkLst>
            <pc:docMk/>
            <pc:sldMk cId="3318546952" sldId="510"/>
            <ac:spMk id="4" creationId="{D4CAB436-3FDA-46F6-AFA3-49B3EBB80F97}"/>
          </ac:spMkLst>
        </pc:spChg>
        <pc:spChg chg="add mod">
          <ac:chgData name="Cristian Chilipirea" userId="34ab170da5908fc4" providerId="LiveId" clId="{657DC964-B470-42A9-AA52-9F1F849BFB76}" dt="2019-10-13T10:13:08.170" v="257" actId="1076"/>
          <ac:spMkLst>
            <pc:docMk/>
            <pc:sldMk cId="3318546952" sldId="510"/>
            <ac:spMk id="5" creationId="{92AE1FCE-2060-4E71-9364-A3C4CAE8ADAC}"/>
          </ac:spMkLst>
        </pc:spChg>
      </pc:sldChg>
      <pc:sldChg chg="del">
        <pc:chgData name="Cristian Chilipirea" userId="34ab170da5908fc4" providerId="LiveId" clId="{657DC964-B470-42A9-AA52-9F1F849BFB76}" dt="2019-10-13T10:02:36.690" v="24" actId="2696"/>
        <pc:sldMkLst>
          <pc:docMk/>
          <pc:sldMk cId="3879735215" sldId="510"/>
        </pc:sldMkLst>
      </pc:sldChg>
      <pc:sldChg chg="del">
        <pc:chgData name="Cristian Chilipirea" userId="34ab170da5908fc4" providerId="LiveId" clId="{657DC964-B470-42A9-AA52-9F1F849BFB76}" dt="2019-10-13T10:02:36.721" v="25" actId="2696"/>
        <pc:sldMkLst>
          <pc:docMk/>
          <pc:sldMk cId="1746393774" sldId="511"/>
        </pc:sldMkLst>
      </pc:sldChg>
      <pc:sldChg chg="addSp delSp modSp add">
        <pc:chgData name="Cristian Chilipirea" userId="34ab170da5908fc4" providerId="LiveId" clId="{657DC964-B470-42A9-AA52-9F1F849BFB76}" dt="2019-10-13T10:13:26.339" v="264" actId="1076"/>
        <pc:sldMkLst>
          <pc:docMk/>
          <pc:sldMk cId="3843192485" sldId="511"/>
        </pc:sldMkLst>
        <pc:spChg chg="mod">
          <ac:chgData name="Cristian Chilipirea" userId="34ab170da5908fc4" providerId="LiveId" clId="{657DC964-B470-42A9-AA52-9F1F849BFB76}" dt="2019-10-13T10:13:16.931" v="259"/>
          <ac:spMkLst>
            <pc:docMk/>
            <pc:sldMk cId="3843192485" sldId="511"/>
            <ac:spMk id="2" creationId="{6F89C701-9BF0-4AFE-A64D-D359776A6784}"/>
          </ac:spMkLst>
        </pc:spChg>
        <pc:spChg chg="del">
          <ac:chgData name="Cristian Chilipirea" userId="34ab170da5908fc4" providerId="LiveId" clId="{657DC964-B470-42A9-AA52-9F1F849BFB76}" dt="2019-10-13T10:13:19.276" v="260" actId="478"/>
          <ac:spMkLst>
            <pc:docMk/>
            <pc:sldMk cId="3843192485" sldId="511"/>
            <ac:spMk id="3" creationId="{B131F11A-8B83-4197-B66D-CF33A5DCAAB2}"/>
          </ac:spMkLst>
        </pc:spChg>
        <pc:spChg chg="add del">
          <ac:chgData name="Cristian Chilipirea" userId="34ab170da5908fc4" providerId="LiveId" clId="{657DC964-B470-42A9-AA52-9F1F849BFB76}" dt="2019-10-13T10:13:24.516" v="262"/>
          <ac:spMkLst>
            <pc:docMk/>
            <pc:sldMk cId="3843192485" sldId="511"/>
            <ac:spMk id="4" creationId="{C9C0533B-9842-43FA-B979-8FB12987F35C}"/>
          </ac:spMkLst>
        </pc:spChg>
        <pc:spChg chg="add mod">
          <ac:chgData name="Cristian Chilipirea" userId="34ab170da5908fc4" providerId="LiveId" clId="{657DC964-B470-42A9-AA52-9F1F849BFB76}" dt="2019-10-13T10:13:26.339" v="264" actId="1076"/>
          <ac:spMkLst>
            <pc:docMk/>
            <pc:sldMk cId="3843192485" sldId="511"/>
            <ac:spMk id="5" creationId="{68C102DA-767B-47F6-9CF9-49B6207669F6}"/>
          </ac:spMkLst>
        </pc:spChg>
      </pc:sldChg>
      <pc:sldChg chg="del">
        <pc:chgData name="Cristian Chilipirea" userId="34ab170da5908fc4" providerId="LiveId" clId="{657DC964-B470-42A9-AA52-9F1F849BFB76}" dt="2019-10-13T10:02:37.012" v="26" actId="2696"/>
        <pc:sldMkLst>
          <pc:docMk/>
          <pc:sldMk cId="618357871" sldId="512"/>
        </pc:sldMkLst>
      </pc:sldChg>
      <pc:sldChg chg="addSp delSp modSp add">
        <pc:chgData name="Cristian Chilipirea" userId="34ab170da5908fc4" providerId="LiveId" clId="{657DC964-B470-42A9-AA52-9F1F849BFB76}" dt="2019-10-13T10:13:47.022" v="271" actId="1076"/>
        <pc:sldMkLst>
          <pc:docMk/>
          <pc:sldMk cId="771270071" sldId="512"/>
        </pc:sldMkLst>
        <pc:spChg chg="mod">
          <ac:chgData name="Cristian Chilipirea" userId="34ab170da5908fc4" providerId="LiveId" clId="{657DC964-B470-42A9-AA52-9F1F849BFB76}" dt="2019-10-13T10:13:32.403" v="266"/>
          <ac:spMkLst>
            <pc:docMk/>
            <pc:sldMk cId="771270071" sldId="512"/>
            <ac:spMk id="2" creationId="{EBEC0681-2A66-4463-83ED-EB1C51EC351D}"/>
          </ac:spMkLst>
        </pc:spChg>
        <pc:spChg chg="del">
          <ac:chgData name="Cristian Chilipirea" userId="34ab170da5908fc4" providerId="LiveId" clId="{657DC964-B470-42A9-AA52-9F1F849BFB76}" dt="2019-10-13T10:13:34.367" v="267" actId="478"/>
          <ac:spMkLst>
            <pc:docMk/>
            <pc:sldMk cId="771270071" sldId="512"/>
            <ac:spMk id="3" creationId="{23E4B660-19BB-46FF-AAF7-E7CF15366DEB}"/>
          </ac:spMkLst>
        </pc:spChg>
        <pc:spChg chg="add del">
          <ac:chgData name="Cristian Chilipirea" userId="34ab170da5908fc4" providerId="LiveId" clId="{657DC964-B470-42A9-AA52-9F1F849BFB76}" dt="2019-10-13T10:13:43.496" v="269"/>
          <ac:spMkLst>
            <pc:docMk/>
            <pc:sldMk cId="771270071" sldId="512"/>
            <ac:spMk id="4" creationId="{B5AF6063-9438-4C32-84E9-61CCFC1C16C3}"/>
          </ac:spMkLst>
        </pc:spChg>
        <pc:spChg chg="add mod">
          <ac:chgData name="Cristian Chilipirea" userId="34ab170da5908fc4" providerId="LiveId" clId="{657DC964-B470-42A9-AA52-9F1F849BFB76}" dt="2019-10-13T10:13:47.022" v="271" actId="1076"/>
          <ac:spMkLst>
            <pc:docMk/>
            <pc:sldMk cId="771270071" sldId="512"/>
            <ac:spMk id="5" creationId="{DC065041-307F-43ED-890F-205F20240271}"/>
          </ac:spMkLst>
        </pc:spChg>
      </pc:sldChg>
      <pc:sldChg chg="del">
        <pc:chgData name="Cristian Chilipirea" userId="34ab170da5908fc4" providerId="LiveId" clId="{657DC964-B470-42A9-AA52-9F1F849BFB76}" dt="2019-10-13T10:02:37.403" v="27" actId="2696"/>
        <pc:sldMkLst>
          <pc:docMk/>
          <pc:sldMk cId="1643747738" sldId="513"/>
        </pc:sldMkLst>
      </pc:sldChg>
      <pc:sldChg chg="addSp delSp modSp add">
        <pc:chgData name="Cristian Chilipirea" userId="34ab170da5908fc4" providerId="LiveId" clId="{657DC964-B470-42A9-AA52-9F1F849BFB76}" dt="2019-10-13T10:14:06.537" v="278" actId="1076"/>
        <pc:sldMkLst>
          <pc:docMk/>
          <pc:sldMk cId="3576737988" sldId="513"/>
        </pc:sldMkLst>
        <pc:spChg chg="mod">
          <ac:chgData name="Cristian Chilipirea" userId="34ab170da5908fc4" providerId="LiveId" clId="{657DC964-B470-42A9-AA52-9F1F849BFB76}" dt="2019-10-13T10:13:54.679" v="273"/>
          <ac:spMkLst>
            <pc:docMk/>
            <pc:sldMk cId="3576737988" sldId="513"/>
            <ac:spMk id="2" creationId="{238EAC4E-6F9F-412D-8202-F87638A8EF00}"/>
          </ac:spMkLst>
        </pc:spChg>
        <pc:spChg chg="del">
          <ac:chgData name="Cristian Chilipirea" userId="34ab170da5908fc4" providerId="LiveId" clId="{657DC964-B470-42A9-AA52-9F1F849BFB76}" dt="2019-10-13T10:13:57.095" v="274" actId="478"/>
          <ac:spMkLst>
            <pc:docMk/>
            <pc:sldMk cId="3576737988" sldId="513"/>
            <ac:spMk id="3" creationId="{1001BE3D-A5CF-40A6-A78B-7B81D04A5E27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4" creationId="{2F9AAAE4-BF4B-48A1-A8D6-0B3B247458B1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5" creationId="{1288A87F-3BAF-4233-A54B-F11949144F39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6" creationId="{543792C1-7EF9-40DD-8F71-FED84D5F2ECE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7" creationId="{CA9D4FC9-83DC-43C4-9C42-2EF5D35C5A5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8" creationId="{AD6EC27B-3B66-4C05-8ECF-D206E8424A9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9" creationId="{B4B1CE6B-8961-467D-8DF1-03B4A94DB2B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0" creationId="{5B0EFC0C-AC60-41CC-AAFC-82F2AD0BE15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1" creationId="{DA2A056D-5C8D-408E-AB34-CB7E16CA1EB3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2" creationId="{0A0503F6-2F54-4D6C-B0BE-DA86FD17F16C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3" creationId="{222EA95B-FD83-4DF9-A0AB-3DE450F5D2B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0" creationId="{5929682B-360B-4E0D-87D8-6510D3D1A43F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1" creationId="{EFC44FD7-79EA-40B2-ADE8-7B0B3792334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2" creationId="{C44BD400-0453-4606-9DE6-F3D62BFFA69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3" creationId="{C6BD1B40-321A-42DD-9160-370F57CA5D7F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4" creationId="{21415558-56DA-4EEC-8488-27D30D10313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5" creationId="{830F8A50-1E22-4A0C-A6B1-7EC55B0C7E1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6" creationId="{CCAA6C11-2C5D-4C58-A62D-E9C1B15093A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7" creationId="{CCD89BA1-3E4C-4BAB-82EC-CEAAA4A0B89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8" creationId="{A172FDDB-E8C0-4A65-A20D-43A2511E4C0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9" creationId="{558B77C3-1130-4145-994D-27027ECCFA8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0" creationId="{C729DE25-ED2F-4F4B-876B-94FD122A112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1" creationId="{8D03D7F6-74CA-48FA-8D66-C97B2D1A06B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8" creationId="{F6EA5EE3-957D-4792-936D-FC80550FFA5D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9" creationId="{6AAEA4B1-AEF5-40CC-A162-081140376872}"/>
          </ac:spMkLst>
        </pc:sp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4" creationId="{26829E45-C6AB-4E9F-8005-15B2A43E2F28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5" creationId="{9C09C10C-C749-4815-AC7D-4FA83ADE5BF5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6" creationId="{A71FA558-37B1-4ABC-8345-80D2A9987764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7" creationId="{4E284B1B-99DA-4D0B-A308-68A2BB4948CA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8" creationId="{AF1ED74E-DCB8-41EF-A792-6E27C18A08BD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9" creationId="{2E05503A-EF41-46B8-AF04-AE452E23537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2" creationId="{E6CAC8E2-1EC2-4E43-94E9-940CE833948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3" creationId="{4ABC4072-B033-49C5-8DB3-3DF9953BFAC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4" creationId="{0B41BC18-09C0-4E14-B05F-FD8DCC28A1B8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5" creationId="{3BB38F62-FBC0-4F37-ABD0-31FAB958919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6" creationId="{44492252-0D7C-4697-B41D-1382C06F830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7" creationId="{0EEC3B40-003E-45A5-AB51-31C50332D1D4}"/>
          </ac:cxnSpMkLst>
        </pc:cxnChg>
      </pc:sldChg>
      <pc:sldChg chg="del">
        <pc:chgData name="Cristian Chilipirea" userId="34ab170da5908fc4" providerId="LiveId" clId="{657DC964-B470-42A9-AA52-9F1F849BFB76}" dt="2019-10-13T10:02:37.680" v="28" actId="2696"/>
        <pc:sldMkLst>
          <pc:docMk/>
          <pc:sldMk cId="3181653658" sldId="514"/>
        </pc:sldMkLst>
      </pc:sldChg>
      <pc:sldChg chg="addSp delSp modSp add">
        <pc:chgData name="Cristian Chilipirea" userId="34ab170da5908fc4" providerId="LiveId" clId="{657DC964-B470-42A9-AA52-9F1F849BFB76}" dt="2019-10-13T10:14:22.851" v="285" actId="1076"/>
        <pc:sldMkLst>
          <pc:docMk/>
          <pc:sldMk cId="3658999622" sldId="514"/>
        </pc:sldMkLst>
        <pc:spChg chg="mod">
          <ac:chgData name="Cristian Chilipirea" userId="34ab170da5908fc4" providerId="LiveId" clId="{657DC964-B470-42A9-AA52-9F1F849BFB76}" dt="2019-10-13T10:14:12.630" v="280"/>
          <ac:spMkLst>
            <pc:docMk/>
            <pc:sldMk cId="3658999622" sldId="514"/>
            <ac:spMk id="2" creationId="{56CA820B-AA52-444C-9BFC-0197CD049D3A}"/>
          </ac:spMkLst>
        </pc:spChg>
        <pc:spChg chg="del">
          <ac:chgData name="Cristian Chilipirea" userId="34ab170da5908fc4" providerId="LiveId" clId="{657DC964-B470-42A9-AA52-9F1F849BFB76}" dt="2019-10-13T10:14:14.687" v="281" actId="478"/>
          <ac:spMkLst>
            <pc:docMk/>
            <pc:sldMk cId="3658999622" sldId="514"/>
            <ac:spMk id="3" creationId="{C3718498-90F7-4984-B7E4-074CA4869265}"/>
          </ac:spMkLst>
        </pc:spChg>
        <pc:graphicFrameChg chg="add mod">
          <ac:chgData name="Cristian Chilipirea" userId="34ab170da5908fc4" providerId="LiveId" clId="{657DC964-B470-42A9-AA52-9F1F849BFB76}" dt="2019-10-13T10:14:22.851" v="285" actId="1076"/>
          <ac:graphicFrameMkLst>
            <pc:docMk/>
            <pc:sldMk cId="3658999622" sldId="514"/>
            <ac:graphicFrameMk id="4" creationId="{817FAEE1-3FEB-487A-940A-5FDF891BEF80}"/>
          </ac:graphicFrameMkLst>
        </pc:graphicFrameChg>
      </pc:sldChg>
      <pc:sldChg chg="del">
        <pc:chgData name="Cristian Chilipirea" userId="34ab170da5908fc4" providerId="LiveId" clId="{657DC964-B470-42A9-AA52-9F1F849BFB76}" dt="2019-10-13T10:02:38.150" v="29" actId="2696"/>
        <pc:sldMkLst>
          <pc:docMk/>
          <pc:sldMk cId="2957820623" sldId="515"/>
        </pc:sldMkLst>
      </pc:sldChg>
      <pc:sldChg chg="addSp delSp modSp add">
        <pc:chgData name="Cristian Chilipirea" userId="34ab170da5908fc4" providerId="LiveId" clId="{657DC964-B470-42A9-AA52-9F1F849BFB76}" dt="2019-10-13T10:14:37.989" v="291" actId="14100"/>
        <pc:sldMkLst>
          <pc:docMk/>
          <pc:sldMk cId="3052788892" sldId="515"/>
        </pc:sldMkLst>
        <pc:spChg chg="mod">
          <ac:chgData name="Cristian Chilipirea" userId="34ab170da5908fc4" providerId="LiveId" clId="{657DC964-B470-42A9-AA52-9F1F849BFB76}" dt="2019-10-13T10:14:28.773" v="287"/>
          <ac:spMkLst>
            <pc:docMk/>
            <pc:sldMk cId="3052788892" sldId="515"/>
            <ac:spMk id="2" creationId="{EC2C06A7-B901-4B45-BE91-E9C024902218}"/>
          </ac:spMkLst>
        </pc:spChg>
        <pc:spChg chg="del">
          <ac:chgData name="Cristian Chilipirea" userId="34ab170da5908fc4" providerId="LiveId" clId="{657DC964-B470-42A9-AA52-9F1F849BFB76}" dt="2019-10-13T10:14:30.835" v="288" actId="478"/>
          <ac:spMkLst>
            <pc:docMk/>
            <pc:sldMk cId="3052788892" sldId="515"/>
            <ac:spMk id="3" creationId="{B12196BC-961D-496C-82DA-DBBC8CA1558F}"/>
          </ac:spMkLst>
        </pc:spChg>
        <pc:graphicFrameChg chg="add mod">
          <ac:chgData name="Cristian Chilipirea" userId="34ab170da5908fc4" providerId="LiveId" clId="{657DC964-B470-42A9-AA52-9F1F849BFB76}" dt="2019-10-13T10:14:37.989" v="291" actId="14100"/>
          <ac:graphicFrameMkLst>
            <pc:docMk/>
            <pc:sldMk cId="3052788892" sldId="515"/>
            <ac:graphicFrameMk id="4" creationId="{65AE7679-2C55-4DE5-B8B7-74CBC7D781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4:54.711" v="298" actId="1076"/>
        <pc:sldMkLst>
          <pc:docMk/>
          <pc:sldMk cId="428624982" sldId="516"/>
        </pc:sldMkLst>
        <pc:spChg chg="mod">
          <ac:chgData name="Cristian Chilipirea" userId="34ab170da5908fc4" providerId="LiveId" clId="{657DC964-B470-42A9-AA52-9F1F849BFB76}" dt="2019-10-13T10:14:44.443" v="293"/>
          <ac:spMkLst>
            <pc:docMk/>
            <pc:sldMk cId="428624982" sldId="516"/>
            <ac:spMk id="2" creationId="{34AFB6E3-A5AF-4E5C-9787-8443CF0ACA79}"/>
          </ac:spMkLst>
        </pc:spChg>
        <pc:spChg chg="del">
          <ac:chgData name="Cristian Chilipirea" userId="34ab170da5908fc4" providerId="LiveId" clId="{657DC964-B470-42A9-AA52-9F1F849BFB76}" dt="2019-10-13T10:14:46.599" v="294" actId="478"/>
          <ac:spMkLst>
            <pc:docMk/>
            <pc:sldMk cId="428624982" sldId="516"/>
            <ac:spMk id="3" creationId="{310F9A74-A929-4BD4-B271-A77463B088F6}"/>
          </ac:spMkLst>
        </pc:spChg>
        <pc:spChg chg="add del">
          <ac:chgData name="Cristian Chilipirea" userId="34ab170da5908fc4" providerId="LiveId" clId="{657DC964-B470-42A9-AA52-9F1F849BFB76}" dt="2019-10-13T10:14:52.617" v="296"/>
          <ac:spMkLst>
            <pc:docMk/>
            <pc:sldMk cId="428624982" sldId="516"/>
            <ac:spMk id="4" creationId="{2AFAE1C2-A057-4C2B-AB1C-31FD16F2425A}"/>
          </ac:spMkLst>
        </pc:spChg>
        <pc:spChg chg="add mod">
          <ac:chgData name="Cristian Chilipirea" userId="34ab170da5908fc4" providerId="LiveId" clId="{657DC964-B470-42A9-AA52-9F1F849BFB76}" dt="2019-10-13T10:14:54.711" v="298" actId="1076"/>
          <ac:spMkLst>
            <pc:docMk/>
            <pc:sldMk cId="428624982" sldId="516"/>
            <ac:spMk id="5" creationId="{EAA996FA-40E3-4E39-8F3C-2BA84B6DEC78}"/>
          </ac:spMkLst>
        </pc:spChg>
      </pc:sldChg>
      <pc:sldChg chg="del">
        <pc:chgData name="Cristian Chilipirea" userId="34ab170da5908fc4" providerId="LiveId" clId="{657DC964-B470-42A9-AA52-9F1F849BFB76}" dt="2019-10-13T10:02:38.768" v="30" actId="2696"/>
        <pc:sldMkLst>
          <pc:docMk/>
          <pc:sldMk cId="3525947301" sldId="516"/>
        </pc:sldMkLst>
      </pc:sldChg>
      <pc:sldChg chg="addSp delSp modSp add">
        <pc:chgData name="Cristian Chilipirea" userId="34ab170da5908fc4" providerId="LiveId" clId="{657DC964-B470-42A9-AA52-9F1F849BFB76}" dt="2019-10-13T10:15:12.816" v="309" actId="1076"/>
        <pc:sldMkLst>
          <pc:docMk/>
          <pc:sldMk cId="1708359677" sldId="517"/>
        </pc:sldMkLst>
        <pc:spChg chg="mod">
          <ac:chgData name="Cristian Chilipirea" userId="34ab170da5908fc4" providerId="LiveId" clId="{657DC964-B470-42A9-AA52-9F1F849BFB76}" dt="2019-10-13T10:15:00.080" v="300"/>
          <ac:spMkLst>
            <pc:docMk/>
            <pc:sldMk cId="1708359677" sldId="517"/>
            <ac:spMk id="2" creationId="{81AFBD42-D75F-4C41-A17F-C73236ED9746}"/>
          </ac:spMkLst>
        </pc:spChg>
        <pc:spChg chg="del">
          <ac:chgData name="Cristian Chilipirea" userId="34ab170da5908fc4" providerId="LiveId" clId="{657DC964-B470-42A9-AA52-9F1F849BFB76}" dt="2019-10-13T10:15:01.991" v="301" actId="478"/>
          <ac:spMkLst>
            <pc:docMk/>
            <pc:sldMk cId="1708359677" sldId="517"/>
            <ac:spMk id="3" creationId="{ED9C0227-6D61-415A-907B-84239BDACFB4}"/>
          </ac:spMkLst>
        </pc:spChg>
        <pc:spChg chg="add del mod">
          <ac:chgData name="Cristian Chilipirea" userId="34ab170da5908fc4" providerId="LiveId" clId="{657DC964-B470-42A9-AA52-9F1F849BFB76}" dt="2019-10-13T10:15:09.599" v="305"/>
          <ac:spMkLst>
            <pc:docMk/>
            <pc:sldMk cId="1708359677" sldId="517"/>
            <ac:spMk id="4" creationId="{C9E44097-DCCA-4EDB-B7A3-9EA514373EEE}"/>
          </ac:spMkLst>
        </pc:spChg>
        <pc:spChg chg="add del">
          <ac:chgData name="Cristian Chilipirea" userId="34ab170da5908fc4" providerId="LiveId" clId="{657DC964-B470-42A9-AA52-9F1F849BFB76}" dt="2019-10-13T10:15:11.146" v="307"/>
          <ac:spMkLst>
            <pc:docMk/>
            <pc:sldMk cId="1708359677" sldId="517"/>
            <ac:spMk id="5" creationId="{3D740B66-112C-4A4E-90AD-791BE0501907}"/>
          </ac:spMkLst>
        </pc:spChg>
        <pc:spChg chg="add mod">
          <ac:chgData name="Cristian Chilipirea" userId="34ab170da5908fc4" providerId="LiveId" clId="{657DC964-B470-42A9-AA52-9F1F849BFB76}" dt="2019-10-13T10:15:12.816" v="309" actId="1076"/>
          <ac:spMkLst>
            <pc:docMk/>
            <pc:sldMk cId="1708359677" sldId="517"/>
            <ac:spMk id="6" creationId="{432B099B-2383-4FD4-814D-5F5649CDDC3F}"/>
          </ac:spMkLst>
        </pc:spChg>
      </pc:sldChg>
      <pc:sldChg chg="del">
        <pc:chgData name="Cristian Chilipirea" userId="34ab170da5908fc4" providerId="LiveId" clId="{657DC964-B470-42A9-AA52-9F1F849BFB76}" dt="2019-10-13T10:02:39.125" v="31" actId="2696"/>
        <pc:sldMkLst>
          <pc:docMk/>
          <pc:sldMk cId="1868093676" sldId="517"/>
        </pc:sldMkLst>
      </pc:sldChg>
      <pc:sldChg chg="addSp delSp modSp add">
        <pc:chgData name="Cristian Chilipirea" userId="34ab170da5908fc4" providerId="LiveId" clId="{657DC964-B470-42A9-AA52-9F1F849BFB76}" dt="2019-10-13T10:15:32.264" v="318" actId="1076"/>
        <pc:sldMkLst>
          <pc:docMk/>
          <pc:sldMk cId="515006025" sldId="518"/>
        </pc:sldMkLst>
        <pc:spChg chg="mod">
          <ac:chgData name="Cristian Chilipirea" userId="34ab170da5908fc4" providerId="LiveId" clId="{657DC964-B470-42A9-AA52-9F1F849BFB76}" dt="2019-10-13T10:15:19.987" v="311"/>
          <ac:spMkLst>
            <pc:docMk/>
            <pc:sldMk cId="515006025" sldId="518"/>
            <ac:spMk id="2" creationId="{41044144-22AC-4202-A673-EB343EA4037D}"/>
          </ac:spMkLst>
        </pc:spChg>
        <pc:spChg chg="del">
          <ac:chgData name="Cristian Chilipirea" userId="34ab170da5908fc4" providerId="LiveId" clId="{657DC964-B470-42A9-AA52-9F1F849BFB76}" dt="2019-10-13T10:15:22.386" v="312" actId="478"/>
          <ac:spMkLst>
            <pc:docMk/>
            <pc:sldMk cId="515006025" sldId="518"/>
            <ac:spMk id="3" creationId="{4D22A08E-CC67-4F87-AE7D-008B7F9028F8}"/>
          </ac:spMkLst>
        </pc:s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" creationId="{31817EB6-E86F-459B-A99F-B698700FBB98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7" creationId="{4E43738D-CBB6-451C-82B9-C78010D87E9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0" creationId="{4541C6FE-59A6-4559-AB21-6C6AD9FCBD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3" creationId="{E4B514C0-3A0A-4528-8333-AD435E9DC8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6" creationId="{A0776605-7007-4311-BEAC-D7AF1CB1C103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9" creationId="{B2096BFD-3F22-4FAD-884E-C5B10A25FAA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2" creationId="{03514686-E3BF-46AB-93D5-658F68C30962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5" creationId="{4E0B57DF-D764-40BB-9502-095FE48C62D7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8" creationId="{B0B35590-40DC-43D3-BAF5-B9D7581B740B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3" creationId="{D71535B6-9F32-4870-8EDA-4B0C6ADD6A9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6" creationId="{AD96059F-77F0-4839-9BC3-E8DF9F4FF8C8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9" creationId="{7CFCEA87-42D9-46CA-A14B-C99658EBB457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2" creationId="{8E574BB3-383B-4CE1-8D0B-66A37CB5EBDB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5" creationId="{4988F8B1-AD65-4429-BB5D-B7D07C1ED3E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8" creationId="{AE9AAA7E-ECB1-47AA-81A4-9F51E2F16D31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1" creationId="{E313BFC1-7F9B-4064-B485-D13E92BA0C74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4" creationId="{299035C1-F65E-4EA3-950C-75310DD52C6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7" creationId="{E9644A24-29E3-4782-81BE-D6C20F53D7C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70" creationId="{C01D1832-0220-4283-BCB3-8938C313CE5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85" creationId="{E18AC48C-D18F-4E7B-8F92-4582E71936D0}"/>
          </ac:grpSpMkLst>
        </pc:grp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1" creationId="{41AF415E-00E0-4CE0-8176-5AD6CBEC95CB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2" creationId="{8822E6E4-7DA7-40D0-B1B1-6B445A25BC86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3" creationId="{43BDA57A-9294-44B1-A6BC-4473201A035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4" creationId="{29308412-DC61-4EF8-A034-DED170C4372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5" creationId="{9B4C9B5C-EF59-44C2-8168-3C14A3633CF7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6" creationId="{48205AC1-0EBE-42B5-9AEC-A9DDFE587B1E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7" creationId="{EC5C2967-55C2-441D-A56C-5DE1B922C6F1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8" creationId="{57C72A20-072E-4F4B-9B89-CCBA3C2064C4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9" creationId="{E99C5D4F-D575-4F56-9685-657D0FA093D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0" creationId="{CDD91C8D-5CC4-473C-93D8-46B6240AAC7D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1" creationId="{9D203721-8CCC-4891-8AC4-1892FE34B62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2" creationId="{B0405050-2E59-4505-BDCF-9B32CD33A18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3" creationId="{3197AB39-91F6-4860-90A0-3CC9BD61056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4" creationId="{59A6ACA5-BAE2-4FE0-8DB7-31E4360E7C7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5" creationId="{089D1554-688E-4F40-AA76-47D61FD9070D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6" creationId="{2D86DEFF-B2D7-421F-8D25-6B3CCB16715B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7" creationId="{CBAA32D1-91D1-4BDE-ACEA-53E0BB39BC38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8" creationId="{DD1DD440-1453-443A-AFEA-FD252243BDA4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9" creationId="{E7A3E512-009C-4E63-8920-71BD266A146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0" creationId="{8EC33D46-1840-4975-9AB1-CC5C84CED731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1" creationId="{1F00ABBC-4A6F-4EA0-A3F9-031E46486AB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2" creationId="{3030CA5F-B5CF-4A61-A34B-ADCB4020B3E5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3" creationId="{5DD23C9A-B9D2-4A09-A705-732510AFCFD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4" creationId="{14F8F429-524E-4AE2-837B-251DD5E6AAFF}"/>
          </ac:cxnSpMkLst>
        </pc:cxnChg>
      </pc:sldChg>
      <pc:sldChg chg="del">
        <pc:chgData name="Cristian Chilipirea" userId="34ab170da5908fc4" providerId="LiveId" clId="{657DC964-B470-42A9-AA52-9F1F849BFB76}" dt="2019-10-13T10:02:39.929" v="32" actId="2696"/>
        <pc:sldMkLst>
          <pc:docMk/>
          <pc:sldMk cId="937818870" sldId="518"/>
        </pc:sldMkLst>
      </pc:sldChg>
      <pc:sldChg chg="addSp delSp modSp add">
        <pc:chgData name="Cristian Chilipirea" userId="34ab170da5908fc4" providerId="LiveId" clId="{657DC964-B470-42A9-AA52-9F1F849BFB76}" dt="2019-10-13T10:15:55.099" v="327" actId="1076"/>
        <pc:sldMkLst>
          <pc:docMk/>
          <pc:sldMk cId="4258076731" sldId="519"/>
        </pc:sldMkLst>
        <pc:spChg chg="mod">
          <ac:chgData name="Cristian Chilipirea" userId="34ab170da5908fc4" providerId="LiveId" clId="{657DC964-B470-42A9-AA52-9F1F849BFB76}" dt="2019-10-13T10:15:42.708" v="320"/>
          <ac:spMkLst>
            <pc:docMk/>
            <pc:sldMk cId="4258076731" sldId="519"/>
            <ac:spMk id="2" creationId="{31586C2A-2656-4631-8E6D-CAA250221F1A}"/>
          </ac:spMkLst>
        </pc:spChg>
        <pc:spChg chg="del">
          <ac:chgData name="Cristian Chilipirea" userId="34ab170da5908fc4" providerId="LiveId" clId="{657DC964-B470-42A9-AA52-9F1F849BFB76}" dt="2019-10-13T10:15:44.968" v="321" actId="478"/>
          <ac:spMkLst>
            <pc:docMk/>
            <pc:sldMk cId="4258076731" sldId="519"/>
            <ac:spMk id="3" creationId="{B1B35177-EE0B-4D0A-A402-934A51AFFBF1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49" creationId="{6CD29D74-E2D5-4435-B7BB-3CFBE3F5C543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0" creationId="{DD6D9D97-E360-4392-BFD7-08A6EBF48845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3" creationId="{FD8EB5F0-C46F-4D06-BD67-28E928674752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4" creationId="{654F58CF-FE19-4C30-A2DF-48F7AEB9270A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4" creationId="{E2EC2228-D34F-4C7F-AB65-1BE48F526216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5" creationId="{8AC01D72-1096-4C46-9B47-F4671D22AB1D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8" creationId="{2E077BDB-F37D-45BC-A713-CD4C08C045B3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9" creationId="{60C81CFD-3953-40DC-8B3D-A3FE8D4E9328}"/>
          </ac:spMkLst>
        </pc:s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" creationId="{E46ECB67-8E23-4467-863B-8C14BC3C7781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7" creationId="{E2B05762-B36B-43F1-90F7-9DC8103E09B2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0" creationId="{0FE8ED59-4FA4-44CD-B2EC-A5D0A2D0BF1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3" creationId="{87D160DA-F7F2-4DFF-8FEB-27507C4A6AA6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6" creationId="{D3B87CB6-8DCC-48FC-9BB2-403325A32C5F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9" creationId="{541E1D3A-F020-413A-AA57-C89D30E0C17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2" creationId="{203A426A-E765-4131-9308-86500C87D3DA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5" creationId="{64D8ADE6-3BB3-471E-AFDD-36BA4A205659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8" creationId="{A2F70480-FECC-48F9-9BDD-3D39AD2C22F7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6" creationId="{E8794152-46FF-42B9-BB5D-E7C4986113E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5" creationId="{39C63E92-E9F6-4CB8-ABD0-50EBFAD822B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8" creationId="{E8FF739D-167C-446D-B57A-5CE0403C365B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61" creationId="{838EE878-81DC-4B8F-9184-41D27B37A20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69" creationId="{588FBC2C-0CD9-41E5-9A73-C2ADB8786A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2" creationId="{DFC1CFBF-8BD7-4377-A1B9-0BA4454AE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5" creationId="{C03EE888-8BE3-40F6-AD3E-584F057F4CE0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8" creationId="{FAE81AD0-B928-45D8-8AE1-6C2C1D37E934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1" creationId="{67F109F2-FCB0-4B63-8823-13E21F99C7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4" creationId="{D560A2A0-62F0-4888-9CF5-7791A53D26C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7" creationId="{D2A58642-F16D-455D-B0F2-2339E627D2DC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0" creationId="{4D6B4A3B-1795-4BE1-B576-E5D9BFE7E25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3" creationId="{59DEDB08-26A5-4331-975A-ED8D653C1268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11" creationId="{AD75E1B9-06AA-4A62-A4A3-280FC952E22E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0" creationId="{4DC9FD8D-D9DC-4169-B77E-6901F6085502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3" creationId="{747273DC-2C4C-49F2-89F1-818B0E6B9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6" creationId="{57F327D6-AA45-4682-A6F6-DEB8B2EC9061}"/>
          </ac:grpSpMkLst>
        </pc:grp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1" creationId="{986547A6-18A6-4AF1-B7B7-1E3E7E62E3C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2" creationId="{853855AA-3CF4-49B3-875D-4A1D7BCB661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3" creationId="{96C71A8F-B99A-4A24-A41D-C16D8DE354B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4" creationId="{9FB847AC-386E-4410-9B81-23612523637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5" creationId="{2AAEFE23-17C3-46F8-B3C5-67B100A988E7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6" creationId="{1933F294-70D5-49D8-9973-FEA97A549A6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7" creationId="{2BC7CFAB-0BAD-420C-A501-974EFCB31FF9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8" creationId="{CC4131A1-7E46-48C1-9241-EA4A62C6842A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9" creationId="{CE176246-840C-46FF-919D-787A850B24F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0" creationId="{BD1EB294-3408-4EB5-931D-B8E20C4871C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1" creationId="{6A08FCDF-195A-4E61-ACD2-B92FFB26BE0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2" creationId="{E711E9ED-514C-4ED9-9D32-D59FC85EFCB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3" creationId="{50C0C84F-ADA4-4918-8947-7276E7BC27FF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4" creationId="{5C549085-20D3-4921-93B7-8624524DE78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5" creationId="{FCD6C583-74AA-45EC-A275-F03F86E443F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1" creationId="{E9C1C3D1-C01E-4237-A920-9B01C6B2A6C2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2" creationId="{74E000C3-CF2F-4F18-82D2-5DAC0ADB000C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4" creationId="{707F2AE9-FD34-4D85-8B29-9D824BEC333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5" creationId="{C77FC10F-CCDF-4708-86DC-0295900ACCE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6" creationId="{95CE83A6-1BDA-4354-905D-7EBECC34415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7" creationId="{5E8E19CD-6D02-4CE4-994D-181655ECC4D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8" creationId="{8837F57C-71DF-4E35-83F5-5980A019246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6" creationId="{4CC85B07-5513-46D2-96AB-10A05CC7F87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7" creationId="{012A1E06-E983-4001-9205-84CE17FE46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8" creationId="{8E8634B8-F69B-4A92-9628-F4BFEE8C40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9" creationId="{5565EAA2-80C6-40E1-AB77-ABA2ED244D5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0" creationId="{7ED206CA-7EA1-485E-A105-26B104C145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1" creationId="{50E9D60A-A987-4934-BF0C-0B53F6C831D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2" creationId="{22DD4A74-5F74-466F-926A-69D6953F25F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3" creationId="{87246A73-8489-400A-8C1C-FE09C6944A6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4" creationId="{959282D6-D8BC-4567-ACA6-52F9F3562CC4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5" creationId="{48032F23-47D8-43AA-B9EB-857598929398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6" creationId="{FDE2AEE1-BEA9-4CD3-AE2F-825BE7E4C5F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7" creationId="{5F2DDD9D-CC09-4024-A71B-8617BE3CF071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8" creationId="{389DB1AE-E3FC-484A-BBB4-747DD7BE4EE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9" creationId="{5C27FF88-5BB0-4DAA-8E76-50350625C07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0" creationId="{F283B94A-D852-47BA-AD0C-D73E5F120B0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6" creationId="{AC5A86EE-7ED1-4776-B1E3-5E3C2BB1A80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7" creationId="{C01E23AE-D22F-40C5-B83D-2527FB6E81BB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29" creationId="{53962B30-7DAA-4FAF-B3AA-D146B2B74D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0" creationId="{C296C9ED-8B67-4608-9D94-F6B0AC10BAAE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1" creationId="{18F68E71-171F-468F-817C-B073CF6B4596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2" creationId="{68935227-6703-4089-A845-9DCC2CFEC15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3" creationId="{66981EEE-2032-4811-B0C8-07FF48D70797}"/>
          </ac:cxnSpMkLst>
        </pc:cxnChg>
      </pc:sldChg>
      <pc:sldChg chg="addSp delSp modSp add">
        <pc:chgData name="Cristian Chilipirea" userId="34ab170da5908fc4" providerId="LiveId" clId="{657DC964-B470-42A9-AA52-9F1F849BFB76}" dt="2019-10-13T10:16:10.229" v="333"/>
        <pc:sldMkLst>
          <pc:docMk/>
          <pc:sldMk cId="1530226798" sldId="520"/>
        </pc:sldMkLst>
        <pc:spChg chg="mod">
          <ac:chgData name="Cristian Chilipirea" userId="34ab170da5908fc4" providerId="LiveId" clId="{657DC964-B470-42A9-AA52-9F1F849BFB76}" dt="2019-10-13T10:16:02.799" v="329"/>
          <ac:spMkLst>
            <pc:docMk/>
            <pc:sldMk cId="1530226798" sldId="520"/>
            <ac:spMk id="2" creationId="{7351D81F-4684-48AD-9A1B-9122EC5335CE}"/>
          </ac:spMkLst>
        </pc:spChg>
        <pc:spChg chg="del">
          <ac:chgData name="Cristian Chilipirea" userId="34ab170da5908fc4" providerId="LiveId" clId="{657DC964-B470-42A9-AA52-9F1F849BFB76}" dt="2019-10-13T10:16:04.999" v="330" actId="478"/>
          <ac:spMkLst>
            <pc:docMk/>
            <pc:sldMk cId="1530226798" sldId="520"/>
            <ac:spMk id="3" creationId="{79B879A8-0EC7-4641-9C0A-53D952108C5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3" creationId="{1B897F1F-E445-49C2-816F-0337CA5F09BC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4" creationId="{586A4B7C-05A7-463E-BAE3-CA210CBF39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5" creationId="{C7C30311-8F80-447A-8004-E14761107E51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6" creationId="{555A5CE4-504E-4D13-8F07-7CC1C3C99B8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7" creationId="{1D0EFF60-0DCD-4601-8C4E-7DF3F13E609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8" creationId="{ED622907-2870-4899-A58F-D19813131083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4" creationId="{C2E08D0B-6373-4109-879B-23EB57EC59A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5" creationId="{71704980-72B2-4EBC-A91C-BA145466CAE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6" creationId="{AB388E3C-564D-4DF6-A785-6C2E881970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7" creationId="{520D7EFF-B42D-4038-94B4-F007533C0ED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3" creationId="{E720861D-A5D9-481A-98A5-6B7CACEF980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4" creationId="{A3B9FCE9-68AB-4248-A6DF-843FF2F33D0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4" creationId="{7281A669-B2E4-456D-B44C-134081B9BB2B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5" creationId="{6371F7B6-80D0-4425-8E31-A4C1EE614937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6" creationId="{FDEAC5CA-4BF0-4719-8E8A-EC5922411608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7" creationId="{E8D65994-3A70-4D0D-9C85-DAA2BBDDFBD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8" creationId="{6F040061-CFA1-49F2-98E3-E1F735BFA6A5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9" creationId="{83291F2A-91CB-4DDE-90F5-ACB1BBDC4636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5" creationId="{BAE41A2D-D0BE-4E55-B7CC-EF90D282BD71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6" creationId="{D7CDDEC2-BCAB-4C5C-B1F0-CD928C670513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7" creationId="{A693D3E4-5684-4B3F-835E-69A427BA63C9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8" creationId="{54B01B98-76FB-4F67-909E-0F0690F6E07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4" creationId="{B985265D-2DA6-42CE-A4F3-E47404EBF02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5" creationId="{E19AAFF0-7C91-4845-85C8-BFC2A0DE4CBA}"/>
          </ac:spMkLst>
        </pc:s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4" creationId="{617FA4C9-5C23-4D67-89EE-4133570DBA81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7" creationId="{30B7CA79-AB3B-4AE0-BE8E-D6371BAE68FD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0" creationId="{71D90FF4-6F76-444E-9DC6-1CBB179BAED2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3" creationId="{E21AA815-074D-4345-8B63-C7484C45CFC9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6" creationId="{B9F8DCA3-ECE9-4AD2-A90E-2D104541D197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9" creationId="{9D18A76F-2D48-4DAB-8AB1-90008EDA01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2" creationId="{88DDF1F3-F4BD-4EC8-AA8F-674384BB5FDC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5" creationId="{9064C836-289F-4D17-9FE1-6065BCB11E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8" creationId="{43102CD9-C204-452C-8D2E-702A293A42E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5" creationId="{36BD52B4-8148-4EFD-A03E-E6AF935DBCA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8" creationId="{366F9124-1089-488B-BB96-F6A6E30242B4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1" creationId="{BD2D4444-1015-4F7F-B98E-D64D567A8E4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4" creationId="{BC368C89-238C-4804-AC94-494E0DBB9776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7" creationId="{0C7FB64C-61CB-4122-BA93-B421C60E6ECD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0" creationId="{CD4A5F6D-66E3-4174-A37F-D781EFC924B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3" creationId="{2CE0E4F1-1177-4C1B-9E0D-E2B10642464E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6" creationId="{5112FA28-3259-4F3A-B13B-E5B5EC5C9457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9" creationId="{B669902F-ACC7-428A-8282-6F8B93A0A6F9}"/>
          </ac:grpSpMkLst>
        </pc:grp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1" creationId="{8A6746C6-1E71-4940-A4D7-060008F76C0D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2" creationId="{EEEC357A-36E7-4A12-B08D-A4B615763A89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3" creationId="{0317CBF9-80D5-47F9-A744-42AE99079B9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4" creationId="{BDEEB95B-19C6-425E-A883-35F2D68A33D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5" creationId="{0C28C00A-84C3-4D93-B6E5-BC026A925B0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6" creationId="{BCA8604C-E01F-4A2D-97EA-1CEA3500F88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7" creationId="{6C14AFAF-A7D1-44D5-9CC6-23CA6B729563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8" creationId="{D385C25B-CA6E-4AA9-881B-6D9F5BADF25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9" creationId="{DFFC9B80-70D3-41EB-87E2-523A5B9C47D6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0" creationId="{2C1713E0-1F7A-4427-837D-F70F1D375904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1" creationId="{AF5D1500-20CF-44FD-934D-AC01B2B95EE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2" creationId="{E12BFAC0-9B48-40CC-B6FF-0F4C7053DA1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9" creationId="{55DB254E-6000-485C-8B5B-28458FB90A8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0" creationId="{6006F0C2-17E4-4A69-A098-E2849D2597D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1" creationId="{DB35B31F-0655-41FF-A9B2-77DB12AFACF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2" creationId="{03C1EDB9-89D2-4D1C-8630-2496D32D6F9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3" creationId="{B7B52B66-56A9-4D96-B177-E17BA0701AD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8" creationId="{5CDA48DE-DC77-4E4F-9B42-4D3F9C9AAE50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9" creationId="{432358CC-2D95-4853-87C5-BBD7E4568EF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0" creationId="{4CEA4120-4F74-4A75-BCDD-45AB6160484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1" creationId="{8EE1C73A-8411-4127-A240-DB0202C6E47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2" creationId="{5E9F7D0B-DBCE-49C9-AB64-A26CA68B12A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2" creationId="{B7BB1474-1959-481E-8DFE-0E0829AAE0D4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3" creationId="{49A2ECA6-9719-40E1-B6C4-FB5BAA9FDB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4" creationId="{092E8634-EECE-4474-8D02-60ACC413024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5" creationId="{2FFCAFC9-67EC-4F2B-813E-8F0A2F816F0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6" creationId="{F3DCB7CD-EF0B-4BD3-B027-F8CBAE335C5C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7" creationId="{D71E28D8-7942-423F-9182-9F4BE982CB3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8" creationId="{A1306B00-818F-4D19-A6B5-A26CFA54C48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9" creationId="{9BFAA2E4-0694-427D-B908-B1B9A75396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0" creationId="{C6FA12AE-A2A4-41A6-BBCB-027785A6E6C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1" creationId="{DA80437D-D947-4534-99CC-C80E6069D43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2" creationId="{5505BC9E-B182-4E40-9D68-2DC295F6297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3" creationId="{DEFA3789-B492-4C0F-85B7-1C74B9E398E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0" creationId="{C861B8FC-AF0F-4A06-B9A2-285CC2C392DF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1" creationId="{8B07A575-86AE-4AB3-AB10-994AA1A46EB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2" creationId="{6BA2DEF0-E22A-448D-82BE-C3903AAA90A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3" creationId="{425C1C38-4D6A-40D7-BE4E-7BB00175479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4" creationId="{E92721B8-B4AD-47CB-8AC1-DFA11FECDB5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9" creationId="{1A7D294A-682B-4DB9-BEB8-8DF81CD9A08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0" creationId="{73E925C8-E539-408D-9218-B63A045FECA9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1" creationId="{AE3D3ABA-3E55-49D7-BE90-0D1A65389A1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2" creationId="{BA41D0D8-C097-49C8-B150-89E7B3947913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3" creationId="{7452A926-03E5-4DE1-B486-AABFD6E19113}"/>
          </ac:cxnSpMkLst>
        </pc:cxnChg>
      </pc:sldChg>
      <pc:sldChg chg="addSp delSp modSp add">
        <pc:chgData name="Cristian Chilipirea" userId="34ab170da5908fc4" providerId="LiveId" clId="{657DC964-B470-42A9-AA52-9F1F849BFB76}" dt="2019-10-13T10:16:26.347" v="340" actId="1076"/>
        <pc:sldMkLst>
          <pc:docMk/>
          <pc:sldMk cId="103493448" sldId="521"/>
        </pc:sldMkLst>
        <pc:spChg chg="mod">
          <ac:chgData name="Cristian Chilipirea" userId="34ab170da5908fc4" providerId="LiveId" clId="{657DC964-B470-42A9-AA52-9F1F849BFB76}" dt="2019-10-13T10:16:15.874" v="335"/>
          <ac:spMkLst>
            <pc:docMk/>
            <pc:sldMk cId="103493448" sldId="521"/>
            <ac:spMk id="2" creationId="{C8986273-F10D-41E1-B256-18CC63FC26A4}"/>
          </ac:spMkLst>
        </pc:spChg>
        <pc:spChg chg="del">
          <ac:chgData name="Cristian Chilipirea" userId="34ab170da5908fc4" providerId="LiveId" clId="{657DC964-B470-42A9-AA52-9F1F849BFB76}" dt="2019-10-13T10:16:17.683" v="336" actId="478"/>
          <ac:spMkLst>
            <pc:docMk/>
            <pc:sldMk cId="103493448" sldId="521"/>
            <ac:spMk id="3" creationId="{99AC4FF5-B964-45D7-A5C1-84945367C177}"/>
          </ac:spMkLst>
        </pc:spChg>
        <pc:spChg chg="add del">
          <ac:chgData name="Cristian Chilipirea" userId="34ab170da5908fc4" providerId="LiveId" clId="{657DC964-B470-42A9-AA52-9F1F849BFB76}" dt="2019-10-13T10:16:24.261" v="338"/>
          <ac:spMkLst>
            <pc:docMk/>
            <pc:sldMk cId="103493448" sldId="521"/>
            <ac:spMk id="4" creationId="{2A3950EC-C47F-46AD-87AB-0C21E81D9DCD}"/>
          </ac:spMkLst>
        </pc:spChg>
        <pc:spChg chg="add mod">
          <ac:chgData name="Cristian Chilipirea" userId="34ab170da5908fc4" providerId="LiveId" clId="{657DC964-B470-42A9-AA52-9F1F849BFB76}" dt="2019-10-13T10:16:26.347" v="340" actId="1076"/>
          <ac:spMkLst>
            <pc:docMk/>
            <pc:sldMk cId="103493448" sldId="521"/>
            <ac:spMk id="5" creationId="{82A85270-187F-4536-9942-F6AF3B44923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6:41.590" v="348"/>
        <pc:sldMkLst>
          <pc:docMk/>
          <pc:sldMk cId="2419727947" sldId="522"/>
        </pc:sldMkLst>
        <pc:spChg chg="mod">
          <ac:chgData name="Cristian Chilipirea" userId="34ab170da5908fc4" providerId="LiveId" clId="{657DC964-B470-42A9-AA52-9F1F849BFB76}" dt="2019-10-13T10:16:32.027" v="342"/>
          <ac:spMkLst>
            <pc:docMk/>
            <pc:sldMk cId="2419727947" sldId="522"/>
            <ac:spMk id="2" creationId="{1015CF7A-4602-4144-AC9F-BCAAEEC7F6C0}"/>
          </ac:spMkLst>
        </pc:spChg>
        <pc:spChg chg="del">
          <ac:chgData name="Cristian Chilipirea" userId="34ab170da5908fc4" providerId="LiveId" clId="{657DC964-B470-42A9-AA52-9F1F849BFB76}" dt="2019-10-13T10:16:35.508" v="343" actId="478"/>
          <ac:spMkLst>
            <pc:docMk/>
            <pc:sldMk cId="2419727947" sldId="522"/>
            <ac:spMk id="3" creationId="{FDEEFA7C-849F-4640-89B5-167C9557B8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" creationId="{32A8D653-3639-4E19-9BB7-B13A70FF08A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" creationId="{F3C90BD9-862C-4B08-B03E-E25D9691E52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" creationId="{4E6B7C91-33D1-482F-ADE1-9BC93B683AF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7" creationId="{5BBC1AFD-8968-418F-913E-F164D9B57402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4" creationId="{9AFBBD98-D82C-4C5F-A4AF-2A153F235C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5" creationId="{87EED5DF-8AF2-4D86-91C6-E17AA56478DB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4" creationId="{B4EC09E6-FCD6-4B15-BCE8-01C364AE03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5" creationId="{0101C056-09C8-416F-811B-7037E928EB0D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6" creationId="{41E3D389-CF2F-45BC-AB6E-B8E9AD001F0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7" creationId="{3A62FAB6-D312-476C-A004-1422F85D65C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8" creationId="{E0DA4F26-CA56-4976-AB6A-7E842354470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9" creationId="{D20B86D3-3596-459F-A271-06E43949F23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5" creationId="{DAD27883-00B3-4E10-8E19-10459811FFCE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6" creationId="{276A15B0-012E-4836-9218-942DD6D9921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7" creationId="{227C871B-BDEE-4E88-9D83-5FBF915B1F34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8" creationId="{006244AD-23D1-46AA-B106-C0CEB2CCDED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4" creationId="{6DCC1D32-FB2C-4A31-891F-EF37CA62AEC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5" creationId="{1EA23218-E1E6-49CE-BC4D-9DEA8D45741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2" creationId="{78C01F34-D197-47E7-B8D7-EDABF69EEDB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3" creationId="{B89B8870-A3A8-483C-B509-7A97791203A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0" creationId="{18B4192C-E7D0-4968-91B9-E674F754859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1" creationId="{609CA940-0F9C-4F86-868F-888E5FCDB228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2" creationId="{F01F250F-12E3-412F-A8B1-72BAE17F95F5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3" creationId="{B50BED68-F558-41EF-8B12-7B78468628D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4" creationId="{02C7662F-6C6E-4C3B-BADE-207DF59A469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5" creationId="{0DA0B2AD-FBCC-46C6-AE39-062E18FFBA7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6" creationId="{41615406-C4E3-4613-876D-8446C2F8B9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7" creationId="{86D007DB-E146-48A3-8778-82F9C748A2C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8" creationId="{6C4C3CDB-25B0-4289-9ECB-245A64D6CB3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9" creationId="{ED73FF03-A102-4F7B-A10A-62A61EA728B0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0" creationId="{BA387088-7095-43D7-9853-5DFEC519A06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1" creationId="{563279BF-05FE-4A1B-8BEA-FEC4BCB19BBF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8" creationId="{A87087DF-61A0-4992-AC58-D96C1D513E77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9" creationId="{81AD8316-7AB9-4D18-8ECC-684AF3D4B85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8" creationId="{CEFAD447-217C-431C-BD5C-9B07EC4B9A6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9" creationId="{4742D8EB-2533-4E81-9697-9AB15AB8B61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0" creationId="{28A2FD1F-E573-4B7D-9014-B78D770CCCA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1" creationId="{EA72CDEA-BF05-4FEB-9460-DB10C55EC78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2" creationId="{C0D48321-1697-47DA-94BC-BCCB411B636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3" creationId="{9BA3BE07-FC1C-4CAF-9DCF-FD6DAB7CF0B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9" creationId="{7C47A4DE-76FE-4808-ABA2-D5DC2BD21BD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0" creationId="{13520E37-4EA2-461A-93C7-450FB2EBA2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1" creationId="{5D9A94E6-BF5A-4E44-8D78-E03FDE5C9F4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2" creationId="{7E376488-B141-4E6A-9F62-2E5D8A71F25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8" creationId="{014653BA-04C8-41AB-B594-AFB6DEF4313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9" creationId="{FFD6CD8B-1174-46EF-B38C-A986814C6C2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6" creationId="{2B0EB997-1D0D-4B71-9B38-2BE3E605A903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7" creationId="{821BE68D-FABD-43FC-B607-2E2B5C6BD4A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4" creationId="{091324E2-B24D-4230-AB0B-88F7FBAF6BF1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5" creationId="{42751B7A-00C6-4697-BA7B-A79F6AF28EF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6" creationId="{A61AD987-608E-4F9A-8F61-C1D29CDB4C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7" creationId="{84E29C74-5ABD-4F8E-9B0D-951F1043C8C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8" creationId="{9167F8E7-519E-4672-B4BB-7E473706CC7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9" creationId="{7C315F63-2450-404C-AB2E-5DB7BC1635C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0" creationId="{04A72A97-4FA6-420D-B459-324F80C8493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1" creationId="{B6B3957F-C9B8-4ADB-84F6-C62309B80EC0}"/>
          </ac:spMkLst>
        </pc:s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8" creationId="{412F7C43-7A49-4DB4-8018-7D43DD1D4AB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1" creationId="{D96A9FB4-38C2-4214-B087-867CF056C816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6" creationId="{BCC5FE7F-6A7F-40E8-A562-373D1B0022C7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9" creationId="{D40CAD5A-7AF4-43C2-9BCD-0423534153D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59" creationId="{65D25654-775A-4B7E-89BD-87D11D8E5FB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6" creationId="{AC180DD0-BF33-42AD-8F9B-2F70EC3DFD5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9" creationId="{66131B7D-E746-4902-A1B9-CF8BDD9EAC6C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72" creationId="{A3D5CA32-9BA8-48C7-AE93-35A1964A2F14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2" creationId="{2D5A22B3-0D90-4E0D-950A-88FF0867D8EC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5" creationId="{4EBB43C9-4AF5-4BB2-BA5F-826F0520664A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0" creationId="{2C000807-E7B2-40AD-A5AB-6F6CEA0544A6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3" creationId="{58F5F010-6A2F-4EB8-835F-7CD4AC3799E2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43" creationId="{12008E46-DACF-4910-B9BF-6ED1DE8699B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0" creationId="{8BFB9E17-3253-4BC6-B296-BBED41674C2E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3" creationId="{0C010066-38DF-4A72-A7D8-C34A65B9308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6" creationId="{180046E9-1FFF-4C1B-84EA-44346F246F37}"/>
          </ac:grpSpMkLst>
        </pc:grp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2" creationId="{180C5A04-E7C9-4239-9E59-35156ED9426B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3" creationId="{1B449EC0-9911-4F9B-864A-9D3E7ED7772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4" creationId="{F65AA979-FDBA-42D6-B022-BAD64AB3AC3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5" creationId="{573B1EBF-D28B-4C04-ABEA-5DFF4D227FC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6" creationId="{4DAB3DCE-CFED-4973-90AD-7EE155B7CBF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7" creationId="{D4BABFA1-B0D1-4B30-A9D7-854E10EA54D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8" creationId="{E73906C8-3339-46A5-8EDF-2A0F66ADFAB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9" creationId="{42C02DB4-D290-41C9-AE2F-6CA159C1846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0" creationId="{C4C58A1A-F9FF-45A3-9302-BABEE53DB03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1" creationId="{99CFCA84-2E09-4268-A28E-239BAC3AAF1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2" creationId="{53F3B60C-58BE-45C7-987A-CB4E34A6337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3" creationId="{A7BEA436-8E4E-40E7-A898-0FF834DD7A0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0" creationId="{7E7BC91E-7A7C-4C43-A345-8B96E812DD0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1" creationId="{214BF3AC-B87A-4DE2-AD0A-1BACE5F9F3E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2" creationId="{D5EF20BD-B6CB-47EC-B598-5A12F8EA78B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3" creationId="{E3663A74-8493-4A7E-A528-F3A74B39B7B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4" creationId="{CC66D125-6B8F-4746-931D-11E6A720FF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9" creationId="{77C5CD1A-1A2E-45D8-9310-AF6BF0E479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0" creationId="{6750C7E2-FD60-417B-B506-06163831055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1" creationId="{DF1F48AC-A4DE-42CF-B332-EBF72E92E8EE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2" creationId="{2EF72560-7E68-4271-AA7A-8ECD4AC2EE6A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3" creationId="{E48BB2A4-89A8-4DAC-B037-0BCB754BE31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6" creationId="{88218B97-9EFF-4570-8DAB-B9BCFB6A8F40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7" creationId="{5039C38F-7C02-497C-8401-3A556FCA378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8" creationId="{C88F3BB8-B7C0-40E0-8814-FD676C47DDB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4" creationId="{79F28AA5-9422-419D-B167-2D52AD0EE2A3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5" creationId="{7D566FD0-E5A2-444E-8A41-CEB7AB3F1697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5" creationId="{91CE7D70-1B0D-4E66-BD1F-98A8B450088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6" creationId="{D05B8219-6E88-439A-A44E-148D4D64305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7" creationId="{7E03FD22-0CE3-49B6-AE7A-F8B89BAF4ECC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8" creationId="{D413BF29-62B1-4065-85B8-07289A5281D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9" creationId="{FAB77FFF-B88C-40D0-A016-8A329744BD5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6" creationId="{9DE01E3E-024E-415C-ADB8-14C3C37E214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7" creationId="{9DC6CBE4-7449-4146-A4E9-23694D8D8F5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8" creationId="{F0A3556A-BABB-4F56-8434-F245C0E54DB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9" creationId="{4A08773D-4F97-425B-A484-68EF0EC3878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0" creationId="{EA121BC7-9161-4C37-B2C3-468479F14382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1" creationId="{0274FA18-0511-4B4B-9819-6E7D3BC86A5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2" creationId="{2DE1ADCC-DB16-467C-B017-62317ADD81D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3" creationId="{126AB2B3-4A9C-421E-9040-F8CAE153C14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4" creationId="{F150DD8D-CF69-4CA2-869A-41EC4FDAC61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5" creationId="{7E459A0B-9537-49C7-87D6-864EFDDADB4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6" creationId="{98577D3B-585D-4B63-B1BB-DF14EA9F4DD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7" creationId="{55EBC7D1-6E63-43AA-A060-7AC40C753EF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4" creationId="{F503B713-D22F-475C-AC8E-D4991DD3692B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5" creationId="{2F9C8783-0E1A-4152-B65F-60AE6E0FE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6" creationId="{2D823BE7-539E-4017-83EE-F7DF69AFE5B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7" creationId="{6B8C1BF0-E420-4240-9C67-9D698DBBF62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8" creationId="{95926029-3120-41D5-946E-4CE7767236F3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3" creationId="{5FA2A6F8-A368-4E46-AF00-05C0BF6DD9F5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4" creationId="{C5E14582-C00B-4C24-A18F-96C94C309FD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5" creationId="{A4F4C3CF-E327-4E5C-AB19-069643DF597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6" creationId="{091C440F-AE2A-4948-B5B3-9690F1894EE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7" creationId="{BC1CE422-2103-4B1E-A2ED-D2597A6D631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0" creationId="{7D356A5C-5722-45A8-886D-AE476520054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1" creationId="{097D4D43-FAD9-4C40-A7B2-4763BBB3D5B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2" creationId="{87729FF8-F817-4C04-8E9D-921D69A6B7F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8" creationId="{F5559F48-5666-4715-B892-0236F0C69ED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9" creationId="{3FC22D49-BF4E-4F89-8AB5-F130F885EAE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59" creationId="{C91E759F-BFC3-43F4-AAD0-0EA330886DE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0" creationId="{3DF1686B-C794-4474-8F52-4E2FA4DE35AF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1" creationId="{1D2E4C59-27B3-4FD6-AB0B-A3415E3CB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2" creationId="{A2CB86A2-2C99-4E75-B5BD-25644DAE467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3" creationId="{EFB89878-8CD7-4352-A158-F5A038284E71}"/>
          </ac:cxnSpMkLst>
        </pc:cxnChg>
      </pc:sldChg>
      <pc:sldChg chg="addSp delSp modSp add">
        <pc:chgData name="Cristian Chilipirea" userId="34ab170da5908fc4" providerId="LiveId" clId="{657DC964-B470-42A9-AA52-9F1F849BFB76}" dt="2019-10-13T10:17:02.857" v="355" actId="1076"/>
        <pc:sldMkLst>
          <pc:docMk/>
          <pc:sldMk cId="568674813" sldId="523"/>
        </pc:sldMkLst>
        <pc:spChg chg="mod">
          <ac:chgData name="Cristian Chilipirea" userId="34ab170da5908fc4" providerId="LiveId" clId="{657DC964-B470-42A9-AA52-9F1F849BFB76}" dt="2019-10-13T10:16:50.102" v="350"/>
          <ac:spMkLst>
            <pc:docMk/>
            <pc:sldMk cId="568674813" sldId="523"/>
            <ac:spMk id="2" creationId="{EB66310C-427B-4F58-8EA0-73C5C5F2423B}"/>
          </ac:spMkLst>
        </pc:spChg>
        <pc:spChg chg="del">
          <ac:chgData name="Cristian Chilipirea" userId="34ab170da5908fc4" providerId="LiveId" clId="{657DC964-B470-42A9-AA52-9F1F849BFB76}" dt="2019-10-13T10:16:52.111" v="351" actId="478"/>
          <ac:spMkLst>
            <pc:docMk/>
            <pc:sldMk cId="568674813" sldId="523"/>
            <ac:spMk id="3" creationId="{F39AB96C-DE42-48CA-90FE-63CC431DB49D}"/>
          </ac:spMkLst>
        </pc:spChg>
        <pc:graphicFrameChg chg="add mod">
          <ac:chgData name="Cristian Chilipirea" userId="34ab170da5908fc4" providerId="LiveId" clId="{657DC964-B470-42A9-AA52-9F1F849BFB76}" dt="2019-10-13T10:17:02.857" v="355" actId="1076"/>
          <ac:graphicFrameMkLst>
            <pc:docMk/>
            <pc:sldMk cId="568674813" sldId="523"/>
            <ac:graphicFrameMk id="4" creationId="{537A0AFD-A8A3-4531-9847-77E36BECE0CF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21.821" v="362" actId="1076"/>
        <pc:sldMkLst>
          <pc:docMk/>
          <pc:sldMk cId="1987589617" sldId="524"/>
        </pc:sldMkLst>
        <pc:spChg chg="mod">
          <ac:chgData name="Cristian Chilipirea" userId="34ab170da5908fc4" providerId="LiveId" clId="{657DC964-B470-42A9-AA52-9F1F849BFB76}" dt="2019-10-13T10:17:09.966" v="357"/>
          <ac:spMkLst>
            <pc:docMk/>
            <pc:sldMk cId="1987589617" sldId="524"/>
            <ac:spMk id="2" creationId="{C6BD3D02-7CA8-4625-B651-F4DA6A7C633C}"/>
          </ac:spMkLst>
        </pc:spChg>
        <pc:spChg chg="del">
          <ac:chgData name="Cristian Chilipirea" userId="34ab170da5908fc4" providerId="LiveId" clId="{657DC964-B470-42A9-AA52-9F1F849BFB76}" dt="2019-10-13T10:17:11.799" v="358" actId="478"/>
          <ac:spMkLst>
            <pc:docMk/>
            <pc:sldMk cId="1987589617" sldId="524"/>
            <ac:spMk id="3" creationId="{BA25FF93-3651-4922-B730-702FB1DA2594}"/>
          </ac:spMkLst>
        </pc:spChg>
        <pc:graphicFrameChg chg="add mod">
          <ac:chgData name="Cristian Chilipirea" userId="34ab170da5908fc4" providerId="LiveId" clId="{657DC964-B470-42A9-AA52-9F1F849BFB76}" dt="2019-10-13T10:17:21.821" v="362" actId="1076"/>
          <ac:graphicFrameMkLst>
            <pc:docMk/>
            <pc:sldMk cId="1987589617" sldId="524"/>
            <ac:graphicFrameMk id="4" creationId="{4308753F-69F7-4370-9939-659B3F7FF29E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36.894" v="369" actId="1076"/>
        <pc:sldMkLst>
          <pc:docMk/>
          <pc:sldMk cId="674383854" sldId="525"/>
        </pc:sldMkLst>
        <pc:spChg chg="mod">
          <ac:chgData name="Cristian Chilipirea" userId="34ab170da5908fc4" providerId="LiveId" clId="{657DC964-B470-42A9-AA52-9F1F849BFB76}" dt="2019-10-13T10:17:27.131" v="364"/>
          <ac:spMkLst>
            <pc:docMk/>
            <pc:sldMk cId="674383854" sldId="525"/>
            <ac:spMk id="2" creationId="{53E58071-1271-4BE4-8075-9A2B19211FBC}"/>
          </ac:spMkLst>
        </pc:spChg>
        <pc:spChg chg="del">
          <ac:chgData name="Cristian Chilipirea" userId="34ab170da5908fc4" providerId="LiveId" clId="{657DC964-B470-42A9-AA52-9F1F849BFB76}" dt="2019-10-13T10:17:28.883" v="365" actId="478"/>
          <ac:spMkLst>
            <pc:docMk/>
            <pc:sldMk cId="674383854" sldId="525"/>
            <ac:spMk id="3" creationId="{130458EF-474F-4FC2-AF9F-1E543E14E52D}"/>
          </ac:spMkLst>
        </pc:spChg>
        <pc:spChg chg="add del">
          <ac:chgData name="Cristian Chilipirea" userId="34ab170da5908fc4" providerId="LiveId" clId="{657DC964-B470-42A9-AA52-9F1F849BFB76}" dt="2019-10-13T10:17:33.848" v="367"/>
          <ac:spMkLst>
            <pc:docMk/>
            <pc:sldMk cId="674383854" sldId="525"/>
            <ac:spMk id="4" creationId="{FCF7AA83-CCE6-4A0A-951D-B5E72E564155}"/>
          </ac:spMkLst>
        </pc:spChg>
        <pc:spChg chg="add mod">
          <ac:chgData name="Cristian Chilipirea" userId="34ab170da5908fc4" providerId="LiveId" clId="{657DC964-B470-42A9-AA52-9F1F849BFB76}" dt="2019-10-13T10:17:36.894" v="369" actId="1076"/>
          <ac:spMkLst>
            <pc:docMk/>
            <pc:sldMk cId="674383854" sldId="525"/>
            <ac:spMk id="5" creationId="{617EF81E-2F86-480A-9173-9ED94517D6FA}"/>
          </ac:spMkLst>
        </pc:spChg>
      </pc:sldChg>
      <pc:sldChg chg="addSp delSp modSp add">
        <pc:chgData name="Cristian Chilipirea" userId="34ab170da5908fc4" providerId="LiveId" clId="{657DC964-B470-42A9-AA52-9F1F849BFB76}" dt="2019-10-13T10:17:50.424" v="375"/>
        <pc:sldMkLst>
          <pc:docMk/>
          <pc:sldMk cId="3106075938" sldId="526"/>
        </pc:sldMkLst>
        <pc:spChg chg="mod">
          <ac:chgData name="Cristian Chilipirea" userId="34ab170da5908fc4" providerId="LiveId" clId="{657DC964-B470-42A9-AA52-9F1F849BFB76}" dt="2019-10-13T10:17:42.443" v="371"/>
          <ac:spMkLst>
            <pc:docMk/>
            <pc:sldMk cId="3106075938" sldId="526"/>
            <ac:spMk id="2" creationId="{31D87FE4-F8D5-4FA2-98C7-1F321DD924CD}"/>
          </ac:spMkLst>
        </pc:spChg>
        <pc:spChg chg="del">
          <ac:chgData name="Cristian Chilipirea" userId="34ab170da5908fc4" providerId="LiveId" clId="{657DC964-B470-42A9-AA52-9F1F849BFB76}" dt="2019-10-13T10:17:45.031" v="372" actId="478"/>
          <ac:spMkLst>
            <pc:docMk/>
            <pc:sldMk cId="3106075938" sldId="526"/>
            <ac:spMk id="3" creationId="{2B0BD7F7-7A5E-4BE2-AEF2-DD3B73ED966A}"/>
          </ac:spMkLst>
        </pc:spChg>
        <pc:spChg chg="add del">
          <ac:chgData name="Cristian Chilipirea" userId="34ab170da5908fc4" providerId="LiveId" clId="{657DC964-B470-42A9-AA52-9F1F849BFB76}" dt="2019-10-13T10:17:50.416" v="374"/>
          <ac:spMkLst>
            <pc:docMk/>
            <pc:sldMk cId="3106075938" sldId="526"/>
            <ac:spMk id="4" creationId="{062F837C-0528-4C85-9F34-2C4589048D64}"/>
          </ac:spMkLst>
        </pc:spChg>
        <pc:spChg chg="add">
          <ac:chgData name="Cristian Chilipirea" userId="34ab170da5908fc4" providerId="LiveId" clId="{657DC964-B470-42A9-AA52-9F1F849BFB76}" dt="2019-10-13T10:17:50.424" v="375"/>
          <ac:spMkLst>
            <pc:docMk/>
            <pc:sldMk cId="3106075938" sldId="526"/>
            <ac:spMk id="5" creationId="{1EE4395D-D8E6-431D-A2B4-C16A1C48BC6F}"/>
          </ac:spMkLst>
        </pc:spChg>
      </pc:sldChg>
      <pc:sldChg chg="addSp delSp modSp add">
        <pc:chgData name="Cristian Chilipirea" userId="34ab170da5908fc4" providerId="LiveId" clId="{657DC964-B470-42A9-AA52-9F1F849BFB76}" dt="2019-10-13T10:18:16.875" v="387" actId="1076"/>
        <pc:sldMkLst>
          <pc:docMk/>
          <pc:sldMk cId="2086232142" sldId="527"/>
        </pc:sldMkLst>
        <pc:spChg chg="mod">
          <ac:chgData name="Cristian Chilipirea" userId="34ab170da5908fc4" providerId="LiveId" clId="{657DC964-B470-42A9-AA52-9F1F849BFB76}" dt="2019-10-13T10:18:14.835" v="386" actId="1076"/>
          <ac:spMkLst>
            <pc:docMk/>
            <pc:sldMk cId="2086232142" sldId="527"/>
            <ac:spMk id="2" creationId="{E082EF3C-728E-4957-89F3-82F4374394E5}"/>
          </ac:spMkLst>
        </pc:spChg>
        <pc:spChg chg="del">
          <ac:chgData name="Cristian Chilipirea" userId="34ab170da5908fc4" providerId="LiveId" clId="{657DC964-B470-42A9-AA52-9F1F849BFB76}" dt="2019-10-13T10:17:59.543" v="378" actId="478"/>
          <ac:spMkLst>
            <pc:docMk/>
            <pc:sldMk cId="2086232142" sldId="527"/>
            <ac:spMk id="3" creationId="{5E3AED7A-715D-4AC1-8BCE-A7E8596451DE}"/>
          </ac:spMkLst>
        </pc:spChg>
        <pc:spChg chg="add del">
          <ac:chgData name="Cristian Chilipirea" userId="34ab170da5908fc4" providerId="LiveId" clId="{657DC964-B470-42A9-AA52-9F1F849BFB76}" dt="2019-10-13T10:18:04.952" v="380"/>
          <ac:spMkLst>
            <pc:docMk/>
            <pc:sldMk cId="2086232142" sldId="527"/>
            <ac:spMk id="4" creationId="{E89DDB27-AF18-405C-9B95-5AAB72C32ACD}"/>
          </ac:spMkLst>
        </pc:spChg>
        <pc:spChg chg="add del">
          <ac:chgData name="Cristian Chilipirea" userId="34ab170da5908fc4" providerId="LiveId" clId="{657DC964-B470-42A9-AA52-9F1F849BFB76}" dt="2019-10-13T10:18:07.023" v="382"/>
          <ac:spMkLst>
            <pc:docMk/>
            <pc:sldMk cId="2086232142" sldId="527"/>
            <ac:spMk id="5" creationId="{51299681-BA4E-4AEC-858D-CCC20AD82B27}"/>
          </ac:spMkLst>
        </pc:spChg>
        <pc:spChg chg="add mod">
          <ac:chgData name="Cristian Chilipirea" userId="34ab170da5908fc4" providerId="LiveId" clId="{657DC964-B470-42A9-AA52-9F1F849BFB76}" dt="2019-10-13T10:18:16.875" v="387" actId="1076"/>
          <ac:spMkLst>
            <pc:docMk/>
            <pc:sldMk cId="2086232142" sldId="527"/>
            <ac:spMk id="6" creationId="{DD3ADD17-1077-47FB-AF1B-957501E71C8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9:03.879" v="393"/>
        <pc:sldMkLst>
          <pc:docMk/>
          <pc:sldMk cId="724292230" sldId="528"/>
        </pc:sldMkLst>
        <pc:spChg chg="mod">
          <ac:chgData name="Cristian Chilipirea" userId="34ab170da5908fc4" providerId="LiveId" clId="{657DC964-B470-42A9-AA52-9F1F849BFB76}" dt="2019-10-13T10:18:55.747" v="389"/>
          <ac:spMkLst>
            <pc:docMk/>
            <pc:sldMk cId="724292230" sldId="528"/>
            <ac:spMk id="2" creationId="{FD80E915-DB82-4A54-A3F0-0028BF888C73}"/>
          </ac:spMkLst>
        </pc:spChg>
        <pc:spChg chg="del">
          <ac:chgData name="Cristian Chilipirea" userId="34ab170da5908fc4" providerId="LiveId" clId="{657DC964-B470-42A9-AA52-9F1F849BFB76}" dt="2019-10-13T10:18:58.292" v="390" actId="478"/>
          <ac:spMkLst>
            <pc:docMk/>
            <pc:sldMk cId="724292230" sldId="528"/>
            <ac:spMk id="3" creationId="{574E5438-DDCA-42C0-9359-A89A2CCCDE22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5" creationId="{D9F37F29-4F5F-4921-BE0B-9458880A9C6D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6" creationId="{450701D9-D0C4-489D-AAF9-F8D674082628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3" creationId="{62CC1D6F-65D0-4953-8E69-884DB4332777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4" creationId="{62BA4EB7-D03F-4D44-A1EF-5E4E2BF4D96E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39" creationId="{B76511C2-3365-4195-8703-4241364B9A20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40" creationId="{A78FD600-57BB-40F1-A249-A90D04E254A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0" creationId="{C52D5C85-8B39-48CE-AA17-6C5AAA677152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1" creationId="{C64EC3A6-0721-4159-83E1-38AFDC3DC2B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8" creationId="{9EE6B487-7EF4-44B3-823A-FE2B1E6ADCA8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9" creationId="{E0834108-A7AC-4E5A-8637-4D831A902689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4" creationId="{60F15DC5-692E-4CF2-8B8D-256919AE987B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5" creationId="{A00C354D-C52A-4658-A8E1-99B8DED7DABE}"/>
          </ac:spMkLst>
        </pc:s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5" creationId="{FA74CE4D-9BDC-4EE2-8DA0-7BDB04F3CF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0" creationId="{BD9755EC-8736-432C-9CC0-5F28BDA5937E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8" creationId="{EEA054D2-C850-47B9-A948-AC52D267F3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5" creationId="{3AE2112C-1AA2-4761-A24E-E3F0D5699444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9" creationId="{BC3B35DB-F488-491E-A582-406E55580A66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34" creationId="{A44478D8-E0F5-485E-82AF-1AC61CBE2153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1" creationId="{75066997-F9D7-4832-A601-8AA63CB79C0B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5" creationId="{6106CA8E-19D1-42DA-B685-CBD5C3EB3571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0" creationId="{4C66FA82-AFBD-4C11-BB55-782236DB2125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5" creationId="{E774B464-C171-40E1-8BAD-D8199818DAE0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63" creationId="{37AC1257-4252-4356-BAAE-1ABFBA9263A3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0" creationId="{56FADEAE-2093-4E8D-BF45-D3F251274F88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4" creationId="{3FB5BB27-D1EF-40DD-9FF6-AB6A6C636BCB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9" creationId="{460DE859-4C8C-4258-9C34-781A5CD2DAF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86" creationId="{B84A0EAC-7B1E-4892-ABF0-5676BC5813B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90" creationId="{E439FA5D-4041-477B-AAA8-B59CC3B50AE7}"/>
          </ac:grpSpMkLst>
        </pc:grp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4" creationId="{E71491FA-0D61-453E-9181-E46338C577FB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17" creationId="{82AB75A1-F044-47EC-B225-A47ABF1CE7A4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33" creationId="{11DE89A4-DB86-4AC7-968E-F11C22854489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49" creationId="{382B69C0-26F1-482F-B49C-415C1FFB6523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62" creationId="{2BF052B6-7B57-412D-950E-6D39F1814568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78" creationId="{D73D79F0-EF56-4066-9178-C2505821ECFF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21.801" v="399"/>
        <pc:sldMkLst>
          <pc:docMk/>
          <pc:sldMk cId="443805341" sldId="529"/>
        </pc:sldMkLst>
        <pc:spChg chg="mod">
          <ac:chgData name="Cristian Chilipirea" userId="34ab170da5908fc4" providerId="LiveId" clId="{657DC964-B470-42A9-AA52-9F1F849BFB76}" dt="2019-10-13T10:19:14.058" v="395"/>
          <ac:spMkLst>
            <pc:docMk/>
            <pc:sldMk cId="443805341" sldId="529"/>
            <ac:spMk id="2" creationId="{458A1A50-7D7B-420F-A923-6DE1320A3ACD}"/>
          </ac:spMkLst>
        </pc:spChg>
        <pc:spChg chg="del">
          <ac:chgData name="Cristian Chilipirea" userId="34ab170da5908fc4" providerId="LiveId" clId="{657DC964-B470-42A9-AA52-9F1F849BFB76}" dt="2019-10-13T10:19:16.023" v="396" actId="478"/>
          <ac:spMkLst>
            <pc:docMk/>
            <pc:sldMk cId="443805341" sldId="529"/>
            <ac:spMk id="3" creationId="{7DADC66A-8EC1-4621-9BB6-015AC6B731E2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0" creationId="{F30515B6-D31D-4D44-95EC-2458E06CE344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7" creationId="{39677283-6FBF-48DD-A7B8-A88BDFF5E87B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84" creationId="{8E3B24E2-E028-4C3C-9ACA-264C8CF23A9C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91" creationId="{B09D0879-A413-4DC7-A5C8-E3D9C1485C26}"/>
          </ac:spMkLst>
        </pc:s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5" creationId="{2E756902-564B-4724-BAF7-C64DDFC2F5B6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2" creationId="{AACDB00B-4500-40F7-A9AD-042DA6C04B03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8" creationId="{CB0AB139-8B61-4E22-9161-1703A907098C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4" creationId="{E22D1BB0-A633-41A0-BCA6-2492617BBEA1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8" creationId="{3AC42E5D-0FEE-4986-8D8C-9BD5A699E92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2" creationId="{10FB93E1-2409-482E-B7EF-32F360113C4F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6" creationId="{96CF18EC-15D2-4000-9FFC-68A5D4B54C58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40" creationId="{784182EE-ECFE-429D-9985-1EB2434BF65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61" creationId="{76E020D7-3AF4-48C7-A9F8-1EB2B2F2025B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79" creationId="{D68286FA-65F0-4C21-BB23-A9277E9D8777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86" creationId="{64206850-01D7-4096-B3B8-85819A67D852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2" creationId="{22BC6928-6C73-4889-91C8-A56721016CDD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8" creationId="{C512B6D4-01BE-4EAE-A26E-ADD7F4BC0D9A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2" creationId="{7C0BBA36-5DC8-43E2-8389-8DA38733B1DC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6" creationId="{522B99B3-9310-41DA-9C1A-1F390E32E803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0" creationId="{78E82CCD-4B2A-41BD-8FFE-1A3D4A45E336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4" creationId="{E880D71A-D608-467A-A197-FB880B0FE80E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35" creationId="{D0D5F34B-BE44-4B0A-A151-16096B34D681}"/>
          </ac:grpSpMkLst>
        </pc:grp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4" creationId="{5D29F2DA-74D3-45C3-A6EC-9203413F6B4B}"/>
          </ac:graphicFrameMkLst>
        </pc:graphicFrame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11" creationId="{8A9E3353-6198-4E74-A3CC-FA74E2CB1D87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78" creationId="{244C6B89-79F6-4AF6-A20B-C0DE5D4D93AD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85" creationId="{CFF96F15-6030-4CAD-8F0F-2410F9614F24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44.900" v="406" actId="1076"/>
        <pc:sldMkLst>
          <pc:docMk/>
          <pc:sldMk cId="1533201253" sldId="530"/>
        </pc:sldMkLst>
        <pc:spChg chg="mod">
          <ac:chgData name="Cristian Chilipirea" userId="34ab170da5908fc4" providerId="LiveId" clId="{657DC964-B470-42A9-AA52-9F1F849BFB76}" dt="2019-10-13T10:19:29.336" v="401"/>
          <ac:spMkLst>
            <pc:docMk/>
            <pc:sldMk cId="1533201253" sldId="530"/>
            <ac:spMk id="2" creationId="{5A2F8766-B310-44D5-9CC0-E65643C0E083}"/>
          </ac:spMkLst>
        </pc:spChg>
        <pc:spChg chg="del">
          <ac:chgData name="Cristian Chilipirea" userId="34ab170da5908fc4" providerId="LiveId" clId="{657DC964-B470-42A9-AA52-9F1F849BFB76}" dt="2019-10-13T10:19:31.591" v="402" actId="478"/>
          <ac:spMkLst>
            <pc:docMk/>
            <pc:sldMk cId="1533201253" sldId="530"/>
            <ac:spMk id="3" creationId="{41B57168-2599-4417-A459-17F68F0FAC59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5" creationId="{F58A16CB-EC3C-4726-8451-35388FA09168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3" creationId="{8FEFA6B2-9F55-4959-821A-74FB036A33A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5" creationId="{BF16B15A-A656-415E-AC6D-9FD34FF03FDE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6" creationId="{0475F1C5-F0A3-4F56-B268-DF4748804CD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7" creationId="{CEFBBB29-DFB6-4CB5-979E-E42BE7CBA54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3" creationId="{FA615566-FAB5-43C0-B4C6-277AE70A6CBA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4" creationId="{B017E82A-D0E7-4861-86E4-539F9207DAA5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5" creationId="{64476AC9-6F28-44B2-B814-831F2506DF6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6" creationId="{1E597B58-7E99-4191-BABA-51F7102933C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7" creationId="{9BFA451C-687A-4FD5-9AAD-2604158F0257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8" creationId="{4E94AFD1-3525-47BA-AD9F-8C87B8DCCCC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40" creationId="{5BD80494-81CB-4324-A1CF-55CE792D6094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58" creationId="{71CCA1BD-0BB1-4264-9774-8ECC6B91AB03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0" creationId="{BE8F49CA-A0B6-4C73-B54B-48E9181316D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1" creationId="{461F2A57-92FE-405B-ABEC-08C3F260844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2" creationId="{143E36BA-3876-4AE6-8C1E-B07C357DE96F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8" creationId="{966BB3E2-8F1E-438D-8566-259DF259327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9" creationId="{D9CECC35-69C2-41A5-B2BB-28D9B3E8A0E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0" creationId="{D93EA19E-7A3C-426B-B8EF-AB275C4BBF0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1" creationId="{8D40D94B-CC68-4D1C-875F-31B419BFAB7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2" creationId="{5B4B1C86-7BEC-4CB8-A66A-C6AAEE11A4E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3" creationId="{4ABEE27C-A375-46FF-B4C7-1142DA0D0DD4}"/>
          </ac:spMkLst>
        </pc:s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6" creationId="{D91FCF70-F535-40AC-9D31-0BF07F52E514}"/>
          </ac:grpSpMkLst>
        </pc:gr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28" creationId="{37F15261-5607-496E-A64E-7BA7FEEAA896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41" creationId="{DFF3F105-8914-4F50-85DB-2647AA782673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63" creationId="{9807AF57-E9BA-4BCC-9CC9-C507A6A8B0B1}"/>
          </ac:grpSpMkLst>
        </pc:grp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4" creationId="{DAEC0AE3-3212-4785-8D2B-E4764CBB5218}"/>
          </ac:graphicFrameMkLst>
        </pc:graphicFrame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24" creationId="{1C3128A1-C1C7-4744-A31B-7D45469CB3FE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39" creationId="{98F722BF-CAF2-4E5C-98AE-A55DEF124D2A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59" creationId="{6991362A-8F9C-473A-BE7B-52F6882698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03.452" v="413" actId="1076"/>
        <pc:sldMkLst>
          <pc:docMk/>
          <pc:sldMk cId="3758586578" sldId="531"/>
        </pc:sldMkLst>
        <pc:spChg chg="mod">
          <ac:chgData name="Cristian Chilipirea" userId="34ab170da5908fc4" providerId="LiveId" clId="{657DC964-B470-42A9-AA52-9F1F849BFB76}" dt="2019-10-13T10:19:51.619" v="408"/>
          <ac:spMkLst>
            <pc:docMk/>
            <pc:sldMk cId="3758586578" sldId="531"/>
            <ac:spMk id="2" creationId="{9A0E4BC0-36F3-4F37-959C-AE87729AF85C}"/>
          </ac:spMkLst>
        </pc:spChg>
        <pc:spChg chg="del">
          <ac:chgData name="Cristian Chilipirea" userId="34ab170da5908fc4" providerId="LiveId" clId="{657DC964-B470-42A9-AA52-9F1F849BFB76}" dt="2019-10-13T10:19:55.155" v="409" actId="478"/>
          <ac:spMkLst>
            <pc:docMk/>
            <pc:sldMk cId="3758586578" sldId="531"/>
            <ac:spMk id="3" creationId="{9EA4FD81-5AB4-4826-A8AF-61278F76D3C7}"/>
          </ac:spMkLst>
        </pc:spChg>
        <pc:spChg chg="add del">
          <ac:chgData name="Cristian Chilipirea" userId="34ab170da5908fc4" providerId="LiveId" clId="{657DC964-B470-42A9-AA52-9F1F849BFB76}" dt="2019-10-13T10:20:01.302" v="411"/>
          <ac:spMkLst>
            <pc:docMk/>
            <pc:sldMk cId="3758586578" sldId="531"/>
            <ac:spMk id="4" creationId="{349E6B47-2B38-45E3-B195-735082CD713A}"/>
          </ac:spMkLst>
        </pc:spChg>
        <pc:spChg chg="add mod">
          <ac:chgData name="Cristian Chilipirea" userId="34ab170da5908fc4" providerId="LiveId" clId="{657DC964-B470-42A9-AA52-9F1F849BFB76}" dt="2019-10-13T10:20:03.452" v="413" actId="1076"/>
          <ac:spMkLst>
            <pc:docMk/>
            <pc:sldMk cId="3758586578" sldId="531"/>
            <ac:spMk id="5" creationId="{72421378-C012-4724-9936-5C1DC583939E}"/>
          </ac:spMkLst>
        </pc:spChg>
      </pc:sldChg>
      <pc:sldChg chg="addSp delSp modSp add">
        <pc:chgData name="Cristian Chilipirea" userId="34ab170da5908fc4" providerId="LiveId" clId="{657DC964-B470-42A9-AA52-9F1F849BFB76}" dt="2019-10-13T10:20:23.288" v="422" actId="1076"/>
        <pc:sldMkLst>
          <pc:docMk/>
          <pc:sldMk cId="2994853658" sldId="532"/>
        </pc:sldMkLst>
        <pc:spChg chg="mod">
          <ac:chgData name="Cristian Chilipirea" userId="34ab170da5908fc4" providerId="LiveId" clId="{657DC964-B470-42A9-AA52-9F1F849BFB76}" dt="2019-10-13T10:20:19.688" v="419" actId="1076"/>
          <ac:spMkLst>
            <pc:docMk/>
            <pc:sldMk cId="2994853658" sldId="532"/>
            <ac:spMk id="2" creationId="{4599377C-984A-4393-9187-7689FACB30A5}"/>
          </ac:spMkLst>
        </pc:spChg>
        <pc:spChg chg="del">
          <ac:chgData name="Cristian Chilipirea" userId="34ab170da5908fc4" providerId="LiveId" clId="{657DC964-B470-42A9-AA52-9F1F849BFB76}" dt="2019-10-13T10:20:12.567" v="416" actId="478"/>
          <ac:spMkLst>
            <pc:docMk/>
            <pc:sldMk cId="2994853658" sldId="532"/>
            <ac:spMk id="3" creationId="{C9D0D9D8-7624-48B7-A27A-8DD44573690D}"/>
          </ac:spMkLst>
        </pc:spChg>
        <pc:graphicFrameChg chg="add mod">
          <ac:chgData name="Cristian Chilipirea" userId="34ab170da5908fc4" providerId="LiveId" clId="{657DC964-B470-42A9-AA52-9F1F849BFB76}" dt="2019-10-13T10:20:23.288" v="422" actId="1076"/>
          <ac:graphicFrameMkLst>
            <pc:docMk/>
            <pc:sldMk cId="2994853658" sldId="532"/>
            <ac:graphicFrameMk id="4" creationId="{6E2CF3C7-497C-45EF-B3F6-C7E67B44D2AB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38.113" v="429" actId="1076"/>
        <pc:sldMkLst>
          <pc:docMk/>
          <pc:sldMk cId="186630438" sldId="533"/>
        </pc:sldMkLst>
        <pc:spChg chg="mod">
          <ac:chgData name="Cristian Chilipirea" userId="34ab170da5908fc4" providerId="LiveId" clId="{657DC964-B470-42A9-AA52-9F1F849BFB76}" dt="2019-10-13T10:20:29.302" v="424"/>
          <ac:spMkLst>
            <pc:docMk/>
            <pc:sldMk cId="186630438" sldId="533"/>
            <ac:spMk id="2" creationId="{D479F450-B7E2-4F1E-B29B-185704B6C428}"/>
          </ac:spMkLst>
        </pc:spChg>
        <pc:spChg chg="del">
          <ac:chgData name="Cristian Chilipirea" userId="34ab170da5908fc4" providerId="LiveId" clId="{657DC964-B470-42A9-AA52-9F1F849BFB76}" dt="2019-10-13T10:20:31.479" v="425" actId="478"/>
          <ac:spMkLst>
            <pc:docMk/>
            <pc:sldMk cId="186630438" sldId="533"/>
            <ac:spMk id="3" creationId="{A5C2C538-7C6D-46F1-B5FF-273B4D531FD7}"/>
          </ac:spMkLst>
        </pc:spChg>
        <pc:spChg chg="add del">
          <ac:chgData name="Cristian Chilipirea" userId="34ab170da5908fc4" providerId="LiveId" clId="{657DC964-B470-42A9-AA52-9F1F849BFB76}" dt="2019-10-13T10:20:36.460" v="427"/>
          <ac:spMkLst>
            <pc:docMk/>
            <pc:sldMk cId="186630438" sldId="533"/>
            <ac:spMk id="4" creationId="{78AB5C41-9F57-436B-9D4C-AACF889E73E8}"/>
          </ac:spMkLst>
        </pc:spChg>
        <pc:spChg chg="add mod">
          <ac:chgData name="Cristian Chilipirea" userId="34ab170da5908fc4" providerId="LiveId" clId="{657DC964-B470-42A9-AA52-9F1F849BFB76}" dt="2019-10-13T10:20:38.113" v="429" actId="1076"/>
          <ac:spMkLst>
            <pc:docMk/>
            <pc:sldMk cId="186630438" sldId="533"/>
            <ac:spMk id="5" creationId="{981B1F7E-3A79-426B-8353-87DF16590883}"/>
          </ac:spMkLst>
        </pc:spChg>
      </pc:sldChg>
      <pc:sldChg chg="addSp delSp add">
        <pc:chgData name="Cristian Chilipirea" userId="34ab170da5908fc4" providerId="LiveId" clId="{657DC964-B470-42A9-AA52-9F1F849BFB76}" dt="2019-10-13T10:20:53.316" v="437"/>
        <pc:sldMkLst>
          <pc:docMk/>
          <pc:sldMk cId="174604596" sldId="534"/>
        </pc:sldMkLst>
        <pc:spChg chg="del">
          <ac:chgData name="Cristian Chilipirea" userId="34ab170da5908fc4" providerId="LiveId" clId="{657DC964-B470-42A9-AA52-9F1F849BFB76}" dt="2019-10-13T10:20:47.034" v="432" actId="478"/>
          <ac:spMkLst>
            <pc:docMk/>
            <pc:sldMk cId="174604596" sldId="534"/>
            <ac:spMk id="2" creationId="{211569F3-C98C-486A-9A5D-2F974CABB855}"/>
          </ac:spMkLst>
        </pc:spChg>
        <pc:spChg chg="del">
          <ac:chgData name="Cristian Chilipirea" userId="34ab170da5908fc4" providerId="LiveId" clId="{657DC964-B470-42A9-AA52-9F1F849BFB76}" dt="2019-10-13T10:20:45.914" v="431" actId="478"/>
          <ac:spMkLst>
            <pc:docMk/>
            <pc:sldMk cId="174604596" sldId="534"/>
            <ac:spMk id="3" creationId="{AF69AE23-165B-4D7A-BD62-10D49E29EEC8}"/>
          </ac:spMkLst>
        </pc:spChg>
        <pc:spChg chg="add del">
          <ac:chgData name="Cristian Chilipirea" userId="34ab170da5908fc4" providerId="LiveId" clId="{657DC964-B470-42A9-AA52-9F1F849BFB76}" dt="2019-10-13T10:20:49.013" v="434"/>
          <ac:spMkLst>
            <pc:docMk/>
            <pc:sldMk cId="174604596" sldId="534"/>
            <ac:spMk id="4" creationId="{C48DD42D-F17C-44A1-88A5-A13A6CF80893}"/>
          </ac:spMkLst>
        </pc:spChg>
        <pc:spChg chg="add del">
          <ac:chgData name="Cristian Chilipirea" userId="34ab170da5908fc4" providerId="LiveId" clId="{657DC964-B470-42A9-AA52-9F1F849BFB76}" dt="2019-10-13T10:20:53.310" v="436"/>
          <ac:spMkLst>
            <pc:docMk/>
            <pc:sldMk cId="174604596" sldId="534"/>
            <ac:spMk id="5" creationId="{AE06D71F-CC1C-4F99-AB70-09CDA3EBB7C8}"/>
          </ac:spMkLst>
        </pc:spChg>
        <pc:spChg chg="add">
          <ac:chgData name="Cristian Chilipirea" userId="34ab170da5908fc4" providerId="LiveId" clId="{657DC964-B470-42A9-AA52-9F1F849BFB76}" dt="2019-10-13T10:20:53.316" v="437"/>
          <ac:spMkLst>
            <pc:docMk/>
            <pc:sldMk cId="174604596" sldId="534"/>
            <ac:spMk id="6" creationId="{3683A6C7-F02D-470E-90BC-BF4580E38E5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BAAA00B-B603-204D-9492-27F71FFA1E8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orms.office.com/r/MxvEiuLFFW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7.xlsx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8.xlsx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9" Type="http://schemas.openxmlformats.org/officeDocument/2006/relationships/image" Target="../media/image64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41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40" Type="http://schemas.openxmlformats.org/officeDocument/2006/relationships/image" Target="../media/image65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5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67.png"/><Relationship Id="rId21" Type="http://schemas.openxmlformats.org/officeDocument/2006/relationships/image" Target="../media/image8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86.png"/><Relationship Id="rId2" Type="http://schemas.openxmlformats.org/officeDocument/2006/relationships/image" Target="../media/image51.png"/><Relationship Id="rId16" Type="http://schemas.openxmlformats.org/officeDocument/2006/relationships/image" Target="../media/image78.png"/><Relationship Id="rId20" Type="http://schemas.openxmlformats.org/officeDocument/2006/relationships/image" Target="../media/image81.png"/><Relationship Id="rId29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24" Type="http://schemas.openxmlformats.org/officeDocument/2006/relationships/image" Target="../media/image85.png"/><Relationship Id="rId5" Type="http://schemas.openxmlformats.org/officeDocument/2006/relationships/image" Target="../media/image69.png"/><Relationship Id="rId15" Type="http://schemas.openxmlformats.org/officeDocument/2006/relationships/image" Target="../media/image77.png"/><Relationship Id="rId23" Type="http://schemas.openxmlformats.org/officeDocument/2006/relationships/image" Target="../media/image84.png"/><Relationship Id="rId28" Type="http://schemas.openxmlformats.org/officeDocument/2006/relationships/image" Target="../media/image89.png"/><Relationship Id="rId10" Type="http://schemas.openxmlformats.org/officeDocument/2006/relationships/image" Target="../media/image73.png"/><Relationship Id="rId19" Type="http://schemas.openxmlformats.org/officeDocument/2006/relationships/image" Target="../media/image80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Relationship Id="rId14" Type="http://schemas.openxmlformats.org/officeDocument/2006/relationships/image" Target="../media/image76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Relationship Id="rId30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Excel_Worksheet9.xlsx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package" Target="../embeddings/Microsoft_Excel_Worksheet10.xlsx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sz="3200" dirty="0"/>
              <a:t>MPI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3EB1203-94DA-654C-BBC4-4EE239638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AC1E-B041-406A-83FA-2B8C6F0C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E4C5B01-DB05-4606-8199-B2AF1A8F89B4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" y="1496945"/>
            <a:ext cx="8763000" cy="49688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NU</a:t>
            </a: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se face curs </a:t>
            </a:r>
            <a:r>
              <a:rPr kumimoji="0" lang="en-US" sz="36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miercurea</a:t>
            </a: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36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viitoare</a:t>
            </a: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(30.11)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lang="en-US" sz="3600" b="1" kern="0" dirty="0">
                <a:solidFill>
                  <a:srgbClr val="000000"/>
                </a:solidFill>
                <a:latin typeface="Lucida Grande"/>
              </a:rPr>
              <a:t>NU</a:t>
            </a:r>
            <a:r>
              <a:rPr lang="en-US" sz="3600" kern="0" dirty="0">
                <a:solidFill>
                  <a:srgbClr val="000000"/>
                </a:solidFill>
                <a:latin typeface="Lucida Grande"/>
              </a:rPr>
              <a:t> se fac </a:t>
            </a:r>
            <a:r>
              <a:rPr lang="en-US" sz="3600" kern="0" dirty="0" err="1">
                <a:solidFill>
                  <a:srgbClr val="000000"/>
                </a:solidFill>
                <a:latin typeface="Lucida Grande"/>
              </a:rPr>
              <a:t>laboratoare</a:t>
            </a:r>
            <a:r>
              <a:rPr lang="en-US" sz="3600" kern="0" dirty="0">
                <a:solidFill>
                  <a:srgbClr val="000000"/>
                </a:solidFill>
                <a:latin typeface="Lucida Grande"/>
              </a:rPr>
              <a:t> </a:t>
            </a:r>
            <a:r>
              <a:rPr lang="en-US" sz="3600" kern="0" dirty="0" err="1">
                <a:solidFill>
                  <a:srgbClr val="000000"/>
                </a:solidFill>
                <a:latin typeface="Lucida Grande"/>
              </a:rPr>
              <a:t>săptămâna</a:t>
            </a:r>
            <a:r>
              <a:rPr lang="en-US" sz="3600" kern="0" dirty="0">
                <a:solidFill>
                  <a:srgbClr val="000000"/>
                </a:solidFill>
                <a:latin typeface="Lucida Grande"/>
              </a:rPr>
              <a:t> </a:t>
            </a:r>
            <a:r>
              <a:rPr lang="en-US" sz="3600" kern="0" dirty="0" err="1">
                <a:solidFill>
                  <a:srgbClr val="000000"/>
                </a:solidFill>
                <a:latin typeface="Lucida Grande"/>
              </a:rPr>
              <a:t>viitoare</a:t>
            </a:r>
            <a:r>
              <a:rPr lang="en-US" sz="3600" kern="0" dirty="0">
                <a:solidFill>
                  <a:srgbClr val="000000"/>
                </a:solidFill>
                <a:latin typeface="Lucida Grande"/>
              </a:rPr>
              <a:t> (28.11 – 02.12)</a:t>
            </a:r>
            <a:endParaRPr kumimoji="0" lang="en-AU" sz="3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00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AC1E-B041-406A-83FA-2B8C6F0C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D1B83-6126-C0EA-681F-E3B23ABE6242}"/>
              </a:ext>
            </a:extLst>
          </p:cNvPr>
          <p:cNvSpPr txBox="1"/>
          <p:nvPr/>
        </p:nvSpPr>
        <p:spPr>
          <a:xfrm>
            <a:off x="1299116" y="1304697"/>
            <a:ext cx="654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2"/>
              </a:rPr>
              <a:t>https://forms.office.com/r/MxvEiuLFFW</a:t>
            </a:r>
            <a:endParaRPr lang="en-RO" sz="2800" dirty="0"/>
          </a:p>
        </p:txBody>
      </p:sp>
      <p:pic>
        <p:nvPicPr>
          <p:cNvPr id="4" name="Picture 2" descr="QR code">
            <a:extLst>
              <a:ext uri="{FF2B5EF4-FFF2-40B4-BE49-F238E27FC236}">
                <a16:creationId xmlns:a16="http://schemas.microsoft.com/office/drawing/2014/main" id="{F0E5D070-26A7-9311-ACD5-CE54FF9BD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345" y="2206393"/>
            <a:ext cx="4029307" cy="40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784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AC1E-B041-406A-83FA-2B8C6F0C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MPI - </a:t>
            </a:r>
            <a:r>
              <a:rPr lang="en-AU" i="1" dirty="0"/>
              <a:t>Message Passing Interface</a:t>
            </a:r>
            <a:r>
              <a:rPr lang="en-US" sz="3200" i="1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E4C5B01-DB05-4606-8199-B2AF1A8F89B4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" y="1496945"/>
            <a:ext cx="8763000" cy="496887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MPI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este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un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standard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pentru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comunicarea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prin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mesaje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elaborat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de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MPI Forum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Sisteme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anterioare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Intel (NX/2) Express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nCUBE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 (Vertex)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PARMACS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Zipcode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Chimp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PVM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Chameleon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rPr>
              <a:t>PICL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MPI are la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baz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modelul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proceselor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comunicante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prin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mesaje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.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7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15B8-380C-41A9-A90D-BEB06E06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MPI - </a:t>
            </a:r>
            <a:r>
              <a:rPr lang="en-AU" i="1" dirty="0"/>
              <a:t>Message Passing Interface</a:t>
            </a:r>
            <a:r>
              <a:rPr lang="en-US" sz="3200" i="1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1CE2D8-01FE-4720-9952-56C58194B3C7}"/>
              </a:ext>
            </a:extLst>
          </p:cNvPr>
          <p:cNvSpPr txBox="1">
            <a:spLocks noChangeArrowheads="1"/>
          </p:cNvSpPr>
          <p:nvPr/>
        </p:nvSpPr>
        <p:spPr>
          <a:xfrm>
            <a:off x="66675" y="1379558"/>
            <a:ext cx="8763000" cy="49688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568C7"/>
              </a:buClr>
            </a:pPr>
            <a:r>
              <a:rPr lang="en-AU" sz="2400" dirty="0">
                <a:solidFill>
                  <a:srgbClr val="000000"/>
                </a:solidFill>
                <a:latin typeface="Lucida Grande"/>
              </a:rPr>
              <a:t>MPI </a:t>
            </a:r>
            <a:r>
              <a:rPr lang="en-AU" sz="2400" dirty="0" err="1">
                <a:solidFill>
                  <a:srgbClr val="000000"/>
                </a:solidFill>
                <a:latin typeface="Lucida Grande"/>
              </a:rPr>
              <a:t>este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 o</a:t>
            </a:r>
            <a:r>
              <a:rPr lang="en-AU" sz="2400" b="1" dirty="0">
                <a:solidFill>
                  <a:srgbClr val="000000"/>
                </a:solidFill>
                <a:latin typeface="Lucida Grande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(</a:t>
            </a:r>
            <a:r>
              <a:rPr lang="en-AU" sz="2400" i="1" dirty="0" err="1">
                <a:solidFill>
                  <a:srgbClr val="000000"/>
                </a:solidFill>
                <a:latin typeface="Lucida Grande"/>
              </a:rPr>
              <a:t>specifica</a:t>
            </a:r>
            <a:r>
              <a:rPr lang="ro-RO" sz="2400" i="1" dirty="0">
                <a:solidFill>
                  <a:srgbClr val="000000"/>
                </a:solidFill>
                <a:latin typeface="Lucida Grande"/>
              </a:rPr>
              <a:t>ț</a:t>
            </a:r>
            <a:r>
              <a:rPr lang="en-AU" sz="2400" i="1" dirty="0" err="1">
                <a:solidFill>
                  <a:srgbClr val="000000"/>
                </a:solidFill>
                <a:latin typeface="Lucida Grande"/>
              </a:rPr>
              <a:t>ie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 </a:t>
            </a:r>
            <a:r>
              <a:rPr lang="en-AU" sz="2400" dirty="0" err="1">
                <a:solidFill>
                  <a:srgbClr val="000000"/>
                </a:solidFill>
                <a:latin typeface="Lucida Grande"/>
              </a:rPr>
              <a:t>pentru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 o)</a:t>
            </a:r>
            <a:r>
              <a:rPr lang="en-AU" sz="2400" b="1" dirty="0">
                <a:solidFill>
                  <a:srgbClr val="000000"/>
                </a:solidFill>
                <a:latin typeface="Lucida Grande"/>
              </a:rPr>
              <a:t> </a:t>
            </a:r>
            <a:r>
              <a:rPr lang="en-AU" sz="2400" b="1" dirty="0" err="1">
                <a:solidFill>
                  <a:srgbClr val="C00000"/>
                </a:solidFill>
                <a:latin typeface="Lucida Grande"/>
              </a:rPr>
              <a:t>bibliotec</a:t>
            </a:r>
            <a:r>
              <a:rPr lang="ro-RO" sz="2400" b="1" dirty="0">
                <a:solidFill>
                  <a:srgbClr val="C00000"/>
                </a:solidFill>
                <a:latin typeface="Lucida Grande"/>
              </a:rPr>
              <a:t>ă</a:t>
            </a:r>
            <a:r>
              <a:rPr lang="ro-RO" sz="2400" dirty="0">
                <a:solidFill>
                  <a:srgbClr val="000000"/>
                </a:solidFill>
                <a:latin typeface="Lucida Grande"/>
              </a:rPr>
              <a:t>,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 nu un </a:t>
            </a:r>
            <a:r>
              <a:rPr lang="en-AU" sz="2400" dirty="0" err="1">
                <a:solidFill>
                  <a:srgbClr val="000000"/>
                </a:solidFill>
                <a:latin typeface="Lucida Grande"/>
              </a:rPr>
              <a:t>limbaj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. </a:t>
            </a:r>
          </a:p>
          <a:p>
            <a:pPr>
              <a:buClr>
                <a:srgbClr val="3568C7"/>
              </a:buClr>
            </a:pPr>
            <a:r>
              <a:rPr lang="en-AU" sz="2400" dirty="0">
                <a:solidFill>
                  <a:srgbClr val="000000"/>
                </a:solidFill>
                <a:latin typeface="Lucida Grande"/>
              </a:rPr>
              <a:t>MPI specific</a:t>
            </a:r>
            <a:r>
              <a:rPr lang="ro-RO" sz="2400" dirty="0">
                <a:solidFill>
                  <a:srgbClr val="000000"/>
                </a:solidFill>
                <a:latin typeface="Lucida Grande"/>
              </a:rPr>
              <a:t>ă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 reguli de </a:t>
            </a:r>
            <a:r>
              <a:rPr lang="en-AU" sz="2400" dirty="0" err="1">
                <a:solidFill>
                  <a:srgbClr val="000000"/>
                </a:solidFill>
                <a:latin typeface="Lucida Grande"/>
              </a:rPr>
              <a:t>apel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 </a:t>
            </a:r>
            <a:r>
              <a:rPr lang="en-AU" sz="2400" dirty="0" err="1">
                <a:solidFill>
                  <a:srgbClr val="000000"/>
                </a:solidFill>
                <a:latin typeface="Lucida Grande"/>
              </a:rPr>
              <a:t>pentru</a:t>
            </a:r>
            <a:r>
              <a:rPr lang="en-AU" sz="2400" dirty="0">
                <a:solidFill>
                  <a:srgbClr val="000000"/>
                </a:solidFill>
                <a:latin typeface="Lucida Grande"/>
              </a:rPr>
              <a:t>: </a:t>
            </a:r>
          </a:p>
          <a:p>
            <a:pPr lvl="1">
              <a:buClr>
                <a:srgbClr val="F06157"/>
              </a:buClr>
            </a:pP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C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/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C++</a:t>
            </a:r>
          </a:p>
          <a:p>
            <a:pPr lvl="1">
              <a:buClr>
                <a:srgbClr val="F06157"/>
              </a:buClr>
            </a:pP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FORTRAN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77 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/ 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FORTRAN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sz="2400" dirty="0">
                <a:solidFill>
                  <a:srgbClr val="000000"/>
                </a:solidFill>
                <a:latin typeface="Lucida Grande"/>
                <a:ea typeface="+mn-ea"/>
              </a:rPr>
              <a:t>90</a:t>
            </a:r>
            <a:endParaRPr lang="ro-RO" sz="2400" dirty="0">
              <a:solidFill>
                <a:srgbClr val="000000"/>
              </a:solidFill>
              <a:latin typeface="Lucida Grande"/>
              <a:ea typeface="+mn-ea"/>
            </a:endParaRPr>
          </a:p>
          <a:p>
            <a:pPr>
              <a:buClr>
                <a:srgbClr val="3568C7"/>
              </a:buClr>
            </a:pPr>
            <a:r>
              <a:rPr lang="en-US" sz="2400" dirty="0" err="1">
                <a:solidFill>
                  <a:srgbClr val="000000"/>
                </a:solidFill>
                <a:latin typeface="Lucida Grande"/>
              </a:rPr>
              <a:t>Istoric</a:t>
            </a:r>
            <a:r>
              <a:rPr lang="en-US" sz="2400" dirty="0">
                <a:solidFill>
                  <a:srgbClr val="000000"/>
                </a:solidFill>
                <a:latin typeface="Lucida Grande"/>
              </a:rPr>
              <a:t>:</a:t>
            </a:r>
          </a:p>
          <a:p>
            <a:pPr lvl="1">
              <a:buClr>
                <a:srgbClr val="F06157"/>
              </a:buClr>
            </a:pPr>
            <a:r>
              <a:rPr lang="en-US" sz="2400" b="1" dirty="0">
                <a:solidFill>
                  <a:srgbClr val="000000"/>
                </a:solidFill>
                <a:latin typeface="Lucida Grande"/>
                <a:ea typeface="+mn-ea"/>
              </a:rPr>
              <a:t>MPI 1</a:t>
            </a:r>
            <a:r>
              <a:rPr lang="en-US" sz="2400" dirty="0">
                <a:solidFill>
                  <a:srgbClr val="000000"/>
                </a:solidFill>
                <a:latin typeface="Lucida Grande"/>
                <a:ea typeface="+mn-ea"/>
              </a:rPr>
              <a:t> (1993 – SC93) </a:t>
            </a:r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 - </a:t>
            </a:r>
            <a:r>
              <a:rPr lang="en-US" sz="2000" dirty="0" err="1">
                <a:solidFill>
                  <a:srgbClr val="000000"/>
                </a:solidFill>
                <a:latin typeface="Lucida Grande"/>
                <a:ea typeface="+mn-ea"/>
              </a:rPr>
              <a:t>orientat</a:t>
            </a:r>
            <a:r>
              <a:rPr lang="en-US" sz="2000" dirty="0">
                <a:solidFill>
                  <a:srgbClr val="000000"/>
                </a:solidFill>
                <a:latin typeface="Lucida Grande"/>
                <a:ea typeface="+mn-ea"/>
              </a:rPr>
              <a:t> pe </a:t>
            </a:r>
            <a:r>
              <a:rPr lang="en-US" sz="2000" dirty="0" err="1">
                <a:solidFill>
                  <a:srgbClr val="000000"/>
                </a:solidFill>
                <a:latin typeface="Lucida Grande"/>
                <a:ea typeface="+mn-ea"/>
              </a:rPr>
              <a:t>comunicarea</a:t>
            </a:r>
            <a:r>
              <a:rPr lang="en-US" sz="20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Lucida Grande"/>
                <a:ea typeface="+mn-ea"/>
              </a:rPr>
              <a:t>punct</a:t>
            </a:r>
            <a:r>
              <a:rPr lang="en-US" sz="2000" dirty="0">
                <a:solidFill>
                  <a:srgbClr val="000000"/>
                </a:solidFill>
                <a:latin typeface="Lucida Grande"/>
                <a:ea typeface="+mn-ea"/>
              </a:rPr>
              <a:t> la </a:t>
            </a:r>
            <a:r>
              <a:rPr lang="en-US" sz="2000" dirty="0" err="1">
                <a:solidFill>
                  <a:srgbClr val="000000"/>
                </a:solidFill>
                <a:latin typeface="Lucida Grande"/>
                <a:ea typeface="+mn-ea"/>
              </a:rPr>
              <a:t>punct</a:t>
            </a:r>
            <a:endParaRPr lang="en-US" sz="2000" dirty="0">
              <a:solidFill>
                <a:srgbClr val="000000"/>
              </a:solidFill>
              <a:latin typeface="Lucida Grande"/>
              <a:ea typeface="+mn-ea"/>
            </a:endParaRPr>
          </a:p>
          <a:p>
            <a:pPr lvl="1">
              <a:buClr>
                <a:srgbClr val="F06157"/>
              </a:buClr>
            </a:pPr>
            <a:r>
              <a:rPr lang="en-US" sz="2400" b="1" dirty="0">
                <a:solidFill>
                  <a:srgbClr val="000000"/>
                </a:solidFill>
                <a:latin typeface="Lucida Grande"/>
                <a:ea typeface="+mn-ea"/>
              </a:rPr>
              <a:t>MPI 2</a:t>
            </a:r>
            <a:r>
              <a:rPr lang="en-US" sz="2400" dirty="0">
                <a:solidFill>
                  <a:srgbClr val="000000"/>
                </a:solidFill>
                <a:latin typeface="Lucida Grande"/>
                <a:ea typeface="+mn-ea"/>
              </a:rPr>
              <a:t> (1997) include:</a:t>
            </a:r>
          </a:p>
          <a:p>
            <a:pPr lvl="2">
              <a:buClr>
                <a:srgbClr val="3568C7"/>
              </a:buClr>
            </a:pPr>
            <a:r>
              <a:rPr lang="en-US" dirty="0" err="1">
                <a:solidFill>
                  <a:srgbClr val="000000"/>
                </a:solidFill>
                <a:latin typeface="Lucida Grande"/>
                <a:ea typeface="+mn-ea"/>
              </a:rPr>
              <a:t>Procese</a:t>
            </a:r>
            <a:r>
              <a:rPr lang="en-US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ucida Grande"/>
                <a:ea typeface="+mn-ea"/>
              </a:rPr>
              <a:t>dinamice</a:t>
            </a:r>
            <a:endParaRPr lang="en-US" dirty="0">
              <a:solidFill>
                <a:srgbClr val="000000"/>
              </a:solidFill>
              <a:latin typeface="Lucida Grande"/>
              <a:ea typeface="+mn-ea"/>
            </a:endParaRPr>
          </a:p>
          <a:p>
            <a:pPr lvl="2">
              <a:buClr>
                <a:srgbClr val="3568C7"/>
              </a:buClr>
            </a:pPr>
            <a:r>
              <a:rPr lang="en-US" dirty="0" err="1">
                <a:solidFill>
                  <a:srgbClr val="000000"/>
                </a:solidFill>
                <a:latin typeface="Lucida Grande"/>
                <a:ea typeface="+mn-ea"/>
              </a:rPr>
              <a:t>Comunicarea</a:t>
            </a:r>
            <a:r>
              <a:rPr lang="en-US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Lucida Grande"/>
                <a:ea typeface="+mn-ea"/>
              </a:rPr>
              <a:t>one-sided</a:t>
            </a:r>
            <a:endParaRPr lang="en-AU" dirty="0">
              <a:solidFill>
                <a:srgbClr val="000000"/>
              </a:solidFill>
              <a:latin typeface="Lucida Grande"/>
              <a:ea typeface="+mn-ea"/>
            </a:endParaRPr>
          </a:p>
          <a:p>
            <a:pPr lvl="2">
              <a:buClr>
                <a:srgbClr val="3568C7"/>
              </a:buClr>
            </a:pPr>
            <a:r>
              <a:rPr lang="en-AU" dirty="0">
                <a:solidFill>
                  <a:srgbClr val="000000"/>
                </a:solidFill>
                <a:latin typeface="Lucida Grande"/>
                <a:ea typeface="+mn-ea"/>
              </a:rPr>
              <a:t>Opera</a:t>
            </a:r>
            <a:r>
              <a:rPr lang="ro-RO" dirty="0">
                <a:solidFill>
                  <a:srgbClr val="000000"/>
                </a:solidFill>
                <a:latin typeface="Lucida Grande"/>
                <a:ea typeface="+mn-ea"/>
              </a:rPr>
              <a:t>ț</a:t>
            </a:r>
            <a:r>
              <a:rPr lang="en-AU" dirty="0">
                <a:solidFill>
                  <a:srgbClr val="000000"/>
                </a:solidFill>
                <a:latin typeface="Lucida Grande"/>
                <a:ea typeface="+mn-ea"/>
              </a:rPr>
              <a:t>ii de I/</a:t>
            </a:r>
            <a:r>
              <a:rPr lang="ro-RO" dirty="0">
                <a:solidFill>
                  <a:srgbClr val="000000"/>
                </a:solidFill>
                <a:latin typeface="Lucida Grande"/>
                <a:ea typeface="+mn-ea"/>
              </a:rPr>
              <a:t>E</a:t>
            </a:r>
            <a:r>
              <a:rPr lang="en-AU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AU" dirty="0" err="1">
                <a:solidFill>
                  <a:srgbClr val="000000"/>
                </a:solidFill>
                <a:latin typeface="Lucida Grande"/>
                <a:ea typeface="+mn-ea"/>
              </a:rPr>
              <a:t>paralele</a:t>
            </a:r>
            <a:r>
              <a:rPr lang="en-US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</a:p>
          <a:p>
            <a:pPr lvl="1">
              <a:buClr>
                <a:srgbClr val="F06157"/>
              </a:buClr>
            </a:pPr>
            <a:endParaRPr lang="en-US" sz="24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876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6CDF-35B3-4DED-B98A-F7D3F341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Obiective</a:t>
            </a:r>
            <a:r>
              <a:rPr lang="en-US" dirty="0"/>
              <a:t> MPI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AD02686-6772-4FD7-9DC0-752DBDF41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544449"/>
            <a:ext cx="87630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Standardizare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Singura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bibliotecă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transmitere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mesaje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poate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fi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considerat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standard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Portabilitate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Codul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nu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trebuie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modificat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portarea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aplica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ț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iilor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Performan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ță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Implementarile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produc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torilor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pot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exploata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carcateristici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hardware native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Func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ț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ionalitate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Peste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115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rutine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doar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î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</a:t>
            </a: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1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Disponibilitate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Implement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ri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at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â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publice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â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ș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de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produc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tori</a:t>
            </a:r>
          </a:p>
        </p:txBody>
      </p:sp>
    </p:spTree>
    <p:extLst>
      <p:ext uri="{BB962C8B-B14F-4D97-AF65-F5344CB8AC3E}">
        <p14:creationId xmlns:p14="http://schemas.microsoft.com/office/powerpoint/2010/main" val="358868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3C94-6CAD-427E-A873-66C3C96E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Elemente</a:t>
            </a:r>
            <a:r>
              <a:rPr lang="en-US" dirty="0"/>
              <a:t> noi</a:t>
            </a:r>
            <a:r>
              <a:rPr lang="ro-RO" dirty="0"/>
              <a:t> introduse de MPI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BB7D58-866D-4F86-BFAB-B629FAB3D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46" y="1522703"/>
            <a:ext cx="8857108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Tampon de comunica</a:t>
            </a:r>
            <a:r>
              <a:rPr kumimoji="0" lang="ro-RO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ț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ie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-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definit de tripleta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(</a:t>
            </a:r>
            <a:r>
              <a:rPr kumimoji="0" lang="en-AU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adres</a:t>
            </a:r>
            <a:r>
              <a:rPr kumimoji="0" lang="ro-RO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AU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, contor, tip_de_date)</a:t>
            </a:r>
            <a:endParaRPr kumimoji="0" lang="ro-RO" sz="2400" b="0" i="1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Context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Fiecare comunicare de mesaj se deruleaz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într-un 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context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. 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Mesajele sunt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î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ntotdeauna primite în contextul în care au fost transmise.</a:t>
            </a: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Mesajele transmise în contexte diferite nu interfer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ă.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Mesajele sunt caracterizate de</a:t>
            </a:r>
            <a:r>
              <a:rPr kumimoji="0" lang="ro-RO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:</a:t>
            </a:r>
          </a:p>
          <a:p>
            <a:pPr marL="1085850" marR="0" lvl="2" indent="-2286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context</a:t>
            </a:r>
          </a:p>
          <a:p>
            <a:pPr marL="1085850" marR="0" lvl="2" indent="-2286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tag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Grup de procese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Contextul este partajat de un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grup de procese</a:t>
            </a:r>
            <a:r>
              <a:rPr kumimoji="0" lang="ro-RO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Fiecare proces are un rang (n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umăr întreg).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Deci, f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iecare proces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caracterizat de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:</a:t>
            </a:r>
          </a:p>
          <a:p>
            <a:pPr marL="1085850" marR="0" lvl="2" indent="-2286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grup</a:t>
            </a:r>
            <a:endParaRPr kumimoji="0" lang="ro-RO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ucida Grande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rang </a:t>
            </a: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î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</a:rPr>
              <a:t>n grup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04234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EB06-3EA4-49FB-BB27-723A6011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Elemente</a:t>
            </a:r>
            <a:r>
              <a:rPr lang="en-US" dirty="0"/>
              <a:t> noi</a:t>
            </a:r>
            <a:r>
              <a:rPr lang="ro-RO" dirty="0"/>
              <a:t> introduse de MPI</a:t>
            </a:r>
            <a:endParaRPr lang="en-US" dirty="0"/>
          </a:p>
        </p:txBody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4D0F544C-6819-4105-AE9A-54074665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447" y="2904331"/>
            <a:ext cx="574675" cy="576263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0</a:t>
            </a:r>
          </a:p>
        </p:txBody>
      </p:sp>
      <p:sp>
        <p:nvSpPr>
          <p:cNvPr id="15" name="Oval 6">
            <a:extLst>
              <a:ext uri="{FF2B5EF4-FFF2-40B4-BE49-F238E27FC236}">
                <a16:creationId xmlns:a16="http://schemas.microsoft.com/office/drawing/2014/main" id="{2EEA8DA8-CE0D-4A8D-BF3A-CA02CC462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88" y="2564706"/>
            <a:ext cx="574675" cy="576262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1</a:t>
            </a:r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15A87478-2603-4B7E-8577-02F8C96BA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995" y="3418982"/>
            <a:ext cx="574675" cy="576263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3</a:t>
            </a:r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157A7CBD-F83D-4CBA-95D5-2FF0B9E56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2" y="3932957"/>
            <a:ext cx="574675" cy="576262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4</a:t>
            </a:r>
          </a:p>
        </p:txBody>
      </p:sp>
      <p:sp>
        <p:nvSpPr>
          <p:cNvPr id="18" name="Oval 9">
            <a:extLst>
              <a:ext uri="{FF2B5EF4-FFF2-40B4-BE49-F238E27FC236}">
                <a16:creationId xmlns:a16="http://schemas.microsoft.com/office/drawing/2014/main" id="{BA7D521F-8AA9-4DBF-A438-CB73BF010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821" y="4264744"/>
            <a:ext cx="574675" cy="576263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5</a:t>
            </a:r>
          </a:p>
        </p:txBody>
      </p:sp>
      <p:sp>
        <p:nvSpPr>
          <p:cNvPr id="19" name="Oval 10">
            <a:extLst>
              <a:ext uri="{FF2B5EF4-FFF2-40B4-BE49-F238E27FC236}">
                <a16:creationId xmlns:a16="http://schemas.microsoft.com/office/drawing/2014/main" id="{E86146EC-4AC9-4C0C-8F9E-238E3844A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7838" y="3688481"/>
            <a:ext cx="574675" cy="576263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6</a:t>
            </a:r>
          </a:p>
        </p:txBody>
      </p:sp>
      <p:sp>
        <p:nvSpPr>
          <p:cNvPr id="20" name="Oval 11">
            <a:extLst>
              <a:ext uri="{FF2B5EF4-FFF2-40B4-BE49-F238E27FC236}">
                <a16:creationId xmlns:a16="http://schemas.microsoft.com/office/drawing/2014/main" id="{E5806872-F4EF-4787-9E07-CAECB8C74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543373"/>
            <a:ext cx="574675" cy="576263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charset="0"/>
              </a:rPr>
              <a:t>2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D411807C-7F84-4416-92B0-385B53744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735409"/>
            <a:ext cx="3509466" cy="4616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b="1">
                <a:solidFill>
                  <a:srgbClr val="000000"/>
                </a:solidFill>
                <a:ea typeface="+mn-ea"/>
                <a:cs typeface="Arial" charset="0"/>
              </a:rPr>
              <a:t>MPI_COMM_WORLD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9FD60E-4A0F-4D25-8CC6-3F91252D26BB}"/>
              </a:ext>
            </a:extLst>
          </p:cNvPr>
          <p:cNvSpPr txBox="1"/>
          <p:nvPr/>
        </p:nvSpPr>
        <p:spPr>
          <a:xfrm>
            <a:off x="647564" y="5502144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3400" indent="-533400"/>
            <a:r>
              <a:rPr lang="ro-RO" sz="2400" dirty="0">
                <a:solidFill>
                  <a:srgbClr val="000000"/>
                </a:solidFill>
                <a:latin typeface="Lucida Grande"/>
                <a:ea typeface="+mn-ea"/>
              </a:rPr>
              <a:t>Există un c</a:t>
            </a:r>
            <a:r>
              <a:rPr lang="en-US" sz="2400" dirty="0" err="1">
                <a:solidFill>
                  <a:srgbClr val="000000"/>
                </a:solidFill>
                <a:latin typeface="Lucida Grande"/>
                <a:ea typeface="+mn-ea"/>
              </a:rPr>
              <a:t>omunicator</a:t>
            </a:r>
            <a:r>
              <a:rPr lang="en-US" sz="24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ucida Grande"/>
                <a:ea typeface="+mn-ea"/>
              </a:rPr>
              <a:t>predefinit</a:t>
            </a:r>
            <a:r>
              <a:rPr lang="en-US" sz="2400" dirty="0">
                <a:solidFill>
                  <a:srgbClr val="000000"/>
                </a:solidFill>
                <a:latin typeface="Lucida Grande"/>
                <a:ea typeface="+mn-ea"/>
              </a:rPr>
              <a:t>:</a:t>
            </a:r>
            <a:r>
              <a:rPr lang="ro-RO" sz="2400" dirty="0">
                <a:solidFill>
                  <a:srgbClr val="F06157"/>
                </a:solidFill>
                <a:latin typeface="Lucida Grande"/>
                <a:ea typeface="+mn-ea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Lucida Grande"/>
                <a:ea typeface="+mn-ea"/>
              </a:rPr>
              <a:t>MPI_COMM_WORLD</a:t>
            </a:r>
          </a:p>
          <a:p>
            <a:endParaRPr lang="en-US" sz="24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4AECF0E3-F4DA-44A4-A60F-C189DFC964A6}"/>
              </a:ext>
            </a:extLst>
          </p:cNvPr>
          <p:cNvSpPr/>
          <p:nvPr/>
        </p:nvSpPr>
        <p:spPr bwMode="auto">
          <a:xfrm rot="21328277">
            <a:off x="1527143" y="2041817"/>
            <a:ext cx="5121443" cy="3330595"/>
          </a:xfrm>
          <a:prstGeom prst="cloud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578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DB88-1E29-4207-ACA1-555809FA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Structura</a:t>
            </a:r>
            <a:r>
              <a:rPr lang="en-US" dirty="0"/>
              <a:t> general</a:t>
            </a:r>
            <a:r>
              <a:rPr lang="ro-RO" dirty="0"/>
              <a:t>ă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program MPI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83DBF0C-8419-4309-ACA0-A9B09D634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28249"/>
              </p:ext>
            </p:extLst>
          </p:nvPr>
        </p:nvGraphicFramePr>
        <p:xfrm>
          <a:off x="2087724" y="1437966"/>
          <a:ext cx="4968552" cy="4931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48036" imgH="3819396" progId="Excel.Sheet.12">
                  <p:embed/>
                </p:oleObj>
              </mc:Choice>
              <mc:Fallback>
                <p:oleObj name="Worksheet" r:id="rId2" imgW="3848036" imgH="3819396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83DBF0C-8419-4309-ACA0-A9B09D634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724" y="1437966"/>
                        <a:ext cx="4968552" cy="49316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18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28C4-A662-41E2-8A7B-B582AECF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Comunicarea</a:t>
            </a:r>
            <a:r>
              <a:rPr lang="en-AU" dirty="0"/>
              <a:t> </a:t>
            </a:r>
            <a:r>
              <a:rPr lang="en-AU" dirty="0" err="1"/>
              <a:t>punct</a:t>
            </a:r>
            <a:r>
              <a:rPr lang="en-AU" dirty="0"/>
              <a:t> la </a:t>
            </a:r>
            <a:r>
              <a:rPr lang="en-AU" dirty="0" err="1"/>
              <a:t>punct</a:t>
            </a:r>
            <a:r>
              <a:rPr lang="ro-RO" dirty="0"/>
              <a:t> – operații de bază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A19818-63FF-4180-BC72-FBCAA5A2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651492"/>
            <a:ext cx="8763000" cy="4680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Forma clasică: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send (adres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lungime, destina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ț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ie, tag)</a:t>
            </a: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recv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(adres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lungime_maximă</a:t>
            </a: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surs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tag,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lungime_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efectiv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În MPI: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MPI_SEND (buf, count, datatype, dest, tag, comm)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MPI_RECV (buf, count, datatype, source, tag, comm, status)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endParaRPr kumimoji="0" lang="ro-RO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endParaRPr kumimoji="0" lang="ro-RO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Limbajul C: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MPI_Send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void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buf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count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		       </a:t>
            </a: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MPI_Datatype datatype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dest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ro-RO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tag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MPI_Comm comm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ro-RO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MPI_Recv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(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</a:rPr>
              <a:t>void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*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buf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count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,</a:t>
            </a:r>
            <a:endParaRPr kumimoji="0" lang="ro-RO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              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MPI_Datatype datatype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source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</a:t>
            </a:r>
            <a:endParaRPr kumimoji="0" lang="ro-RO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              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</a:rPr>
              <a:t>int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tag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MPI_Comm comm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,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MPI_Status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*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status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</a:rPr>
              <a:t>)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</a:rPr>
              <a:t>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589180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F46A-7B55-4C02-98F7-BFDEEFF8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D5B87FE-6345-495A-B409-D07F3601B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467242"/>
              </p:ext>
            </p:extLst>
          </p:nvPr>
        </p:nvGraphicFramePr>
        <p:xfrm>
          <a:off x="827584" y="1364646"/>
          <a:ext cx="7488832" cy="4871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458008" imgH="4200525" progId="Excel.Sheet.12">
                  <p:embed/>
                </p:oleObj>
              </mc:Choice>
              <mc:Fallback>
                <p:oleObj name="Worksheet" r:id="rId2" imgW="6458008" imgH="420052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D5B87FE-6345-495A-B409-D07F3601B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364646"/>
                        <a:ext cx="7488832" cy="48710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7525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9100-C470-4CF3-9DF4-2AB0929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Moduri de comunicare</a:t>
            </a:r>
            <a:br>
              <a:rPr lang="en-US" dirty="0"/>
            </a:br>
            <a:endParaRPr 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092A7DE-7CF4-45D1-9E38-0CF5CB10FFAB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" y="1364161"/>
            <a:ext cx="8763000" cy="15843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defRPr/>
            </a:pPr>
            <a:r>
              <a:rPr lang="ro-RO" sz="2000" dirty="0">
                <a:solidFill>
                  <a:srgbClr val="000000"/>
                </a:solidFill>
                <a:latin typeface="Lucida Grande"/>
              </a:rPr>
              <a:t>Apelul </a:t>
            </a:r>
            <a:r>
              <a:rPr lang="ro-RO" sz="2000" i="1" dirty="0" err="1">
                <a:solidFill>
                  <a:srgbClr val="000000"/>
                </a:solidFill>
                <a:latin typeface="Lucida Grande"/>
              </a:rPr>
              <a:t>receive</a:t>
            </a:r>
            <a:r>
              <a:rPr lang="ro-RO" sz="2000" dirty="0">
                <a:solidFill>
                  <a:srgbClr val="000000"/>
                </a:solidFill>
                <a:latin typeface="Lucida Grande"/>
              </a:rPr>
              <a:t> este </a:t>
            </a:r>
            <a:r>
              <a:rPr lang="ro-RO" sz="2000" b="1" dirty="0">
                <a:solidFill>
                  <a:srgbClr val="000000"/>
                </a:solidFill>
                <a:latin typeface="Lucida Grande"/>
              </a:rPr>
              <a:t>blocant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defRPr/>
            </a:pPr>
            <a:r>
              <a:rPr lang="ro-RO" sz="2000" dirty="0">
                <a:solidFill>
                  <a:srgbClr val="000000"/>
                </a:solidFill>
                <a:latin typeface="Lucida Grande"/>
              </a:rPr>
              <a:t>Moduri de comunicare: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defRPr/>
            </a:pPr>
            <a:r>
              <a:rPr lang="ro-RO" sz="2000" dirty="0">
                <a:solidFill>
                  <a:srgbClr val="000000"/>
                </a:solidFill>
                <a:latin typeface="Lucida Grande"/>
                <a:ea typeface="+mn-ea"/>
              </a:rPr>
              <a:t>cu buffer local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defRPr/>
            </a:pPr>
            <a:r>
              <a:rPr lang="ro-RO" sz="2000" dirty="0">
                <a:solidFill>
                  <a:srgbClr val="000000"/>
                </a:solidFill>
                <a:latin typeface="Lucida Grande"/>
                <a:ea typeface="+mn-ea"/>
              </a:rPr>
              <a:t>fără buffer local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F86EBC-2B2C-4A9C-A16F-4D3B6BF8D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6" y="3549702"/>
            <a:ext cx="1205677" cy="1054968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Sender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D4167C-FEF6-475A-A6CC-93C21390B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7" y="5180734"/>
            <a:ext cx="1115291" cy="97588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F6E64F-04C3-45C7-A409-DCA605DDD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456" y="3556782"/>
            <a:ext cx="1197586" cy="1047888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Receiver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A0D315-C934-4B36-B81C-F46A4DDC9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7" y="5180733"/>
            <a:ext cx="1205676" cy="1054967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146612-93E7-43B1-B4F2-4EC6C9C29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456" y="5180734"/>
            <a:ext cx="1205675" cy="1054966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Receiver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67C5E3-93D5-4180-BF41-F541A3619EE7}"/>
              </a:ext>
            </a:extLst>
          </p:cNvPr>
          <p:cNvCxnSpPr/>
          <p:nvPr/>
        </p:nvCxnSpPr>
        <p:spPr bwMode="auto">
          <a:xfrm>
            <a:off x="1577153" y="4078077"/>
            <a:ext cx="629695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EC911E-F459-410F-9666-CB2EA75F29C6}"/>
              </a:ext>
            </a:extLst>
          </p:cNvPr>
          <p:cNvCxnSpPr/>
          <p:nvPr/>
        </p:nvCxnSpPr>
        <p:spPr bwMode="auto">
          <a:xfrm>
            <a:off x="1577153" y="5740137"/>
            <a:ext cx="1853831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0" name="Cloud 29">
            <a:extLst>
              <a:ext uri="{FF2B5EF4-FFF2-40B4-BE49-F238E27FC236}">
                <a16:creationId xmlns:a16="http://schemas.microsoft.com/office/drawing/2014/main" id="{E0A32823-8852-42E8-8561-D7BE7E454C10}"/>
              </a:ext>
            </a:extLst>
          </p:cNvPr>
          <p:cNvSpPr/>
          <p:nvPr/>
        </p:nvSpPr>
        <p:spPr bwMode="auto">
          <a:xfrm>
            <a:off x="3430984" y="5180734"/>
            <a:ext cx="2088232" cy="1054966"/>
          </a:xfrm>
          <a:prstGeom prst="cloud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F4D4BF-0971-40F9-9A26-1001CA99790A}"/>
              </a:ext>
            </a:extLst>
          </p:cNvPr>
          <p:cNvSpPr txBox="1"/>
          <p:nvPr/>
        </p:nvSpPr>
        <p:spPr>
          <a:xfrm>
            <a:off x="3719016" y="5437841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 err="1">
                <a:solidFill>
                  <a:srgbClr val="000000"/>
                </a:solidFill>
                <a:latin typeface="Lucida Grande"/>
                <a:ea typeface="+mn-ea"/>
              </a:rPr>
              <a:t>Network</a:t>
            </a:r>
            <a:endParaRPr lang="en-US" sz="2000" b="1" i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8ECF975A-8FB7-4204-9406-AF28299A9734}"/>
              </a:ext>
            </a:extLst>
          </p:cNvPr>
          <p:cNvSpPr/>
          <p:nvPr/>
        </p:nvSpPr>
        <p:spPr bwMode="auto">
          <a:xfrm>
            <a:off x="3430984" y="3596558"/>
            <a:ext cx="2088232" cy="1054966"/>
          </a:xfrm>
          <a:prstGeom prst="cloud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0289F7-E1D5-4E49-A8E2-CB4348B9914E}"/>
              </a:ext>
            </a:extLst>
          </p:cNvPr>
          <p:cNvCxnSpPr>
            <a:endCxn id="27" idx="1"/>
          </p:cNvCxnSpPr>
          <p:nvPr/>
        </p:nvCxnSpPr>
        <p:spPr bwMode="auto">
          <a:xfrm flipV="1">
            <a:off x="5519216" y="5708217"/>
            <a:ext cx="2160240" cy="1758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68E5834-57CF-4569-BC2F-2C0E74E64935}"/>
              </a:ext>
            </a:extLst>
          </p:cNvPr>
          <p:cNvSpPr txBox="1"/>
          <p:nvPr/>
        </p:nvSpPr>
        <p:spPr>
          <a:xfrm>
            <a:off x="3719016" y="3884590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 err="1">
                <a:solidFill>
                  <a:srgbClr val="000000"/>
                </a:solidFill>
                <a:latin typeface="Lucida Grande"/>
                <a:ea typeface="+mn-ea"/>
              </a:rPr>
              <a:t>Network</a:t>
            </a:r>
            <a:endParaRPr lang="en-US" sz="2000" b="1" i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DD586F-090A-4554-B429-6BDC621BB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848" y="3680094"/>
            <a:ext cx="907639" cy="794184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Local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985DC2-6A26-4C30-97A2-F9F4823D6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288" y="3668566"/>
            <a:ext cx="907639" cy="794184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Local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buffer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B32991D-E345-45D8-AD2A-677E80B9BBDE}"/>
              </a:ext>
            </a:extLst>
          </p:cNvPr>
          <p:cNvCxnSpPr/>
          <p:nvPr/>
        </p:nvCxnSpPr>
        <p:spPr bwMode="auto">
          <a:xfrm>
            <a:off x="3116137" y="4060633"/>
            <a:ext cx="314847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6AD342-984B-4B54-84B8-909B402ECE2E}"/>
              </a:ext>
            </a:extLst>
          </p:cNvPr>
          <p:cNvCxnSpPr/>
          <p:nvPr/>
        </p:nvCxnSpPr>
        <p:spPr bwMode="auto">
          <a:xfrm>
            <a:off x="5519216" y="4065658"/>
            <a:ext cx="629695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70E5244-CAEE-4E40-BCB3-62D9BCA24059}"/>
              </a:ext>
            </a:extLst>
          </p:cNvPr>
          <p:cNvCxnSpPr>
            <a:endCxn id="25" idx="1"/>
          </p:cNvCxnSpPr>
          <p:nvPr/>
        </p:nvCxnSpPr>
        <p:spPr bwMode="auto">
          <a:xfrm>
            <a:off x="7074927" y="4077186"/>
            <a:ext cx="604529" cy="354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91401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CC42-3C73-4B47-A6AC-DA7F6A95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Modurile de </a:t>
            </a:r>
            <a:r>
              <a:rPr lang="ro-RO" dirty="0" err="1"/>
              <a:t>comunicaţie</a:t>
            </a:r>
            <a:r>
              <a:rPr lang="ro-RO" dirty="0"/>
              <a:t> MPI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76663D-1590-49E5-9A41-DBA86731B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355846"/>
              </p:ext>
            </p:extLst>
          </p:nvPr>
        </p:nvGraphicFramePr>
        <p:xfrm>
          <a:off x="742697" y="1471337"/>
          <a:ext cx="7920880" cy="4633618"/>
        </p:xfrm>
        <a:graphic>
          <a:graphicData uri="http://schemas.openxmlformats.org/drawingml/2006/table">
            <a:tbl>
              <a:tblPr firstRow="1" bandRow="1"/>
              <a:tblGrid>
                <a:gridCol w="2841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9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/>
                        <a:t>Tip</a:t>
                      </a:r>
                      <a:endParaRPr lang="en-US"/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/>
                        <a:t>Condiția de terminare</a:t>
                      </a:r>
                      <a:endParaRPr lang="en-US"/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Synchronous send</a:t>
                      </a: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Finalizare atunci când operația de recepție a fost terminată cu succes.</a:t>
                      </a:r>
                    </a:p>
                    <a:p>
                      <a:pPr algn="ctr"/>
                      <a:endParaRPr lang="en-US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Buffered send</a:t>
                      </a:r>
                    </a:p>
                    <a:p>
                      <a:pPr algn="ctr"/>
                      <a:endParaRPr 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Se termină întotdeauna (cu excep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ti</a:t>
                      </a: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a apariției unei erori), indiferent de operația de recepție.</a:t>
                      </a:r>
                    </a:p>
                    <a:p>
                      <a:pPr algn="ctr"/>
                      <a:endParaRPr lang="en-US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Standard send</a:t>
                      </a:r>
                    </a:p>
                    <a:p>
                      <a:pPr algn="ctr"/>
                      <a:endParaRPr 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Trimiterea mesajului (fără a se cunoaște starea opera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t</a:t>
                      </a: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iei de recepție).</a:t>
                      </a:r>
                    </a:p>
                    <a:p>
                      <a:pPr algn="ctr"/>
                      <a:endParaRPr lang="en-US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68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Ready send</a:t>
                      </a:r>
                    </a:p>
                    <a:p>
                      <a:pPr algn="ctr"/>
                      <a:endParaRPr 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kumimoji="0" 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Se termină întotdeauna (cu </a:t>
                      </a:r>
                      <a:r>
                        <a:rPr kumimoji="0" 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excepț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i</a:t>
                      </a:r>
                      <a:r>
                        <a:rPr kumimoji="0" 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a apariției unei erori), însă folosirea e condiționată de apelul anterior la destinație a operației de recepție.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08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82FB-F052-44CD-8BAA-2C000E45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Probleme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sincron</a:t>
            </a:r>
            <a:endParaRPr lang="en-US"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F2B37CAA-6273-4AE2-8125-457B1B28A52B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" y="1288535"/>
            <a:ext cx="8763000" cy="129629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defRPr/>
            </a:pPr>
            <a:r>
              <a:rPr lang="ro-RO" sz="2000" dirty="0">
                <a:solidFill>
                  <a:srgbClr val="000000"/>
                </a:solidFill>
                <a:latin typeface="Lucida Grande"/>
              </a:rPr>
              <a:t>Presupunem că: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defRPr/>
            </a:pP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avem 5 procese care execută o serie de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send</a:t>
            </a: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 și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receive</a:t>
            </a:r>
            <a:r>
              <a:rPr lang="ro-RO" sz="1600" i="1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Lucida Grande"/>
                <a:ea typeface="+mn-ea"/>
              </a:rPr>
              <a:t>+ </a:t>
            </a:r>
            <a:r>
              <a:rPr lang="en-US" sz="1600" dirty="0">
                <a:solidFill>
                  <a:srgbClr val="000000"/>
                </a:solidFill>
                <a:latin typeface="Lucida Grande"/>
                <a:ea typeface="+mn-ea"/>
              </a:rPr>
              <a:t>1 </a:t>
            </a:r>
            <a:r>
              <a:rPr lang="en-US" sz="1600" dirty="0" err="1">
                <a:solidFill>
                  <a:srgbClr val="000000"/>
                </a:solidFill>
                <a:latin typeface="Lucida Grande"/>
                <a:ea typeface="+mn-ea"/>
              </a:rPr>
              <a:t>proces</a:t>
            </a:r>
            <a:r>
              <a:rPr lang="en-US" sz="1600" dirty="0">
                <a:solidFill>
                  <a:srgbClr val="000000"/>
                </a:solidFill>
                <a:latin typeface="Lucida Grande"/>
                <a:ea typeface="+mn-ea"/>
              </a:rPr>
              <a:t> care </a:t>
            </a:r>
            <a:r>
              <a:rPr lang="en-US" sz="1600" dirty="0" err="1">
                <a:solidFill>
                  <a:srgbClr val="000000"/>
                </a:solidFill>
                <a:latin typeface="Lucida Grande"/>
                <a:ea typeface="+mn-ea"/>
              </a:rPr>
              <a:t>execut</a:t>
            </a: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ă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receive</a:t>
            </a:r>
            <a:endParaRPr lang="ro-RO" sz="1600" i="1" dirty="0">
              <a:solidFill>
                <a:srgbClr val="000000"/>
              </a:solidFill>
              <a:latin typeface="Lucida Grande"/>
              <a:ea typeface="+mn-ea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defRPr/>
            </a:pP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inițial, cele 5 procese execută simultan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send</a:t>
            </a:r>
            <a:r>
              <a:rPr lang="ro-RO" sz="1600" i="1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și un proces execută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receive</a:t>
            </a:r>
            <a:endParaRPr lang="ro-RO" sz="1600" i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11B142-9B21-4EB6-9C2B-3C92F419849C}"/>
              </a:ext>
            </a:extLst>
          </p:cNvPr>
          <p:cNvCxnSpPr/>
          <p:nvPr/>
        </p:nvCxnSpPr>
        <p:spPr bwMode="auto">
          <a:xfrm>
            <a:off x="838696" y="2800852"/>
            <a:ext cx="0" cy="3528392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3B9EE15-6EF9-4500-905B-B8ACE858F335}"/>
              </a:ext>
            </a:extLst>
          </p:cNvPr>
          <p:cNvSpPr txBox="1"/>
          <p:nvPr/>
        </p:nvSpPr>
        <p:spPr>
          <a:xfrm rot="16200000">
            <a:off x="134585" y="4256981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>
                <a:solidFill>
                  <a:srgbClr val="000000"/>
                </a:solidFill>
                <a:latin typeface="Lucida Grande"/>
                <a:ea typeface="+mn-ea"/>
              </a:rPr>
              <a:t>Timp</a:t>
            </a:r>
            <a:endParaRPr lang="en-US" sz="2000" b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12F372-4362-46D5-89CB-06FA3095F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744" y="28728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7710E4-5690-4261-8044-3D031A7F4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779" y="28728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C951CB-E5BE-4324-9874-89897AAA8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814" y="28728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3D90C5-7782-4845-8B45-15198072D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49" y="28728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20BF1B-DB96-46F8-87EB-7060930D5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884" y="28728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AB6F41-F711-471C-A4C8-18B40EDE8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5920" y="2872860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0E29D1-A004-4D41-8460-4F44EA690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12" y="3520932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2BE21D-CECC-4C58-8270-2AE37535A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49" y="4031648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472463-CAE1-4F85-ABD5-5990D1F0E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814" y="4587732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B50B62-C4D7-4A39-866E-690985E7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779" y="5121132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582247-10AB-417D-B834-C027BD45E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744" y="5654532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06D8FA-17AF-461F-80A0-6E92450015BB}"/>
              </a:ext>
            </a:extLst>
          </p:cNvPr>
          <p:cNvCxnSpPr>
            <a:stCxn id="39" idx="2"/>
            <a:endCxn id="49" idx="0"/>
          </p:cNvCxnSpPr>
          <p:nvPr/>
        </p:nvCxnSpPr>
        <p:spPr bwMode="auto">
          <a:xfrm>
            <a:off x="1575544" y="3406260"/>
            <a:ext cx="0" cy="2248272"/>
          </a:xfrm>
          <a:prstGeom prst="line">
            <a:avLst/>
          </a:prstGeom>
          <a:solidFill>
            <a:srgbClr val="3568C7"/>
          </a:solidFill>
          <a:ln w="28575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CD9F33-224D-420E-A923-B14E37E53CD7}"/>
              </a:ext>
            </a:extLst>
          </p:cNvPr>
          <p:cNvCxnSpPr>
            <a:stCxn id="40" idx="2"/>
            <a:endCxn id="48" idx="0"/>
          </p:cNvCxnSpPr>
          <p:nvPr/>
        </p:nvCxnSpPr>
        <p:spPr bwMode="auto">
          <a:xfrm>
            <a:off x="2850579" y="3406260"/>
            <a:ext cx="0" cy="1714872"/>
          </a:xfrm>
          <a:prstGeom prst="line">
            <a:avLst/>
          </a:prstGeom>
          <a:solidFill>
            <a:srgbClr val="3568C7"/>
          </a:solidFill>
          <a:ln w="28575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00D739-B3BD-4347-BD98-7D061ECDE035}"/>
              </a:ext>
            </a:extLst>
          </p:cNvPr>
          <p:cNvCxnSpPr>
            <a:stCxn id="41" idx="2"/>
            <a:endCxn id="47" idx="0"/>
          </p:cNvCxnSpPr>
          <p:nvPr/>
        </p:nvCxnSpPr>
        <p:spPr bwMode="auto">
          <a:xfrm>
            <a:off x="4125614" y="3406260"/>
            <a:ext cx="0" cy="1181472"/>
          </a:xfrm>
          <a:prstGeom prst="line">
            <a:avLst/>
          </a:prstGeom>
          <a:solidFill>
            <a:srgbClr val="3568C7"/>
          </a:solidFill>
          <a:ln w="28575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071E4CC-7A4E-4ADA-97BE-07DEEF7DA30F}"/>
              </a:ext>
            </a:extLst>
          </p:cNvPr>
          <p:cNvCxnSpPr>
            <a:stCxn id="42" idx="2"/>
            <a:endCxn id="46" idx="0"/>
          </p:cNvCxnSpPr>
          <p:nvPr/>
        </p:nvCxnSpPr>
        <p:spPr bwMode="auto">
          <a:xfrm>
            <a:off x="5400649" y="3406260"/>
            <a:ext cx="0" cy="625388"/>
          </a:xfrm>
          <a:prstGeom prst="line">
            <a:avLst/>
          </a:prstGeom>
          <a:solidFill>
            <a:srgbClr val="3568C7"/>
          </a:solidFill>
          <a:ln w="28575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2FBF091-4931-4B5E-A9BB-E456FA13B841}"/>
              </a:ext>
            </a:extLst>
          </p:cNvPr>
          <p:cNvCxnSpPr/>
          <p:nvPr/>
        </p:nvCxnSpPr>
        <p:spPr bwMode="auto">
          <a:xfrm>
            <a:off x="5599905" y="6238715"/>
            <a:ext cx="1126679" cy="0"/>
          </a:xfrm>
          <a:prstGeom prst="line">
            <a:avLst/>
          </a:prstGeom>
          <a:solidFill>
            <a:srgbClr val="3568C7"/>
          </a:solidFill>
          <a:ln w="28575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2B277CE-6390-4F39-B087-467D4FE51031}"/>
              </a:ext>
            </a:extLst>
          </p:cNvPr>
          <p:cNvSpPr txBox="1"/>
          <p:nvPr/>
        </p:nvSpPr>
        <p:spPr>
          <a:xfrm>
            <a:off x="6743352" y="6001142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>
                <a:solidFill>
                  <a:srgbClr val="000000"/>
                </a:solidFill>
                <a:latin typeface="Lucida Grande"/>
                <a:ea typeface="+mn-ea"/>
              </a:rPr>
              <a:t>Timp de așteptare</a:t>
            </a:r>
            <a:endParaRPr lang="en-US" sz="200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15E3EF-AFF9-4EBB-A784-1B8FF3C578D4}"/>
              </a:ext>
            </a:extLst>
          </p:cNvPr>
          <p:cNvSpPr txBox="1"/>
          <p:nvPr/>
        </p:nvSpPr>
        <p:spPr>
          <a:xfrm>
            <a:off x="1342752" y="2512820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P1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7F7F20-9DF2-44BA-9FF9-02A76667F4D5}"/>
              </a:ext>
            </a:extLst>
          </p:cNvPr>
          <p:cNvSpPr txBox="1"/>
          <p:nvPr/>
        </p:nvSpPr>
        <p:spPr>
          <a:xfrm>
            <a:off x="2638896" y="2512820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P2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432EA5-B9BB-4C73-8545-014DFA9D9FA4}"/>
              </a:ext>
            </a:extLst>
          </p:cNvPr>
          <p:cNvSpPr txBox="1"/>
          <p:nvPr/>
        </p:nvSpPr>
        <p:spPr>
          <a:xfrm>
            <a:off x="3901504" y="2512820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P3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4DCA5B-586C-48E8-B91B-3D870CA5D72F}"/>
              </a:ext>
            </a:extLst>
          </p:cNvPr>
          <p:cNvSpPr txBox="1"/>
          <p:nvPr/>
        </p:nvSpPr>
        <p:spPr>
          <a:xfrm>
            <a:off x="5197648" y="2512820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P4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79A0CE-E3B9-4820-88E2-3C2AA17C5D66}"/>
              </a:ext>
            </a:extLst>
          </p:cNvPr>
          <p:cNvSpPr txBox="1"/>
          <p:nvPr/>
        </p:nvSpPr>
        <p:spPr>
          <a:xfrm>
            <a:off x="6455320" y="2512820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P5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C5C8F-220C-4516-A53A-02C46F7BE81E}"/>
              </a:ext>
            </a:extLst>
          </p:cNvPr>
          <p:cNvSpPr txBox="1"/>
          <p:nvPr/>
        </p:nvSpPr>
        <p:spPr>
          <a:xfrm>
            <a:off x="7717928" y="2512820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P6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5A03C1-BD75-40B3-A5F0-5E487A6F8AEA}"/>
              </a:ext>
            </a:extLst>
          </p:cNvPr>
          <p:cNvCxnSpPr>
            <a:stCxn id="43" idx="3"/>
            <a:endCxn id="44" idx="1"/>
          </p:cNvCxnSpPr>
          <p:nvPr/>
        </p:nvCxnSpPr>
        <p:spPr bwMode="auto">
          <a:xfrm>
            <a:off x="6980484" y="3139560"/>
            <a:ext cx="665436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241295B-0BBC-4B51-BFB6-263BFEC1A2C6}"/>
              </a:ext>
            </a:extLst>
          </p:cNvPr>
          <p:cNvCxnSpPr>
            <a:stCxn id="42" idx="3"/>
            <a:endCxn id="43" idx="1"/>
          </p:cNvCxnSpPr>
          <p:nvPr/>
        </p:nvCxnSpPr>
        <p:spPr bwMode="auto">
          <a:xfrm>
            <a:off x="5705449" y="3139560"/>
            <a:ext cx="665435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3EB69C1-E524-4FFA-9C3E-4703CEB8D165}"/>
              </a:ext>
            </a:extLst>
          </p:cNvPr>
          <p:cNvCxnSpPr>
            <a:endCxn id="42" idx="1"/>
          </p:cNvCxnSpPr>
          <p:nvPr/>
        </p:nvCxnSpPr>
        <p:spPr bwMode="auto">
          <a:xfrm>
            <a:off x="4439096" y="3139560"/>
            <a:ext cx="65675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9817E78-D67F-43BE-B08F-EEC20F6AF852}"/>
              </a:ext>
            </a:extLst>
          </p:cNvPr>
          <p:cNvCxnSpPr>
            <a:stCxn id="40" idx="3"/>
            <a:endCxn id="41" idx="1"/>
          </p:cNvCxnSpPr>
          <p:nvPr/>
        </p:nvCxnSpPr>
        <p:spPr bwMode="auto">
          <a:xfrm>
            <a:off x="3155379" y="3139560"/>
            <a:ext cx="665435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C2D35EE-671B-4373-81D5-D1558A2530C7}"/>
              </a:ext>
            </a:extLst>
          </p:cNvPr>
          <p:cNvCxnSpPr>
            <a:stCxn id="39" idx="3"/>
            <a:endCxn id="40" idx="1"/>
          </p:cNvCxnSpPr>
          <p:nvPr/>
        </p:nvCxnSpPr>
        <p:spPr bwMode="auto">
          <a:xfrm>
            <a:off x="1880344" y="3139560"/>
            <a:ext cx="665435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E15A452-7837-4139-B6BF-D53B38FD1B78}"/>
              </a:ext>
            </a:extLst>
          </p:cNvPr>
          <p:cNvSpPr txBox="1"/>
          <p:nvPr/>
        </p:nvSpPr>
        <p:spPr>
          <a:xfrm>
            <a:off x="6735565" y="4195716"/>
            <a:ext cx="24544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Lucida Grande"/>
                <a:ea typeface="+mn-ea"/>
              </a:rPr>
              <a:t>P5</a:t>
            </a:r>
            <a:r>
              <a:rPr lang="en-US" sz="1400">
                <a:solidFill>
                  <a:srgbClr val="000000"/>
                </a:solidFill>
                <a:latin typeface="Lucida Grande"/>
                <a:ea typeface="+mn-ea"/>
              </a:rPr>
              <a:t> execu</a:t>
            </a:r>
            <a:r>
              <a:rPr lang="ro-RO" sz="1400">
                <a:solidFill>
                  <a:srgbClr val="000000"/>
                </a:solidFill>
                <a:latin typeface="Lucida Grande"/>
                <a:ea typeface="+mn-ea"/>
              </a:rPr>
              <a:t>tă </a:t>
            </a:r>
            <a:r>
              <a:rPr lang="ro-RO" sz="1400" b="1">
                <a:solidFill>
                  <a:srgbClr val="000000"/>
                </a:solidFill>
                <a:latin typeface="Lucida Grande"/>
                <a:ea typeface="+mn-ea"/>
              </a:rPr>
              <a:t>recv</a:t>
            </a:r>
            <a:r>
              <a:rPr lang="ro-RO" sz="1400">
                <a:solidFill>
                  <a:srgbClr val="000000"/>
                </a:solidFill>
                <a:latin typeface="Lucida Grande"/>
                <a:ea typeface="+mn-ea"/>
              </a:rPr>
              <a:t> și eliberează operația blocantă </a:t>
            </a:r>
            <a:r>
              <a:rPr lang="ro-RO" sz="1400" b="1">
                <a:solidFill>
                  <a:srgbClr val="000000"/>
                </a:solidFill>
                <a:latin typeface="Lucida Grande"/>
                <a:ea typeface="+mn-ea"/>
              </a:rPr>
              <a:t>send</a:t>
            </a:r>
            <a:r>
              <a:rPr lang="ro-RO" sz="1400">
                <a:solidFill>
                  <a:srgbClr val="000000"/>
                </a:solidFill>
                <a:latin typeface="Lucida Grande"/>
                <a:ea typeface="+mn-ea"/>
              </a:rPr>
              <a:t> a lui </a:t>
            </a:r>
            <a:r>
              <a:rPr lang="ro-RO" sz="1400" i="1">
                <a:solidFill>
                  <a:srgbClr val="000000"/>
                </a:solidFill>
                <a:latin typeface="Lucida Grande"/>
                <a:ea typeface="+mn-ea"/>
              </a:rPr>
              <a:t>P4</a:t>
            </a:r>
            <a:endParaRPr lang="en-US" sz="1400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602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CA8D-8CA5-4965-9735-BF30DD46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Probleme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sincron</a:t>
            </a:r>
            <a:endParaRPr 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4F6138CB-832C-4474-B7E3-62A743FF68D8}"/>
              </a:ext>
            </a:extLst>
          </p:cNvPr>
          <p:cNvSpPr txBox="1">
            <a:spLocks noChangeArrowheads="1"/>
          </p:cNvSpPr>
          <p:nvPr/>
        </p:nvSpPr>
        <p:spPr>
          <a:xfrm>
            <a:off x="179388" y="1700659"/>
            <a:ext cx="8763000" cy="79223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defRPr/>
            </a:pPr>
            <a:r>
              <a:rPr lang="ro-RO" sz="2000" dirty="0">
                <a:solidFill>
                  <a:srgbClr val="000000"/>
                </a:solidFill>
                <a:latin typeface="Lucida Grande"/>
              </a:rPr>
              <a:t>Soluție: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defRPr/>
            </a:pP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Ordonarea operațiilor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send</a:t>
            </a: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 și </a:t>
            </a:r>
            <a:r>
              <a:rPr lang="ro-RO" sz="1600" i="1" dirty="0" err="1">
                <a:solidFill>
                  <a:srgbClr val="000000"/>
                </a:solidFill>
                <a:latin typeface="Lucida Grande"/>
                <a:ea typeface="+mn-ea"/>
              </a:rPr>
              <a:t>recv</a:t>
            </a:r>
            <a:endParaRPr lang="ro-RO" sz="1600" i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D19A4C-3D8B-4C49-BC75-805383EBDE0D}"/>
              </a:ext>
            </a:extLst>
          </p:cNvPr>
          <p:cNvCxnSpPr/>
          <p:nvPr/>
        </p:nvCxnSpPr>
        <p:spPr bwMode="auto">
          <a:xfrm>
            <a:off x="611560" y="2618892"/>
            <a:ext cx="0" cy="3528392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A233AA0-BCA2-408F-A794-2BD98C4A843F}"/>
              </a:ext>
            </a:extLst>
          </p:cNvPr>
          <p:cNvSpPr txBox="1"/>
          <p:nvPr/>
        </p:nvSpPr>
        <p:spPr>
          <a:xfrm rot="16200000">
            <a:off x="-92551" y="4021033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>
                <a:solidFill>
                  <a:srgbClr val="000000"/>
                </a:solidFill>
                <a:latin typeface="Lucida Grande"/>
                <a:ea typeface="+mn-ea"/>
              </a:rPr>
              <a:t>Timp</a:t>
            </a:r>
            <a:endParaRPr lang="en-US" sz="2000" b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D62371-D4AB-4BE3-A5ED-192CAD84A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19" y="30689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E19579-6DCC-4B0F-8014-EB51CB245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782" y="3068960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32C0AA-F744-427B-8708-51B6DADCB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045" y="30689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813DFD-D39D-4D47-AED8-6B47F0759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6308" y="3068960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7E15FC-8EE1-468A-9B8A-5B0CCFA99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571" y="306896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93FE0-2B12-493A-AAC1-DE437C5F3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832" y="3068960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197702A-823D-4EDD-9A9C-1DFF7A7F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782" y="397572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4C9C23-4417-43A8-BCF2-47ABC0802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045" y="3975720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BF90F1-12EC-403F-8FED-8CE638811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6308" y="3975720"/>
            <a:ext cx="609600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B3D1F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04829AA-7926-4D04-9186-39B522A52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571" y="3975720"/>
            <a:ext cx="609600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recv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EC0047-9358-4F79-80B2-5FBC45BB65A5}"/>
              </a:ext>
            </a:extLst>
          </p:cNvPr>
          <p:cNvCxnSpPr>
            <a:stCxn id="35" idx="3"/>
            <a:endCxn id="36" idx="1"/>
          </p:cNvCxnSpPr>
          <p:nvPr/>
        </p:nvCxnSpPr>
        <p:spPr bwMode="auto">
          <a:xfrm>
            <a:off x="1824119" y="333566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DF0F4E-E572-4D6E-B13E-9DC2CD7A09CA}"/>
              </a:ext>
            </a:extLst>
          </p:cNvPr>
          <p:cNvCxnSpPr/>
          <p:nvPr/>
        </p:nvCxnSpPr>
        <p:spPr bwMode="auto">
          <a:xfrm>
            <a:off x="3151382" y="333566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1FE2BE-F3EA-4B7D-AE62-DB157831079A}"/>
              </a:ext>
            </a:extLst>
          </p:cNvPr>
          <p:cNvCxnSpPr>
            <a:stCxn id="37" idx="3"/>
            <a:endCxn id="38" idx="1"/>
          </p:cNvCxnSpPr>
          <p:nvPr/>
        </p:nvCxnSpPr>
        <p:spPr bwMode="auto">
          <a:xfrm>
            <a:off x="4478645" y="333566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1CF863C-32D3-4437-91AE-6E4AC0FCAD19}"/>
              </a:ext>
            </a:extLst>
          </p:cNvPr>
          <p:cNvCxnSpPr>
            <a:stCxn id="38" idx="3"/>
          </p:cNvCxnSpPr>
          <p:nvPr/>
        </p:nvCxnSpPr>
        <p:spPr bwMode="auto">
          <a:xfrm>
            <a:off x="5805908" y="333566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6ECBAA1-2DCE-4E65-87B0-937539AB3CBB}"/>
              </a:ext>
            </a:extLst>
          </p:cNvPr>
          <p:cNvCxnSpPr>
            <a:stCxn id="39" idx="3"/>
            <a:endCxn id="40" idx="1"/>
          </p:cNvCxnSpPr>
          <p:nvPr/>
        </p:nvCxnSpPr>
        <p:spPr bwMode="auto">
          <a:xfrm>
            <a:off x="7133171" y="3335660"/>
            <a:ext cx="717661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208BF7-6EC4-4E33-9613-62C27911F78B}"/>
              </a:ext>
            </a:extLst>
          </p:cNvPr>
          <p:cNvCxnSpPr>
            <a:stCxn id="41" idx="3"/>
            <a:endCxn id="42" idx="1"/>
          </p:cNvCxnSpPr>
          <p:nvPr/>
        </p:nvCxnSpPr>
        <p:spPr bwMode="auto">
          <a:xfrm>
            <a:off x="3151382" y="424242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34DF27B-DC8C-4100-B27F-7BDEF6F5897F}"/>
              </a:ext>
            </a:extLst>
          </p:cNvPr>
          <p:cNvCxnSpPr>
            <a:stCxn id="42" idx="3"/>
            <a:endCxn id="43" idx="1"/>
          </p:cNvCxnSpPr>
          <p:nvPr/>
        </p:nvCxnSpPr>
        <p:spPr bwMode="auto">
          <a:xfrm>
            <a:off x="4478645" y="424242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CFC1985-DD65-4850-8FB9-946B8111B305}"/>
              </a:ext>
            </a:extLst>
          </p:cNvPr>
          <p:cNvCxnSpPr>
            <a:stCxn id="43" idx="3"/>
            <a:endCxn id="44" idx="1"/>
          </p:cNvCxnSpPr>
          <p:nvPr/>
        </p:nvCxnSpPr>
        <p:spPr bwMode="auto">
          <a:xfrm>
            <a:off x="5805908" y="4242420"/>
            <a:ext cx="71766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139D338-C160-48A4-82A3-353D4C6A1CC5}"/>
              </a:ext>
            </a:extLst>
          </p:cNvPr>
          <p:cNvSpPr txBox="1"/>
          <p:nvPr/>
        </p:nvSpPr>
        <p:spPr>
          <a:xfrm>
            <a:off x="2051720" y="4869160"/>
            <a:ext cx="6647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>
                <a:solidFill>
                  <a:srgbClr val="000000"/>
                </a:solidFill>
                <a:latin typeface="Lucida Grande"/>
                <a:ea typeface="+mn-ea"/>
              </a:rPr>
              <a:t>A doua secvență de operații are loc fără un timp de așteptare.</a:t>
            </a:r>
            <a:endParaRPr lang="en-US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B91A51-4A86-49B9-B203-E7DE2D25527A}"/>
              </a:ext>
            </a:extLst>
          </p:cNvPr>
          <p:cNvSpPr txBox="1"/>
          <p:nvPr/>
        </p:nvSpPr>
        <p:spPr>
          <a:xfrm>
            <a:off x="1298104" y="2658398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P1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39393D-EDF9-45CF-905D-08F4E698DDBE}"/>
              </a:ext>
            </a:extLst>
          </p:cNvPr>
          <p:cNvSpPr txBox="1"/>
          <p:nvPr/>
        </p:nvSpPr>
        <p:spPr>
          <a:xfrm>
            <a:off x="2615357" y="2658398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P2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BF6B21-BBB6-424B-8F08-77BD5A885543}"/>
              </a:ext>
            </a:extLst>
          </p:cNvPr>
          <p:cNvSpPr txBox="1"/>
          <p:nvPr/>
        </p:nvSpPr>
        <p:spPr>
          <a:xfrm>
            <a:off x="3932610" y="2658398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P3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1FBE31-A055-4AE7-9897-38602E89AEFA}"/>
              </a:ext>
            </a:extLst>
          </p:cNvPr>
          <p:cNvSpPr txBox="1"/>
          <p:nvPr/>
        </p:nvSpPr>
        <p:spPr>
          <a:xfrm>
            <a:off x="5249863" y="2658398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P4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C631A1-DD59-4A48-9C2F-FA0C04A3B29E}"/>
              </a:ext>
            </a:extLst>
          </p:cNvPr>
          <p:cNvSpPr txBox="1"/>
          <p:nvPr/>
        </p:nvSpPr>
        <p:spPr>
          <a:xfrm>
            <a:off x="6567116" y="2658398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P5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AF570-8EAE-49BA-8A1E-B4D97AF5D24F}"/>
              </a:ext>
            </a:extLst>
          </p:cNvPr>
          <p:cNvSpPr txBox="1"/>
          <p:nvPr/>
        </p:nvSpPr>
        <p:spPr>
          <a:xfrm>
            <a:off x="7884368" y="2658398"/>
            <a:ext cx="53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i="1">
                <a:solidFill>
                  <a:srgbClr val="000000"/>
                </a:solidFill>
                <a:latin typeface="Lucida Grande"/>
                <a:ea typeface="+mn-ea"/>
              </a:rPr>
              <a:t>P6</a:t>
            </a:r>
            <a:endParaRPr lang="en-US" sz="1600" b="1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817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5FD3-8D15-479E-BC99-BF6E541A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</a:t>
            </a:r>
            <a:r>
              <a:rPr lang="ro-RO" dirty="0" err="1"/>
              <a:t>ţ</a:t>
            </a:r>
            <a:r>
              <a:rPr lang="en-US" dirty="0"/>
              <a:t>ii </a:t>
            </a:r>
            <a:r>
              <a:rPr lang="en-US" i="1" dirty="0"/>
              <a:t>send-</a:t>
            </a:r>
            <a:r>
              <a:rPr lang="en-US" i="1" dirty="0" err="1"/>
              <a:t>recv</a:t>
            </a:r>
            <a:r>
              <a:rPr lang="en-US" dirty="0"/>
              <a:t> combinate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F04571-0567-42C5-AD38-646CC538D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911330"/>
              </p:ext>
            </p:extLst>
          </p:nvPr>
        </p:nvGraphicFramePr>
        <p:xfrm>
          <a:off x="1349138" y="1363040"/>
          <a:ext cx="6445723" cy="487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00600" imgH="3629102" progId="Excel.Sheet.12">
                  <p:embed/>
                </p:oleObj>
              </mc:Choice>
              <mc:Fallback>
                <p:oleObj name="Worksheet" r:id="rId2" imgW="4800600" imgH="362910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AF04571-0567-42C5-AD38-646CC538D9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138" y="1363040"/>
                        <a:ext cx="6445723" cy="48726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4201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9422-756F-470C-A4FF-D025DCE92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Transmitere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tampon </a:t>
            </a:r>
            <a:r>
              <a:rPr lang="en-US" dirty="0" err="1"/>
              <a:t>alocat</a:t>
            </a:r>
            <a:r>
              <a:rPr lang="en-US" dirty="0"/>
              <a:t> explicit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FB64794-CE6C-4671-A48C-D2EB4023E1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476776"/>
              </p:ext>
            </p:extLst>
          </p:nvPr>
        </p:nvGraphicFramePr>
        <p:xfrm>
          <a:off x="574387" y="1296297"/>
          <a:ext cx="8249275" cy="5078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00608" imgH="3590926" progId="Excel.Sheet.12">
                  <p:embed/>
                </p:oleObj>
              </mc:Choice>
              <mc:Fallback>
                <p:oleObj name="Worksheet" r:id="rId2" imgW="4800608" imgH="3590926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FB64794-CE6C-4671-A48C-D2EB4023E1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387" y="1296297"/>
                        <a:ext cx="8249275" cy="50787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279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ADBF-8C65-4741-86E8-6EF4D9C4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Transmitere sincronă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/>
              <a:t>i </a:t>
            </a:r>
            <a:r>
              <a:rPr lang="ro-RO" dirty="0"/>
              <a:t>în mod pregătit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DD0DDC1-C06D-4718-8F22-F536F7A3D6F7}"/>
              </a:ext>
            </a:extLst>
          </p:cNvPr>
          <p:cNvSpPr txBox="1">
            <a:spLocks/>
          </p:cNvSpPr>
          <p:nvPr/>
        </p:nvSpPr>
        <p:spPr bwMode="auto">
          <a:xfrm>
            <a:off x="467544" y="2852936"/>
            <a:ext cx="8229600" cy="2418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Transmitere sincronă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MPI_Ssend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Transmitere în modul pregătit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MPI_Rsend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758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DC9DC-5575-4810-924E-93527ED3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Comunica</a:t>
            </a:r>
            <a:r>
              <a:rPr lang="ro-RO" dirty="0"/>
              <a:t>ț</a:t>
            </a:r>
            <a:r>
              <a:rPr lang="en-US" dirty="0" err="1"/>
              <a:t>ia</a:t>
            </a:r>
            <a:r>
              <a:rPr lang="en-US" dirty="0"/>
              <a:t> non-</a:t>
            </a:r>
            <a:r>
              <a:rPr lang="en-US" dirty="0" err="1"/>
              <a:t>blocant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F74CDC-0FB4-4EE2-9A2A-D6CEAF0248CF}"/>
              </a:ext>
            </a:extLst>
          </p:cNvPr>
          <p:cNvSpPr txBox="1">
            <a:spLocks/>
          </p:cNvSpPr>
          <p:nvPr/>
        </p:nvSpPr>
        <p:spPr bwMode="auto">
          <a:xfrm>
            <a:off x="467544" y="1656184"/>
            <a:ext cx="8229600" cy="404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MPI_Isend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void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buf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MPI_Datatype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datatype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dest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tag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comm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MPI_Request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request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-34290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rPr>
              <a:t> 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MPI_Irecv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void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buf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   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MPI_Datatype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datatype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source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tag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   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MPI_Comm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comm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MPI_Request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*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request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039BB-D78B-4FF0-9C45-92F7E812E55F}"/>
              </a:ext>
            </a:extLst>
          </p:cNvPr>
          <p:cNvSpPr txBox="1"/>
          <p:nvPr/>
        </p:nvSpPr>
        <p:spPr>
          <a:xfrm>
            <a:off x="863588" y="4247344"/>
            <a:ext cx="7416824" cy="366664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MPI_Test</a:t>
            </a: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MPI_Testall</a:t>
            </a: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MPI_Testany</a:t>
            </a: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MPI_Testsome</a:t>
            </a:r>
            <a:endParaRPr lang="en-US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endParaRPr lang="en-US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endParaRPr lang="en-US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endParaRPr lang="en-US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</a:pP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MPI_Wait</a:t>
            </a: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MPI_Waitall</a:t>
            </a: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MPI_Waitany</a:t>
            </a:r>
            <a:endParaRPr lang="ro-RO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1822CD"/>
              </a:buClr>
              <a:buFont typeface="Arial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rPr>
              <a:t>MPI_Waitsome</a:t>
            </a:r>
            <a:endParaRPr lang="en-US" dirty="0">
              <a:solidFill>
                <a:srgbClr val="000000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385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0833-2FB4-4CA6-BFB6-F383F721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8812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F6D4354-D7D0-4F9B-8819-F27434A34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711444"/>
              </p:ext>
            </p:extLst>
          </p:nvPr>
        </p:nvGraphicFramePr>
        <p:xfrm>
          <a:off x="783187" y="707600"/>
          <a:ext cx="7875899" cy="615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086488" imgH="5533908" progId="Excel.Sheet.12">
                  <p:embed/>
                </p:oleObj>
              </mc:Choice>
              <mc:Fallback>
                <p:oleObj name="Worksheet" r:id="rId2" imgW="7086488" imgH="553390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F6D4354-D7D0-4F9B-8819-F27434A34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187" y="707600"/>
                        <a:ext cx="7875899" cy="6150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8258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12C5-3C32-4CB3-910C-6A1DF529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Evitarea întârzierii nelimitate (1)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D4990F9-B542-4768-BBD1-32E31251D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31458"/>
              </p:ext>
            </p:extLst>
          </p:nvPr>
        </p:nvGraphicFramePr>
        <p:xfrm>
          <a:off x="1133104" y="1081088"/>
          <a:ext cx="6877791" cy="539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52927" imgH="4200436" progId="Excel.Sheet.12">
                  <p:embed/>
                </p:oleObj>
              </mc:Choice>
              <mc:Fallback>
                <p:oleObj name="Worksheet" r:id="rId2" imgW="5352927" imgH="4200436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D4990F9-B542-4768-BBD1-32E31251D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104" y="1081088"/>
                        <a:ext cx="6877791" cy="5396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9789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2261-F087-4198-B348-B88D7A71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Evitarea întârzierii nelimitate (2)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543FDB8-CC61-4FE8-95D9-9DA83CA77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06206"/>
              </p:ext>
            </p:extLst>
          </p:nvPr>
        </p:nvGraphicFramePr>
        <p:xfrm>
          <a:off x="445346" y="1081088"/>
          <a:ext cx="7922002" cy="5268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43532" imgH="3819560" progId="Excel.Sheet.12">
                  <p:embed/>
                </p:oleObj>
              </mc:Choice>
              <mc:Fallback>
                <p:oleObj name="Worksheet" r:id="rId2" imgW="5743532" imgH="381956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543FDB8-CC61-4FE8-95D9-9DA83CA77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46" y="1081088"/>
                        <a:ext cx="7922002" cy="5268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207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9253C-C6E9-41B6-95BB-C53073C1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Cereri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persistent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B6C901-8A3F-4CDB-9FEE-9764A682D2A2}"/>
              </a:ext>
            </a:extLst>
          </p:cNvPr>
          <p:cNvSpPr txBox="1">
            <a:spLocks/>
          </p:cNvSpPr>
          <p:nvPr/>
        </p:nvSpPr>
        <p:spPr bwMode="auto">
          <a:xfrm>
            <a:off x="457200" y="1823827"/>
            <a:ext cx="8229600" cy="3210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 multe ori, o comunicație cu 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aceeași listă de argumente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este repetată în cadrul unei bucle.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În astfel de situații, este posibilă optimizarea comunicației prin prin 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legarea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listei de argumente la o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cerere de comunicare persistentă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Cererea de comunicare persistentă reduce timpul de comunicare dintre proces și 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controller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-ul de comunicare, nu și timpul de comunicare scurs pe rețeaua externă.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Nu este necesar ca mesajele trimise prin intermediul cererilor persistente să fie recepționate în mod persistent (sau viceversa).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374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136A-12B3-457A-9EF5-FCEFBF6E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Cereri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persistent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8538B7-BAA0-4BB8-B1F0-B699D5DF0064}"/>
              </a:ext>
            </a:extLst>
          </p:cNvPr>
          <p:cNvSpPr txBox="1">
            <a:spLocks/>
          </p:cNvSpPr>
          <p:nvPr/>
        </p:nvSpPr>
        <p:spPr bwMode="auto">
          <a:xfrm>
            <a:off x="457200" y="2066884"/>
            <a:ext cx="8229600" cy="3282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 cerere de comunicare persistentă este inactivă după ce a fost creată.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 comunicare (operație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send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sau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receive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)  care folosește o cerere persistentă trebuie inițiată (cu ajutorul funcției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MPI_Start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Astfel, programatorul poate să: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creeze o cerere persistentă – </a:t>
            </a:r>
            <a:r>
              <a:rPr kumimoji="0" lang="ro-RO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MPI_Send_init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</a:t>
            </a:r>
            <a:r>
              <a:rPr kumimoji="0" lang="ro-RO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MPI_Recv_init</a:t>
            </a:r>
            <a:endParaRPr kumimoji="0" lang="ro-RO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declanșeze o operație – </a:t>
            </a:r>
            <a:r>
              <a:rPr kumimoji="0" lang="ro-RO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MPI_Start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</a:t>
            </a:r>
            <a:r>
              <a:rPr kumimoji="0" lang="ro-RO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MPI_Startall</a:t>
            </a:r>
            <a:endParaRPr kumimoji="0" lang="ro-RO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aștepte terminarea unei operații – </a:t>
            </a:r>
            <a:r>
              <a:rPr kumimoji="0" lang="ro-RO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MPI_Wait</a:t>
            </a:r>
            <a:endParaRPr kumimoji="0" lang="ro-RO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elimine înregistrarea cererii persistente – </a:t>
            </a:r>
            <a:r>
              <a:rPr kumimoji="0" lang="ro-RO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MPI_Request_free</a:t>
            </a:r>
            <a:endParaRPr kumimoji="0" lang="ro-RO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220167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AAA9-54F4-4881-8A87-DD95C7DF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Cereri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persistent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AC717A-8660-4BB6-92AE-25FF4A5CC42E}"/>
              </a:ext>
            </a:extLst>
          </p:cNvPr>
          <p:cNvSpPr txBox="1">
            <a:spLocks/>
          </p:cNvSpPr>
          <p:nvPr/>
        </p:nvSpPr>
        <p:spPr bwMode="auto">
          <a:xfrm>
            <a:off x="457200" y="1658246"/>
            <a:ext cx="8229600" cy="41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Sintaxă:</a:t>
            </a:r>
          </a:p>
          <a:p>
            <a:pPr marL="400050" marR="0" lvl="1" indent="-28575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MPI_Start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MPI_Request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ro-RO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400050" marR="0" lvl="1" indent="-28575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MPI_Wait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MPI_Request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MPI_Status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status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ro-RO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400050" marR="0" lvl="1" indent="-28575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MPI_Request_free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MPI_Request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request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ro-RO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114300" marR="0" lvl="1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endParaRPr kumimoji="0" lang="ro-RO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Exemplu: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MPI_request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*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MPI_Recv_init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buf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count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datatype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             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source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tag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comm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)</a:t>
            </a:r>
            <a:r>
              <a:rPr kumimoji="0" lang="ro-RO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 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/* MPI_Start are semantica MPI_Irecv */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MPI_Start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);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MPI_Wait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,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status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);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   MPI_Request_free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request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ea typeface="Times New Roman"/>
                <a:cs typeface="Courier New" pitchFamily="49" charset="0"/>
              </a:rPr>
              <a:t>);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kumimoji="0" lang="ro-R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709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2478-37BF-4A04-95DF-6434A31A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date </a:t>
            </a:r>
            <a:r>
              <a:rPr lang="ro-RO" dirty="0"/>
              <a:t>predefinite în </a:t>
            </a:r>
            <a:r>
              <a:rPr lang="en-US" dirty="0"/>
              <a:t>MPI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ED01AD8-D027-4BF7-8B23-9C45A9E06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386450"/>
            <a:ext cx="777686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buClr>
                <a:srgbClr val="1822CD"/>
              </a:buClr>
              <a:buFont typeface="Arial" pitchFamily="34" charset="0"/>
              <a:buChar char="•"/>
            </a:pPr>
            <a:r>
              <a:rPr lang="en-US" sz="1800" b="1" err="1">
                <a:solidFill>
                  <a:srgbClr val="000000"/>
                </a:solidFill>
                <a:latin typeface="Lucida Grande"/>
                <a:ea typeface="+mn-ea"/>
              </a:rPr>
              <a:t>Tipuri</a:t>
            </a:r>
            <a:r>
              <a:rPr lang="en-US" sz="1800" b="1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sz="1800" b="1" err="1">
                <a:solidFill>
                  <a:srgbClr val="000000"/>
                </a:solidFill>
                <a:latin typeface="Lucida Grande"/>
                <a:ea typeface="+mn-ea"/>
              </a:rPr>
              <a:t>predefinite</a:t>
            </a:r>
            <a:endParaRPr lang="en-US" sz="1800" b="1">
              <a:solidFill>
                <a:srgbClr val="000000"/>
              </a:solidFill>
              <a:latin typeface="Lucida Grande"/>
              <a:ea typeface="+mn-ea"/>
            </a:endParaRPr>
          </a:p>
          <a:p>
            <a:pPr lvl="1">
              <a:buClr>
                <a:srgbClr val="1822CD"/>
              </a:buClr>
              <a:buFont typeface="Arial" pitchFamily="34" charset="0"/>
              <a:buChar char="•"/>
            </a:pPr>
            <a:r>
              <a:rPr lang="en-US" sz="1800" err="1">
                <a:solidFill>
                  <a:srgbClr val="000000"/>
                </a:solidFill>
                <a:latin typeface="Lucida Grande"/>
                <a:ea typeface="+mn-ea"/>
              </a:rPr>
              <a:t>toate</a:t>
            </a:r>
            <a:r>
              <a:rPr lang="en-US" sz="1800">
                <a:solidFill>
                  <a:srgbClr val="000000"/>
                </a:solidFill>
                <a:latin typeface="Lucida Grande"/>
                <a:ea typeface="+mn-ea"/>
              </a:rPr>
              <a:t> tipurile tipurile de baz</a:t>
            </a:r>
            <a:r>
              <a:rPr lang="ro-RO" sz="1800">
                <a:solidFill>
                  <a:srgbClr val="000000"/>
                </a:solidFill>
                <a:latin typeface="Lucida Grande"/>
                <a:ea typeface="+mn-ea"/>
              </a:rPr>
              <a:t>ă</a:t>
            </a:r>
            <a:r>
              <a:rPr lang="en-US" sz="1800">
                <a:solidFill>
                  <a:srgbClr val="000000"/>
                </a:solidFill>
                <a:latin typeface="Lucida Grande"/>
                <a:ea typeface="+mn-ea"/>
              </a:rPr>
              <a:t> din C </a:t>
            </a:r>
            <a:r>
              <a:rPr lang="en-US" sz="1800" i="1">
                <a:solidFill>
                  <a:srgbClr val="000000">
                    <a:lumMod val="50000"/>
                    <a:lumOff val="50000"/>
                  </a:srgbClr>
                </a:solidFill>
                <a:latin typeface="Lucida Grande"/>
                <a:ea typeface="+mn-ea"/>
              </a:rPr>
              <a:t>(</a:t>
            </a:r>
            <a:r>
              <a:rPr lang="ro-RO" sz="1800" i="1">
                <a:solidFill>
                  <a:srgbClr val="000000">
                    <a:lumMod val="50000"/>
                    <a:lumOff val="50000"/>
                  </a:srgbClr>
                </a:solidFill>
                <a:latin typeface="Lucida Grande"/>
                <a:ea typeface="+mn-ea"/>
              </a:rPr>
              <a:t>ș</a:t>
            </a:r>
            <a:r>
              <a:rPr lang="en-US" sz="1800" i="1">
                <a:solidFill>
                  <a:srgbClr val="000000">
                    <a:lumMod val="50000"/>
                    <a:lumOff val="50000"/>
                  </a:srgbClr>
                </a:solidFill>
                <a:latin typeface="Lucida Grande"/>
                <a:ea typeface="+mn-ea"/>
              </a:rPr>
              <a:t>i din FORTRAN) </a:t>
            </a:r>
            <a:r>
              <a:rPr lang="en-US" sz="1800">
                <a:solidFill>
                  <a:srgbClr val="000000"/>
                </a:solidFill>
                <a:latin typeface="Lucida Grande"/>
                <a:ea typeface="+mn-ea"/>
              </a:rPr>
              <a:t>plus</a:t>
            </a:r>
            <a:r>
              <a:rPr lang="ro-RO" sz="180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en-US" sz="1800" i="1">
                <a:solidFill>
                  <a:srgbClr val="000000"/>
                </a:solidFill>
                <a:latin typeface="Lucida Grande"/>
                <a:ea typeface="+mn-ea"/>
              </a:rPr>
              <a:t>MPI_BYTE</a:t>
            </a:r>
            <a:r>
              <a:rPr lang="en-US" sz="180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r>
              <a:rPr lang="ro-RO" sz="1800">
                <a:solidFill>
                  <a:srgbClr val="000000"/>
                </a:solidFill>
                <a:latin typeface="Lucida Grande"/>
                <a:ea typeface="+mn-ea"/>
              </a:rPr>
              <a:t>ș</a:t>
            </a:r>
            <a:r>
              <a:rPr lang="en-US" sz="1800">
                <a:solidFill>
                  <a:srgbClr val="000000"/>
                </a:solidFill>
                <a:latin typeface="Lucida Grande"/>
                <a:ea typeface="+mn-ea"/>
              </a:rPr>
              <a:t>i </a:t>
            </a:r>
            <a:r>
              <a:rPr lang="en-US" sz="1800" i="1">
                <a:solidFill>
                  <a:srgbClr val="000000"/>
                </a:solidFill>
                <a:latin typeface="Lucida Grande"/>
                <a:ea typeface="+mn-ea"/>
              </a:rPr>
              <a:t>MPI_PACKED</a:t>
            </a:r>
            <a:r>
              <a:rPr lang="en-US" sz="1800">
                <a:solidFill>
                  <a:srgbClr val="000000"/>
                </a:solidFill>
                <a:latin typeface="Lucida Grande"/>
                <a:ea typeface="+mn-ea"/>
              </a:rPr>
              <a:t>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4591B0-575B-374F-B381-F720B9E15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85952"/>
              </p:ext>
            </p:extLst>
          </p:nvPr>
        </p:nvGraphicFramePr>
        <p:xfrm>
          <a:off x="1331640" y="2389314"/>
          <a:ext cx="6480720" cy="3749664"/>
        </p:xfrm>
        <a:graphic>
          <a:graphicData uri="http://schemas.openxmlformats.org/drawingml/2006/table">
            <a:tbl>
              <a:tblPr firstRow="1" bandRow="1"/>
              <a:tblGrid>
                <a:gridCol w="2324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8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sz="1400" dirty="0"/>
                        <a:t>Tip MPI</a:t>
                      </a:r>
                      <a:endParaRPr lang="en-US" sz="1400" dirty="0"/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sz="1400"/>
                        <a:t>Tip</a:t>
                      </a:r>
                      <a:r>
                        <a:rPr lang="ro-RO" sz="1400" baseline="0"/>
                        <a:t> echivalent în C</a:t>
                      </a:r>
                      <a:endParaRPr lang="en-US" sz="1400"/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MPI_CHAR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MPI_SHORT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MPI_INT</a:t>
                      </a: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signed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char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signed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short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int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signed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int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3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MPI_LONG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MPI_UNSIGNED_CHAR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MPI_UNSIGNED_SHORT</a:t>
                      </a:r>
                    </a:p>
                    <a:p>
                      <a:pPr algn="ctr"/>
                      <a:endParaRPr lang="en-US" sz="14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signed long int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unsigned char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unsigned short int</a:t>
                      </a:r>
                    </a:p>
                    <a:p>
                      <a:pPr algn="ctr"/>
                      <a:endParaRPr 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3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MPI_UNSIGNED_INT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MPI_UNSIGNED_LONG</a:t>
                      </a: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unsigned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int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unsigned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long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int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7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MPI_DOUBLE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MPI_LONG_DOUBLE</a:t>
                      </a: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double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  <a:p>
                      <a:pPr algn="ctr"/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long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MS Mincho" pitchFamily="49" charset="-128"/>
                          <a:cs typeface="Arial" charset="0"/>
                        </a:rPr>
                        <a:t>double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MS Mincho" pitchFamily="49" charset="-128"/>
                        <a:cs typeface="Arial" charset="0"/>
                      </a:endParaRPr>
                    </a:p>
                  </a:txBody>
                  <a:tcPr marL="74815" marR="74815" marT="37407" marB="37407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7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F1A7-AC01-439C-8904-058D4D58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42418"/>
            <a:ext cx="8515350" cy="458788"/>
          </a:xfrm>
        </p:spPr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date</a:t>
            </a:r>
            <a:r>
              <a:rPr lang="ro-RO" dirty="0"/>
              <a:t> derivate în </a:t>
            </a:r>
            <a:r>
              <a:rPr lang="en-US" dirty="0"/>
              <a:t>MPI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4A8D3E8-D7A2-4626-B0E6-285B438EADB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081088"/>
                <a:ext cx="8229600" cy="4032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Motivație: realizarea unei modalități eficiente de a comunica tipuri </a:t>
                </a:r>
                <a:r>
                  <a:rPr kumimoji="0" lang="ro-RO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non-contigue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sau </a:t>
                </a:r>
                <a:r>
                  <a:rPr kumimoji="0" lang="ro-RO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diferite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într-un mesaj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Formal, standardul MPI definește tipul de date general alcătuit din: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o secvență de tipuri de bază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o secvență de deplasări (deplasările au o valoare întreagă)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Harta unui tip (</a:t>
                </a:r>
                <a:r>
                  <a:rPr kumimoji="0" lang="ro-RO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typemap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) este folosită pentru o exprimare facilă: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Harta tipului = secvență de perechi (tip, deplasare)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o-RO" sz="16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𝑻𝒚𝒑𝒆𝒎𝒂𝒑</m:t>
                    </m:r>
                    <m:r>
                      <a:rPr kumimoji="0" lang="ro-RO" sz="16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kumimoji="0" lang="ro-RO" sz="16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ro-RO" sz="16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𝒕𝒚𝒑𝒆</m:t>
                                </m:r>
                              </m:e>
                              <m:sub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kumimoji="0" lang="ro-RO" sz="16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𝒅𝒊𝒔𝒑𝒍𝒂𝒄𝒆𝒎𝒆𝒏𝒕</m:t>
                                </m:r>
                              </m:e>
                              <m:sub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kumimoji="0" lang="ro-RO" sz="16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,  …,</m:t>
                        </m:r>
                        <m:d>
                          <m:dPr>
                            <m:ctrlPr>
                              <a:rPr kumimoji="0" lang="ro-RO" sz="16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𝒕𝒚𝒑𝒆</m:t>
                                </m:r>
                              </m:e>
                              <m:sub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kumimoji="0" lang="ro-RO" sz="16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𝒅𝒊𝒔𝒑𝒍𝒂𝒄𝒆𝒎𝒆𝒏𝒕</m:t>
                                </m:r>
                              </m:e>
                              <m:sub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kumimoji="0" lang="ro-RO" sz="16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kumimoji="0" lang="ro-RO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Semnătura tipului (</a:t>
                </a:r>
                <a:r>
                  <a:rPr kumimoji="0" lang="ro-RO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typesig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) = secvența tipurilor</a:t>
                </a: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o-RO" sz="16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𝑻𝒚𝒑𝒆𝒔𝒊𝒈</m:t>
                    </m:r>
                    <m:r>
                      <a:rPr kumimoji="0" lang="ro-RO" sz="16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={ </m:t>
                    </m:r>
                    <m:sSub>
                      <m:sSubPr>
                        <m:ctrlP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𝒕𝒚𝒑𝒆</m:t>
                        </m:r>
                      </m:e>
                      <m:sub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kumimoji="0" lang="ro-RO" sz="16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𝒕𝒚𝒑𝒆</m:t>
                        </m:r>
                      </m:e>
                      <m:sub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kumimoji="0" lang="ro-RO" sz="16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, …, </m:t>
                    </m:r>
                    <m:sSub>
                      <m:sSubPr>
                        <m:ctrlP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𝒕𝒚𝒑𝒆</m:t>
                        </m:r>
                      </m:e>
                      <m:sub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𝒏</m:t>
                        </m:r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−</m:t>
                        </m:r>
                        <m:r>
                          <a:rPr kumimoji="0" lang="ro-RO" sz="16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kumimoji="0" lang="ro-RO" sz="16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}</m:t>
                    </m:r>
                  </m:oMath>
                </a14:m>
                <a:endParaRPr kumimoji="0" lang="ro-RO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Titlul tipului </a:t>
                </a:r>
                <a:r>
                  <a:rPr kumimoji="0" lang="ro-RO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(</a:t>
                </a:r>
                <a:r>
                  <a:rPr kumimoji="0" lang="ro-RO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handle</a:t>
                </a:r>
                <a:r>
                  <a:rPr kumimoji="0" lang="ro-RO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)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Exemplu: MPI_INT, cu harta </a:t>
                </a:r>
                <a14:m>
                  <m:oMath xmlns:m="http://schemas.openxmlformats.org/officeDocument/2006/math">
                    <m:r>
                      <a:rPr kumimoji="0" lang="ro-RO" sz="16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𝑇𝑦𝑝𝑒𝑚𝑎𝑝</m:t>
                    </m:r>
                    <m:r>
                      <a:rPr kumimoji="0" lang="ro-RO" sz="16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ctrlPr>
                          <a:rPr kumimoji="0" lang="ro-RO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(</m:t>
                        </m:r>
                        <m:r>
                          <a:rPr kumimoji="0" lang="ro-RO" sz="1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𝑖𝑛𝑡</m:t>
                        </m:r>
                        <m:r>
                          <a:rPr kumimoji="0" lang="ro-RO" sz="1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,0</m:t>
                        </m:r>
                      </m:e>
                    </m:d>
                    <m:r>
                      <a:rPr kumimoji="0" lang="ro-RO" sz="16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}</m:t>
                    </m:r>
                  </m:oMath>
                </a14:m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4A8D3E8-D7A2-4626-B0E6-285B438EA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081088"/>
                <a:ext cx="8229600" cy="4032448"/>
              </a:xfrm>
              <a:prstGeom prst="rect">
                <a:avLst/>
              </a:prstGeom>
              <a:blipFill>
                <a:blip r:embed="rId2"/>
                <a:stretch>
                  <a:fillRect l="-617" t="-627" r="-1389" b="-366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471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0B01-4D50-4E49-8602-46966503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date</a:t>
            </a:r>
            <a:r>
              <a:rPr lang="ro-RO" dirty="0"/>
              <a:t> derivate în </a:t>
            </a:r>
            <a:r>
              <a:rPr lang="en-US" dirty="0"/>
              <a:t>MPI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AE1FCE-2060-4E71-9364-A3C4CAE8ADAC}"/>
              </a:ext>
            </a:extLst>
          </p:cNvPr>
          <p:cNvSpPr txBox="1">
            <a:spLocks/>
          </p:cNvSpPr>
          <p:nvPr/>
        </p:nvSpPr>
        <p:spPr bwMode="auto">
          <a:xfrm>
            <a:off x="107504" y="1584342"/>
            <a:ext cx="8928992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Etapele necesare pentru a utiliza un tip derivat: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construirea tipului (utilizând o serie de constructori speciali)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alocarea sa (înregistrarea folosind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MPI_Type_commit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la final, tipul va fi 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dezalocat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(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MPI_Type_free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Exemple de constructori: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MPI_Type_contiguous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MPI_Type_vector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blocklength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stride,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MPI_Type_indexed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[], offsets[],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old_type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MPI_Type_struct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[], offsets[],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old_types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[], 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318546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C701-9BF0-4AFE-A64D-D359776A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date</a:t>
            </a:r>
            <a:r>
              <a:rPr lang="ro-RO" dirty="0"/>
              <a:t> derivate în </a:t>
            </a:r>
            <a:r>
              <a:rPr lang="en-US" dirty="0"/>
              <a:t>MPI</a:t>
            </a:r>
            <a:r>
              <a:rPr lang="ro-RO" dirty="0"/>
              <a:t> - constructori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C102DA-767B-47F6-9CF9-49B6207669F6}"/>
              </a:ext>
            </a:extLst>
          </p:cNvPr>
          <p:cNvSpPr txBox="1">
            <a:spLocks/>
          </p:cNvSpPr>
          <p:nvPr/>
        </p:nvSpPr>
        <p:spPr bwMode="auto">
          <a:xfrm>
            <a:off x="394395" y="1921529"/>
            <a:ext cx="8435280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MPI_Type_contiguous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 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Se produce un nou tip de date prin copierea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de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count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ori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Exemplu: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count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=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4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MPI_Type_contiguous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MPI_FLOAT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&amp;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rowtype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MPI_Send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(&amp;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[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2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][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0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],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rowtype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dest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tag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comm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);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rPr>
              <a:t> </a:t>
            </a: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6858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6858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6858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843192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0681-2A66-4463-83ED-EB1C51EC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46" y="382457"/>
            <a:ext cx="8515350" cy="458788"/>
          </a:xfrm>
        </p:spPr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date</a:t>
            </a:r>
            <a:r>
              <a:rPr lang="ro-RO" dirty="0"/>
              <a:t> derivate în </a:t>
            </a:r>
            <a:r>
              <a:rPr lang="en-US" dirty="0"/>
              <a:t>MPI</a:t>
            </a:r>
            <a:r>
              <a:rPr lang="ro-RO" dirty="0"/>
              <a:t> - constructori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065041-307F-43ED-890F-205F20240271}"/>
              </a:ext>
            </a:extLst>
          </p:cNvPr>
          <p:cNvSpPr txBox="1">
            <a:spLocks/>
          </p:cNvSpPr>
          <p:nvPr/>
        </p:nvSpPr>
        <p:spPr bwMode="auto">
          <a:xfrm>
            <a:off x="314325" y="946176"/>
            <a:ext cx="8229600" cy="5730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_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vector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blocklength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stride,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Se vor lua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count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blocuri de lungime 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blocklength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Un element din bloc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este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tipul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endParaRPr kumimoji="0" lang="ro-RO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Blocurile pot fi despărțite de zone care vor fi sărite (</a:t>
            </a:r>
            <a:r>
              <a:rPr kumimoji="0" lang="ro-RO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strides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</a:p>
          <a:p>
            <a:pPr marL="342900" marR="0" lvl="1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Exemplu: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8000FF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float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mesh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[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][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20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];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dest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tag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count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=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;          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/*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numărul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de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blocuri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*/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blocklen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=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;        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/* o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singură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coloană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*/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stride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=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19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         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/* salt de 20 de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elemente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*/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MPI_Datatype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newtype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MPI_Type_vector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count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blocklen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stride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MPI_FLOAT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Times New Roman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&amp;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newtype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);</a:t>
            </a: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MPI_Type_commit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(&amp;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newtype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MPI_Send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(&amp;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mesh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[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][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19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],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newtype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dest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tag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MPI_COMM_WORLD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rPr>
              <a:t> </a:t>
            </a: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270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AC4E-6F9F-412D-8202-F87638A8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56" y="381540"/>
            <a:ext cx="8515350" cy="458788"/>
          </a:xfrm>
        </p:spPr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date</a:t>
            </a:r>
            <a:r>
              <a:rPr lang="ro-RO" dirty="0"/>
              <a:t> derivate în </a:t>
            </a:r>
            <a:r>
              <a:rPr lang="en-US" dirty="0"/>
              <a:t>MPI</a:t>
            </a:r>
            <a:r>
              <a:rPr lang="ro-RO" dirty="0"/>
              <a:t> - constructori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44BD400-0453-4606-9DE6-F3D62BFFA698}"/>
              </a:ext>
            </a:extLst>
          </p:cNvPr>
          <p:cNvSpPr txBox="1">
            <a:spLocks/>
          </p:cNvSpPr>
          <p:nvPr/>
        </p:nvSpPr>
        <p:spPr bwMode="auto">
          <a:xfrm>
            <a:off x="144638" y="1051253"/>
            <a:ext cx="8507288" cy="2274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MPI_Type_struct</a:t>
            </a:r>
            <a:r>
              <a:rPr kumimoji="0" lang="ro-RO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(count,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offsets,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,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*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newtypes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Se vor lua </a:t>
            </a:r>
            <a:r>
              <a:rPr kumimoji="0" lang="ro-RO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count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blocuri de lungime </a:t>
            </a:r>
            <a:r>
              <a:rPr kumimoji="0" lang="ro-RO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blocklength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Un element din bloc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este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tipul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oldtype</a:t>
            </a:r>
            <a:endParaRPr kumimoji="0" lang="ro-RO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Fiecare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bloc se g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ăsește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la deplasamentul corespunzător din </a:t>
            </a:r>
            <a:r>
              <a:rPr kumimoji="0" lang="ro-RO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offsets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Exemplu: 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un apel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MPI_Type_struct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cu </a:t>
            </a:r>
            <a:r>
              <a:rPr kumimoji="0" lang="ro-RO" altLang="ja-JP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count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=2, </a:t>
            </a:r>
            <a:r>
              <a:rPr kumimoji="0" lang="ro-RO" altLang="ja-JP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blocklens</a:t>
            </a:r>
            <a:r>
              <a:rPr kumimoji="0" lang="ro-RO" altLang="ja-JP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[0]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=1, </a:t>
            </a:r>
            <a:r>
              <a:rPr kumimoji="0" lang="ro-RO" altLang="ja-JP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old_types</a:t>
            </a:r>
            <a:r>
              <a:rPr kumimoji="0" lang="ro-RO" altLang="ja-JP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[0]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=MPI_INT, </a:t>
            </a:r>
            <a:r>
              <a:rPr kumimoji="0" lang="ro-RO" altLang="ja-JP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blocklens</a:t>
            </a:r>
            <a:r>
              <a:rPr kumimoji="0" lang="ro-RO" altLang="ja-JP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[1]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=3 </a:t>
            </a:r>
            <a:r>
              <a:rPr kumimoji="0" lang="ro-RO" altLang="ja-JP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şi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ro-RO" altLang="ja-JP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old_types</a:t>
            </a:r>
            <a:r>
              <a:rPr kumimoji="0" lang="ro-RO" altLang="ja-JP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[1]</a:t>
            </a:r>
            <a:r>
              <a:rPr kumimoji="0" lang="ro-RO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=MPI_DOUBLE</a:t>
            </a: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D1B40-321A-42DD-9160-370F57CA5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081" y="3639412"/>
            <a:ext cx="864093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415558-56DA-4EEC-8488-27D30D103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081" y="4467504"/>
            <a:ext cx="1440157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F8A50-1E22-4A0C-A6B1-7EC55B0C7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081" y="5295596"/>
            <a:ext cx="864093" cy="533400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B3D1F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AA6C11-2C5D-4C58-A62D-E9C1B1509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204" y="5295596"/>
            <a:ext cx="1440157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D89BA1-3E4C-4BAB-82EC-CEAAA4A0B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391" y="5295596"/>
            <a:ext cx="1440157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72FDDB-E8C0-4A65-A20D-43A2511E4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577" y="5295596"/>
            <a:ext cx="1440157" cy="533400"/>
          </a:xfrm>
          <a:prstGeom prst="rect">
            <a:avLst/>
          </a:prstGeom>
          <a:gradFill rotWithShape="1">
            <a:gsLst>
              <a:gs pos="0">
                <a:srgbClr val="D6E5F6">
                  <a:shade val="51000"/>
                  <a:satMod val="130000"/>
                </a:srgbClr>
              </a:gs>
              <a:gs pos="80000">
                <a:srgbClr val="D6E5F6">
                  <a:shade val="93000"/>
                  <a:satMod val="130000"/>
                </a:srgbClr>
              </a:gs>
              <a:gs pos="100000">
                <a:srgbClr val="D6E5F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8B77C3-1130-4145-994D-27027ECCFA88}"/>
              </a:ext>
            </a:extLst>
          </p:cNvPr>
          <p:cNvSpPr txBox="1"/>
          <p:nvPr/>
        </p:nvSpPr>
        <p:spPr>
          <a:xfrm>
            <a:off x="402456" y="3706057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i="1">
                <a:solidFill>
                  <a:srgbClr val="000000"/>
                </a:solidFill>
                <a:latin typeface="Lucida Grande"/>
                <a:ea typeface="+mn-ea"/>
              </a:rPr>
              <a:t>MPI_INT</a:t>
            </a:r>
            <a:endParaRPr lang="en-US" sz="2000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9DE25-ED2F-4F4B-876B-94FD122A112B}"/>
              </a:ext>
            </a:extLst>
          </p:cNvPr>
          <p:cNvSpPr txBox="1"/>
          <p:nvPr/>
        </p:nvSpPr>
        <p:spPr>
          <a:xfrm>
            <a:off x="402456" y="4534149"/>
            <a:ext cx="2079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i="1">
                <a:solidFill>
                  <a:srgbClr val="000000"/>
                </a:solidFill>
                <a:latin typeface="Lucida Grande"/>
                <a:ea typeface="+mn-ea"/>
              </a:rPr>
              <a:t>MPI_DOUBLE</a:t>
            </a:r>
            <a:endParaRPr lang="en-US" sz="2000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03D7F6-74CA-48FA-8D66-C97B2D1A06B4}"/>
              </a:ext>
            </a:extLst>
          </p:cNvPr>
          <p:cNvSpPr txBox="1"/>
          <p:nvPr/>
        </p:nvSpPr>
        <p:spPr>
          <a:xfrm>
            <a:off x="447502" y="5362241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i="1">
                <a:solidFill>
                  <a:srgbClr val="000000"/>
                </a:solidFill>
                <a:latin typeface="Lucida Grande"/>
                <a:ea typeface="+mn-ea"/>
              </a:rPr>
              <a:t>newtype</a:t>
            </a:r>
            <a:endParaRPr lang="en-US" sz="2000" i="1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CAC8E2-1EC2-4E43-94E9-940CE833948F}"/>
              </a:ext>
            </a:extLst>
          </p:cNvPr>
          <p:cNvCxnSpPr/>
          <p:nvPr/>
        </p:nvCxnSpPr>
        <p:spPr bwMode="auto">
          <a:xfrm>
            <a:off x="2502073" y="5973012"/>
            <a:ext cx="0" cy="18002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BC4072-B033-49C5-8DB3-3DF9953BFAC2}"/>
              </a:ext>
            </a:extLst>
          </p:cNvPr>
          <p:cNvCxnSpPr/>
          <p:nvPr/>
        </p:nvCxnSpPr>
        <p:spPr bwMode="auto">
          <a:xfrm>
            <a:off x="2502073" y="6143085"/>
            <a:ext cx="1008112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B41BC18-09C0-4E14-B05F-FD8DCC28A1B8}"/>
              </a:ext>
            </a:extLst>
          </p:cNvPr>
          <p:cNvCxnSpPr/>
          <p:nvPr/>
        </p:nvCxnSpPr>
        <p:spPr bwMode="auto">
          <a:xfrm>
            <a:off x="3505968" y="5978016"/>
            <a:ext cx="0" cy="18002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BB38F62-FBC0-4F37-ABD0-31FAB9589192}"/>
              </a:ext>
            </a:extLst>
          </p:cNvPr>
          <p:cNvCxnSpPr/>
          <p:nvPr/>
        </p:nvCxnSpPr>
        <p:spPr bwMode="auto">
          <a:xfrm>
            <a:off x="3582193" y="5973012"/>
            <a:ext cx="0" cy="18002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4492252-0D7C-4697-B41D-1382C06F830F}"/>
              </a:ext>
            </a:extLst>
          </p:cNvPr>
          <p:cNvCxnSpPr/>
          <p:nvPr/>
        </p:nvCxnSpPr>
        <p:spPr bwMode="auto">
          <a:xfrm>
            <a:off x="3582193" y="6143085"/>
            <a:ext cx="5112568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EC3B40-003E-45A5-AB51-31C50332D1D4}"/>
              </a:ext>
            </a:extLst>
          </p:cNvPr>
          <p:cNvCxnSpPr/>
          <p:nvPr/>
        </p:nvCxnSpPr>
        <p:spPr bwMode="auto">
          <a:xfrm>
            <a:off x="8693570" y="5973012"/>
            <a:ext cx="0" cy="18002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EA5EE3-957D-4792-936D-FC80550FFA5D}"/>
              </a:ext>
            </a:extLst>
          </p:cNvPr>
          <p:cNvSpPr txBox="1"/>
          <p:nvPr/>
        </p:nvSpPr>
        <p:spPr>
          <a:xfrm>
            <a:off x="2604963" y="6168683"/>
            <a:ext cx="9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>
                <a:solidFill>
                  <a:srgbClr val="000000"/>
                </a:solidFill>
                <a:latin typeface="Lucida Grande"/>
                <a:ea typeface="+mn-ea"/>
              </a:rPr>
              <a:t>Block 1</a:t>
            </a:r>
            <a:endParaRPr lang="en-US" sz="140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AEA4B1-AEF5-40CC-A162-081140376872}"/>
              </a:ext>
            </a:extLst>
          </p:cNvPr>
          <p:cNvSpPr txBox="1"/>
          <p:nvPr/>
        </p:nvSpPr>
        <p:spPr>
          <a:xfrm>
            <a:off x="5628419" y="6158036"/>
            <a:ext cx="9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>
                <a:solidFill>
                  <a:srgbClr val="000000"/>
                </a:solidFill>
                <a:latin typeface="Lucida Grande"/>
                <a:ea typeface="+mn-ea"/>
              </a:rPr>
              <a:t>Block 2</a:t>
            </a:r>
            <a:endParaRPr lang="en-US" sz="1400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6737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820B-AA52-444C-9BFC-0197CD04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MPI_type_struct</a:t>
            </a:r>
            <a:r>
              <a:rPr lang="ro-RO" dirty="0"/>
              <a:t> - exemplu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17FAEE1-3FEB-487A-940A-5FDF891BEF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442258"/>
              </p:ext>
            </p:extLst>
          </p:nvPr>
        </p:nvGraphicFramePr>
        <p:xfrm>
          <a:off x="179933" y="2114692"/>
          <a:ext cx="8784134" cy="3899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458065" imgH="2866965" progId="Excel.Sheet.12">
                  <p:embed/>
                </p:oleObj>
              </mc:Choice>
              <mc:Fallback>
                <p:oleObj name="Worksheet" r:id="rId2" imgW="6458065" imgH="286696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17FAEE1-3FEB-487A-940A-5FDF891BE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933" y="2114692"/>
                        <a:ext cx="8784134" cy="38997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8999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06A7-B901-4B45-BE91-E9C02490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MPI_type_struct</a:t>
            </a:r>
            <a:r>
              <a:rPr lang="ro-RO" dirty="0"/>
              <a:t> - exemplu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AE7679-2C55-4DE5-B8B7-74CBC7D78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343287"/>
              </p:ext>
            </p:extLst>
          </p:nvPr>
        </p:nvGraphicFramePr>
        <p:xfrm>
          <a:off x="176026" y="1669023"/>
          <a:ext cx="8702870" cy="4448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981620" imgH="3057538" progId="Excel.Sheet.12">
                  <p:embed/>
                </p:oleObj>
              </mc:Choice>
              <mc:Fallback>
                <p:oleObj name="Worksheet" r:id="rId2" imgW="5981620" imgH="305753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5AE7679-2C55-4DE5-B8B7-74CBC7D781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26" y="1669023"/>
                        <a:ext cx="8702870" cy="44484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2788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8071-1271-4BE4-8075-9A2B1921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colectiv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7EF81E-2F86-480A-9173-9ED94517D6FA}"/>
              </a:ext>
            </a:extLst>
          </p:cNvPr>
          <p:cNvSpPr txBox="1">
            <a:spLocks/>
          </p:cNvSpPr>
          <p:nvPr/>
        </p:nvSpPr>
        <p:spPr bwMode="auto">
          <a:xfrm>
            <a:off x="457200" y="1589595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Comunicarea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colectiv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ă se referă la acele funcții din MPI care implică 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toate procesele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din comunicator.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Caracteristici: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 operație colectivă presupune apelul funcției corespunzătoare de către toate procesele din comunicator, folosind argumente potrivite.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Dimensiunea datelor trimise trebuie să 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coincidă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cu dimensiunea datelor primite.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Operațiile colective se pot executa doar în 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modul blocant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Operațiile de comunicare colectivă se împart în: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Operații de sincronizare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Operații de transfer de date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Calcule colective (de reducere)</a:t>
            </a:r>
          </a:p>
        </p:txBody>
      </p:sp>
    </p:spTree>
    <p:extLst>
      <p:ext uri="{BB962C8B-B14F-4D97-AF65-F5344CB8AC3E}">
        <p14:creationId xmlns:p14="http://schemas.microsoft.com/office/powerpoint/2010/main" val="674383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7FE4-F8D5-4FA2-98C7-1F321DD9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sincronizare</a:t>
            </a:r>
            <a:br>
              <a:rPr lang="ro-RO" dirty="0"/>
            </a:br>
            <a:r>
              <a:rPr lang="ro-RO" dirty="0"/>
              <a:t>Sincronizarea cu barieră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E4395D-D8E6-431D-A2B4-C16A1C48BC6F}"/>
              </a:ext>
            </a:extLst>
          </p:cNvPr>
          <p:cNvSpPr txBox="1">
            <a:spLocks/>
          </p:cNvSpPr>
          <p:nvPr/>
        </p:nvSpPr>
        <p:spPr bwMode="auto">
          <a:xfrm>
            <a:off x="457200" y="3026966"/>
            <a:ext cx="8229600" cy="1698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MPI_Barrier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 comm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ro-RO" sz="2000" b="1" i="0" u="none" strike="noStrike" kern="0" cap="none" spc="0" normalizeH="0" baseline="0" noProof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Calibri"/>
                <a:cs typeface="Times New Roman"/>
              </a:rPr>
              <a:t>MPI_Barrier sincronizează toate procesele din comunicator</a:t>
            </a:r>
          </a:p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Calibri"/>
                <a:cs typeface="Times New Roman"/>
              </a:rPr>
              <a:t>Un proces apelant se blochează până când toate celelalte procese din comunicator apelează, la rândul lor, această funcție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Calibri"/>
              <a:cs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075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EF3C-728E-4957-89F3-82F43743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338965"/>
            <a:ext cx="8515350" cy="458788"/>
          </a:xfrm>
        </p:spPr>
        <p:txBody>
          <a:bodyPr/>
          <a:lstStyle/>
          <a:p>
            <a:r>
              <a:rPr lang="ro-RO" dirty="0"/>
              <a:t>Operații de transfer de date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3ADD17-1077-47FB-AF1B-957501E71C88}"/>
              </a:ext>
            </a:extLst>
          </p:cNvPr>
          <p:cNvSpPr/>
          <p:nvPr/>
        </p:nvSpPr>
        <p:spPr>
          <a:xfrm>
            <a:off x="314323" y="1256541"/>
            <a:ext cx="851534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ro-RO" sz="2000" kern="0" dirty="0">
                <a:solidFill>
                  <a:srgbClr val="000000"/>
                </a:solidFill>
                <a:latin typeface="Lucida Grande"/>
                <a:ea typeface="+mn-ea"/>
              </a:rPr>
              <a:t>Operații de transfer de date:</a:t>
            </a:r>
          </a:p>
          <a:p>
            <a:pPr marL="742950" lvl="1" indent="-285750">
              <a:spcBef>
                <a:spcPct val="20000"/>
              </a:spcBef>
              <a:buClr>
                <a:srgbClr val="F06157"/>
              </a:buClr>
              <a:buFont typeface="Wingdings" pitchFamily="2" charset="2"/>
              <a:buChar char="w"/>
            </a:pPr>
            <a:r>
              <a:rPr lang="ro-RO" sz="2000" b="1" kern="0" dirty="0">
                <a:solidFill>
                  <a:srgbClr val="000000"/>
                </a:solidFill>
                <a:latin typeface="Lucida Grande"/>
              </a:rPr>
              <a:t>Difuzarea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 (</a:t>
            </a: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broadcast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)</a:t>
            </a:r>
          </a:p>
          <a:p>
            <a:pPr marL="1085850" lvl="2" indent="-228600">
              <a:spcBef>
                <a:spcPct val="20000"/>
              </a:spcBef>
              <a:buClr>
                <a:srgbClr val="3568C7"/>
              </a:buClr>
              <a:buFont typeface="Wingdings" pitchFamily="2" charset="2"/>
              <a:buChar char="§"/>
            </a:pP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propagarea unui mesaj de la </a:t>
            </a:r>
            <a:r>
              <a:rPr lang="ro-RO" sz="2000" i="1" kern="0" dirty="0">
                <a:solidFill>
                  <a:srgbClr val="000000"/>
                </a:solidFill>
                <a:latin typeface="Lucida Grande"/>
              </a:rPr>
              <a:t>rădăcină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 la restul proceselor</a:t>
            </a:r>
          </a:p>
          <a:p>
            <a:pPr marL="742950" lvl="1" indent="-285750">
              <a:spcBef>
                <a:spcPct val="20000"/>
              </a:spcBef>
              <a:buClr>
                <a:srgbClr val="F06157"/>
              </a:buClr>
              <a:buFont typeface="Wingdings" pitchFamily="2" charset="2"/>
              <a:buChar char="w"/>
            </a:pPr>
            <a:r>
              <a:rPr lang="ro-RO" sz="2000" b="1" kern="0" dirty="0">
                <a:solidFill>
                  <a:srgbClr val="000000"/>
                </a:solidFill>
                <a:latin typeface="Lucida Grande"/>
              </a:rPr>
              <a:t>Colectarea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 (</a:t>
            </a: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gather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)</a:t>
            </a:r>
          </a:p>
          <a:p>
            <a:pPr marL="1085850" lvl="2" indent="-228600">
              <a:spcBef>
                <a:spcPct val="20000"/>
              </a:spcBef>
              <a:buClr>
                <a:srgbClr val="3568C7"/>
              </a:buClr>
              <a:buFont typeface="Wingdings" pitchFamily="2" charset="2"/>
              <a:buChar char="§"/>
            </a:pP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procesul </a:t>
            </a:r>
            <a:r>
              <a:rPr lang="ro-RO" sz="2000" i="1" kern="0" dirty="0">
                <a:solidFill>
                  <a:srgbClr val="000000"/>
                </a:solidFill>
                <a:latin typeface="Lucida Grande"/>
              </a:rPr>
              <a:t>rădăcină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 colectează date de la celelalte procese</a:t>
            </a:r>
          </a:p>
          <a:p>
            <a:pPr marL="742950" lvl="1" indent="-285750">
              <a:spcBef>
                <a:spcPct val="20000"/>
              </a:spcBef>
              <a:buClr>
                <a:srgbClr val="F06157"/>
              </a:buClr>
              <a:buFont typeface="Wingdings" pitchFamily="2" charset="2"/>
              <a:buChar char="w"/>
            </a:pPr>
            <a:r>
              <a:rPr lang="ro-RO" sz="2000" b="1" kern="0" dirty="0">
                <a:solidFill>
                  <a:srgbClr val="000000"/>
                </a:solidFill>
                <a:latin typeface="Lucida Grande"/>
              </a:rPr>
              <a:t>Distribuirea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 (</a:t>
            </a: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scatter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)</a:t>
            </a:r>
          </a:p>
          <a:p>
            <a:pPr marL="1085850" lvl="2" indent="-228600">
              <a:spcBef>
                <a:spcPct val="20000"/>
              </a:spcBef>
              <a:buClr>
                <a:srgbClr val="3568C7"/>
              </a:buClr>
              <a:buFont typeface="Wingdings" pitchFamily="2" charset="2"/>
              <a:buChar char="§"/>
            </a:pP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inversa operației de colectare</a:t>
            </a:r>
          </a:p>
          <a:p>
            <a:pPr marL="742950" lvl="1" indent="-285750">
              <a:spcBef>
                <a:spcPct val="20000"/>
              </a:spcBef>
              <a:buClr>
                <a:srgbClr val="F06157"/>
              </a:buClr>
              <a:buFont typeface="Wingdings" pitchFamily="2" charset="2"/>
              <a:buChar char="w"/>
            </a:pP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Variații ale colectării și distribuirii (</a:t>
            </a: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allgather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, </a:t>
            </a: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alltoall</a:t>
            </a: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)</a:t>
            </a:r>
          </a:p>
          <a:p>
            <a:pPr marL="1085850" lvl="2" indent="-228600">
              <a:spcBef>
                <a:spcPct val="20000"/>
              </a:spcBef>
              <a:buClr>
                <a:srgbClr val="3568C7"/>
              </a:buClr>
              <a:buFont typeface="Wingdings" pitchFamily="2" charset="2"/>
              <a:buChar char="§"/>
            </a:pP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allgather</a:t>
            </a:r>
            <a:endParaRPr lang="ro-RO" sz="2000" kern="0" dirty="0">
              <a:solidFill>
                <a:srgbClr val="000000"/>
              </a:solidFill>
              <a:latin typeface="Lucida Grande"/>
            </a:endParaRPr>
          </a:p>
          <a:p>
            <a:pPr marL="1428750" lvl="3" indent="-228600">
              <a:spcBef>
                <a:spcPct val="20000"/>
              </a:spcBef>
              <a:buClr>
                <a:srgbClr val="F06157"/>
              </a:buClr>
              <a:buFont typeface="Times" charset="0"/>
              <a:buChar char="•"/>
            </a:pP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fiecare proces colectează datele de la celelalte procese</a:t>
            </a:r>
          </a:p>
          <a:p>
            <a:pPr marL="1085850" lvl="2" indent="-228600">
              <a:spcBef>
                <a:spcPct val="20000"/>
              </a:spcBef>
              <a:buClr>
                <a:srgbClr val="3568C7"/>
              </a:buClr>
              <a:buFont typeface="Wingdings" pitchFamily="2" charset="2"/>
              <a:buChar char="§"/>
            </a:pPr>
            <a:r>
              <a:rPr lang="ro-RO" sz="2000" i="1" kern="0" dirty="0" err="1">
                <a:solidFill>
                  <a:srgbClr val="000000"/>
                </a:solidFill>
                <a:latin typeface="Lucida Grande"/>
              </a:rPr>
              <a:t>alltoall</a:t>
            </a:r>
            <a:endParaRPr lang="ro-RO" sz="2000" kern="0" dirty="0">
              <a:solidFill>
                <a:srgbClr val="000000"/>
              </a:solidFill>
              <a:latin typeface="Lucida Grande"/>
            </a:endParaRPr>
          </a:p>
          <a:p>
            <a:pPr marL="1428750" lvl="3" indent="-228600">
              <a:spcBef>
                <a:spcPct val="20000"/>
              </a:spcBef>
              <a:buClr>
                <a:srgbClr val="F06157"/>
              </a:buClr>
              <a:buFont typeface="Times" charset="0"/>
              <a:buChar char="•"/>
            </a:pPr>
            <a:r>
              <a:rPr lang="ro-RO" sz="2000" kern="0" dirty="0">
                <a:solidFill>
                  <a:srgbClr val="000000"/>
                </a:solidFill>
                <a:latin typeface="Lucida Grande"/>
              </a:rPr>
              <a:t>fiecare proces realizează o distribuire a datelor, în funcție de rangul celorlalte procese</a:t>
            </a:r>
          </a:p>
          <a:p>
            <a:pPr marL="742950" lvl="1" indent="-285750">
              <a:spcBef>
                <a:spcPct val="20000"/>
              </a:spcBef>
              <a:buClr>
                <a:srgbClr val="F06157"/>
              </a:buClr>
              <a:buFont typeface="Wingdings" pitchFamily="2" charset="2"/>
              <a:buChar char="w"/>
            </a:pPr>
            <a:endParaRPr lang="ro-RO" sz="2000" kern="0" dirty="0">
              <a:solidFill>
                <a:srgbClr val="000000"/>
              </a:solidFill>
              <a:latin typeface="Lucida Grande"/>
            </a:endParaRPr>
          </a:p>
          <a:p>
            <a:pPr marL="742950" lvl="1" indent="-285750">
              <a:spcBef>
                <a:spcPct val="20000"/>
              </a:spcBef>
              <a:buClr>
                <a:srgbClr val="F06157"/>
              </a:buClr>
              <a:buFont typeface="Wingdings" pitchFamily="2" charset="2"/>
              <a:buChar char="w"/>
            </a:pPr>
            <a:endParaRPr lang="en-US" sz="2000" kern="0" dirty="0">
              <a:solidFill>
                <a:srgbClr val="000000"/>
              </a:solidFill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086232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0E915-DB82-4A54-A3F0-0028BF888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transfer de date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82B69C0-26F1-482F-B49C-415C1FFB6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39016"/>
              </p:ext>
            </p:extLst>
          </p:nvPr>
        </p:nvGraphicFramePr>
        <p:xfrm>
          <a:off x="611560" y="3176972"/>
          <a:ext cx="2232248" cy="1483360"/>
        </p:xfrm>
        <a:graphic>
          <a:graphicData uri="http://schemas.openxmlformats.org/drawingml/2006/table">
            <a:tbl>
              <a:tblPr firstRow="1" bandRow="1"/>
              <a:tblGrid>
                <a:gridCol w="55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4C66FA82-AFBD-4C11-BB55-782236DB2125}"/>
              </a:ext>
            </a:extLst>
          </p:cNvPr>
          <p:cNvGrpSpPr/>
          <p:nvPr/>
        </p:nvGrpSpPr>
        <p:grpSpPr>
          <a:xfrm>
            <a:off x="107504" y="3100898"/>
            <a:ext cx="499560" cy="1552238"/>
            <a:chOff x="179512" y="2164794"/>
            <a:chExt cx="499560" cy="1552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B20933F-F179-4285-86A2-0BC93DE97E1D}"/>
                    </a:ext>
                  </a:extLst>
                </p:cNvPr>
                <p:cNvSpPr txBox="1"/>
                <p:nvPr/>
              </p:nvSpPr>
              <p:spPr>
                <a:xfrm>
                  <a:off x="179512" y="2164794"/>
                  <a:ext cx="4995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164794"/>
                  <a:ext cx="499559" cy="400110"/>
                </a:xfrm>
                <a:prstGeom prst="rect">
                  <a:avLst/>
                </a:prstGeom>
                <a:blipFill rotWithShape="1">
                  <a:blip r:embed="rId2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F48A3EA-4738-4AD2-97F2-BBFC2E040B92}"/>
                    </a:ext>
                  </a:extLst>
                </p:cNvPr>
                <p:cNvSpPr txBox="1"/>
                <p:nvPr/>
              </p:nvSpPr>
              <p:spPr>
                <a:xfrm>
                  <a:off x="179512" y="2548837"/>
                  <a:ext cx="4935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548837"/>
                  <a:ext cx="493597" cy="400110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EBA05FA-0842-4D1E-92CC-4B4D527823CE}"/>
                    </a:ext>
                  </a:extLst>
                </p:cNvPr>
                <p:cNvSpPr txBox="1"/>
                <p:nvPr/>
              </p:nvSpPr>
              <p:spPr>
                <a:xfrm>
                  <a:off x="179512" y="2932880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932880"/>
                  <a:ext cx="499560" cy="400110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BEF4158-2F3A-4388-ADD1-E27AFF42F163}"/>
                    </a:ext>
                  </a:extLst>
                </p:cNvPr>
                <p:cNvSpPr txBox="1"/>
                <p:nvPr/>
              </p:nvSpPr>
              <p:spPr>
                <a:xfrm>
                  <a:off x="179512" y="3316922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3316922"/>
                  <a:ext cx="499560" cy="400110"/>
                </a:xfrm>
                <a:prstGeom prst="rect">
                  <a:avLst/>
                </a:prstGeom>
                <a:blipFill rotWithShape="1">
                  <a:blip r:embed="rId5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774B464-C171-40E1-8BAD-D8199818DAE0}"/>
              </a:ext>
            </a:extLst>
          </p:cNvPr>
          <p:cNvGrpSpPr/>
          <p:nvPr/>
        </p:nvGrpSpPr>
        <p:grpSpPr>
          <a:xfrm>
            <a:off x="683568" y="3172906"/>
            <a:ext cx="370614" cy="1480230"/>
            <a:chOff x="1470369" y="2092786"/>
            <a:chExt cx="370614" cy="1480230"/>
          </a:xfrm>
        </p:grpSpPr>
        <p:sp>
          <p:nvSpPr>
            <p:cNvPr id="56" name="TextBox 55" hidden="1">
              <a:extLst>
                <a:ext uri="{FF2B5EF4-FFF2-40B4-BE49-F238E27FC236}">
                  <a16:creationId xmlns:a16="http://schemas.microsoft.com/office/drawing/2014/main" id="{A3CD7F2F-DB2E-4175-A28F-A6AABDEFEA3E}"/>
                </a:ext>
              </a:extLst>
            </p:cNvPr>
            <p:cNvSpPr txBox="1"/>
            <p:nvPr/>
          </p:nvSpPr>
          <p:spPr>
            <a:xfrm>
              <a:off x="1470369" y="209278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D091B27-E0AE-488E-BC7D-4B60BD9FC624}"/>
                </a:ext>
              </a:extLst>
            </p:cNvPr>
            <p:cNvSpPr txBox="1"/>
            <p:nvPr/>
          </p:nvSpPr>
          <p:spPr>
            <a:xfrm>
              <a:off x="1470369" y="245282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CC36C8A-1D84-44F2-8876-2F8978E62A91}"/>
                </a:ext>
              </a:extLst>
            </p:cNvPr>
            <p:cNvSpPr txBox="1"/>
            <p:nvPr/>
          </p:nvSpPr>
          <p:spPr>
            <a:xfrm>
              <a:off x="1470369" y="281286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8E42941-9F08-44D7-9323-DA22BD52397A}"/>
                </a:ext>
              </a:extLst>
            </p:cNvPr>
            <p:cNvSpPr txBox="1"/>
            <p:nvPr/>
          </p:nvSpPr>
          <p:spPr>
            <a:xfrm>
              <a:off x="1470369" y="317290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52D5C85-8B39-48CE-AA17-6C5AAA677152}"/>
              </a:ext>
            </a:extLst>
          </p:cNvPr>
          <p:cNvSpPr txBox="1"/>
          <p:nvPr/>
        </p:nvSpPr>
        <p:spPr>
          <a:xfrm>
            <a:off x="683568" y="319294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Times" charset="0"/>
                <a:ea typeface="+mn-ea"/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4EC3A6-0721-4159-83E1-38AFDC3DC2B0}"/>
              </a:ext>
            </a:extLst>
          </p:cNvPr>
          <p:cNvSpPr txBox="1"/>
          <p:nvPr/>
        </p:nvSpPr>
        <p:spPr>
          <a:xfrm>
            <a:off x="1079471" y="2636912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solidFill>
                  <a:srgbClr val="000000"/>
                </a:solidFill>
                <a:latin typeface="Times" charset="0"/>
                <a:ea typeface="+mn-ea"/>
              </a:rPr>
              <a:t>Difuzare</a:t>
            </a:r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2BF052B6-7B57-412D-950E-6D39F1814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82708"/>
              </p:ext>
            </p:extLst>
          </p:nvPr>
        </p:nvGraphicFramePr>
        <p:xfrm>
          <a:off x="3635896" y="3176972"/>
          <a:ext cx="2232248" cy="1483360"/>
        </p:xfrm>
        <a:graphic>
          <a:graphicData uri="http://schemas.openxmlformats.org/drawingml/2006/table">
            <a:tbl>
              <a:tblPr firstRow="1" bandRow="1"/>
              <a:tblGrid>
                <a:gridCol w="55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3" name="Group 62">
            <a:extLst>
              <a:ext uri="{FF2B5EF4-FFF2-40B4-BE49-F238E27FC236}">
                <a16:creationId xmlns:a16="http://schemas.microsoft.com/office/drawing/2014/main" id="{37AC1257-4252-4356-BAAE-1ABFBA9263A3}"/>
              </a:ext>
            </a:extLst>
          </p:cNvPr>
          <p:cNvGrpSpPr/>
          <p:nvPr/>
        </p:nvGrpSpPr>
        <p:grpSpPr>
          <a:xfrm>
            <a:off x="3203848" y="3172906"/>
            <a:ext cx="499560" cy="1552238"/>
            <a:chOff x="3275856" y="2236802"/>
            <a:chExt cx="499560" cy="1552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BD1CB72-9327-4D37-839E-E761F9DA3AC6}"/>
                    </a:ext>
                  </a:extLst>
                </p:cNvPr>
                <p:cNvSpPr txBox="1"/>
                <p:nvPr/>
              </p:nvSpPr>
              <p:spPr>
                <a:xfrm>
                  <a:off x="3275856" y="2236802"/>
                  <a:ext cx="4995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2236802"/>
                  <a:ext cx="499559" cy="400110"/>
                </a:xfrm>
                <a:prstGeom prst="rect">
                  <a:avLst/>
                </a:prstGeom>
                <a:blipFill rotWithShape="1">
                  <a:blip r:embed="rId6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167B15FB-C1E6-42D8-A7C6-B62C356911EE}"/>
                    </a:ext>
                  </a:extLst>
                </p:cNvPr>
                <p:cNvSpPr txBox="1"/>
                <p:nvPr/>
              </p:nvSpPr>
              <p:spPr>
                <a:xfrm>
                  <a:off x="3275856" y="2620845"/>
                  <a:ext cx="4935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2620845"/>
                  <a:ext cx="493597" cy="400110"/>
                </a:xfrm>
                <a:prstGeom prst="rect">
                  <a:avLst/>
                </a:prstGeom>
                <a:blipFill rotWithShape="1"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2BDCFE9-A6B1-4AAC-A18F-037CEB318D3E}"/>
                    </a:ext>
                  </a:extLst>
                </p:cNvPr>
                <p:cNvSpPr txBox="1"/>
                <p:nvPr/>
              </p:nvSpPr>
              <p:spPr>
                <a:xfrm>
                  <a:off x="3275856" y="3004888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3004888"/>
                  <a:ext cx="499560" cy="400110"/>
                </a:xfrm>
                <a:prstGeom prst="rect">
                  <a:avLst/>
                </a:prstGeom>
                <a:blipFill rotWithShape="1">
                  <a:blip r:embed="rId8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750B7-19AB-48D4-A9F7-1C1FB63FA5BD}"/>
                    </a:ext>
                  </a:extLst>
                </p:cNvPr>
                <p:cNvSpPr txBox="1"/>
                <p:nvPr/>
              </p:nvSpPr>
              <p:spPr>
                <a:xfrm>
                  <a:off x="3275856" y="3388930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3388930"/>
                  <a:ext cx="499560" cy="400110"/>
                </a:xfrm>
                <a:prstGeom prst="rect">
                  <a:avLst/>
                </a:prstGeom>
                <a:blipFill rotWithShape="1">
                  <a:blip r:embed="rId9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9EE6B487-7EF4-44B3-823A-FE2B1E6ADCA8}"/>
              </a:ext>
            </a:extLst>
          </p:cNvPr>
          <p:cNvSpPr txBox="1"/>
          <p:nvPr/>
        </p:nvSpPr>
        <p:spPr>
          <a:xfrm>
            <a:off x="3718478" y="319294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Times" charset="0"/>
                <a:ea typeface="+mn-ea"/>
              </a:rPr>
              <a:t>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834108-A7AC-4E5A-8637-4D831A902689}"/>
              </a:ext>
            </a:extLst>
          </p:cNvPr>
          <p:cNvSpPr txBox="1"/>
          <p:nvPr/>
        </p:nvSpPr>
        <p:spPr>
          <a:xfrm>
            <a:off x="3923928" y="2708920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solidFill>
                  <a:srgbClr val="000000"/>
                </a:solidFill>
                <a:latin typeface="Times" charset="0"/>
                <a:ea typeface="+mn-ea"/>
              </a:rPr>
              <a:t>Distribuire</a:t>
            </a:r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6FADEAE-2093-4E8D-BF45-D3F251274F88}"/>
              </a:ext>
            </a:extLst>
          </p:cNvPr>
          <p:cNvGrpSpPr/>
          <p:nvPr/>
        </p:nvGrpSpPr>
        <p:grpSpPr>
          <a:xfrm>
            <a:off x="4290061" y="3192941"/>
            <a:ext cx="1506075" cy="400110"/>
            <a:chOff x="4362069" y="2257638"/>
            <a:chExt cx="1506075" cy="400110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E32EAA3-939A-430F-B027-8FA2AE60CFBA}"/>
                </a:ext>
              </a:extLst>
            </p:cNvPr>
            <p:cNvSpPr txBox="1"/>
            <p:nvPr/>
          </p:nvSpPr>
          <p:spPr>
            <a:xfrm>
              <a:off x="4929800" y="225763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F921A1E-1A7F-445F-852D-402FDDF8214B}"/>
                </a:ext>
              </a:extLst>
            </p:cNvPr>
            <p:cNvSpPr txBox="1"/>
            <p:nvPr/>
          </p:nvSpPr>
          <p:spPr>
            <a:xfrm>
              <a:off x="4362069" y="225763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27E7F88-BA3C-4242-A272-E930900FA30C}"/>
                </a:ext>
              </a:extLst>
            </p:cNvPr>
            <p:cNvSpPr txBox="1"/>
            <p:nvPr/>
          </p:nvSpPr>
          <p:spPr>
            <a:xfrm>
              <a:off x="5497530" y="2257638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FB5BB27-D1EF-40DD-9FF6-AB6A6C636BCB}"/>
              </a:ext>
            </a:extLst>
          </p:cNvPr>
          <p:cNvGrpSpPr/>
          <p:nvPr/>
        </p:nvGrpSpPr>
        <p:grpSpPr>
          <a:xfrm>
            <a:off x="3707904" y="3573016"/>
            <a:ext cx="370614" cy="1120190"/>
            <a:chOff x="3769338" y="2636912"/>
            <a:chExt cx="370614" cy="1120190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AAF1DC-6D46-475D-943D-B5D198E6AB85}"/>
                </a:ext>
              </a:extLst>
            </p:cNvPr>
            <p:cNvSpPr txBox="1"/>
            <p:nvPr/>
          </p:nvSpPr>
          <p:spPr>
            <a:xfrm>
              <a:off x="3769338" y="263691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2D20998-3C45-495A-A083-D4E705D9A235}"/>
                </a:ext>
              </a:extLst>
            </p:cNvPr>
            <p:cNvSpPr txBox="1"/>
            <p:nvPr/>
          </p:nvSpPr>
          <p:spPr>
            <a:xfrm>
              <a:off x="3769338" y="299695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8AE9FB-E229-4820-AD5D-F52D03284A26}"/>
                </a:ext>
              </a:extLst>
            </p:cNvPr>
            <p:cNvSpPr txBox="1"/>
            <p:nvPr/>
          </p:nvSpPr>
          <p:spPr>
            <a:xfrm>
              <a:off x="3769338" y="335699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</a:p>
          </p:txBody>
        </p:sp>
      </p:grp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D73D79F0-EF56-4066-9178-C2505821E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183680"/>
              </p:ext>
            </p:extLst>
          </p:nvPr>
        </p:nvGraphicFramePr>
        <p:xfrm>
          <a:off x="6660232" y="3176972"/>
          <a:ext cx="2232248" cy="1483360"/>
        </p:xfrm>
        <a:graphic>
          <a:graphicData uri="http://schemas.openxmlformats.org/drawingml/2006/table">
            <a:tbl>
              <a:tblPr firstRow="1" bandRow="1"/>
              <a:tblGrid>
                <a:gridCol w="55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9" name="Group 78">
            <a:extLst>
              <a:ext uri="{FF2B5EF4-FFF2-40B4-BE49-F238E27FC236}">
                <a16:creationId xmlns:a16="http://schemas.microsoft.com/office/drawing/2014/main" id="{460DE859-4C8C-4258-9C34-781A5CD2DAFA}"/>
              </a:ext>
            </a:extLst>
          </p:cNvPr>
          <p:cNvGrpSpPr/>
          <p:nvPr/>
        </p:nvGrpSpPr>
        <p:grpSpPr>
          <a:xfrm>
            <a:off x="6156176" y="3172906"/>
            <a:ext cx="499560" cy="1552238"/>
            <a:chOff x="6228184" y="2236802"/>
            <a:chExt cx="499560" cy="1552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40CD93BC-A089-43BB-AA09-40EFC3540674}"/>
                    </a:ext>
                  </a:extLst>
                </p:cNvPr>
                <p:cNvSpPr txBox="1"/>
                <p:nvPr/>
              </p:nvSpPr>
              <p:spPr>
                <a:xfrm>
                  <a:off x="6228184" y="2236802"/>
                  <a:ext cx="4995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8184" y="2236802"/>
                  <a:ext cx="499559" cy="400110"/>
                </a:xfrm>
                <a:prstGeom prst="rect">
                  <a:avLst/>
                </a:prstGeom>
                <a:blipFill rotWithShape="1">
                  <a:blip r:embed="rId10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9659E4F1-91CE-4CE8-847E-33804D4F3BC9}"/>
                    </a:ext>
                  </a:extLst>
                </p:cNvPr>
                <p:cNvSpPr txBox="1"/>
                <p:nvPr/>
              </p:nvSpPr>
              <p:spPr>
                <a:xfrm>
                  <a:off x="6228184" y="2620845"/>
                  <a:ext cx="4935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8184" y="2620845"/>
                  <a:ext cx="493597" cy="400110"/>
                </a:xfrm>
                <a:prstGeom prst="rect">
                  <a:avLst/>
                </a:prstGeom>
                <a:blipFill rotWithShape="1">
                  <a:blip r:embed="rId11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D7489176-8042-4FAB-90BB-B63143AD3445}"/>
                    </a:ext>
                  </a:extLst>
                </p:cNvPr>
                <p:cNvSpPr txBox="1"/>
                <p:nvPr/>
              </p:nvSpPr>
              <p:spPr>
                <a:xfrm>
                  <a:off x="6228184" y="3004888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8184" y="3004888"/>
                  <a:ext cx="499560" cy="400110"/>
                </a:xfrm>
                <a:prstGeom prst="rect">
                  <a:avLst/>
                </a:prstGeom>
                <a:blipFill rotWithShape="1">
                  <a:blip r:embed="rId12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95065FC6-85C7-4100-B7AE-7DBE37DA9C59}"/>
                    </a:ext>
                  </a:extLst>
                </p:cNvPr>
                <p:cNvSpPr txBox="1"/>
                <p:nvPr/>
              </p:nvSpPr>
              <p:spPr>
                <a:xfrm>
                  <a:off x="6228184" y="3388930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8184" y="3388930"/>
                  <a:ext cx="499560" cy="400110"/>
                </a:xfrm>
                <a:prstGeom prst="rect">
                  <a:avLst/>
                </a:prstGeom>
                <a:blipFill rotWithShape="1">
                  <a:blip r:embed="rId13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60F15DC5-692E-4CF2-8B8D-256919AE987B}"/>
              </a:ext>
            </a:extLst>
          </p:cNvPr>
          <p:cNvSpPr txBox="1"/>
          <p:nvPr/>
        </p:nvSpPr>
        <p:spPr>
          <a:xfrm>
            <a:off x="6732240" y="319294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Times" charset="0"/>
                <a:ea typeface="+mn-ea"/>
              </a:rPr>
              <a:t>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0C354D-C52A-4658-A8E1-99B8DED7DABE}"/>
              </a:ext>
            </a:extLst>
          </p:cNvPr>
          <p:cNvSpPr txBox="1"/>
          <p:nvPr/>
        </p:nvSpPr>
        <p:spPr>
          <a:xfrm>
            <a:off x="7092280" y="2708920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solidFill>
                  <a:srgbClr val="000000"/>
                </a:solidFill>
                <a:latin typeface="Times" charset="0"/>
                <a:ea typeface="+mn-ea"/>
              </a:rPr>
              <a:t>Colectare</a:t>
            </a:r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84A0EAC-7B1E-4892-ABF0-5676BC5813BA}"/>
              </a:ext>
            </a:extLst>
          </p:cNvPr>
          <p:cNvGrpSpPr/>
          <p:nvPr/>
        </p:nvGrpSpPr>
        <p:grpSpPr>
          <a:xfrm>
            <a:off x="7314397" y="3192941"/>
            <a:ext cx="1506075" cy="400110"/>
            <a:chOff x="4362069" y="2257638"/>
            <a:chExt cx="1506075" cy="400110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EA8BEBC-5A05-4960-8238-846D864E7AE2}"/>
                </a:ext>
              </a:extLst>
            </p:cNvPr>
            <p:cNvSpPr txBox="1"/>
            <p:nvPr/>
          </p:nvSpPr>
          <p:spPr>
            <a:xfrm>
              <a:off x="4929800" y="225763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F33CC57-373C-46C4-81CF-450757954BC8}"/>
                </a:ext>
              </a:extLst>
            </p:cNvPr>
            <p:cNvSpPr txBox="1"/>
            <p:nvPr/>
          </p:nvSpPr>
          <p:spPr>
            <a:xfrm>
              <a:off x="4362069" y="225763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51A1264-A8AF-41FF-B739-D9CAEAB84916}"/>
                </a:ext>
              </a:extLst>
            </p:cNvPr>
            <p:cNvSpPr txBox="1"/>
            <p:nvPr/>
          </p:nvSpPr>
          <p:spPr>
            <a:xfrm>
              <a:off x="5497530" y="2257638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439FA5D-4041-477B-AAA8-B59CC3B50AE7}"/>
              </a:ext>
            </a:extLst>
          </p:cNvPr>
          <p:cNvGrpSpPr/>
          <p:nvPr/>
        </p:nvGrpSpPr>
        <p:grpSpPr>
          <a:xfrm>
            <a:off x="6721666" y="3573016"/>
            <a:ext cx="370614" cy="1120190"/>
            <a:chOff x="3769338" y="2636912"/>
            <a:chExt cx="370614" cy="112019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3D8E18D-F207-4ED6-8B71-7760A584AC69}"/>
                </a:ext>
              </a:extLst>
            </p:cNvPr>
            <p:cNvSpPr txBox="1"/>
            <p:nvPr/>
          </p:nvSpPr>
          <p:spPr>
            <a:xfrm>
              <a:off x="3769338" y="263691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A17B309-973F-4492-938C-27AF3FFFC086}"/>
                </a:ext>
              </a:extLst>
            </p:cNvPr>
            <p:cNvSpPr txBox="1"/>
            <p:nvPr/>
          </p:nvSpPr>
          <p:spPr>
            <a:xfrm>
              <a:off x="3769338" y="299695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FC37FD4-D2BA-4B53-932F-5C53106183E2}"/>
                </a:ext>
              </a:extLst>
            </p:cNvPr>
            <p:cNvSpPr txBox="1"/>
            <p:nvPr/>
          </p:nvSpPr>
          <p:spPr>
            <a:xfrm>
              <a:off x="3769338" y="335699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429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1A50-7D7B-420F-A923-6DE1320A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Operații de transfer de date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244C6B89-79F6-4AF6-A20B-C0DE5D4D9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273190"/>
              </p:ext>
            </p:extLst>
          </p:nvPr>
        </p:nvGraphicFramePr>
        <p:xfrm>
          <a:off x="1998132" y="3537012"/>
          <a:ext cx="2232248" cy="1483360"/>
        </p:xfrm>
        <a:graphic>
          <a:graphicData uri="http://schemas.openxmlformats.org/drawingml/2006/table">
            <a:tbl>
              <a:tblPr firstRow="1" bandRow="1"/>
              <a:tblGrid>
                <a:gridCol w="55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9" name="Group 78">
            <a:extLst>
              <a:ext uri="{FF2B5EF4-FFF2-40B4-BE49-F238E27FC236}">
                <a16:creationId xmlns:a16="http://schemas.microsoft.com/office/drawing/2014/main" id="{D68286FA-65F0-4C21-BB23-A9277E9D8777}"/>
              </a:ext>
            </a:extLst>
          </p:cNvPr>
          <p:cNvGrpSpPr/>
          <p:nvPr/>
        </p:nvGrpSpPr>
        <p:grpSpPr>
          <a:xfrm>
            <a:off x="1422068" y="3460938"/>
            <a:ext cx="499560" cy="1552238"/>
            <a:chOff x="179512" y="2164794"/>
            <a:chExt cx="499560" cy="1552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36DDC1A-3134-4B56-8B17-CA9490B5650B}"/>
                    </a:ext>
                  </a:extLst>
                </p:cNvPr>
                <p:cNvSpPr txBox="1"/>
                <p:nvPr/>
              </p:nvSpPr>
              <p:spPr>
                <a:xfrm>
                  <a:off x="179512" y="2164794"/>
                  <a:ext cx="4995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164794"/>
                  <a:ext cx="499559" cy="400110"/>
                </a:xfrm>
                <a:prstGeom prst="rect">
                  <a:avLst/>
                </a:prstGeom>
                <a:blipFill rotWithShape="1">
                  <a:blip r:embed="rId2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BBC5143-1661-47D8-820D-FF349135F921}"/>
                    </a:ext>
                  </a:extLst>
                </p:cNvPr>
                <p:cNvSpPr txBox="1"/>
                <p:nvPr/>
              </p:nvSpPr>
              <p:spPr>
                <a:xfrm>
                  <a:off x="179512" y="2548837"/>
                  <a:ext cx="4935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548837"/>
                  <a:ext cx="493597" cy="400110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0E79F2C-8421-411F-A13F-4AB7677EB70C}"/>
                    </a:ext>
                  </a:extLst>
                </p:cNvPr>
                <p:cNvSpPr txBox="1"/>
                <p:nvPr/>
              </p:nvSpPr>
              <p:spPr>
                <a:xfrm>
                  <a:off x="179512" y="2932880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932880"/>
                  <a:ext cx="499560" cy="400110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294C5BD-6F01-405F-98BE-1B53606C0EC0}"/>
                    </a:ext>
                  </a:extLst>
                </p:cNvPr>
                <p:cNvSpPr txBox="1"/>
                <p:nvPr/>
              </p:nvSpPr>
              <p:spPr>
                <a:xfrm>
                  <a:off x="179512" y="3316922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3316922"/>
                  <a:ext cx="499560" cy="400110"/>
                </a:xfrm>
                <a:prstGeom prst="rect">
                  <a:avLst/>
                </a:prstGeom>
                <a:blipFill rotWithShape="1">
                  <a:blip r:embed="rId5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8E3B24E2-E028-4C3C-9ACA-264C8CF23A9C}"/>
              </a:ext>
            </a:extLst>
          </p:cNvPr>
          <p:cNvSpPr txBox="1"/>
          <p:nvPr/>
        </p:nvSpPr>
        <p:spPr>
          <a:xfrm>
            <a:off x="2466043" y="2996952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solidFill>
                  <a:srgbClr val="000000"/>
                </a:solidFill>
                <a:latin typeface="Times" charset="0"/>
                <a:ea typeface="+mn-ea"/>
              </a:rPr>
              <a:t>Allgather</a:t>
            </a:r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CFF96F15-6030-4CAD-8F0F-2410F9614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174924"/>
              </p:ext>
            </p:extLst>
          </p:nvPr>
        </p:nvGraphicFramePr>
        <p:xfrm>
          <a:off x="5022468" y="3537012"/>
          <a:ext cx="2232248" cy="1483360"/>
        </p:xfrm>
        <a:graphic>
          <a:graphicData uri="http://schemas.openxmlformats.org/drawingml/2006/table">
            <a:tbl>
              <a:tblPr firstRow="1" bandRow="1"/>
              <a:tblGrid>
                <a:gridCol w="55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6" name="Group 85">
            <a:extLst>
              <a:ext uri="{FF2B5EF4-FFF2-40B4-BE49-F238E27FC236}">
                <a16:creationId xmlns:a16="http://schemas.microsoft.com/office/drawing/2014/main" id="{64206850-01D7-4096-B3B8-85819A67D852}"/>
              </a:ext>
            </a:extLst>
          </p:cNvPr>
          <p:cNvGrpSpPr/>
          <p:nvPr/>
        </p:nvGrpSpPr>
        <p:grpSpPr>
          <a:xfrm>
            <a:off x="4590420" y="3532946"/>
            <a:ext cx="499560" cy="1552238"/>
            <a:chOff x="3275856" y="2236802"/>
            <a:chExt cx="499560" cy="1552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4BAD509-6D3C-4E6A-BED6-9CC9050B5DFE}"/>
                    </a:ext>
                  </a:extLst>
                </p:cNvPr>
                <p:cNvSpPr txBox="1"/>
                <p:nvPr/>
              </p:nvSpPr>
              <p:spPr>
                <a:xfrm>
                  <a:off x="3275856" y="2236802"/>
                  <a:ext cx="4995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2236802"/>
                  <a:ext cx="499559" cy="400110"/>
                </a:xfrm>
                <a:prstGeom prst="rect">
                  <a:avLst/>
                </a:prstGeom>
                <a:blipFill rotWithShape="1">
                  <a:blip r:embed="rId6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0AEEAC0-9312-4A5B-BF18-4745F5876621}"/>
                    </a:ext>
                  </a:extLst>
                </p:cNvPr>
                <p:cNvSpPr txBox="1"/>
                <p:nvPr/>
              </p:nvSpPr>
              <p:spPr>
                <a:xfrm>
                  <a:off x="3275856" y="2620845"/>
                  <a:ext cx="4935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2620845"/>
                  <a:ext cx="493597" cy="400110"/>
                </a:xfrm>
                <a:prstGeom prst="rect">
                  <a:avLst/>
                </a:prstGeom>
                <a:blipFill rotWithShape="1"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38DCA5E-C1D5-4D6A-A2B6-61B6DD5E330E}"/>
                    </a:ext>
                  </a:extLst>
                </p:cNvPr>
                <p:cNvSpPr txBox="1"/>
                <p:nvPr/>
              </p:nvSpPr>
              <p:spPr>
                <a:xfrm>
                  <a:off x="3275856" y="3004888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3004888"/>
                  <a:ext cx="499560" cy="400110"/>
                </a:xfrm>
                <a:prstGeom prst="rect">
                  <a:avLst/>
                </a:prstGeom>
                <a:blipFill rotWithShape="1">
                  <a:blip r:embed="rId8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6E3F78B-698F-425B-9369-2A4BD184BD67}"/>
                    </a:ext>
                  </a:extLst>
                </p:cNvPr>
                <p:cNvSpPr txBox="1"/>
                <p:nvPr/>
              </p:nvSpPr>
              <p:spPr>
                <a:xfrm>
                  <a:off x="3275856" y="3388930"/>
                  <a:ext cx="4995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3388930"/>
                  <a:ext cx="499560" cy="400110"/>
                </a:xfrm>
                <a:prstGeom prst="rect">
                  <a:avLst/>
                </a:prstGeom>
                <a:blipFill rotWithShape="1">
                  <a:blip r:embed="rId9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09D0879-A413-4DC7-A5C8-E3D9C1485C26}"/>
              </a:ext>
            </a:extLst>
          </p:cNvPr>
          <p:cNvSpPr txBox="1"/>
          <p:nvPr/>
        </p:nvSpPr>
        <p:spPr>
          <a:xfrm>
            <a:off x="5310500" y="3068960"/>
            <a:ext cx="112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solidFill>
                  <a:srgbClr val="000000"/>
                </a:solidFill>
                <a:latin typeface="Times" charset="0"/>
                <a:ea typeface="+mn-ea"/>
              </a:rPr>
              <a:t>Alltoall</a:t>
            </a:r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2BC6928-6C73-4889-91C8-A56721016CDD}"/>
              </a:ext>
            </a:extLst>
          </p:cNvPr>
          <p:cNvGrpSpPr/>
          <p:nvPr/>
        </p:nvGrpSpPr>
        <p:grpSpPr>
          <a:xfrm>
            <a:off x="2070140" y="3503984"/>
            <a:ext cx="381188" cy="1500265"/>
            <a:chOff x="1907704" y="2492896"/>
            <a:chExt cx="381188" cy="150026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B00CFF2-42F0-4B56-A75E-88418D276BCA}"/>
                </a:ext>
              </a:extLst>
            </p:cNvPr>
            <p:cNvSpPr txBox="1"/>
            <p:nvPr/>
          </p:nvSpPr>
          <p:spPr>
            <a:xfrm>
              <a:off x="1918278" y="249289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43C392A7-AFBC-4B6F-BD82-B86EEB1B031F}"/>
                </a:ext>
              </a:extLst>
            </p:cNvPr>
            <p:cNvGrpSpPr/>
            <p:nvPr/>
          </p:nvGrpSpPr>
          <p:grpSpPr>
            <a:xfrm>
              <a:off x="1907704" y="2872971"/>
              <a:ext cx="370614" cy="1120190"/>
              <a:chOff x="3769338" y="2636912"/>
              <a:chExt cx="370614" cy="1120190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BAD5914-FC9E-4E41-8ECE-9A7B513A5B0B}"/>
                  </a:ext>
                </a:extLst>
              </p:cNvPr>
              <p:cNvSpPr txBox="1"/>
              <p:nvPr/>
            </p:nvSpPr>
            <p:spPr>
              <a:xfrm>
                <a:off x="3769338" y="2636912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B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33C8FEC-C5F4-4E0D-A618-67F124804DA5}"/>
                  </a:ext>
                </a:extLst>
              </p:cNvPr>
              <p:cNvSpPr txBox="1"/>
              <p:nvPr/>
            </p:nvSpPr>
            <p:spPr>
              <a:xfrm>
                <a:off x="3769338" y="2996952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C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256B228-2A9C-43A6-86D1-C340EF30A28C}"/>
                  </a:ext>
                </a:extLst>
              </p:cNvPr>
              <p:cNvSpPr txBox="1"/>
              <p:nvPr/>
            </p:nvSpPr>
            <p:spPr>
              <a:xfrm>
                <a:off x="3769338" y="3356992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D</a:t>
                </a:r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512B6D4-01BE-4EAE-A26E-ADD7F4BC0D9A}"/>
              </a:ext>
            </a:extLst>
          </p:cNvPr>
          <p:cNvGrpSpPr/>
          <p:nvPr/>
        </p:nvGrpSpPr>
        <p:grpSpPr>
          <a:xfrm>
            <a:off x="2649729" y="3503984"/>
            <a:ext cx="1508643" cy="400110"/>
            <a:chOff x="2487293" y="2495872"/>
            <a:chExt cx="1508643" cy="400110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1F13FDF-98F8-47F0-A9CB-AD3E05711048}"/>
                </a:ext>
              </a:extLst>
            </p:cNvPr>
            <p:cNvSpPr txBox="1"/>
            <p:nvPr/>
          </p:nvSpPr>
          <p:spPr>
            <a:xfrm>
              <a:off x="2487293" y="249587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31580CA-B249-45B6-9B03-78E37BF70A2F}"/>
                </a:ext>
              </a:extLst>
            </p:cNvPr>
            <p:cNvSpPr txBox="1"/>
            <p:nvPr/>
          </p:nvSpPr>
          <p:spPr>
            <a:xfrm>
              <a:off x="3056308" y="249587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FB887D6-7174-4051-AD61-0629D5C64781}"/>
                </a:ext>
              </a:extLst>
            </p:cNvPr>
            <p:cNvSpPr txBox="1"/>
            <p:nvPr/>
          </p:nvSpPr>
          <p:spPr>
            <a:xfrm>
              <a:off x="3625322" y="249587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C0BBA36-5DC8-43E2-8389-8DA38733B1DC}"/>
              </a:ext>
            </a:extLst>
          </p:cNvPr>
          <p:cNvGrpSpPr/>
          <p:nvPr/>
        </p:nvGrpSpPr>
        <p:grpSpPr>
          <a:xfrm>
            <a:off x="2639155" y="3884059"/>
            <a:ext cx="1508643" cy="400110"/>
            <a:chOff x="2476719" y="2875947"/>
            <a:chExt cx="1508643" cy="400110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CC4D1AB-326D-488A-9197-B95C06FBECBC}"/>
                </a:ext>
              </a:extLst>
            </p:cNvPr>
            <p:cNvSpPr txBox="1"/>
            <p:nvPr/>
          </p:nvSpPr>
          <p:spPr>
            <a:xfrm>
              <a:off x="2476719" y="287594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0D3F47E-67DD-49BE-9888-7333DB8D0CB3}"/>
                </a:ext>
              </a:extLst>
            </p:cNvPr>
            <p:cNvSpPr txBox="1"/>
            <p:nvPr/>
          </p:nvSpPr>
          <p:spPr>
            <a:xfrm>
              <a:off x="3045734" y="287594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C1E92EA-8F41-4147-8554-D06A8C14A3D0}"/>
                </a:ext>
              </a:extLst>
            </p:cNvPr>
            <p:cNvSpPr txBox="1"/>
            <p:nvPr/>
          </p:nvSpPr>
          <p:spPr>
            <a:xfrm>
              <a:off x="3614748" y="287594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22B99B3-9310-41DA-9C1A-1F390E32E803}"/>
              </a:ext>
            </a:extLst>
          </p:cNvPr>
          <p:cNvGrpSpPr/>
          <p:nvPr/>
        </p:nvGrpSpPr>
        <p:grpSpPr>
          <a:xfrm>
            <a:off x="2639155" y="4244099"/>
            <a:ext cx="1508643" cy="400110"/>
            <a:chOff x="2476719" y="3235987"/>
            <a:chExt cx="1508643" cy="400110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73A92E1-8F9A-4820-BE83-B2858D042B49}"/>
                </a:ext>
              </a:extLst>
            </p:cNvPr>
            <p:cNvSpPr txBox="1"/>
            <p:nvPr/>
          </p:nvSpPr>
          <p:spPr>
            <a:xfrm>
              <a:off x="2476719" y="323598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9690114-E5A8-4E10-82EA-E2E8E4DB1E0C}"/>
                </a:ext>
              </a:extLst>
            </p:cNvPr>
            <p:cNvSpPr txBox="1"/>
            <p:nvPr/>
          </p:nvSpPr>
          <p:spPr>
            <a:xfrm>
              <a:off x="3045734" y="323598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DECDDB4-FA2B-4D28-97F9-A0ABDD441227}"/>
                </a:ext>
              </a:extLst>
            </p:cNvPr>
            <p:cNvSpPr txBox="1"/>
            <p:nvPr/>
          </p:nvSpPr>
          <p:spPr>
            <a:xfrm>
              <a:off x="3614748" y="323598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D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8E82CCD-4B2A-41BD-8FFE-1A3D4A45E336}"/>
              </a:ext>
            </a:extLst>
          </p:cNvPr>
          <p:cNvGrpSpPr/>
          <p:nvPr/>
        </p:nvGrpSpPr>
        <p:grpSpPr>
          <a:xfrm>
            <a:off x="2639155" y="4604139"/>
            <a:ext cx="1494217" cy="400110"/>
            <a:chOff x="2476719" y="3596027"/>
            <a:chExt cx="1494217" cy="40011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06D4415-B485-4179-AF93-5C7FA6A9F08D}"/>
                </a:ext>
              </a:extLst>
            </p:cNvPr>
            <p:cNvSpPr txBox="1"/>
            <p:nvPr/>
          </p:nvSpPr>
          <p:spPr>
            <a:xfrm>
              <a:off x="2476719" y="359602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A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3FDE594-647A-47DF-9501-298D8959B2FA}"/>
                </a:ext>
              </a:extLst>
            </p:cNvPr>
            <p:cNvSpPr txBox="1"/>
            <p:nvPr/>
          </p:nvSpPr>
          <p:spPr>
            <a:xfrm>
              <a:off x="3045734" y="359602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B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33BDC71-E079-4C1B-912A-BA431C8FE9B7}"/>
                </a:ext>
              </a:extLst>
            </p:cNvPr>
            <p:cNvSpPr txBox="1"/>
            <p:nvPr/>
          </p:nvSpPr>
          <p:spPr>
            <a:xfrm>
              <a:off x="3614748" y="359602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000" dirty="0">
                  <a:solidFill>
                    <a:srgbClr val="000000"/>
                  </a:solidFill>
                  <a:latin typeface="Times" charset="0"/>
                  <a:ea typeface="+mn-ea"/>
                </a:rPr>
                <a:t>C</a:t>
              </a:r>
              <a:endParaRPr lang="en-US" sz="20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880D71A-D608-467A-A197-FB880B0FE80E}"/>
              </a:ext>
            </a:extLst>
          </p:cNvPr>
          <p:cNvGrpSpPr/>
          <p:nvPr/>
        </p:nvGrpSpPr>
        <p:grpSpPr>
          <a:xfrm>
            <a:off x="5022468" y="3507480"/>
            <a:ext cx="2285836" cy="1490125"/>
            <a:chOff x="4846891" y="2514939"/>
            <a:chExt cx="2285836" cy="1490125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B4A09F4-7506-4288-A4D1-D1796486E9DF}"/>
                </a:ext>
              </a:extLst>
            </p:cNvPr>
            <p:cNvGrpSpPr/>
            <p:nvPr/>
          </p:nvGrpSpPr>
          <p:grpSpPr>
            <a:xfrm>
              <a:off x="4847404" y="2514939"/>
              <a:ext cx="2284811" cy="400110"/>
              <a:chOff x="4833751" y="2514939"/>
              <a:chExt cx="2284811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67DE4DA2-4780-4812-A2A6-C42219277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751" y="2514939"/>
                    <a:ext cx="530337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4" name="TextBox 1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751" y="2514939"/>
                    <a:ext cx="530337" cy="400110"/>
                  </a:xfrm>
                  <a:prstGeom prst="rect">
                    <a:avLst/>
                  </a:prstGeom>
                  <a:blipFill rotWithShape="1">
                    <a:blip r:embed="rId10" cstate="print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6F5A088C-42F3-43B3-917A-C4BE6F49BD8D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563" y="2514939"/>
                    <a:ext cx="52437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5" name="TextBox 1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563" y="2514939"/>
                    <a:ext cx="524374" cy="400110"/>
                  </a:xfrm>
                  <a:prstGeom prst="rect">
                    <a:avLst/>
                  </a:prstGeom>
                  <a:blipFill rotWithShape="1">
                    <a:blip r:embed="rId11" cstate="print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D335E014-B248-41EB-AA6F-49EC951F423E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412" y="2514939"/>
                    <a:ext cx="53033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6" name="TextBox 1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412" y="2514939"/>
                    <a:ext cx="530338" cy="400110"/>
                  </a:xfrm>
                  <a:prstGeom prst="rect">
                    <a:avLst/>
                  </a:prstGeom>
                  <a:blipFill rotWithShape="1">
                    <a:blip r:embed="rId12" cstate="print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5D97956E-6430-46AC-8B53-877C66759DD7}"/>
                      </a:ext>
                    </a:extLst>
                  </p:cNvPr>
                  <p:cNvSpPr txBox="1"/>
                  <p:nvPr/>
                </p:nvSpPr>
                <p:spPr>
                  <a:xfrm>
                    <a:off x="6588224" y="2514939"/>
                    <a:ext cx="53033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7" name="TextBox 1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2514939"/>
                    <a:ext cx="530338" cy="400110"/>
                  </a:xfrm>
                  <a:prstGeom prst="rect">
                    <a:avLst/>
                  </a:prstGeom>
                  <a:blipFill rotWithShape="1">
                    <a:blip r:embed="rId13" cstate="print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E921DDD-FE0F-4F40-A346-C17F41435101}"/>
                </a:ext>
              </a:extLst>
            </p:cNvPr>
            <p:cNvGrpSpPr/>
            <p:nvPr/>
          </p:nvGrpSpPr>
          <p:grpSpPr>
            <a:xfrm>
              <a:off x="4849841" y="2878277"/>
              <a:ext cx="2279937" cy="400110"/>
              <a:chOff x="4833751" y="2514939"/>
              <a:chExt cx="2279937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1EB92057-D5C7-49DA-80BB-43A0C8E57355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751" y="2514939"/>
                    <a:ext cx="52546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0" name="Text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751" y="2514939"/>
                    <a:ext cx="525464" cy="400110"/>
                  </a:xfrm>
                  <a:prstGeom prst="rect">
                    <a:avLst/>
                  </a:prstGeom>
                  <a:blipFill rotWithShape="1">
                    <a:blip r:embed="rId14" cstate="print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6051C401-A869-4199-9846-F5092139CCBF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563" y="2514939"/>
                    <a:ext cx="51950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1" name="Text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563" y="2514939"/>
                    <a:ext cx="519501" cy="400110"/>
                  </a:xfrm>
                  <a:prstGeom prst="rect">
                    <a:avLst/>
                  </a:prstGeom>
                  <a:blipFill rotWithShape="1">
                    <a:blip r:embed="rId15" cstate="print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C81BA225-2EBA-48A6-B0B5-D412987E449C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412" y="2514939"/>
                    <a:ext cx="52546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2" name="TextBox 1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412" y="2514939"/>
                    <a:ext cx="525464" cy="400110"/>
                  </a:xfrm>
                  <a:prstGeom prst="rect">
                    <a:avLst/>
                  </a:prstGeom>
                  <a:blipFill rotWithShape="1">
                    <a:blip r:embed="rId16" cstate="print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B03A326E-1D07-4D03-8172-092456D14DBB}"/>
                      </a:ext>
                    </a:extLst>
                  </p:cNvPr>
                  <p:cNvSpPr txBox="1"/>
                  <p:nvPr/>
                </p:nvSpPr>
                <p:spPr>
                  <a:xfrm>
                    <a:off x="6588224" y="2514939"/>
                    <a:ext cx="52546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13" name="TextBox 1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2514939"/>
                    <a:ext cx="525464" cy="400110"/>
                  </a:xfrm>
                  <a:prstGeom prst="rect">
                    <a:avLst/>
                  </a:prstGeom>
                  <a:blipFill rotWithShape="1">
                    <a:blip r:embed="rId17" cstate="print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AABC91F-7F08-4F60-B679-78727F581737}"/>
                </a:ext>
              </a:extLst>
            </p:cNvPr>
            <p:cNvGrpSpPr/>
            <p:nvPr/>
          </p:nvGrpSpPr>
          <p:grpSpPr>
            <a:xfrm>
              <a:off x="4859715" y="3241615"/>
              <a:ext cx="2260188" cy="400110"/>
              <a:chOff x="4833751" y="2514939"/>
              <a:chExt cx="2260188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F92534C6-E1AB-434C-97FC-AB7A459F9D19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751" y="2514939"/>
                    <a:ext cx="50571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6" name="TextBox 1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751" y="2514939"/>
                    <a:ext cx="505715" cy="400110"/>
                  </a:xfrm>
                  <a:prstGeom prst="rect">
                    <a:avLst/>
                  </a:prstGeom>
                  <a:blipFill rotWithShape="1">
                    <a:blip r:embed="rId18" cstate="print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id="{81D5A0B4-B21E-479C-B05A-F9FB1B1ECCD4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563" y="2514939"/>
                    <a:ext cx="49975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7" name="TextBox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563" y="2514939"/>
                    <a:ext cx="499752" cy="400110"/>
                  </a:xfrm>
                  <a:prstGeom prst="rect">
                    <a:avLst/>
                  </a:prstGeom>
                  <a:blipFill rotWithShape="1">
                    <a:blip r:embed="rId19" cstate="print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3297B61D-C52C-45D8-9FF4-1D59F112A721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412" y="2514939"/>
                    <a:ext cx="50571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8" name="TextBox 10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412" y="2514939"/>
                    <a:ext cx="505715" cy="400110"/>
                  </a:xfrm>
                  <a:prstGeom prst="rect">
                    <a:avLst/>
                  </a:prstGeom>
                  <a:blipFill rotWithShape="1">
                    <a:blip r:embed="rId20" cstate="print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8C222461-9768-470A-BCF5-2C27F1CB933D}"/>
                      </a:ext>
                    </a:extLst>
                  </p:cNvPr>
                  <p:cNvSpPr txBox="1"/>
                  <p:nvPr/>
                </p:nvSpPr>
                <p:spPr>
                  <a:xfrm>
                    <a:off x="6588224" y="2514939"/>
                    <a:ext cx="50571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9" name="TextBox 10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2514939"/>
                    <a:ext cx="505715" cy="400110"/>
                  </a:xfrm>
                  <a:prstGeom prst="rect">
                    <a:avLst/>
                  </a:prstGeom>
                  <a:blipFill rotWithShape="1">
                    <a:blip r:embed="rId21" cstate="print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EEDE2179-AA1D-4E24-A6C1-0F0B96E10345}"/>
                </a:ext>
              </a:extLst>
            </p:cNvPr>
            <p:cNvGrpSpPr/>
            <p:nvPr/>
          </p:nvGrpSpPr>
          <p:grpSpPr>
            <a:xfrm>
              <a:off x="4846891" y="3604954"/>
              <a:ext cx="2285836" cy="400110"/>
              <a:chOff x="4833751" y="2514939"/>
              <a:chExt cx="2285836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6D9146C7-2498-4C64-ABE4-D7A3B7B14C31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751" y="2514939"/>
                    <a:ext cx="531363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751" y="2514939"/>
                    <a:ext cx="531363" cy="400110"/>
                  </a:xfrm>
                  <a:prstGeom prst="rect">
                    <a:avLst/>
                  </a:prstGeom>
                  <a:blipFill rotWithShape="1">
                    <a:blip r:embed="rId22" cstate="print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EDF94F87-101A-440D-91FC-5D2E07BAB220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563" y="2514939"/>
                    <a:ext cx="52540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3" name="TextBox 1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563" y="2514939"/>
                    <a:ext cx="525400" cy="400110"/>
                  </a:xfrm>
                  <a:prstGeom prst="rect">
                    <a:avLst/>
                  </a:prstGeom>
                  <a:blipFill rotWithShape="1">
                    <a:blip r:embed="rId23" cstate="print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5B8E4411-8254-4403-86C8-8EAB0CFBB7B5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412" y="2514939"/>
                    <a:ext cx="531363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4" name="TextBox 1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412" y="2514939"/>
                    <a:ext cx="531363" cy="400110"/>
                  </a:xfrm>
                  <a:prstGeom prst="rect">
                    <a:avLst/>
                  </a:prstGeom>
                  <a:blipFill rotWithShape="1">
                    <a:blip r:embed="rId24" cstate="print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F7888C4A-6510-42FC-A90F-D4151047C368}"/>
                      </a:ext>
                    </a:extLst>
                  </p:cNvPr>
                  <p:cNvSpPr txBox="1"/>
                  <p:nvPr/>
                </p:nvSpPr>
                <p:spPr>
                  <a:xfrm>
                    <a:off x="6588224" y="2514939"/>
                    <a:ext cx="531363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>
                      <a:solidFill>
                        <a:srgbClr val="000000"/>
                      </a:solidFill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105" name="TextBox 1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2514939"/>
                    <a:ext cx="531363" cy="400110"/>
                  </a:xfrm>
                  <a:prstGeom prst="rect">
                    <a:avLst/>
                  </a:prstGeom>
                  <a:blipFill rotWithShape="1">
                    <a:blip r:embed="rId25" cstate="print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0D5F34B-BE44-4B0A-A151-16096B34D681}"/>
              </a:ext>
            </a:extLst>
          </p:cNvPr>
          <p:cNvGrpSpPr/>
          <p:nvPr/>
        </p:nvGrpSpPr>
        <p:grpSpPr>
          <a:xfrm>
            <a:off x="5071613" y="3491908"/>
            <a:ext cx="2187547" cy="1521268"/>
            <a:chOff x="4905758" y="2492896"/>
            <a:chExt cx="2187547" cy="152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00830687-547E-44C1-B0F5-11A4F4DAA0A2}"/>
                    </a:ext>
                  </a:extLst>
                </p:cNvPr>
                <p:cNvSpPr txBox="1"/>
                <p:nvPr/>
              </p:nvSpPr>
              <p:spPr>
                <a:xfrm>
                  <a:off x="4905758" y="2492896"/>
                  <a:ext cx="5303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2492896"/>
                  <a:ext cx="530337" cy="400110"/>
                </a:xfrm>
                <a:prstGeom prst="rect">
                  <a:avLst/>
                </a:prstGeom>
                <a:blipFill rotWithShape="1">
                  <a:blip r:embed="rId26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2869AF4-D737-439F-AEFF-C0A2A348F0F2}"/>
                    </a:ext>
                  </a:extLst>
                </p:cNvPr>
                <p:cNvSpPr txBox="1"/>
                <p:nvPr/>
              </p:nvSpPr>
              <p:spPr>
                <a:xfrm>
                  <a:off x="4905758" y="2866615"/>
                  <a:ext cx="52437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2866615"/>
                  <a:ext cx="524374" cy="400110"/>
                </a:xfrm>
                <a:prstGeom prst="rect">
                  <a:avLst/>
                </a:prstGeom>
                <a:blipFill rotWithShape="1">
                  <a:blip r:embed="rId27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2AB47658-C516-463E-B954-0A9EAA5BE7E2}"/>
                    </a:ext>
                  </a:extLst>
                </p:cNvPr>
                <p:cNvSpPr txBox="1"/>
                <p:nvPr/>
              </p:nvSpPr>
              <p:spPr>
                <a:xfrm>
                  <a:off x="4905758" y="3240334"/>
                  <a:ext cx="53033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3240334"/>
                  <a:ext cx="530338" cy="400110"/>
                </a:xfrm>
                <a:prstGeom prst="rect">
                  <a:avLst/>
                </a:prstGeom>
                <a:blipFill rotWithShape="1">
                  <a:blip r:embed="rId28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1E23622-0189-4255-B560-B4A6A35058F9}"/>
                    </a:ext>
                  </a:extLst>
                </p:cNvPr>
                <p:cNvSpPr txBox="1"/>
                <p:nvPr/>
              </p:nvSpPr>
              <p:spPr>
                <a:xfrm>
                  <a:off x="4905758" y="3614054"/>
                  <a:ext cx="53033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3614054"/>
                  <a:ext cx="530338" cy="400110"/>
                </a:xfrm>
                <a:prstGeom prst="rect">
                  <a:avLst/>
                </a:prstGeom>
                <a:blipFill rotWithShape="1">
                  <a:blip r:embed="rId29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E7774E8-8947-420F-B1D0-271AC27E88F4}"/>
                    </a:ext>
                  </a:extLst>
                </p:cNvPr>
                <p:cNvSpPr txBox="1"/>
                <p:nvPr/>
              </p:nvSpPr>
              <p:spPr>
                <a:xfrm>
                  <a:off x="5467652" y="2492896"/>
                  <a:ext cx="5254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19" name="TextBox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2492896"/>
                  <a:ext cx="525464" cy="400110"/>
                </a:xfrm>
                <a:prstGeom prst="rect">
                  <a:avLst/>
                </a:prstGeom>
                <a:blipFill rotWithShape="1">
                  <a:blip r:embed="rId30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3B20ECD-3B9E-4179-B2DD-6BC32308683F}"/>
                    </a:ext>
                  </a:extLst>
                </p:cNvPr>
                <p:cNvSpPr txBox="1"/>
                <p:nvPr/>
              </p:nvSpPr>
              <p:spPr>
                <a:xfrm>
                  <a:off x="5467652" y="2866615"/>
                  <a:ext cx="5195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2866615"/>
                  <a:ext cx="519501" cy="400110"/>
                </a:xfrm>
                <a:prstGeom prst="rect">
                  <a:avLst/>
                </a:prstGeom>
                <a:blipFill rotWithShape="1">
                  <a:blip r:embed="rId31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FF06C217-52FD-484A-85FA-0841F1EB5F7A}"/>
                    </a:ext>
                  </a:extLst>
                </p:cNvPr>
                <p:cNvSpPr txBox="1"/>
                <p:nvPr/>
              </p:nvSpPr>
              <p:spPr>
                <a:xfrm>
                  <a:off x="5467652" y="3240334"/>
                  <a:ext cx="5254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1" name="TextBox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3240334"/>
                  <a:ext cx="525464" cy="400110"/>
                </a:xfrm>
                <a:prstGeom prst="rect">
                  <a:avLst/>
                </a:prstGeom>
                <a:blipFill rotWithShape="1">
                  <a:blip r:embed="rId32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D6222B61-22A7-41D8-8A22-5BC4B4189B15}"/>
                    </a:ext>
                  </a:extLst>
                </p:cNvPr>
                <p:cNvSpPr txBox="1"/>
                <p:nvPr/>
              </p:nvSpPr>
              <p:spPr>
                <a:xfrm>
                  <a:off x="5467652" y="3614054"/>
                  <a:ext cx="5254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2" name="TextBox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3614054"/>
                  <a:ext cx="525464" cy="400110"/>
                </a:xfrm>
                <a:prstGeom prst="rect">
                  <a:avLst/>
                </a:prstGeom>
                <a:blipFill rotWithShape="1">
                  <a:blip r:embed="rId33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357CCA4-BF68-43AB-8580-8FAE43B3432B}"/>
                    </a:ext>
                  </a:extLst>
                </p:cNvPr>
                <p:cNvSpPr txBox="1"/>
                <p:nvPr/>
              </p:nvSpPr>
              <p:spPr>
                <a:xfrm>
                  <a:off x="6024672" y="2492896"/>
                  <a:ext cx="5057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4" name="TextBox 1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2492896"/>
                  <a:ext cx="505715" cy="400110"/>
                </a:xfrm>
                <a:prstGeom prst="rect">
                  <a:avLst/>
                </a:prstGeom>
                <a:blipFill rotWithShape="1">
                  <a:blip r:embed="rId34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B15BD8C-09A8-4642-AD2C-AA3BC515C5EA}"/>
                    </a:ext>
                  </a:extLst>
                </p:cNvPr>
                <p:cNvSpPr txBox="1"/>
                <p:nvPr/>
              </p:nvSpPr>
              <p:spPr>
                <a:xfrm>
                  <a:off x="6024672" y="2866615"/>
                  <a:ext cx="49975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5" name="TextBox 1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2866615"/>
                  <a:ext cx="499752" cy="400110"/>
                </a:xfrm>
                <a:prstGeom prst="rect">
                  <a:avLst/>
                </a:prstGeom>
                <a:blipFill rotWithShape="1">
                  <a:blip r:embed="rId35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576570DE-B6DB-4235-B4A4-D5454CF01C6C}"/>
                    </a:ext>
                  </a:extLst>
                </p:cNvPr>
                <p:cNvSpPr txBox="1"/>
                <p:nvPr/>
              </p:nvSpPr>
              <p:spPr>
                <a:xfrm>
                  <a:off x="6024672" y="3240334"/>
                  <a:ext cx="5057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6" name="TextBox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3240334"/>
                  <a:ext cx="505715" cy="400110"/>
                </a:xfrm>
                <a:prstGeom prst="rect">
                  <a:avLst/>
                </a:prstGeom>
                <a:blipFill rotWithShape="1">
                  <a:blip r:embed="rId36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BC4ED29-BC12-46BD-8F7C-87A5C7518288}"/>
                    </a:ext>
                  </a:extLst>
                </p:cNvPr>
                <p:cNvSpPr txBox="1"/>
                <p:nvPr/>
              </p:nvSpPr>
              <p:spPr>
                <a:xfrm>
                  <a:off x="6024672" y="3614054"/>
                  <a:ext cx="5057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7" name="TextBox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3614054"/>
                  <a:ext cx="505715" cy="400110"/>
                </a:xfrm>
                <a:prstGeom prst="rect">
                  <a:avLst/>
                </a:prstGeom>
                <a:blipFill rotWithShape="1">
                  <a:blip r:embed="rId37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443F1AFC-5F6B-4807-8B90-15C32BFF60B7}"/>
                    </a:ext>
                  </a:extLst>
                </p:cNvPr>
                <p:cNvSpPr txBox="1"/>
                <p:nvPr/>
              </p:nvSpPr>
              <p:spPr>
                <a:xfrm>
                  <a:off x="6561942" y="2492896"/>
                  <a:ext cx="53136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9" name="TextBox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2492896"/>
                  <a:ext cx="531363" cy="400110"/>
                </a:xfrm>
                <a:prstGeom prst="rect">
                  <a:avLst/>
                </a:prstGeom>
                <a:blipFill rotWithShape="1">
                  <a:blip r:embed="rId38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51C3F69-FE64-4EDC-98DD-39B59264F5B2}"/>
                    </a:ext>
                  </a:extLst>
                </p:cNvPr>
                <p:cNvSpPr txBox="1"/>
                <p:nvPr/>
              </p:nvSpPr>
              <p:spPr>
                <a:xfrm>
                  <a:off x="6561942" y="2866615"/>
                  <a:ext cx="52540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30" name="TextBox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2866615"/>
                  <a:ext cx="525400" cy="400110"/>
                </a:xfrm>
                <a:prstGeom prst="rect">
                  <a:avLst/>
                </a:prstGeom>
                <a:blipFill rotWithShape="1">
                  <a:blip r:embed="rId39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E3D3A68-27E8-4770-A6F5-AF00DB6FEB60}"/>
                    </a:ext>
                  </a:extLst>
                </p:cNvPr>
                <p:cNvSpPr txBox="1"/>
                <p:nvPr/>
              </p:nvSpPr>
              <p:spPr>
                <a:xfrm>
                  <a:off x="6561942" y="3240334"/>
                  <a:ext cx="53136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31" name="TextBox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3240334"/>
                  <a:ext cx="531363" cy="400110"/>
                </a:xfrm>
                <a:prstGeom prst="rect">
                  <a:avLst/>
                </a:prstGeom>
                <a:blipFill rotWithShape="1">
                  <a:blip r:embed="rId40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67C666E-3586-4F76-8F2D-0FB2C7781C70}"/>
                    </a:ext>
                  </a:extLst>
                </p:cNvPr>
                <p:cNvSpPr txBox="1"/>
                <p:nvPr/>
              </p:nvSpPr>
              <p:spPr>
                <a:xfrm>
                  <a:off x="6561942" y="3614054"/>
                  <a:ext cx="53136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32" name="TextBox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3614054"/>
                  <a:ext cx="531363" cy="400110"/>
                </a:xfrm>
                <a:prstGeom prst="rect">
                  <a:avLst/>
                </a:prstGeom>
                <a:blipFill rotWithShape="1">
                  <a:blip r:embed="rId41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380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8766-B310-44D5-9CC0-E65643C0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66" y="469775"/>
            <a:ext cx="8515350" cy="458788"/>
          </a:xfrm>
        </p:spPr>
        <p:txBody>
          <a:bodyPr/>
          <a:lstStyle/>
          <a:p>
            <a:r>
              <a:rPr lang="ro-RO" dirty="0"/>
              <a:t>Calcule colective (operații de reducere)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8F722BF-CAF2-4E5C-98AE-A55DEF124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03343"/>
              </p:ext>
            </p:extLst>
          </p:nvPr>
        </p:nvGraphicFramePr>
        <p:xfrm>
          <a:off x="3426475" y="2456019"/>
          <a:ext cx="2232248" cy="1483360"/>
        </p:xfrm>
        <a:graphic>
          <a:graphicData uri="http://schemas.openxmlformats.org/drawingml/2006/table">
            <a:tbl>
              <a:tblPr firstRow="1" bandRow="1"/>
              <a:tblGrid>
                <a:gridCol w="55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BD80494-81CB-4324-A1CF-55CE792D6094}"/>
              </a:ext>
            </a:extLst>
          </p:cNvPr>
          <p:cNvSpPr txBox="1">
            <a:spLocks/>
          </p:cNvSpPr>
          <p:nvPr/>
        </p:nvSpPr>
        <p:spPr bwMode="auto">
          <a:xfrm>
            <a:off x="68575" y="1086137"/>
            <a:ext cx="8915400" cy="1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MPI_Reduce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void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sendbuf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void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recvbuf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MPI_Datatype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datatype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MPI_Op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op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root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comm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FF3F105-8914-4F50-85DB-2647AA782673}"/>
              </a:ext>
            </a:extLst>
          </p:cNvPr>
          <p:cNvGrpSpPr/>
          <p:nvPr/>
        </p:nvGrpSpPr>
        <p:grpSpPr>
          <a:xfrm>
            <a:off x="3498483" y="2410915"/>
            <a:ext cx="2187547" cy="1521268"/>
            <a:chOff x="4905758" y="2492896"/>
            <a:chExt cx="2187547" cy="152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E40F772-6D4A-48B0-B037-3A1E99BDAD2A}"/>
                    </a:ext>
                  </a:extLst>
                </p:cNvPr>
                <p:cNvSpPr txBox="1"/>
                <p:nvPr/>
              </p:nvSpPr>
              <p:spPr>
                <a:xfrm>
                  <a:off x="4905758" y="2492896"/>
                  <a:ext cx="5303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2492896"/>
                  <a:ext cx="530337" cy="400110"/>
                </a:xfrm>
                <a:prstGeom prst="rect">
                  <a:avLst/>
                </a:prstGeom>
                <a:blipFill rotWithShape="1">
                  <a:blip r:embed="rId2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D38FBA7-9400-43BA-AB89-D27A3C82D0F9}"/>
                    </a:ext>
                  </a:extLst>
                </p:cNvPr>
                <p:cNvSpPr txBox="1"/>
                <p:nvPr/>
              </p:nvSpPr>
              <p:spPr>
                <a:xfrm>
                  <a:off x="4905758" y="2866615"/>
                  <a:ext cx="5254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2866615"/>
                  <a:ext cx="525464" cy="400110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E886A35-8712-441A-B4DC-D360C938E1D6}"/>
                    </a:ext>
                  </a:extLst>
                </p:cNvPr>
                <p:cNvSpPr txBox="1"/>
                <p:nvPr/>
              </p:nvSpPr>
              <p:spPr>
                <a:xfrm>
                  <a:off x="4905758" y="3240334"/>
                  <a:ext cx="50571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3240334"/>
                  <a:ext cx="505716" cy="400110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C4DFE01-E204-46C6-AECE-B451B30A41CC}"/>
                    </a:ext>
                  </a:extLst>
                </p:cNvPr>
                <p:cNvSpPr txBox="1"/>
                <p:nvPr/>
              </p:nvSpPr>
              <p:spPr>
                <a:xfrm>
                  <a:off x="4905758" y="3614054"/>
                  <a:ext cx="5313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58" y="3614054"/>
                  <a:ext cx="531364" cy="400110"/>
                </a:xfrm>
                <a:prstGeom prst="rect">
                  <a:avLst/>
                </a:prstGeom>
                <a:blipFill rotWithShape="1">
                  <a:blip r:embed="rId5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A14CEAE-0C7F-4A1C-AB21-447D78BCFC8C}"/>
                    </a:ext>
                  </a:extLst>
                </p:cNvPr>
                <p:cNvSpPr txBox="1"/>
                <p:nvPr/>
              </p:nvSpPr>
              <p:spPr>
                <a:xfrm>
                  <a:off x="5467652" y="2492896"/>
                  <a:ext cx="52437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2492896"/>
                  <a:ext cx="524374" cy="400110"/>
                </a:xfrm>
                <a:prstGeom prst="rect">
                  <a:avLst/>
                </a:prstGeom>
                <a:blipFill rotWithShape="1">
                  <a:blip r:embed="rId6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705364D-28EE-4772-B037-5350A9303A27}"/>
                    </a:ext>
                  </a:extLst>
                </p:cNvPr>
                <p:cNvSpPr txBox="1"/>
                <p:nvPr/>
              </p:nvSpPr>
              <p:spPr>
                <a:xfrm>
                  <a:off x="5467652" y="2866615"/>
                  <a:ext cx="5195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2866615"/>
                  <a:ext cx="519501" cy="400110"/>
                </a:xfrm>
                <a:prstGeom prst="rect">
                  <a:avLst/>
                </a:prstGeom>
                <a:blipFill rotWithShape="1">
                  <a:blip r:embed="rId7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472D4CA-66FA-4E49-BE7D-387951549CCF}"/>
                    </a:ext>
                  </a:extLst>
                </p:cNvPr>
                <p:cNvSpPr txBox="1"/>
                <p:nvPr/>
              </p:nvSpPr>
              <p:spPr>
                <a:xfrm>
                  <a:off x="5467652" y="3240334"/>
                  <a:ext cx="49975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3240334"/>
                  <a:ext cx="499752" cy="400110"/>
                </a:xfrm>
                <a:prstGeom prst="rect">
                  <a:avLst/>
                </a:prstGeom>
                <a:blipFill rotWithShape="1">
                  <a:blip r:embed="rId8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8BDC956-5E66-4F66-BE10-11E2214E37DF}"/>
                    </a:ext>
                  </a:extLst>
                </p:cNvPr>
                <p:cNvSpPr txBox="1"/>
                <p:nvPr/>
              </p:nvSpPr>
              <p:spPr>
                <a:xfrm>
                  <a:off x="5467652" y="3614054"/>
                  <a:ext cx="52540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52" y="3614054"/>
                  <a:ext cx="525400" cy="400110"/>
                </a:xfrm>
                <a:prstGeom prst="rect">
                  <a:avLst/>
                </a:prstGeom>
                <a:blipFill rotWithShape="1">
                  <a:blip r:embed="rId9" cstate="print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13D87BA-C5B7-4080-ADB5-5C6EFA264039}"/>
                    </a:ext>
                  </a:extLst>
                </p:cNvPr>
                <p:cNvSpPr txBox="1"/>
                <p:nvPr/>
              </p:nvSpPr>
              <p:spPr>
                <a:xfrm>
                  <a:off x="6024672" y="2492896"/>
                  <a:ext cx="5303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2492896"/>
                  <a:ext cx="530337" cy="400110"/>
                </a:xfrm>
                <a:prstGeom prst="rect">
                  <a:avLst/>
                </a:prstGeom>
                <a:blipFill rotWithShape="1">
                  <a:blip r:embed="rId10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C034F87-18AD-4866-9F0B-BB7F629503E3}"/>
                    </a:ext>
                  </a:extLst>
                </p:cNvPr>
                <p:cNvSpPr txBox="1"/>
                <p:nvPr/>
              </p:nvSpPr>
              <p:spPr>
                <a:xfrm>
                  <a:off x="6024672" y="2866615"/>
                  <a:ext cx="5254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2866615"/>
                  <a:ext cx="525464" cy="400110"/>
                </a:xfrm>
                <a:prstGeom prst="rect">
                  <a:avLst/>
                </a:prstGeom>
                <a:blipFill rotWithShape="1">
                  <a:blip r:embed="rId11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C1557E4-34A2-4214-BB7E-8E9309BF1353}"/>
                    </a:ext>
                  </a:extLst>
                </p:cNvPr>
                <p:cNvSpPr txBox="1"/>
                <p:nvPr/>
              </p:nvSpPr>
              <p:spPr>
                <a:xfrm>
                  <a:off x="6024672" y="3240334"/>
                  <a:ext cx="5057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6" name="TextBox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3240334"/>
                  <a:ext cx="505715" cy="400110"/>
                </a:xfrm>
                <a:prstGeom prst="rect">
                  <a:avLst/>
                </a:prstGeom>
                <a:blipFill rotWithShape="1">
                  <a:blip r:embed="rId12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06ADE2C-6FFD-4E7A-81F7-08656D6625C0}"/>
                    </a:ext>
                  </a:extLst>
                </p:cNvPr>
                <p:cNvSpPr txBox="1"/>
                <p:nvPr/>
              </p:nvSpPr>
              <p:spPr>
                <a:xfrm>
                  <a:off x="6024672" y="3614054"/>
                  <a:ext cx="5313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672" y="3614054"/>
                  <a:ext cx="531364" cy="400110"/>
                </a:xfrm>
                <a:prstGeom prst="rect">
                  <a:avLst/>
                </a:prstGeom>
                <a:blipFill rotWithShape="1">
                  <a:blip r:embed="rId13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6BD2329-6F8D-422F-99EA-6A7786DFA08A}"/>
                    </a:ext>
                  </a:extLst>
                </p:cNvPr>
                <p:cNvSpPr txBox="1"/>
                <p:nvPr/>
              </p:nvSpPr>
              <p:spPr>
                <a:xfrm>
                  <a:off x="6561942" y="2492896"/>
                  <a:ext cx="53033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2492896"/>
                  <a:ext cx="530337" cy="400110"/>
                </a:xfrm>
                <a:prstGeom prst="rect">
                  <a:avLst/>
                </a:prstGeom>
                <a:blipFill rotWithShape="1">
                  <a:blip r:embed="rId14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C78AE38-D4E3-486B-B29A-5E2135CC1489}"/>
                    </a:ext>
                  </a:extLst>
                </p:cNvPr>
                <p:cNvSpPr txBox="1"/>
                <p:nvPr/>
              </p:nvSpPr>
              <p:spPr>
                <a:xfrm>
                  <a:off x="6561942" y="2866615"/>
                  <a:ext cx="52546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𝐵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2866615"/>
                  <a:ext cx="525464" cy="400110"/>
                </a:xfrm>
                <a:prstGeom prst="rect">
                  <a:avLst/>
                </a:prstGeom>
                <a:blipFill rotWithShape="1">
                  <a:blip r:embed="rId15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9C3BB84-D4F7-4817-B2E5-11E2C33AE02A}"/>
                    </a:ext>
                  </a:extLst>
                </p:cNvPr>
                <p:cNvSpPr txBox="1"/>
                <p:nvPr/>
              </p:nvSpPr>
              <p:spPr>
                <a:xfrm>
                  <a:off x="6561942" y="3240334"/>
                  <a:ext cx="50571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3240334"/>
                  <a:ext cx="505716" cy="400110"/>
                </a:xfrm>
                <a:prstGeom prst="rect">
                  <a:avLst/>
                </a:prstGeom>
                <a:blipFill rotWithShape="1">
                  <a:blip r:embed="rId16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A372392-C7FA-4B14-93B1-D7CB6A4FF96B}"/>
                    </a:ext>
                  </a:extLst>
                </p:cNvPr>
                <p:cNvSpPr txBox="1"/>
                <p:nvPr/>
              </p:nvSpPr>
              <p:spPr>
                <a:xfrm>
                  <a:off x="6561942" y="3614054"/>
                  <a:ext cx="53136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32" name="TextBox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942" y="3614054"/>
                  <a:ext cx="531363" cy="400110"/>
                </a:xfrm>
                <a:prstGeom prst="rect">
                  <a:avLst/>
                </a:prstGeom>
                <a:blipFill rotWithShape="1">
                  <a:blip r:embed="rId17" cstate="print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1CCA1BD-0BB1-4264-9774-8ECC6B91AB03}"/>
                  </a:ext>
                </a:extLst>
              </p:cNvPr>
              <p:cNvSpPr txBox="1"/>
              <p:nvPr/>
            </p:nvSpPr>
            <p:spPr>
              <a:xfrm>
                <a:off x="2013622" y="2435245"/>
                <a:ext cx="1864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ro-RO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 </a:t>
                </a:r>
                <a:r>
                  <a:rPr lang="ro-RO" sz="2000" i="1">
                    <a:solidFill>
                      <a:srgbClr val="000000"/>
                    </a:solidFill>
                    <a:latin typeface="Lucida Grande"/>
                    <a:ea typeface="+mn-ea"/>
                  </a:rPr>
                  <a:t>sendbuf</a:t>
                </a:r>
                <a:endParaRPr lang="en-US" sz="2000" i="1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1CCA1BD-0BB1-4264-9774-8ECC6B91A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622" y="2435245"/>
                <a:ext cx="1864583" cy="400110"/>
              </a:xfrm>
              <a:prstGeom prst="rect">
                <a:avLst/>
              </a:prstGeom>
              <a:blipFill>
                <a:blip r:embed="rId18"/>
                <a:stretch>
                  <a:fillRect t="-16129" b="-1935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991362A-8F9C-473A-BE7B-52F688269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6911"/>
              </p:ext>
            </p:extLst>
          </p:nvPr>
        </p:nvGraphicFramePr>
        <p:xfrm>
          <a:off x="357434" y="4752340"/>
          <a:ext cx="8496948" cy="1483360"/>
        </p:xfrm>
        <a:graphic>
          <a:graphicData uri="http://schemas.openxmlformats.org/drawingml/2006/table">
            <a:tbl>
              <a:tblPr firstRow="1" bandRow="1"/>
              <a:tblGrid>
                <a:gridCol w="2124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568C7"/>
                      </a:solidFill>
                    </a:lnL>
                    <a:lnR w="12700" cmpd="sng">
                      <a:solidFill>
                        <a:srgbClr val="3568C7"/>
                      </a:solidFill>
                    </a:lnR>
                    <a:lnT w="12700" cmpd="sng">
                      <a:solidFill>
                        <a:srgbClr val="3568C7"/>
                      </a:solidFill>
                    </a:lnT>
                    <a:lnB w="12700" cmpd="sng">
                      <a:solidFill>
                        <a:srgbClr val="3568C7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E8F49CA-A0B6-4C73-B54B-48E9181316DA}"/>
                  </a:ext>
                </a:extLst>
              </p:cNvPr>
              <p:cNvSpPr txBox="1"/>
              <p:nvPr/>
            </p:nvSpPr>
            <p:spPr>
              <a:xfrm>
                <a:off x="285428" y="4752340"/>
                <a:ext cx="2295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𝐴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𝐵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𝐶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𝐷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E8F49CA-A0B6-4C73-B54B-48E918131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28" y="4752340"/>
                <a:ext cx="2295872" cy="400110"/>
              </a:xfrm>
              <a:prstGeom prst="rect">
                <a:avLst/>
              </a:prstGeom>
              <a:blipFill>
                <a:blip r:embed="rId1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61F2A57-92FE-405B-ABEC-08C3F260844A}"/>
                  </a:ext>
                </a:extLst>
              </p:cNvPr>
              <p:cNvSpPr txBox="1"/>
              <p:nvPr/>
            </p:nvSpPr>
            <p:spPr>
              <a:xfrm>
                <a:off x="2445668" y="4752340"/>
                <a:ext cx="2295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𝐴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1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𝐵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1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𝐶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1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𝐷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61F2A57-92FE-405B-ABEC-08C3F2608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68" y="4752340"/>
                <a:ext cx="2295872" cy="400110"/>
              </a:xfrm>
              <a:prstGeom prst="rect">
                <a:avLst/>
              </a:prstGeom>
              <a:blipFill>
                <a:blip r:embed="rId2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43E36BA-3876-4AE6-8C1E-B07C357DE96F}"/>
                  </a:ext>
                </a:extLst>
              </p:cNvPr>
              <p:cNvSpPr txBox="1"/>
              <p:nvPr/>
            </p:nvSpPr>
            <p:spPr>
              <a:xfrm>
                <a:off x="4542284" y="4752340"/>
                <a:ext cx="2295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𝐴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2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𝐵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2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𝐶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2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𝐷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43E36BA-3876-4AE6-8C1E-B07C357DE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284" y="4752340"/>
                <a:ext cx="2295872" cy="400110"/>
              </a:xfrm>
              <a:prstGeom prst="rect">
                <a:avLst/>
              </a:prstGeom>
              <a:blipFill>
                <a:blip r:embed="rId21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9807AF57-E9BA-4BCC-9CC9-C507A6A8B0B1}"/>
              </a:ext>
            </a:extLst>
          </p:cNvPr>
          <p:cNvGrpSpPr/>
          <p:nvPr/>
        </p:nvGrpSpPr>
        <p:grpSpPr>
          <a:xfrm>
            <a:off x="-118527" y="4680332"/>
            <a:ext cx="547971" cy="1552238"/>
            <a:chOff x="179512" y="2164794"/>
            <a:chExt cx="547971" cy="1552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2A7B69F-ABD6-47D6-B95C-0E113F9ADC88}"/>
                    </a:ext>
                  </a:extLst>
                </p:cNvPr>
                <p:cNvSpPr txBox="1"/>
                <p:nvPr/>
              </p:nvSpPr>
              <p:spPr>
                <a:xfrm>
                  <a:off x="179512" y="2164794"/>
                  <a:ext cx="5479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2000" b="1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164794"/>
                  <a:ext cx="547971" cy="400110"/>
                </a:xfrm>
                <a:prstGeom prst="rect">
                  <a:avLst/>
                </a:prstGeom>
                <a:blipFill rotWithShape="1">
                  <a:blip r:embed="rId22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1CAB489-5F9B-4E21-9010-106B9ADE1A60}"/>
                    </a:ext>
                  </a:extLst>
                </p:cNvPr>
                <p:cNvSpPr txBox="1"/>
                <p:nvPr/>
              </p:nvSpPr>
              <p:spPr>
                <a:xfrm>
                  <a:off x="179512" y="2548837"/>
                  <a:ext cx="5479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548837"/>
                  <a:ext cx="547971" cy="400110"/>
                </a:xfrm>
                <a:prstGeom prst="rect">
                  <a:avLst/>
                </a:prstGeom>
                <a:blipFill rotWithShape="1">
                  <a:blip r:embed="rId23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3A45D92-D3C9-4924-855E-8CFD0E6A46D0}"/>
                    </a:ext>
                  </a:extLst>
                </p:cNvPr>
                <p:cNvSpPr txBox="1"/>
                <p:nvPr/>
              </p:nvSpPr>
              <p:spPr>
                <a:xfrm>
                  <a:off x="179512" y="2932880"/>
                  <a:ext cx="5479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2932880"/>
                  <a:ext cx="547971" cy="400110"/>
                </a:xfrm>
                <a:prstGeom prst="rect">
                  <a:avLst/>
                </a:prstGeom>
                <a:blipFill rotWithShape="1">
                  <a:blip r:embed="rId24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32E39F7-DD2C-4F59-B140-6702EF34CB81}"/>
                    </a:ext>
                  </a:extLst>
                </p:cNvPr>
                <p:cNvSpPr txBox="1"/>
                <p:nvPr/>
              </p:nvSpPr>
              <p:spPr>
                <a:xfrm>
                  <a:off x="179512" y="3316922"/>
                  <a:ext cx="5479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000" b="1">
                    <a:solidFill>
                      <a:srgbClr val="000000"/>
                    </a:solidFill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3316922"/>
                  <a:ext cx="547971" cy="400110"/>
                </a:xfrm>
                <a:prstGeom prst="rect">
                  <a:avLst/>
                </a:prstGeom>
                <a:blipFill rotWithShape="1">
                  <a:blip r:embed="rId25" cstate="print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6BB3E2-8F1E-438D-8566-259DF2593279}"/>
                  </a:ext>
                </a:extLst>
              </p:cNvPr>
              <p:cNvSpPr txBox="1"/>
              <p:nvPr/>
            </p:nvSpPr>
            <p:spPr>
              <a:xfrm>
                <a:off x="6702524" y="4723532"/>
                <a:ext cx="2295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𝐴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3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𝐵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3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𝐶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3</m:t>
                          </m:r>
                        </m:sub>
                      </m:sSub>
                      <m:r>
                        <a:rPr lang="ro-RO" sz="20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𝐷</m:t>
                          </m:r>
                        </m:e>
                        <m:sub>
                          <m:r>
                            <a:rPr lang="ro-RO" sz="20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6BB3E2-8F1E-438D-8566-259DF2593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524" y="4723532"/>
                <a:ext cx="2295872" cy="400110"/>
              </a:xfrm>
              <a:prstGeom prst="rect">
                <a:avLst/>
              </a:prstGeom>
              <a:blipFill>
                <a:blip r:embed="rId2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9CECC35-69C2-41A5-B2BB-28D9B3E8A0EC}"/>
                  </a:ext>
                </a:extLst>
              </p:cNvPr>
              <p:cNvSpPr txBox="1"/>
              <p:nvPr/>
            </p:nvSpPr>
            <p:spPr>
              <a:xfrm>
                <a:off x="2013622" y="2827321"/>
                <a:ext cx="1864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ro-RO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o-RO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 </a:t>
                </a:r>
                <a:r>
                  <a:rPr lang="ro-RO" sz="2000" i="1">
                    <a:solidFill>
                      <a:srgbClr val="000000"/>
                    </a:solidFill>
                    <a:latin typeface="Lucida Grande"/>
                    <a:ea typeface="+mn-ea"/>
                  </a:rPr>
                  <a:t>sendbuf</a:t>
                </a:r>
                <a:endParaRPr lang="en-US" sz="2000" i="1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9CECC35-69C2-41A5-B2BB-28D9B3E8A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622" y="2827321"/>
                <a:ext cx="1864583" cy="400110"/>
              </a:xfrm>
              <a:prstGeom prst="rect">
                <a:avLst/>
              </a:prstGeom>
              <a:blipFill>
                <a:blip r:embed="rId27"/>
                <a:stretch>
                  <a:fillRect t="-15625" b="-187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93EA19E-7A3C-426B-B8EF-AB275C4BBF0C}"/>
                  </a:ext>
                </a:extLst>
              </p:cNvPr>
              <p:cNvSpPr txBox="1"/>
              <p:nvPr/>
            </p:nvSpPr>
            <p:spPr>
              <a:xfrm>
                <a:off x="2013622" y="3187361"/>
                <a:ext cx="1864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ro-RO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ro-RO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 </a:t>
                </a:r>
                <a:r>
                  <a:rPr lang="ro-RO" sz="2000" i="1">
                    <a:solidFill>
                      <a:srgbClr val="000000"/>
                    </a:solidFill>
                    <a:latin typeface="Lucida Grande"/>
                    <a:ea typeface="+mn-ea"/>
                  </a:rPr>
                  <a:t>sendbuf</a:t>
                </a:r>
                <a:endParaRPr lang="en-US" sz="2000" i="1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93EA19E-7A3C-426B-B8EF-AB275C4BB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622" y="3187361"/>
                <a:ext cx="1864583" cy="400110"/>
              </a:xfrm>
              <a:prstGeom prst="rect">
                <a:avLst/>
              </a:prstGeom>
              <a:blipFill>
                <a:blip r:embed="rId28"/>
                <a:stretch>
                  <a:fillRect t="-12500" b="-187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D40D94B-CC68-4D1C-875F-31B419BFAB72}"/>
                  </a:ext>
                </a:extLst>
              </p:cNvPr>
              <p:cNvSpPr txBox="1"/>
              <p:nvPr/>
            </p:nvSpPr>
            <p:spPr>
              <a:xfrm>
                <a:off x="2013622" y="3579339"/>
                <a:ext cx="1864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ro-RO" sz="20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ro-RO" sz="2000">
                    <a:solidFill>
                      <a:srgbClr val="000000"/>
                    </a:solidFill>
                    <a:latin typeface="Times" charset="0"/>
                    <a:ea typeface="+mn-ea"/>
                  </a:rPr>
                  <a:t> </a:t>
                </a:r>
                <a:r>
                  <a:rPr lang="ro-RO" sz="2000" i="1">
                    <a:solidFill>
                      <a:srgbClr val="000000"/>
                    </a:solidFill>
                    <a:latin typeface="Lucida Grande"/>
                    <a:ea typeface="+mn-ea"/>
                  </a:rPr>
                  <a:t>sendbuf</a:t>
                </a:r>
                <a:endParaRPr lang="en-US" sz="2000" i="1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D40D94B-CC68-4D1C-875F-31B419BFA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622" y="3579339"/>
                <a:ext cx="1864583" cy="400110"/>
              </a:xfrm>
              <a:prstGeom prst="rect">
                <a:avLst/>
              </a:prstGeom>
              <a:blipFill>
                <a:blip r:embed="rId29"/>
                <a:stretch>
                  <a:fillRect t="-15625" b="-187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B4B1C86-7BEC-4CB8-A66A-C6AAEE11A4E9}"/>
                  </a:ext>
                </a:extLst>
              </p:cNvPr>
              <p:cNvSpPr txBox="1"/>
              <p:nvPr/>
            </p:nvSpPr>
            <p:spPr>
              <a:xfrm>
                <a:off x="542158" y="4011387"/>
                <a:ext cx="82402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000" dirty="0">
                    <a:solidFill>
                      <a:srgbClr val="000000"/>
                    </a:solidFill>
                    <a:latin typeface="Lucida Grande"/>
                    <a:ea typeface="+mn-ea"/>
                  </a:rPr>
                  <a:t>Rezultat </a:t>
                </a:r>
                <a:r>
                  <a:rPr lang="ro-RO" sz="2000" dirty="0" err="1">
                    <a:solidFill>
                      <a:srgbClr val="000000"/>
                    </a:solidFill>
                    <a:latin typeface="Lucida Grande"/>
                    <a:ea typeface="+mn-ea"/>
                  </a:rPr>
                  <a:t>MPI_Reduce</a:t>
                </a:r>
                <a:r>
                  <a:rPr lang="ro-RO" sz="2000" dirty="0">
                    <a:solidFill>
                      <a:srgbClr val="000000"/>
                    </a:solidFill>
                    <a:latin typeface="Lucida Grande"/>
                    <a:ea typeface="+mn-ea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ro-RO" sz="2000" dirty="0">
                    <a:solidFill>
                      <a:srgbClr val="000000"/>
                    </a:solidFill>
                    <a:latin typeface="Times" charset="0"/>
                    <a:ea typeface="+mn-ea"/>
                  </a:rPr>
                  <a:t> </a:t>
                </a:r>
                <a:r>
                  <a:rPr lang="ro-RO" sz="2000" i="1" dirty="0" err="1">
                    <a:solidFill>
                      <a:srgbClr val="000000"/>
                    </a:solidFill>
                    <a:latin typeface="Lucida Grande"/>
                    <a:ea typeface="+mn-ea"/>
                  </a:rPr>
                  <a:t>recvbuf</a:t>
                </a:r>
                <a:r>
                  <a:rPr lang="ro-RO" sz="2000" dirty="0">
                    <a:solidFill>
                      <a:srgbClr val="000000"/>
                    </a:solidFill>
                    <a:latin typeface="Lucida Grande"/>
                    <a:ea typeface="+mn-ea"/>
                  </a:rPr>
                  <a:t> va conține suma celor 4 vectori</a:t>
                </a:r>
                <a:endParaRPr lang="en-US" sz="2000" dirty="0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B4B1C86-7BEC-4CB8-A66A-C6AAEE11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58" y="4011387"/>
                <a:ext cx="8240216" cy="400110"/>
              </a:xfrm>
              <a:prstGeom prst="rect">
                <a:avLst/>
              </a:prstGeom>
              <a:blipFill>
                <a:blip r:embed="rId30"/>
                <a:stretch>
                  <a:fillRect l="-769" t="-12500" b="-187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4ABEE27C-A375-46FF-B4C7-1142DA0D0DD4}"/>
              </a:ext>
            </a:extLst>
          </p:cNvPr>
          <p:cNvSpPr txBox="1"/>
          <p:nvPr/>
        </p:nvSpPr>
        <p:spPr>
          <a:xfrm>
            <a:off x="5974062" y="2827321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>
                <a:solidFill>
                  <a:srgbClr val="000000"/>
                </a:solidFill>
                <a:latin typeface="Lucida Grande"/>
                <a:ea typeface="+mn-ea"/>
              </a:rPr>
              <a:t>MPI_Op = MPI_SUM</a:t>
            </a:r>
            <a:endParaRPr lang="en-US" sz="2000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320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0" grpId="0" animBg="1"/>
      <p:bldP spid="61" grpId="0" animBg="1"/>
      <p:bldP spid="62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B6E3-A5AF-4E5C-9787-8443CF0A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07179"/>
            <a:ext cx="8515350" cy="458788"/>
          </a:xfrm>
        </p:spPr>
        <p:txBody>
          <a:bodyPr/>
          <a:lstStyle/>
          <a:p>
            <a:r>
              <a:rPr lang="en-US" dirty="0" err="1"/>
              <a:t>Topologii</a:t>
            </a:r>
            <a:r>
              <a:rPr lang="en-US" dirty="0"/>
              <a:t> </a:t>
            </a:r>
            <a:r>
              <a:rPr lang="en-US" dirty="0" err="1"/>
              <a:t>virtuale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A996FA-40E3-4E39-8F3C-2BA84B6DEC78}"/>
              </a:ext>
            </a:extLst>
          </p:cNvPr>
          <p:cNvSpPr txBox="1">
            <a:spLocks/>
          </p:cNvSpPr>
          <p:nvPr/>
        </p:nvSpPr>
        <p:spPr bwMode="auto">
          <a:xfrm>
            <a:off x="457200" y="1166019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topologie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este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mecanism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prin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care se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ob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ține o modalitate facilă de a 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numi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procesele dintr-un grup (comunicator).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În cazul multor aplicații distribuite, simpla folosire a rangurilor nu reflectă modelul logic de comunicare între procese.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Procesele pot fi văzute ca făcând parte dintr-un: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grid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sau structură carteziană (două/trei/... dimensiuni)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graf (model generic)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Trebuie făcută distincția între: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topologia virtuală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topologia hardware-ului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Topologia virtuală poate fi concepută astfel încât să respecte modul în care procesele sunt repartizate procesoarelor (topologia hardware), pentru o sporire a performanței comunicării dintre procese.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7731487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BD42-D75F-4C41-A17F-C73236ED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Topologii</a:t>
            </a:r>
            <a:r>
              <a:rPr lang="en-US" dirty="0"/>
              <a:t> </a:t>
            </a:r>
            <a:r>
              <a:rPr lang="en-US" dirty="0" err="1"/>
              <a:t>virtuale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2B099B-2383-4FD4-814D-5F5649CDDC3F}"/>
              </a:ext>
            </a:extLst>
          </p:cNvPr>
          <p:cNvSpPr txBox="1">
            <a:spLocks/>
          </p:cNvSpPr>
          <p:nvPr/>
        </p:nvSpPr>
        <p:spPr bwMode="auto">
          <a:xfrm>
            <a:off x="457200" y="17097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-34290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MPI_Cart_create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 comm_old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ndims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dims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periods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reorder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MPI_Comm comm_cart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Funcția creează un nou comunicator în care topologia este una carteziană, conform parametrilor (procesele implicate sunt cele din 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comm_old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):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ndims</a:t>
            </a:r>
            <a:r>
              <a:rPr kumimoji="0" lang="ro-RO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– numărul de dimensiuni din structura carteziană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dims</a:t>
            </a:r>
            <a:r>
              <a:rPr kumimoji="0" lang="ro-RO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– un vector de dimensiune </a:t>
            </a:r>
            <a:r>
              <a:rPr kumimoji="0" lang="ro-RO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ndims</a:t>
            </a:r>
            <a:r>
              <a:rPr kumimoji="0" lang="ro-RO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care specifică numărul de procese de pe fiecare dimensiune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periods</a:t>
            </a:r>
            <a:r>
              <a:rPr kumimoji="0" lang="ro-RO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– un vector cu valori de tip boolean care indică prezența/absența periodicității pe o anumită dimensiune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reorder</a:t>
            </a:r>
            <a:r>
              <a:rPr kumimoji="0" lang="ro-RO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– valoare booleană care permite (sau nu) MPI-ului să reordoneze procesele din noul comunicator în funcție de proximitățile fizice ale procesoarelor pe care rulează procesele (topologia hardware)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454821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4144-22AC-4202-A673-EB343EA4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Exemple de grile carteziene 2D</a:t>
            </a:r>
            <a:br>
              <a:rPr lang="ro-RO" dirty="0"/>
            </a:br>
            <a:r>
              <a:rPr lang="ro-RO" dirty="0"/>
              <a:t>Grilă neperiodică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96059F-77F0-4839-9BC3-E8DF9F4FF8C8}"/>
              </a:ext>
            </a:extLst>
          </p:cNvPr>
          <p:cNvGrpSpPr/>
          <p:nvPr/>
        </p:nvGrpSpPr>
        <p:grpSpPr>
          <a:xfrm>
            <a:off x="2685133" y="2832443"/>
            <a:ext cx="703438" cy="703439"/>
            <a:chOff x="2195738" y="2636913"/>
            <a:chExt cx="763869" cy="76387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FDF6FD8-BA24-4455-BF7E-02AA7AFD52A2}"/>
                </a:ext>
              </a:extLst>
            </p:cNvPr>
            <p:cNvSpPr/>
            <p:nvPr/>
          </p:nvSpPr>
          <p:spPr bwMode="auto">
            <a:xfrm>
              <a:off x="2195738" y="2636913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4251210-A0B2-4DB4-90AE-FB44F07F47A9}"/>
                </a:ext>
              </a:extLst>
            </p:cNvPr>
            <p:cNvSpPr txBox="1"/>
            <p:nvPr/>
          </p:nvSpPr>
          <p:spPr>
            <a:xfrm>
              <a:off x="2289640" y="2757237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(0,0)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CFCEA87-42D9-46CA-A14B-C99658EBB457}"/>
              </a:ext>
            </a:extLst>
          </p:cNvPr>
          <p:cNvGrpSpPr/>
          <p:nvPr/>
        </p:nvGrpSpPr>
        <p:grpSpPr>
          <a:xfrm>
            <a:off x="2685133" y="3912563"/>
            <a:ext cx="703438" cy="703439"/>
            <a:chOff x="2195736" y="3817258"/>
            <a:chExt cx="763869" cy="76387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A5B9D09-DE3C-49C9-8579-77B77047D745}"/>
                </a:ext>
              </a:extLst>
            </p:cNvPr>
            <p:cNvSpPr/>
            <p:nvPr/>
          </p:nvSpPr>
          <p:spPr bwMode="auto">
            <a:xfrm>
              <a:off x="2195736" y="3817258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1A9038-38AC-45B7-8FC6-C1128C6535D7}"/>
                </a:ext>
              </a:extLst>
            </p:cNvPr>
            <p:cNvSpPr txBox="1"/>
            <p:nvPr/>
          </p:nvSpPr>
          <p:spPr>
            <a:xfrm>
              <a:off x="2289638" y="3937582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3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E574BB3-383B-4CE1-8D0B-66A37CB5EBDB}"/>
              </a:ext>
            </a:extLst>
          </p:cNvPr>
          <p:cNvGrpSpPr/>
          <p:nvPr/>
        </p:nvGrpSpPr>
        <p:grpSpPr>
          <a:xfrm>
            <a:off x="2685133" y="5009324"/>
            <a:ext cx="703438" cy="703439"/>
            <a:chOff x="2195736" y="5157192"/>
            <a:chExt cx="763869" cy="76387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2E5FED1-2E5A-4F48-9F49-4F156199CD93}"/>
                </a:ext>
              </a:extLst>
            </p:cNvPr>
            <p:cNvSpPr/>
            <p:nvPr/>
          </p:nvSpPr>
          <p:spPr bwMode="auto">
            <a:xfrm>
              <a:off x="2195736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E5FAB7-E215-4B02-9049-A787897B022E}"/>
                </a:ext>
              </a:extLst>
            </p:cNvPr>
            <p:cNvSpPr txBox="1"/>
            <p:nvPr/>
          </p:nvSpPr>
          <p:spPr>
            <a:xfrm>
              <a:off x="2289638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988F8B1-AD65-4429-BB5D-B7D07C1ED3ED}"/>
              </a:ext>
            </a:extLst>
          </p:cNvPr>
          <p:cNvGrpSpPr/>
          <p:nvPr/>
        </p:nvGrpSpPr>
        <p:grpSpPr>
          <a:xfrm>
            <a:off x="4376072" y="2832443"/>
            <a:ext cx="703438" cy="703439"/>
            <a:chOff x="3880139" y="2636912"/>
            <a:chExt cx="763869" cy="76387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77420F-FAD2-4053-8FC2-6BE88DF3EC94}"/>
                </a:ext>
              </a:extLst>
            </p:cNvPr>
            <p:cNvSpPr/>
            <p:nvPr/>
          </p:nvSpPr>
          <p:spPr bwMode="auto">
            <a:xfrm>
              <a:off x="3880139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0EDF397-4F1F-4E4D-B7FB-FC170F0C4BAA}"/>
                </a:ext>
              </a:extLst>
            </p:cNvPr>
            <p:cNvSpPr txBox="1"/>
            <p:nvPr/>
          </p:nvSpPr>
          <p:spPr>
            <a:xfrm>
              <a:off x="3974041" y="275723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(0,1)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E9AAA7E-ECB1-47AA-81A4-9F51E2F16D31}"/>
              </a:ext>
            </a:extLst>
          </p:cNvPr>
          <p:cNvGrpSpPr/>
          <p:nvPr/>
        </p:nvGrpSpPr>
        <p:grpSpPr>
          <a:xfrm>
            <a:off x="4376072" y="3912563"/>
            <a:ext cx="703438" cy="703439"/>
            <a:chOff x="3880139" y="3789040"/>
            <a:chExt cx="763869" cy="76387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0545DA2-B82A-42DB-A126-B58723EAE187}"/>
                </a:ext>
              </a:extLst>
            </p:cNvPr>
            <p:cNvSpPr/>
            <p:nvPr/>
          </p:nvSpPr>
          <p:spPr bwMode="auto">
            <a:xfrm>
              <a:off x="3880139" y="3789040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BC0D445-EB3A-4352-BA6E-B993DAAF7438}"/>
                </a:ext>
              </a:extLst>
            </p:cNvPr>
            <p:cNvSpPr txBox="1"/>
            <p:nvPr/>
          </p:nvSpPr>
          <p:spPr>
            <a:xfrm>
              <a:off x="3974041" y="3909364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4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313BFC1-7F9B-4064-B485-D13E92BA0C74}"/>
              </a:ext>
            </a:extLst>
          </p:cNvPr>
          <p:cNvGrpSpPr/>
          <p:nvPr/>
        </p:nvGrpSpPr>
        <p:grpSpPr>
          <a:xfrm>
            <a:off x="6067012" y="2832443"/>
            <a:ext cx="703438" cy="703439"/>
            <a:chOff x="5536323" y="2636912"/>
            <a:chExt cx="763869" cy="76387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7741D1F-3342-4099-AAF6-3321C8E1E0A3}"/>
                </a:ext>
              </a:extLst>
            </p:cNvPr>
            <p:cNvSpPr/>
            <p:nvPr/>
          </p:nvSpPr>
          <p:spPr bwMode="auto">
            <a:xfrm>
              <a:off x="5536323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DA2635F-7E27-49D0-AA6F-CA3FDE913D50}"/>
                </a:ext>
              </a:extLst>
            </p:cNvPr>
            <p:cNvSpPr txBox="1"/>
            <p:nvPr/>
          </p:nvSpPr>
          <p:spPr>
            <a:xfrm>
              <a:off x="5630225" y="275723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99035C1-F65E-4EA3-950C-75310DD52C63}"/>
              </a:ext>
            </a:extLst>
          </p:cNvPr>
          <p:cNvGrpSpPr/>
          <p:nvPr/>
        </p:nvGrpSpPr>
        <p:grpSpPr>
          <a:xfrm>
            <a:off x="6067012" y="3912563"/>
            <a:ext cx="703438" cy="703439"/>
            <a:chOff x="5630225" y="3817258"/>
            <a:chExt cx="763869" cy="76387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82E87D6-666D-4529-89AA-DA59EFB69B01}"/>
                </a:ext>
              </a:extLst>
            </p:cNvPr>
            <p:cNvSpPr/>
            <p:nvPr/>
          </p:nvSpPr>
          <p:spPr bwMode="auto">
            <a:xfrm>
              <a:off x="5630225" y="3817258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ECD302-1954-4819-839B-A26D1A465819}"/>
                </a:ext>
              </a:extLst>
            </p:cNvPr>
            <p:cNvSpPr txBox="1"/>
            <p:nvPr/>
          </p:nvSpPr>
          <p:spPr>
            <a:xfrm>
              <a:off x="5724127" y="3937582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5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9644A24-29E3-4782-81BE-D6C20F53D7CD}"/>
              </a:ext>
            </a:extLst>
          </p:cNvPr>
          <p:cNvGrpSpPr/>
          <p:nvPr/>
        </p:nvGrpSpPr>
        <p:grpSpPr>
          <a:xfrm>
            <a:off x="4376072" y="5009324"/>
            <a:ext cx="703438" cy="703439"/>
            <a:chOff x="3880139" y="5157192"/>
            <a:chExt cx="763869" cy="76387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368C6AF-5E31-40B6-839C-E4FCE7E734A5}"/>
                </a:ext>
              </a:extLst>
            </p:cNvPr>
            <p:cNvSpPr/>
            <p:nvPr/>
          </p:nvSpPr>
          <p:spPr bwMode="auto">
            <a:xfrm>
              <a:off x="3880139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8107906-16FC-4A8F-8760-4306A26B2784}"/>
                </a:ext>
              </a:extLst>
            </p:cNvPr>
            <p:cNvSpPr txBox="1"/>
            <p:nvPr/>
          </p:nvSpPr>
          <p:spPr>
            <a:xfrm>
              <a:off x="3974041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7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01D1832-0220-4283-BCB3-8938C313CE53}"/>
              </a:ext>
            </a:extLst>
          </p:cNvPr>
          <p:cNvGrpSpPr/>
          <p:nvPr/>
        </p:nvGrpSpPr>
        <p:grpSpPr>
          <a:xfrm>
            <a:off x="6067012" y="5009324"/>
            <a:ext cx="703438" cy="703439"/>
            <a:chOff x="5679372" y="5142344"/>
            <a:chExt cx="763869" cy="76387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ABA84B4-DCEB-403A-87CF-80DF7A6154D6}"/>
                </a:ext>
              </a:extLst>
            </p:cNvPr>
            <p:cNvSpPr/>
            <p:nvPr/>
          </p:nvSpPr>
          <p:spPr bwMode="auto">
            <a:xfrm>
              <a:off x="5679372" y="5142344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0C3098B-BBE1-43A6-8583-9883C3BB1BBD}"/>
                </a:ext>
              </a:extLst>
            </p:cNvPr>
            <p:cNvSpPr txBox="1"/>
            <p:nvPr/>
          </p:nvSpPr>
          <p:spPr>
            <a:xfrm>
              <a:off x="5773274" y="5262668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8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197AB39-91F6-4860-90A0-3CC9BD610560}"/>
              </a:ext>
            </a:extLst>
          </p:cNvPr>
          <p:cNvCxnSpPr>
            <a:stCxn id="47" idx="6"/>
            <a:endCxn id="56" idx="2"/>
          </p:cNvCxnSpPr>
          <p:nvPr/>
        </p:nvCxnSpPr>
        <p:spPr bwMode="auto">
          <a:xfrm>
            <a:off x="3388571" y="3184163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9A6ACA5-BAE2-4FE0-8DB7-31E4360E7C70}"/>
              </a:ext>
            </a:extLst>
          </p:cNvPr>
          <p:cNvCxnSpPr/>
          <p:nvPr/>
        </p:nvCxnSpPr>
        <p:spPr bwMode="auto">
          <a:xfrm>
            <a:off x="5079511" y="3189469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89D1554-688E-4F40-AA76-47D61FD9070D}"/>
              </a:ext>
            </a:extLst>
          </p:cNvPr>
          <p:cNvCxnSpPr/>
          <p:nvPr/>
        </p:nvCxnSpPr>
        <p:spPr bwMode="auto">
          <a:xfrm>
            <a:off x="3388570" y="4264282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D86DEFF-B2D7-421F-8D25-6B3CCB16715B}"/>
              </a:ext>
            </a:extLst>
          </p:cNvPr>
          <p:cNvCxnSpPr/>
          <p:nvPr/>
        </p:nvCxnSpPr>
        <p:spPr bwMode="auto">
          <a:xfrm>
            <a:off x="5079511" y="4269589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BAA32D1-91D1-4BDE-ACEA-53E0BB39BC38}"/>
              </a:ext>
            </a:extLst>
          </p:cNvPr>
          <p:cNvCxnSpPr/>
          <p:nvPr/>
        </p:nvCxnSpPr>
        <p:spPr bwMode="auto">
          <a:xfrm>
            <a:off x="3388571" y="5361043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D1DD440-1453-443A-AFEA-FD252243BDA4}"/>
              </a:ext>
            </a:extLst>
          </p:cNvPr>
          <p:cNvCxnSpPr/>
          <p:nvPr/>
        </p:nvCxnSpPr>
        <p:spPr bwMode="auto">
          <a:xfrm>
            <a:off x="5079511" y="5366350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7A3E512-009C-4E63-8920-71BD266A1463}"/>
              </a:ext>
            </a:extLst>
          </p:cNvPr>
          <p:cNvCxnSpPr>
            <a:stCxn id="47" idx="4"/>
            <a:endCxn id="50" idx="0"/>
          </p:cNvCxnSpPr>
          <p:nvPr/>
        </p:nvCxnSpPr>
        <p:spPr bwMode="auto">
          <a:xfrm>
            <a:off x="3036852" y="3535882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EC33D46-1840-4975-9AB1-CC5C84CED731}"/>
              </a:ext>
            </a:extLst>
          </p:cNvPr>
          <p:cNvCxnSpPr/>
          <p:nvPr/>
        </p:nvCxnSpPr>
        <p:spPr bwMode="auto">
          <a:xfrm>
            <a:off x="3022082" y="4632643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F00ABBC-4A6F-4EA0-A3F9-031E46486AB2}"/>
              </a:ext>
            </a:extLst>
          </p:cNvPr>
          <p:cNvCxnSpPr/>
          <p:nvPr/>
        </p:nvCxnSpPr>
        <p:spPr bwMode="auto">
          <a:xfrm>
            <a:off x="4713020" y="3535882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030CA5F-B5CF-4A61-A34B-ADCB4020B3E5}"/>
              </a:ext>
            </a:extLst>
          </p:cNvPr>
          <p:cNvCxnSpPr/>
          <p:nvPr/>
        </p:nvCxnSpPr>
        <p:spPr bwMode="auto">
          <a:xfrm>
            <a:off x="4732071" y="4647750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DD23C9A-B9D2-4A09-A705-732510AFCFD2}"/>
              </a:ext>
            </a:extLst>
          </p:cNvPr>
          <p:cNvCxnSpPr/>
          <p:nvPr/>
        </p:nvCxnSpPr>
        <p:spPr bwMode="auto">
          <a:xfrm>
            <a:off x="6418730" y="3535882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4F8F429-524E-4AE2-837B-251DD5E6AAFF}"/>
              </a:ext>
            </a:extLst>
          </p:cNvPr>
          <p:cNvCxnSpPr/>
          <p:nvPr/>
        </p:nvCxnSpPr>
        <p:spPr bwMode="auto">
          <a:xfrm>
            <a:off x="6418731" y="4653332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18AC48C-D18F-4E7B-8F92-4582E71936D0}"/>
              </a:ext>
            </a:extLst>
          </p:cNvPr>
          <p:cNvGrpSpPr/>
          <p:nvPr/>
        </p:nvGrpSpPr>
        <p:grpSpPr>
          <a:xfrm>
            <a:off x="596901" y="1824331"/>
            <a:ext cx="1440161" cy="1224137"/>
            <a:chOff x="2128337" y="2636913"/>
            <a:chExt cx="898670" cy="76387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755EC8D-52B4-4328-9354-97F27F9EA28F}"/>
                </a:ext>
              </a:extLst>
            </p:cNvPr>
            <p:cNvSpPr/>
            <p:nvPr/>
          </p:nvSpPr>
          <p:spPr bwMode="auto">
            <a:xfrm>
              <a:off x="2195738" y="2636913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0307855-C046-43D5-98A0-79575215F91A}"/>
                </a:ext>
              </a:extLst>
            </p:cNvPr>
            <p:cNvSpPr txBox="1"/>
            <p:nvPr/>
          </p:nvSpPr>
          <p:spPr>
            <a:xfrm>
              <a:off x="2128337" y="2816648"/>
              <a:ext cx="898670" cy="307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Rang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(linie,coloană)</a:t>
              </a:r>
              <a:endPara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4266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6C2A-2656-4631-8E6D-CAA25022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27806"/>
            <a:ext cx="8515350" cy="458788"/>
          </a:xfrm>
        </p:spPr>
        <p:txBody>
          <a:bodyPr/>
          <a:lstStyle/>
          <a:p>
            <a:r>
              <a:rPr lang="ro-RO" dirty="0"/>
              <a:t>Exemple de grile carteziene 2D</a:t>
            </a:r>
            <a:br>
              <a:rPr lang="ro-RO" dirty="0"/>
            </a:br>
            <a:r>
              <a:rPr lang="ro-RO" dirty="0"/>
              <a:t>Grilă periodică pe linii</a:t>
            </a:r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8FBC2C-0CD9-41E5-9A73-C2ADB8786A5D}"/>
              </a:ext>
            </a:extLst>
          </p:cNvPr>
          <p:cNvGrpSpPr/>
          <p:nvPr/>
        </p:nvGrpSpPr>
        <p:grpSpPr>
          <a:xfrm>
            <a:off x="2363161" y="2523351"/>
            <a:ext cx="703438" cy="703439"/>
            <a:chOff x="2195738" y="2636913"/>
            <a:chExt cx="763869" cy="76387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F3EA39F-9BBC-448E-91B5-7AD2B21C5340}"/>
                </a:ext>
              </a:extLst>
            </p:cNvPr>
            <p:cNvSpPr/>
            <p:nvPr/>
          </p:nvSpPr>
          <p:spPr bwMode="auto">
            <a:xfrm>
              <a:off x="2195738" y="2636913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32A8155-DA46-4CEA-B292-820E50FCCF88}"/>
                </a:ext>
              </a:extLst>
            </p:cNvPr>
            <p:cNvSpPr txBox="1"/>
            <p:nvPr/>
          </p:nvSpPr>
          <p:spPr>
            <a:xfrm>
              <a:off x="2289640" y="2757237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FC1CFBF-8BD7-4377-A1B9-0BA4454AE39B}"/>
              </a:ext>
            </a:extLst>
          </p:cNvPr>
          <p:cNvGrpSpPr/>
          <p:nvPr/>
        </p:nvGrpSpPr>
        <p:grpSpPr>
          <a:xfrm>
            <a:off x="2363161" y="3603471"/>
            <a:ext cx="703438" cy="703439"/>
            <a:chOff x="2195736" y="3817258"/>
            <a:chExt cx="763869" cy="76387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EE81C7D-ECBE-45E8-9542-36FDAE3C6AF4}"/>
                </a:ext>
              </a:extLst>
            </p:cNvPr>
            <p:cNvSpPr/>
            <p:nvPr/>
          </p:nvSpPr>
          <p:spPr bwMode="auto">
            <a:xfrm>
              <a:off x="2195736" y="3817258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87439C6-D7D5-48BC-BA71-E7FCA7290605}"/>
                </a:ext>
              </a:extLst>
            </p:cNvPr>
            <p:cNvSpPr txBox="1"/>
            <p:nvPr/>
          </p:nvSpPr>
          <p:spPr>
            <a:xfrm>
              <a:off x="2289638" y="3937582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3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03EE888-8BE3-40F6-AD3E-584F057F4CE0}"/>
              </a:ext>
            </a:extLst>
          </p:cNvPr>
          <p:cNvGrpSpPr/>
          <p:nvPr/>
        </p:nvGrpSpPr>
        <p:grpSpPr>
          <a:xfrm>
            <a:off x="2363161" y="4700232"/>
            <a:ext cx="703438" cy="703439"/>
            <a:chOff x="2195736" y="5157192"/>
            <a:chExt cx="763869" cy="76387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A8AB880-D267-40A6-B032-1E33AB50D256}"/>
                </a:ext>
              </a:extLst>
            </p:cNvPr>
            <p:cNvSpPr/>
            <p:nvPr/>
          </p:nvSpPr>
          <p:spPr bwMode="auto">
            <a:xfrm>
              <a:off x="2195736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B10223E-4DEF-4E33-AF87-2526EFF8A8AC}"/>
                </a:ext>
              </a:extLst>
            </p:cNvPr>
            <p:cNvSpPr txBox="1"/>
            <p:nvPr/>
          </p:nvSpPr>
          <p:spPr>
            <a:xfrm>
              <a:off x="2289638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AE81AD0-B928-45D8-8AE1-6C2C1D37E934}"/>
              </a:ext>
            </a:extLst>
          </p:cNvPr>
          <p:cNvGrpSpPr/>
          <p:nvPr/>
        </p:nvGrpSpPr>
        <p:grpSpPr>
          <a:xfrm>
            <a:off x="4054100" y="2523351"/>
            <a:ext cx="703438" cy="703439"/>
            <a:chOff x="3880139" y="2636912"/>
            <a:chExt cx="763869" cy="76387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BCFA5C7-0E11-4C53-AA29-A906E1322D05}"/>
                </a:ext>
              </a:extLst>
            </p:cNvPr>
            <p:cNvSpPr/>
            <p:nvPr/>
          </p:nvSpPr>
          <p:spPr bwMode="auto">
            <a:xfrm>
              <a:off x="3880139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332FC56-8801-4563-8041-AA8DAC7E0013}"/>
                </a:ext>
              </a:extLst>
            </p:cNvPr>
            <p:cNvSpPr txBox="1"/>
            <p:nvPr/>
          </p:nvSpPr>
          <p:spPr>
            <a:xfrm>
              <a:off x="3974041" y="275723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7F109F2-FCB0-4B63-8823-13E21F99C75D}"/>
              </a:ext>
            </a:extLst>
          </p:cNvPr>
          <p:cNvGrpSpPr/>
          <p:nvPr/>
        </p:nvGrpSpPr>
        <p:grpSpPr>
          <a:xfrm>
            <a:off x="4054100" y="3603471"/>
            <a:ext cx="703438" cy="703439"/>
            <a:chOff x="3880139" y="3789040"/>
            <a:chExt cx="763869" cy="76387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E2BED38-51A6-4E28-8DF6-C37EA8C2306B}"/>
                </a:ext>
              </a:extLst>
            </p:cNvPr>
            <p:cNvSpPr/>
            <p:nvPr/>
          </p:nvSpPr>
          <p:spPr bwMode="auto">
            <a:xfrm>
              <a:off x="3880139" y="3789040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2819DEA-FDA2-44B9-92F7-B84F9B695910}"/>
                </a:ext>
              </a:extLst>
            </p:cNvPr>
            <p:cNvSpPr txBox="1"/>
            <p:nvPr/>
          </p:nvSpPr>
          <p:spPr>
            <a:xfrm>
              <a:off x="3974041" y="3909364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4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560A2A0-62F0-4888-9CF5-7791A53D26C5}"/>
              </a:ext>
            </a:extLst>
          </p:cNvPr>
          <p:cNvGrpSpPr/>
          <p:nvPr/>
        </p:nvGrpSpPr>
        <p:grpSpPr>
          <a:xfrm>
            <a:off x="5745040" y="2523351"/>
            <a:ext cx="703438" cy="703439"/>
            <a:chOff x="5536323" y="2636912"/>
            <a:chExt cx="763869" cy="763870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34FB042-A161-43D6-9BBB-56CFABAF779E}"/>
                </a:ext>
              </a:extLst>
            </p:cNvPr>
            <p:cNvSpPr/>
            <p:nvPr/>
          </p:nvSpPr>
          <p:spPr bwMode="auto">
            <a:xfrm>
              <a:off x="5536323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8C24FC0-909A-421A-96D7-4EE9C2348AB2}"/>
                </a:ext>
              </a:extLst>
            </p:cNvPr>
            <p:cNvSpPr txBox="1"/>
            <p:nvPr/>
          </p:nvSpPr>
          <p:spPr>
            <a:xfrm>
              <a:off x="5630225" y="275723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2A58642-F16D-455D-B0F2-2339E627D2DC}"/>
              </a:ext>
            </a:extLst>
          </p:cNvPr>
          <p:cNvGrpSpPr/>
          <p:nvPr/>
        </p:nvGrpSpPr>
        <p:grpSpPr>
          <a:xfrm>
            <a:off x="5745040" y="3603471"/>
            <a:ext cx="703438" cy="703439"/>
            <a:chOff x="5630225" y="3817258"/>
            <a:chExt cx="763869" cy="763870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9B12244-60BB-420A-A7DA-7B0DFCCB18DB}"/>
                </a:ext>
              </a:extLst>
            </p:cNvPr>
            <p:cNvSpPr/>
            <p:nvPr/>
          </p:nvSpPr>
          <p:spPr bwMode="auto">
            <a:xfrm>
              <a:off x="5630225" y="3817258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6FCBF77-EC38-4DB5-BA41-9CCEBD19A39C}"/>
                </a:ext>
              </a:extLst>
            </p:cNvPr>
            <p:cNvSpPr txBox="1"/>
            <p:nvPr/>
          </p:nvSpPr>
          <p:spPr>
            <a:xfrm>
              <a:off x="5724127" y="3937582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5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D6B4A3B-1795-4BE1-B576-E5D9BFE7E25B}"/>
              </a:ext>
            </a:extLst>
          </p:cNvPr>
          <p:cNvGrpSpPr/>
          <p:nvPr/>
        </p:nvGrpSpPr>
        <p:grpSpPr>
          <a:xfrm>
            <a:off x="4054100" y="4700232"/>
            <a:ext cx="703438" cy="703439"/>
            <a:chOff x="3880139" y="5157192"/>
            <a:chExt cx="763869" cy="763870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0D2583D-87C7-4A04-90A7-2E8E394747E2}"/>
                </a:ext>
              </a:extLst>
            </p:cNvPr>
            <p:cNvSpPr/>
            <p:nvPr/>
          </p:nvSpPr>
          <p:spPr bwMode="auto">
            <a:xfrm>
              <a:off x="3880139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FBDFB82-D9AA-4096-99F9-546477C2EF33}"/>
                </a:ext>
              </a:extLst>
            </p:cNvPr>
            <p:cNvSpPr txBox="1"/>
            <p:nvPr/>
          </p:nvSpPr>
          <p:spPr>
            <a:xfrm>
              <a:off x="3974041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7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9DEDB08-26A5-4331-975A-ED8D653C1268}"/>
              </a:ext>
            </a:extLst>
          </p:cNvPr>
          <p:cNvGrpSpPr/>
          <p:nvPr/>
        </p:nvGrpSpPr>
        <p:grpSpPr>
          <a:xfrm>
            <a:off x="5745040" y="4700232"/>
            <a:ext cx="703438" cy="703439"/>
            <a:chOff x="5679372" y="5142344"/>
            <a:chExt cx="763869" cy="76387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9A507E6-6CE3-4319-BB46-C001B0C10D1B}"/>
                </a:ext>
              </a:extLst>
            </p:cNvPr>
            <p:cNvSpPr/>
            <p:nvPr/>
          </p:nvSpPr>
          <p:spPr bwMode="auto">
            <a:xfrm>
              <a:off x="5679372" y="5142344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59AB48C-63EA-4F0E-9165-B0F1AF4D6F0F}"/>
                </a:ext>
              </a:extLst>
            </p:cNvPr>
            <p:cNvSpPr txBox="1"/>
            <p:nvPr/>
          </p:nvSpPr>
          <p:spPr>
            <a:xfrm>
              <a:off x="5773274" y="5262668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8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CC85B07-5513-46D2-96AB-10A05CC7F875}"/>
              </a:ext>
            </a:extLst>
          </p:cNvPr>
          <p:cNvCxnSpPr>
            <a:stCxn id="70" idx="6"/>
            <a:endCxn id="79" idx="2"/>
          </p:cNvCxnSpPr>
          <p:nvPr/>
        </p:nvCxnSpPr>
        <p:spPr bwMode="auto">
          <a:xfrm>
            <a:off x="3066599" y="2875071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12A1E06-E983-4001-9205-84CE17FE46A3}"/>
              </a:ext>
            </a:extLst>
          </p:cNvPr>
          <p:cNvCxnSpPr/>
          <p:nvPr/>
        </p:nvCxnSpPr>
        <p:spPr bwMode="auto">
          <a:xfrm>
            <a:off x="4757539" y="2880377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E8634B8-F69B-4A92-9628-F4BFEE8C402A}"/>
              </a:ext>
            </a:extLst>
          </p:cNvPr>
          <p:cNvCxnSpPr/>
          <p:nvPr/>
        </p:nvCxnSpPr>
        <p:spPr bwMode="auto">
          <a:xfrm>
            <a:off x="3066598" y="3955190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565EAA2-80C6-40E1-AB77-ABA2ED244D57}"/>
              </a:ext>
            </a:extLst>
          </p:cNvPr>
          <p:cNvCxnSpPr/>
          <p:nvPr/>
        </p:nvCxnSpPr>
        <p:spPr bwMode="auto">
          <a:xfrm>
            <a:off x="4757539" y="3960497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ED206CA-7EA1-485E-A105-26B104C145A3}"/>
              </a:ext>
            </a:extLst>
          </p:cNvPr>
          <p:cNvCxnSpPr/>
          <p:nvPr/>
        </p:nvCxnSpPr>
        <p:spPr bwMode="auto">
          <a:xfrm>
            <a:off x="3066599" y="5051951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0E9D60A-A987-4934-BF0C-0B53F6C831D5}"/>
              </a:ext>
            </a:extLst>
          </p:cNvPr>
          <p:cNvCxnSpPr/>
          <p:nvPr/>
        </p:nvCxnSpPr>
        <p:spPr bwMode="auto">
          <a:xfrm>
            <a:off x="4757539" y="5057258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2DD4A74-5F74-466F-926A-69D6953F25FF}"/>
              </a:ext>
            </a:extLst>
          </p:cNvPr>
          <p:cNvCxnSpPr>
            <a:stCxn id="70" idx="4"/>
            <a:endCxn id="73" idx="0"/>
          </p:cNvCxnSpPr>
          <p:nvPr/>
        </p:nvCxnSpPr>
        <p:spPr bwMode="auto">
          <a:xfrm>
            <a:off x="2714880" y="3226790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7246A73-8489-400A-8C1C-FE09C6944A6F}"/>
              </a:ext>
            </a:extLst>
          </p:cNvPr>
          <p:cNvCxnSpPr/>
          <p:nvPr/>
        </p:nvCxnSpPr>
        <p:spPr bwMode="auto">
          <a:xfrm>
            <a:off x="2700110" y="4323551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59282D6-D8BC-4567-ACA6-52F9F3562CC4}"/>
              </a:ext>
            </a:extLst>
          </p:cNvPr>
          <p:cNvCxnSpPr/>
          <p:nvPr/>
        </p:nvCxnSpPr>
        <p:spPr bwMode="auto">
          <a:xfrm>
            <a:off x="4391048" y="3226790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8032F23-47D8-43AA-B9EB-857598929398}"/>
              </a:ext>
            </a:extLst>
          </p:cNvPr>
          <p:cNvCxnSpPr/>
          <p:nvPr/>
        </p:nvCxnSpPr>
        <p:spPr bwMode="auto">
          <a:xfrm>
            <a:off x="4410099" y="4323551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DE2AEE1-BEA9-4CD3-AE2F-825BE7E4C5F7}"/>
              </a:ext>
            </a:extLst>
          </p:cNvPr>
          <p:cNvCxnSpPr/>
          <p:nvPr/>
        </p:nvCxnSpPr>
        <p:spPr bwMode="auto">
          <a:xfrm>
            <a:off x="6096758" y="3226790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F2DDD9D-CC09-4024-A71B-8617BE3CF071}"/>
              </a:ext>
            </a:extLst>
          </p:cNvPr>
          <p:cNvCxnSpPr/>
          <p:nvPr/>
        </p:nvCxnSpPr>
        <p:spPr bwMode="auto">
          <a:xfrm>
            <a:off x="6096759" y="4323551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89DB1AE-E3FC-484A-BBB4-747DD7BE4EED}"/>
              </a:ext>
            </a:extLst>
          </p:cNvPr>
          <p:cNvCxnSpPr/>
          <p:nvPr/>
        </p:nvCxnSpPr>
        <p:spPr bwMode="auto">
          <a:xfrm>
            <a:off x="2709634" y="2146670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C27FF88-5BB0-4DAA-8E76-50350625C077}"/>
              </a:ext>
            </a:extLst>
          </p:cNvPr>
          <p:cNvCxnSpPr/>
          <p:nvPr/>
        </p:nvCxnSpPr>
        <p:spPr bwMode="auto">
          <a:xfrm>
            <a:off x="4410099" y="214272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283B94A-D852-47BA-AD0C-D73E5F120B05}"/>
              </a:ext>
            </a:extLst>
          </p:cNvPr>
          <p:cNvCxnSpPr/>
          <p:nvPr/>
        </p:nvCxnSpPr>
        <p:spPr bwMode="auto">
          <a:xfrm>
            <a:off x="6096759" y="2138784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D75E1B9-06AA-4A62-A4A3-280FC952E22E}"/>
              </a:ext>
            </a:extLst>
          </p:cNvPr>
          <p:cNvGrpSpPr/>
          <p:nvPr/>
        </p:nvGrpSpPr>
        <p:grpSpPr>
          <a:xfrm>
            <a:off x="2363161" y="1451678"/>
            <a:ext cx="703438" cy="703439"/>
            <a:chOff x="2195738" y="2636913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094480E-A84E-4915-B166-C169A9658467}"/>
                </a:ext>
              </a:extLst>
            </p:cNvPr>
            <p:cNvSpPr/>
            <p:nvPr/>
          </p:nvSpPr>
          <p:spPr bwMode="auto">
            <a:xfrm>
              <a:off x="2195738" y="2636913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0DB77C8-130B-428E-8FEE-27535124CBCA}"/>
                </a:ext>
              </a:extLst>
            </p:cNvPr>
            <p:cNvSpPr txBox="1"/>
            <p:nvPr/>
          </p:nvSpPr>
          <p:spPr>
            <a:xfrm>
              <a:off x="2229518" y="2757237"/>
              <a:ext cx="669966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(-1,0)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E2EC2228-D34F-4C7F-AB65-1BE48F526216}"/>
              </a:ext>
            </a:extLst>
          </p:cNvPr>
          <p:cNvSpPr/>
          <p:nvPr/>
        </p:nvSpPr>
        <p:spPr bwMode="auto">
          <a:xfrm>
            <a:off x="4058380" y="1456984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8AC01D72-1096-4C46-9B47-F4671D22AB1D}"/>
              </a:ext>
            </a:extLst>
          </p:cNvPr>
          <p:cNvSpPr/>
          <p:nvPr/>
        </p:nvSpPr>
        <p:spPr bwMode="auto">
          <a:xfrm>
            <a:off x="5745040" y="1451677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C5A86EE-7ED1-4776-B1E3-5E3C2BB1A807}"/>
              </a:ext>
            </a:extLst>
          </p:cNvPr>
          <p:cNvCxnSpPr/>
          <p:nvPr/>
        </p:nvCxnSpPr>
        <p:spPr bwMode="auto">
          <a:xfrm>
            <a:off x="3066599" y="1814010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01E23AE-D22F-40C5-B83D-2527FB6E81BB}"/>
              </a:ext>
            </a:extLst>
          </p:cNvPr>
          <p:cNvCxnSpPr/>
          <p:nvPr/>
        </p:nvCxnSpPr>
        <p:spPr bwMode="auto">
          <a:xfrm>
            <a:off x="4761818" y="1814010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E077BDB-F37D-45BC-A713-CD4C08C045B3}"/>
              </a:ext>
            </a:extLst>
          </p:cNvPr>
          <p:cNvSpPr txBox="1"/>
          <p:nvPr/>
        </p:nvSpPr>
        <p:spPr>
          <a:xfrm>
            <a:off x="4101617" y="1567788"/>
            <a:ext cx="6169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7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(-1,1)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C81CFD-3953-40DC-8B3D-A3FE8D4E9328}"/>
              </a:ext>
            </a:extLst>
          </p:cNvPr>
          <p:cNvSpPr txBox="1"/>
          <p:nvPr/>
        </p:nvSpPr>
        <p:spPr>
          <a:xfrm>
            <a:off x="5788277" y="1562483"/>
            <a:ext cx="6169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8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(-1,2)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DC9FD8D-D9DC-4169-B77E-6901F6085502}"/>
              </a:ext>
            </a:extLst>
          </p:cNvPr>
          <p:cNvGrpSpPr/>
          <p:nvPr/>
        </p:nvGrpSpPr>
        <p:grpSpPr>
          <a:xfrm>
            <a:off x="2363161" y="5780352"/>
            <a:ext cx="703438" cy="703439"/>
            <a:chOff x="2195736" y="5157192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D0D64A9B-01D1-4682-B427-F5C8A8CC3378}"/>
                </a:ext>
              </a:extLst>
            </p:cNvPr>
            <p:cNvSpPr/>
            <p:nvPr/>
          </p:nvSpPr>
          <p:spPr bwMode="auto">
            <a:xfrm>
              <a:off x="2195736" y="5157192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A96C5C4-88C2-429D-B5BE-BA3CC49C14DF}"/>
                </a:ext>
              </a:extLst>
            </p:cNvPr>
            <p:cNvSpPr txBox="1"/>
            <p:nvPr/>
          </p:nvSpPr>
          <p:spPr>
            <a:xfrm>
              <a:off x="2289638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(3,0)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47273DC-2C4C-49F2-89F1-818B0E6B939B}"/>
              </a:ext>
            </a:extLst>
          </p:cNvPr>
          <p:cNvGrpSpPr/>
          <p:nvPr/>
        </p:nvGrpSpPr>
        <p:grpSpPr>
          <a:xfrm>
            <a:off x="4054100" y="5780352"/>
            <a:ext cx="703438" cy="703439"/>
            <a:chOff x="3880139" y="5157192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C65A36E-D603-48A2-9ED7-AF19B1206878}"/>
                </a:ext>
              </a:extLst>
            </p:cNvPr>
            <p:cNvSpPr/>
            <p:nvPr/>
          </p:nvSpPr>
          <p:spPr bwMode="auto">
            <a:xfrm>
              <a:off x="3880139" y="5157192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69D987B-6274-4240-B1AB-CCD524FD2DBC}"/>
                </a:ext>
              </a:extLst>
            </p:cNvPr>
            <p:cNvSpPr txBox="1"/>
            <p:nvPr/>
          </p:nvSpPr>
          <p:spPr>
            <a:xfrm>
              <a:off x="3974041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(3,1)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7F327D6-AA45-4682-A6F6-DEB8B2EC9061}"/>
              </a:ext>
            </a:extLst>
          </p:cNvPr>
          <p:cNvGrpSpPr/>
          <p:nvPr/>
        </p:nvGrpSpPr>
        <p:grpSpPr>
          <a:xfrm>
            <a:off x="5745040" y="5780352"/>
            <a:ext cx="703438" cy="703439"/>
            <a:chOff x="5679372" y="5142344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1E41B1E5-5E12-4243-B0DA-D53FF416D70A}"/>
                </a:ext>
              </a:extLst>
            </p:cNvPr>
            <p:cNvSpPr/>
            <p:nvPr/>
          </p:nvSpPr>
          <p:spPr bwMode="auto">
            <a:xfrm>
              <a:off x="5679372" y="5142344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474211B-76A2-4C6F-8209-A321CA98F574}"/>
                </a:ext>
              </a:extLst>
            </p:cNvPr>
            <p:cNvSpPr txBox="1"/>
            <p:nvPr/>
          </p:nvSpPr>
          <p:spPr>
            <a:xfrm>
              <a:off x="5773274" y="5262668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(3,2)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3962B30-7DAA-4FAF-B3AA-D146B2B74D2A}"/>
              </a:ext>
            </a:extLst>
          </p:cNvPr>
          <p:cNvCxnSpPr/>
          <p:nvPr/>
        </p:nvCxnSpPr>
        <p:spPr bwMode="auto">
          <a:xfrm>
            <a:off x="3066599" y="6132071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296C9ED-8B67-4608-9D94-F6B0AC10BAAE}"/>
              </a:ext>
            </a:extLst>
          </p:cNvPr>
          <p:cNvCxnSpPr/>
          <p:nvPr/>
        </p:nvCxnSpPr>
        <p:spPr bwMode="auto">
          <a:xfrm>
            <a:off x="4757539" y="6137378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8F68E71-171F-468F-817C-B073CF6B4596}"/>
              </a:ext>
            </a:extLst>
          </p:cNvPr>
          <p:cNvCxnSpPr/>
          <p:nvPr/>
        </p:nvCxnSpPr>
        <p:spPr bwMode="auto">
          <a:xfrm>
            <a:off x="2700110" y="5403671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8935227-6703-4089-A845-9DCC2CFEC15F}"/>
              </a:ext>
            </a:extLst>
          </p:cNvPr>
          <p:cNvCxnSpPr/>
          <p:nvPr/>
        </p:nvCxnSpPr>
        <p:spPr bwMode="auto">
          <a:xfrm>
            <a:off x="4410099" y="5403671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6981EEE-2032-4811-B0C8-07FF48D70797}"/>
              </a:ext>
            </a:extLst>
          </p:cNvPr>
          <p:cNvCxnSpPr/>
          <p:nvPr/>
        </p:nvCxnSpPr>
        <p:spPr bwMode="auto">
          <a:xfrm>
            <a:off x="6096759" y="5403671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</p:spTree>
    <p:extLst>
      <p:ext uri="{BB962C8B-B14F-4D97-AF65-F5344CB8AC3E}">
        <p14:creationId xmlns:p14="http://schemas.microsoft.com/office/powerpoint/2010/main" val="27029915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D81F-4684-48AD-9A1B-9122EC53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Exemple de grile carteziene 2D</a:t>
            </a:r>
            <a:br>
              <a:rPr lang="ro-RO" dirty="0"/>
            </a:br>
            <a:r>
              <a:rPr lang="ro-RO" dirty="0"/>
              <a:t>Grilă periodică pe coloane</a:t>
            </a:r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BD52B4-8148-4EFD-A03E-E6AF935DBCA5}"/>
              </a:ext>
            </a:extLst>
          </p:cNvPr>
          <p:cNvGrpSpPr/>
          <p:nvPr/>
        </p:nvGrpSpPr>
        <p:grpSpPr>
          <a:xfrm>
            <a:off x="2195736" y="2780928"/>
            <a:ext cx="703438" cy="703439"/>
            <a:chOff x="2195738" y="2636913"/>
            <a:chExt cx="763869" cy="76387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0797E1A-F0F1-4366-ACF5-73F90FE31620}"/>
                </a:ext>
              </a:extLst>
            </p:cNvPr>
            <p:cNvSpPr/>
            <p:nvPr/>
          </p:nvSpPr>
          <p:spPr bwMode="auto">
            <a:xfrm>
              <a:off x="2195738" y="2636913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12435B-4F54-44A8-8C22-C6BD4D5B08E1}"/>
                </a:ext>
              </a:extLst>
            </p:cNvPr>
            <p:cNvSpPr txBox="1"/>
            <p:nvPr/>
          </p:nvSpPr>
          <p:spPr>
            <a:xfrm>
              <a:off x="2289640" y="2757237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66F9124-1089-488B-BB96-F6A6E30242B4}"/>
              </a:ext>
            </a:extLst>
          </p:cNvPr>
          <p:cNvGrpSpPr/>
          <p:nvPr/>
        </p:nvGrpSpPr>
        <p:grpSpPr>
          <a:xfrm>
            <a:off x="2195736" y="3861048"/>
            <a:ext cx="703438" cy="703439"/>
            <a:chOff x="2195736" y="3817258"/>
            <a:chExt cx="763869" cy="76387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D7D82FC-8F7C-4DE6-B3EC-369A16B42245}"/>
                </a:ext>
              </a:extLst>
            </p:cNvPr>
            <p:cNvSpPr/>
            <p:nvPr/>
          </p:nvSpPr>
          <p:spPr bwMode="auto">
            <a:xfrm>
              <a:off x="2195736" y="3817258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8000E07-B3FF-41AE-8819-24F3134E203C}"/>
                </a:ext>
              </a:extLst>
            </p:cNvPr>
            <p:cNvSpPr txBox="1"/>
            <p:nvPr/>
          </p:nvSpPr>
          <p:spPr>
            <a:xfrm>
              <a:off x="2289638" y="3937582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3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D2D4444-1015-4F7F-B98E-D64D567A8E4C}"/>
              </a:ext>
            </a:extLst>
          </p:cNvPr>
          <p:cNvGrpSpPr/>
          <p:nvPr/>
        </p:nvGrpSpPr>
        <p:grpSpPr>
          <a:xfrm>
            <a:off x="2195736" y="4957809"/>
            <a:ext cx="703438" cy="703439"/>
            <a:chOff x="2195736" y="5157192"/>
            <a:chExt cx="763869" cy="76387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2566EF4-D210-4608-8F5C-0448A4CF36AC}"/>
                </a:ext>
              </a:extLst>
            </p:cNvPr>
            <p:cNvSpPr/>
            <p:nvPr/>
          </p:nvSpPr>
          <p:spPr bwMode="auto">
            <a:xfrm>
              <a:off x="2195736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AE973E4-1530-4A09-B020-1364C724EDF1}"/>
                </a:ext>
              </a:extLst>
            </p:cNvPr>
            <p:cNvSpPr txBox="1"/>
            <p:nvPr/>
          </p:nvSpPr>
          <p:spPr>
            <a:xfrm>
              <a:off x="2289638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(2,0)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C368C89-238C-4804-AC94-494E0DBB9776}"/>
              </a:ext>
            </a:extLst>
          </p:cNvPr>
          <p:cNvGrpSpPr/>
          <p:nvPr/>
        </p:nvGrpSpPr>
        <p:grpSpPr>
          <a:xfrm>
            <a:off x="3886675" y="2780928"/>
            <a:ext cx="703438" cy="703439"/>
            <a:chOff x="3880139" y="2636912"/>
            <a:chExt cx="763869" cy="76387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61B78D1-10CE-4921-94DF-4B2D556BD15B}"/>
                </a:ext>
              </a:extLst>
            </p:cNvPr>
            <p:cNvSpPr/>
            <p:nvPr/>
          </p:nvSpPr>
          <p:spPr bwMode="auto">
            <a:xfrm>
              <a:off x="3880139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2F84436-B00F-4D37-861A-C0403E181C9A}"/>
                </a:ext>
              </a:extLst>
            </p:cNvPr>
            <p:cNvSpPr txBox="1"/>
            <p:nvPr/>
          </p:nvSpPr>
          <p:spPr>
            <a:xfrm>
              <a:off x="3974041" y="275723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7FB64C-61CB-4122-BA93-B421C60E6ECD}"/>
              </a:ext>
            </a:extLst>
          </p:cNvPr>
          <p:cNvGrpSpPr/>
          <p:nvPr/>
        </p:nvGrpSpPr>
        <p:grpSpPr>
          <a:xfrm>
            <a:off x="3886675" y="3861048"/>
            <a:ext cx="703438" cy="703439"/>
            <a:chOff x="3880139" y="3789040"/>
            <a:chExt cx="763869" cy="76387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2E85FE9-CF3C-430D-BDD3-4DED0CD275BC}"/>
                </a:ext>
              </a:extLst>
            </p:cNvPr>
            <p:cNvSpPr/>
            <p:nvPr/>
          </p:nvSpPr>
          <p:spPr bwMode="auto">
            <a:xfrm>
              <a:off x="3880139" y="3789040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EF35853-3980-4C19-B16F-DD89429DB367}"/>
                </a:ext>
              </a:extLst>
            </p:cNvPr>
            <p:cNvSpPr txBox="1"/>
            <p:nvPr/>
          </p:nvSpPr>
          <p:spPr>
            <a:xfrm>
              <a:off x="3974041" y="3909364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4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D4A5F6D-66E3-4174-A37F-D781EFC924B5}"/>
              </a:ext>
            </a:extLst>
          </p:cNvPr>
          <p:cNvGrpSpPr/>
          <p:nvPr/>
        </p:nvGrpSpPr>
        <p:grpSpPr>
          <a:xfrm>
            <a:off x="5577615" y="2780928"/>
            <a:ext cx="703438" cy="703439"/>
            <a:chOff x="5536323" y="2636912"/>
            <a:chExt cx="763869" cy="76387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8681332-9733-48E7-9803-A53A95DB85A9}"/>
                </a:ext>
              </a:extLst>
            </p:cNvPr>
            <p:cNvSpPr/>
            <p:nvPr/>
          </p:nvSpPr>
          <p:spPr bwMode="auto">
            <a:xfrm>
              <a:off x="5536323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17DF407-D4A9-41A0-A0A5-AC3695617A2B}"/>
                </a:ext>
              </a:extLst>
            </p:cNvPr>
            <p:cNvSpPr txBox="1"/>
            <p:nvPr/>
          </p:nvSpPr>
          <p:spPr>
            <a:xfrm>
              <a:off x="5630225" y="275723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CE0E4F1-1177-4C1B-9E0D-E2B10642464E}"/>
              </a:ext>
            </a:extLst>
          </p:cNvPr>
          <p:cNvGrpSpPr/>
          <p:nvPr/>
        </p:nvGrpSpPr>
        <p:grpSpPr>
          <a:xfrm>
            <a:off x="5577615" y="3861048"/>
            <a:ext cx="703438" cy="703439"/>
            <a:chOff x="5630225" y="3817258"/>
            <a:chExt cx="763869" cy="76387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11219C0-0CAC-4011-A37B-EFF56AA0C366}"/>
                </a:ext>
              </a:extLst>
            </p:cNvPr>
            <p:cNvSpPr/>
            <p:nvPr/>
          </p:nvSpPr>
          <p:spPr bwMode="auto">
            <a:xfrm>
              <a:off x="5630225" y="3817258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6FCD830-5B9F-4C10-BD57-1CAA78A6DAE5}"/>
                </a:ext>
              </a:extLst>
            </p:cNvPr>
            <p:cNvSpPr txBox="1"/>
            <p:nvPr/>
          </p:nvSpPr>
          <p:spPr>
            <a:xfrm>
              <a:off x="5724127" y="3937582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5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(1,2)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112FA28-3259-4F3A-B13B-E5B5EC5C9457}"/>
              </a:ext>
            </a:extLst>
          </p:cNvPr>
          <p:cNvGrpSpPr/>
          <p:nvPr/>
        </p:nvGrpSpPr>
        <p:grpSpPr>
          <a:xfrm>
            <a:off x="3886675" y="4957809"/>
            <a:ext cx="703438" cy="703439"/>
            <a:chOff x="3880139" y="5157192"/>
            <a:chExt cx="763869" cy="76387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8784A62-827D-44D7-8394-5E76C6584383}"/>
                </a:ext>
              </a:extLst>
            </p:cNvPr>
            <p:cNvSpPr/>
            <p:nvPr/>
          </p:nvSpPr>
          <p:spPr bwMode="auto">
            <a:xfrm>
              <a:off x="3880139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6CE9FD4-0AAD-4D89-9E56-99815450D304}"/>
                </a:ext>
              </a:extLst>
            </p:cNvPr>
            <p:cNvSpPr txBox="1"/>
            <p:nvPr/>
          </p:nvSpPr>
          <p:spPr>
            <a:xfrm>
              <a:off x="3974041" y="5277516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7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(2,1)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669902F-ACC7-428A-8282-6F8B93A0A6F9}"/>
              </a:ext>
            </a:extLst>
          </p:cNvPr>
          <p:cNvGrpSpPr/>
          <p:nvPr/>
        </p:nvGrpSpPr>
        <p:grpSpPr>
          <a:xfrm>
            <a:off x="5577615" y="4957809"/>
            <a:ext cx="703438" cy="703439"/>
            <a:chOff x="5679372" y="5142344"/>
            <a:chExt cx="763869" cy="76387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E3BBAE18-4816-4F7B-A6CB-6F19049C0E20}"/>
                </a:ext>
              </a:extLst>
            </p:cNvPr>
            <p:cNvSpPr/>
            <p:nvPr/>
          </p:nvSpPr>
          <p:spPr bwMode="auto">
            <a:xfrm>
              <a:off x="5679372" y="5142344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7B93539-816A-4AD8-BC43-511F580711E4}"/>
                </a:ext>
              </a:extLst>
            </p:cNvPr>
            <p:cNvSpPr txBox="1"/>
            <p:nvPr/>
          </p:nvSpPr>
          <p:spPr>
            <a:xfrm>
              <a:off x="5773274" y="5262668"/>
              <a:ext cx="576064" cy="46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8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(2,2)</a:t>
              </a:r>
              <a:endPara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7BB1474-1959-481E-8DFE-0E0829AAE0D4}"/>
              </a:ext>
            </a:extLst>
          </p:cNvPr>
          <p:cNvCxnSpPr>
            <a:stCxn id="66" idx="6"/>
            <a:endCxn id="75" idx="2"/>
          </p:cNvCxnSpPr>
          <p:nvPr/>
        </p:nvCxnSpPr>
        <p:spPr bwMode="auto">
          <a:xfrm>
            <a:off x="2899174" y="3132648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9A2ECA6-9719-40E1-B6C4-FB5BAA9FDB11}"/>
              </a:ext>
            </a:extLst>
          </p:cNvPr>
          <p:cNvCxnSpPr/>
          <p:nvPr/>
        </p:nvCxnSpPr>
        <p:spPr bwMode="auto">
          <a:xfrm>
            <a:off x="4590114" y="3137954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92E8634-EECE-4474-8D02-60ACC413024A}"/>
              </a:ext>
            </a:extLst>
          </p:cNvPr>
          <p:cNvCxnSpPr/>
          <p:nvPr/>
        </p:nvCxnSpPr>
        <p:spPr bwMode="auto">
          <a:xfrm>
            <a:off x="2899173" y="4212767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FFCAFC9-67EC-4F2B-813E-8F0A2F816F00}"/>
              </a:ext>
            </a:extLst>
          </p:cNvPr>
          <p:cNvCxnSpPr/>
          <p:nvPr/>
        </p:nvCxnSpPr>
        <p:spPr bwMode="auto">
          <a:xfrm>
            <a:off x="4590114" y="4218074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3DCB7CD-EF0B-4BD3-B027-F8CBAE335C5C}"/>
              </a:ext>
            </a:extLst>
          </p:cNvPr>
          <p:cNvCxnSpPr/>
          <p:nvPr/>
        </p:nvCxnSpPr>
        <p:spPr bwMode="auto">
          <a:xfrm>
            <a:off x="2899174" y="5309528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71E28D8-7942-423F-9182-9F4BE982CB3B}"/>
              </a:ext>
            </a:extLst>
          </p:cNvPr>
          <p:cNvCxnSpPr/>
          <p:nvPr/>
        </p:nvCxnSpPr>
        <p:spPr bwMode="auto">
          <a:xfrm>
            <a:off x="4590114" y="5314835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1306B00-818F-4D19-A6B5-A26CFA54C485}"/>
              </a:ext>
            </a:extLst>
          </p:cNvPr>
          <p:cNvCxnSpPr>
            <a:stCxn id="66" idx="4"/>
            <a:endCxn id="69" idx="0"/>
          </p:cNvCxnSpPr>
          <p:nvPr/>
        </p:nvCxnSpPr>
        <p:spPr bwMode="auto">
          <a:xfrm>
            <a:off x="2547455" y="348436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BFAA2E4-0694-427D-B908-B1B9A7539611}"/>
              </a:ext>
            </a:extLst>
          </p:cNvPr>
          <p:cNvCxnSpPr/>
          <p:nvPr/>
        </p:nvCxnSpPr>
        <p:spPr bwMode="auto">
          <a:xfrm>
            <a:off x="2532685" y="4581128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6FA12AE-A2A4-41A6-BBCB-027785A6E6C0}"/>
              </a:ext>
            </a:extLst>
          </p:cNvPr>
          <p:cNvCxnSpPr/>
          <p:nvPr/>
        </p:nvCxnSpPr>
        <p:spPr bwMode="auto">
          <a:xfrm>
            <a:off x="4223623" y="348436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A80437D-D947-4534-99CC-C80E6069D437}"/>
              </a:ext>
            </a:extLst>
          </p:cNvPr>
          <p:cNvCxnSpPr/>
          <p:nvPr/>
        </p:nvCxnSpPr>
        <p:spPr bwMode="auto">
          <a:xfrm>
            <a:off x="4242674" y="4581128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505BC9E-B182-4E40-9D68-2DC295F6297D}"/>
              </a:ext>
            </a:extLst>
          </p:cNvPr>
          <p:cNvCxnSpPr/>
          <p:nvPr/>
        </p:nvCxnSpPr>
        <p:spPr bwMode="auto">
          <a:xfrm>
            <a:off x="5929333" y="348436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EFA3789-B492-4C0F-85B7-1C74B9E398EB}"/>
              </a:ext>
            </a:extLst>
          </p:cNvPr>
          <p:cNvCxnSpPr/>
          <p:nvPr/>
        </p:nvCxnSpPr>
        <p:spPr bwMode="auto">
          <a:xfrm>
            <a:off x="5929334" y="4581128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7281A669-B2E4-456D-B44C-134081B9BB2B}"/>
              </a:ext>
            </a:extLst>
          </p:cNvPr>
          <p:cNvSpPr/>
          <p:nvPr/>
        </p:nvSpPr>
        <p:spPr bwMode="auto">
          <a:xfrm>
            <a:off x="7287693" y="2780928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371F7B6-80D0-4425-8E31-A4C1EE614937}"/>
              </a:ext>
            </a:extLst>
          </p:cNvPr>
          <p:cNvSpPr txBox="1"/>
          <p:nvPr/>
        </p:nvSpPr>
        <p:spPr>
          <a:xfrm>
            <a:off x="7374166" y="2891733"/>
            <a:ext cx="5304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0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(0,3)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DEAC5CA-4BF0-4719-8E8A-EC5922411608}"/>
              </a:ext>
            </a:extLst>
          </p:cNvPr>
          <p:cNvSpPr/>
          <p:nvPr/>
        </p:nvSpPr>
        <p:spPr bwMode="auto">
          <a:xfrm>
            <a:off x="7287693" y="3861048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8D65994-3A70-4D0D-9C85-DAA2BBDDFBDA}"/>
              </a:ext>
            </a:extLst>
          </p:cNvPr>
          <p:cNvSpPr txBox="1"/>
          <p:nvPr/>
        </p:nvSpPr>
        <p:spPr>
          <a:xfrm>
            <a:off x="7374166" y="3971853"/>
            <a:ext cx="5304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3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(1,3)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F040061-CFA1-49F2-98E3-E1F735BFA6A5}"/>
              </a:ext>
            </a:extLst>
          </p:cNvPr>
          <p:cNvSpPr/>
          <p:nvPr/>
        </p:nvSpPr>
        <p:spPr bwMode="auto">
          <a:xfrm>
            <a:off x="7287693" y="4957809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291F2A-91CB-4DDE-90F5-ACB1BBDC4636}"/>
              </a:ext>
            </a:extLst>
          </p:cNvPr>
          <p:cNvSpPr txBox="1"/>
          <p:nvPr/>
        </p:nvSpPr>
        <p:spPr>
          <a:xfrm>
            <a:off x="7374166" y="5068614"/>
            <a:ext cx="5304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6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(2,3)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861B8FC-AF0F-4A06-B9A2-285CC2C392DF}"/>
              </a:ext>
            </a:extLst>
          </p:cNvPr>
          <p:cNvCxnSpPr/>
          <p:nvPr/>
        </p:nvCxnSpPr>
        <p:spPr bwMode="auto">
          <a:xfrm>
            <a:off x="6300192" y="3137954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B07A575-86AE-4AB3-AB10-994AA1A46EB1}"/>
              </a:ext>
            </a:extLst>
          </p:cNvPr>
          <p:cNvCxnSpPr/>
          <p:nvPr/>
        </p:nvCxnSpPr>
        <p:spPr bwMode="auto">
          <a:xfrm>
            <a:off x="6300192" y="4218074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BA2DEF0-E22A-448D-82BE-C3903AAA90A7}"/>
              </a:ext>
            </a:extLst>
          </p:cNvPr>
          <p:cNvCxnSpPr/>
          <p:nvPr/>
        </p:nvCxnSpPr>
        <p:spPr bwMode="auto">
          <a:xfrm>
            <a:off x="6300192" y="5314835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5C1C38-4D6A-40D7-BE4E-7BB00175479A}"/>
              </a:ext>
            </a:extLst>
          </p:cNvPr>
          <p:cNvCxnSpPr/>
          <p:nvPr/>
        </p:nvCxnSpPr>
        <p:spPr bwMode="auto">
          <a:xfrm>
            <a:off x="7639411" y="348436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92721B8-B4AD-47CB-8AC1-DFA11FECDB50}"/>
              </a:ext>
            </a:extLst>
          </p:cNvPr>
          <p:cNvCxnSpPr/>
          <p:nvPr/>
        </p:nvCxnSpPr>
        <p:spPr bwMode="auto">
          <a:xfrm>
            <a:off x="7639412" y="460181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BAE41A2D-D0BE-4E55-B7CC-EF90D282BD71}"/>
              </a:ext>
            </a:extLst>
          </p:cNvPr>
          <p:cNvSpPr/>
          <p:nvPr/>
        </p:nvSpPr>
        <p:spPr bwMode="auto">
          <a:xfrm>
            <a:off x="504797" y="2780928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7CDDEC2-BCAB-4C5C-B1F0-CD928C670513}"/>
              </a:ext>
            </a:extLst>
          </p:cNvPr>
          <p:cNvSpPr txBox="1"/>
          <p:nvPr/>
        </p:nvSpPr>
        <p:spPr>
          <a:xfrm>
            <a:off x="504798" y="2891733"/>
            <a:ext cx="703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 dirty="0">
                <a:solidFill>
                  <a:srgbClr val="FFFFFF"/>
                </a:solidFill>
                <a:latin typeface="Lucida Grande"/>
                <a:ea typeface="+mn-ea"/>
              </a:rPr>
              <a:t>2</a:t>
            </a:r>
          </a:p>
          <a:p>
            <a:pPr algn="ctr"/>
            <a:r>
              <a:rPr lang="ro-RO" sz="1100" b="1" dirty="0">
                <a:solidFill>
                  <a:srgbClr val="FFFFFF"/>
                </a:solidFill>
                <a:latin typeface="Lucida Grande"/>
                <a:ea typeface="+mn-ea"/>
              </a:rPr>
              <a:t>(0,-1)</a:t>
            </a:r>
            <a:endParaRPr lang="en-US" sz="1100" b="1" dirty="0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693D3E4-5684-4B3F-835E-69A427BA63C9}"/>
              </a:ext>
            </a:extLst>
          </p:cNvPr>
          <p:cNvSpPr/>
          <p:nvPr/>
        </p:nvSpPr>
        <p:spPr bwMode="auto">
          <a:xfrm>
            <a:off x="504797" y="3861048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4B01B98-76FB-4F67-909E-0F0690F6E07C}"/>
              </a:ext>
            </a:extLst>
          </p:cNvPr>
          <p:cNvSpPr/>
          <p:nvPr/>
        </p:nvSpPr>
        <p:spPr bwMode="auto">
          <a:xfrm>
            <a:off x="504797" y="4957809"/>
            <a:ext cx="703438" cy="703439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A7D294A-682B-4DB9-BEB8-8DF81CD9A081}"/>
              </a:ext>
            </a:extLst>
          </p:cNvPr>
          <p:cNvCxnSpPr>
            <a:stCxn id="115" idx="6"/>
          </p:cNvCxnSpPr>
          <p:nvPr/>
        </p:nvCxnSpPr>
        <p:spPr bwMode="auto">
          <a:xfrm>
            <a:off x="1208235" y="3132648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3E925C8-E539-408D-9218-B63A045FECA9}"/>
              </a:ext>
            </a:extLst>
          </p:cNvPr>
          <p:cNvCxnSpPr/>
          <p:nvPr/>
        </p:nvCxnSpPr>
        <p:spPr bwMode="auto">
          <a:xfrm>
            <a:off x="1208234" y="4212767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E3D3ABA-3E55-49D7-BE90-0D1A65389A1D}"/>
              </a:ext>
            </a:extLst>
          </p:cNvPr>
          <p:cNvCxnSpPr/>
          <p:nvPr/>
        </p:nvCxnSpPr>
        <p:spPr bwMode="auto">
          <a:xfrm>
            <a:off x="1208235" y="5309528"/>
            <a:ext cx="987501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A41D0D8-C097-49C8-B150-89E7B3947913}"/>
              </a:ext>
            </a:extLst>
          </p:cNvPr>
          <p:cNvCxnSpPr>
            <a:stCxn id="115" idx="4"/>
            <a:endCxn id="117" idx="0"/>
          </p:cNvCxnSpPr>
          <p:nvPr/>
        </p:nvCxnSpPr>
        <p:spPr bwMode="auto">
          <a:xfrm>
            <a:off x="856516" y="3484367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452A926-03E5-4DE1-B486-AABFD6E19113}"/>
              </a:ext>
            </a:extLst>
          </p:cNvPr>
          <p:cNvCxnSpPr/>
          <p:nvPr/>
        </p:nvCxnSpPr>
        <p:spPr bwMode="auto">
          <a:xfrm>
            <a:off x="841746" y="4581128"/>
            <a:ext cx="0" cy="376681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985265D-2DA6-42CE-A4F3-E47404EBF02A}"/>
              </a:ext>
            </a:extLst>
          </p:cNvPr>
          <p:cNvSpPr txBox="1"/>
          <p:nvPr/>
        </p:nvSpPr>
        <p:spPr>
          <a:xfrm>
            <a:off x="504797" y="3966545"/>
            <a:ext cx="703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5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(1,-1)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19AAFF0-7C91-4845-85C8-BFC2A0DE4CBA}"/>
              </a:ext>
            </a:extLst>
          </p:cNvPr>
          <p:cNvSpPr txBox="1"/>
          <p:nvPr/>
        </p:nvSpPr>
        <p:spPr>
          <a:xfrm>
            <a:off x="504798" y="5063306"/>
            <a:ext cx="703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8</a:t>
            </a:r>
          </a:p>
          <a:p>
            <a:pPr algn="ctr"/>
            <a:r>
              <a:rPr lang="ro-RO" sz="1100" b="1">
                <a:solidFill>
                  <a:srgbClr val="FFFFFF"/>
                </a:solidFill>
                <a:latin typeface="Lucida Grande"/>
                <a:ea typeface="+mn-ea"/>
              </a:rPr>
              <a:t>(2,-1)</a:t>
            </a:r>
            <a:endParaRPr lang="en-US" sz="11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0521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6273-F10D-41E1-B256-18CC63FC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Primitive pentru topologii carteziene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A85270-187F-4536-9942-F6AF3B449238}"/>
              </a:ext>
            </a:extLst>
          </p:cNvPr>
          <p:cNvSpPr txBox="1">
            <a:spLocks/>
          </p:cNvSpPr>
          <p:nvPr/>
        </p:nvSpPr>
        <p:spPr bwMode="auto">
          <a:xfrm>
            <a:off x="250379" y="1399329"/>
            <a:ext cx="8579296" cy="472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Furnizare </a:t>
            </a:r>
            <a:r>
              <a:rPr kumimoji="0" 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dims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, </a:t>
            </a:r>
            <a:r>
              <a:rPr kumimoji="0" 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periods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ș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 </a:t>
            </a:r>
            <a:r>
              <a:rPr kumimoji="0" 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coords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pentru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ul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apelant: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MPI_Cart_get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 comm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maxdims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  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dims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periods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coords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Aflare </a:t>
            </a:r>
            <a:r>
              <a:rPr kumimoji="0" 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coords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pentru un proces cu rang cunoscut: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MPI_Cart_coords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 comm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rank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maxdims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coords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Pentru a determina sursa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și destinația care vor fi folosite într-un apel ulterior 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MPI_Sendrecv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(sursa și destinația pe aceeași direcție):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MPI_Cart_shift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(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MPI_Comm comm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direction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            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displ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source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,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8000FF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int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*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dest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)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Times New Roman"/>
                <a:cs typeface="Times New Roman"/>
              </a:rPr>
              <a:t>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Obs:	sursa = rang proces apelant – deplasament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       	destinația = rang proces apelant + deplasament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0768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CF7A-4602-4144-AC9F-BCAAEEC7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Grilă periodică pe toate dimensiunile (tor)</a:t>
            </a:r>
            <a:br>
              <a:rPr lang="ro-RO" dirty="0"/>
            </a:br>
            <a:r>
              <a:rPr lang="ro-RO" dirty="0" err="1"/>
              <a:t>MPI_Cart_shift</a:t>
            </a:r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C4C3CDB-25B0-4289-9ECB-245A64D6CB32}"/>
              </a:ext>
            </a:extLst>
          </p:cNvPr>
          <p:cNvSpPr/>
          <p:nvPr/>
        </p:nvSpPr>
        <p:spPr bwMode="auto">
          <a:xfrm>
            <a:off x="1533106" y="3036366"/>
            <a:ext cx="593057" cy="593057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D73FF03-A102-4F7B-A10A-62A61EA728B0}"/>
              </a:ext>
            </a:extLst>
          </p:cNvPr>
          <p:cNvSpPr txBox="1"/>
          <p:nvPr/>
        </p:nvSpPr>
        <p:spPr>
          <a:xfrm>
            <a:off x="1606010" y="3129784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0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(0,0)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A387088-7095-43D7-9853-5DFEC519A062}"/>
              </a:ext>
            </a:extLst>
          </p:cNvPr>
          <p:cNvSpPr/>
          <p:nvPr/>
        </p:nvSpPr>
        <p:spPr bwMode="auto">
          <a:xfrm>
            <a:off x="1533106" y="4871658"/>
            <a:ext cx="593057" cy="593057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63279BF-05FE-4A1B-8BEA-FEC4BCB19BBF}"/>
              </a:ext>
            </a:extLst>
          </p:cNvPr>
          <p:cNvSpPr txBox="1"/>
          <p:nvPr/>
        </p:nvSpPr>
        <p:spPr>
          <a:xfrm>
            <a:off x="1606010" y="4965076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6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(2,0)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D5A22B3-0D90-4E0D-950A-88FF0867D8EC}"/>
              </a:ext>
            </a:extLst>
          </p:cNvPr>
          <p:cNvGrpSpPr/>
          <p:nvPr/>
        </p:nvGrpSpPr>
        <p:grpSpPr>
          <a:xfrm>
            <a:off x="2958708" y="3036366"/>
            <a:ext cx="593057" cy="593057"/>
            <a:chOff x="3880139" y="2636912"/>
            <a:chExt cx="763869" cy="76387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F58C607-6F9E-48A7-A3FF-53AABE587898}"/>
                </a:ext>
              </a:extLst>
            </p:cNvPr>
            <p:cNvSpPr/>
            <p:nvPr/>
          </p:nvSpPr>
          <p:spPr bwMode="auto">
            <a:xfrm>
              <a:off x="3880139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9BCDE68-2A0A-4FD5-9F33-D99FEE433C7B}"/>
                </a:ext>
              </a:extLst>
            </p:cNvPr>
            <p:cNvSpPr txBox="1"/>
            <p:nvPr/>
          </p:nvSpPr>
          <p:spPr>
            <a:xfrm>
              <a:off x="3974041" y="2757236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(0,1)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BB43C9-4AF5-4BB2-BA5F-826F0520664A}"/>
              </a:ext>
            </a:extLst>
          </p:cNvPr>
          <p:cNvGrpSpPr/>
          <p:nvPr/>
        </p:nvGrpSpPr>
        <p:grpSpPr>
          <a:xfrm>
            <a:off x="4384311" y="3036366"/>
            <a:ext cx="593057" cy="593057"/>
            <a:chOff x="5536323" y="2636912"/>
            <a:chExt cx="763869" cy="76387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5FB5EE2-6927-4DAC-90BD-27AD6A0CD81C}"/>
                </a:ext>
              </a:extLst>
            </p:cNvPr>
            <p:cNvSpPr/>
            <p:nvPr/>
          </p:nvSpPr>
          <p:spPr bwMode="auto">
            <a:xfrm>
              <a:off x="5536323" y="263691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75900FC-466C-44BC-A0EE-CEF5525089AE}"/>
                </a:ext>
              </a:extLst>
            </p:cNvPr>
            <p:cNvSpPr txBox="1"/>
            <p:nvPr/>
          </p:nvSpPr>
          <p:spPr>
            <a:xfrm>
              <a:off x="5630225" y="2757236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(0,2)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A87087DF-61A0-4992-AC58-D96C1D513E77}"/>
              </a:ext>
            </a:extLst>
          </p:cNvPr>
          <p:cNvSpPr/>
          <p:nvPr/>
        </p:nvSpPr>
        <p:spPr bwMode="auto">
          <a:xfrm>
            <a:off x="4384311" y="3946997"/>
            <a:ext cx="593057" cy="593057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1AD8316-7AB9-4D18-8ECC-684AF3D4B85C}"/>
              </a:ext>
            </a:extLst>
          </p:cNvPr>
          <p:cNvSpPr txBox="1"/>
          <p:nvPr/>
        </p:nvSpPr>
        <p:spPr>
          <a:xfrm>
            <a:off x="4457215" y="4040415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5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(1,2)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C000807-E7B2-40AD-A5AB-6F6CEA0544A6}"/>
              </a:ext>
            </a:extLst>
          </p:cNvPr>
          <p:cNvGrpSpPr/>
          <p:nvPr/>
        </p:nvGrpSpPr>
        <p:grpSpPr>
          <a:xfrm>
            <a:off x="2958708" y="4871658"/>
            <a:ext cx="593057" cy="593057"/>
            <a:chOff x="3880139" y="5157192"/>
            <a:chExt cx="763869" cy="76387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F610BCD-C76B-4840-9058-BBEA39BB402B}"/>
                </a:ext>
              </a:extLst>
            </p:cNvPr>
            <p:cNvSpPr/>
            <p:nvPr/>
          </p:nvSpPr>
          <p:spPr bwMode="auto">
            <a:xfrm>
              <a:off x="3880139" y="5157192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253EE4D-8C15-4456-8C05-74DF1437C0D2}"/>
                </a:ext>
              </a:extLst>
            </p:cNvPr>
            <p:cNvSpPr txBox="1"/>
            <p:nvPr/>
          </p:nvSpPr>
          <p:spPr>
            <a:xfrm>
              <a:off x="3974041" y="5277516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7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(2,1)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8F5F010-6A2F-4EB8-835F-7CD4AC3799E2}"/>
              </a:ext>
            </a:extLst>
          </p:cNvPr>
          <p:cNvGrpSpPr/>
          <p:nvPr/>
        </p:nvGrpSpPr>
        <p:grpSpPr>
          <a:xfrm>
            <a:off x="4384311" y="4871658"/>
            <a:ext cx="593057" cy="593057"/>
            <a:chOff x="5679372" y="5142344"/>
            <a:chExt cx="763869" cy="763870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93066CB-4CFD-4539-BDEA-8F6740CAFAE3}"/>
                </a:ext>
              </a:extLst>
            </p:cNvPr>
            <p:cNvSpPr/>
            <p:nvPr/>
          </p:nvSpPr>
          <p:spPr bwMode="auto">
            <a:xfrm>
              <a:off x="5679372" y="5142344"/>
              <a:ext cx="763869" cy="76387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5184609-FCD5-4157-BCF8-75E782E30853}"/>
                </a:ext>
              </a:extLst>
            </p:cNvPr>
            <p:cNvSpPr txBox="1"/>
            <p:nvPr/>
          </p:nvSpPr>
          <p:spPr>
            <a:xfrm>
              <a:off x="5773274" y="5262668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8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(2,2)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DE01E3E-024E-415C-ADB8-14C3C37E214C}"/>
              </a:ext>
            </a:extLst>
          </p:cNvPr>
          <p:cNvCxnSpPr>
            <a:stCxn id="88" idx="6"/>
            <a:endCxn id="93" idx="2"/>
          </p:cNvCxnSpPr>
          <p:nvPr/>
        </p:nvCxnSpPr>
        <p:spPr bwMode="auto">
          <a:xfrm>
            <a:off x="2126163" y="3332895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C6CBE4-7449-4146-A4E9-23694D8D8F54}"/>
              </a:ext>
            </a:extLst>
          </p:cNvPr>
          <p:cNvCxnSpPr/>
          <p:nvPr/>
        </p:nvCxnSpPr>
        <p:spPr bwMode="auto">
          <a:xfrm>
            <a:off x="3551766" y="3337369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0A3556A-BABB-4F56-8434-F245C0E54DBC}"/>
              </a:ext>
            </a:extLst>
          </p:cNvPr>
          <p:cNvCxnSpPr/>
          <p:nvPr/>
        </p:nvCxnSpPr>
        <p:spPr bwMode="auto">
          <a:xfrm>
            <a:off x="2126162" y="4243525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A08773D-4F97-425B-A484-68EF0EC38787}"/>
              </a:ext>
            </a:extLst>
          </p:cNvPr>
          <p:cNvCxnSpPr/>
          <p:nvPr/>
        </p:nvCxnSpPr>
        <p:spPr bwMode="auto">
          <a:xfrm>
            <a:off x="3551766" y="4248000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A121BC7-9161-4C37-B2C3-468479F14382}"/>
              </a:ext>
            </a:extLst>
          </p:cNvPr>
          <p:cNvCxnSpPr/>
          <p:nvPr/>
        </p:nvCxnSpPr>
        <p:spPr bwMode="auto">
          <a:xfrm>
            <a:off x="2126163" y="5168186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274FA18-0511-4B4B-9819-6E7D3BC86A50}"/>
              </a:ext>
            </a:extLst>
          </p:cNvPr>
          <p:cNvCxnSpPr/>
          <p:nvPr/>
        </p:nvCxnSpPr>
        <p:spPr bwMode="auto">
          <a:xfrm>
            <a:off x="3551766" y="5172660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DE1ADCC-DB16-467C-B017-62317ADD81DE}"/>
              </a:ext>
            </a:extLst>
          </p:cNvPr>
          <p:cNvCxnSpPr>
            <a:stCxn id="88" idx="4"/>
            <a:endCxn id="168" idx="0"/>
          </p:cNvCxnSpPr>
          <p:nvPr/>
        </p:nvCxnSpPr>
        <p:spPr bwMode="auto">
          <a:xfrm>
            <a:off x="1829635" y="362942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26AB2B3-4A9C-421E-9040-F8CAE153C149}"/>
              </a:ext>
            </a:extLst>
          </p:cNvPr>
          <p:cNvCxnSpPr/>
          <p:nvPr/>
        </p:nvCxnSpPr>
        <p:spPr bwMode="auto">
          <a:xfrm>
            <a:off x="1817182" y="455408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150DD8D-CF69-4CA2-869A-41EC4FDAC617}"/>
              </a:ext>
            </a:extLst>
          </p:cNvPr>
          <p:cNvCxnSpPr/>
          <p:nvPr/>
        </p:nvCxnSpPr>
        <p:spPr bwMode="auto">
          <a:xfrm>
            <a:off x="3242784" y="362942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E459A0B-9537-49C7-87D6-864EFDDADB44}"/>
              </a:ext>
            </a:extLst>
          </p:cNvPr>
          <p:cNvCxnSpPr/>
          <p:nvPr/>
        </p:nvCxnSpPr>
        <p:spPr bwMode="auto">
          <a:xfrm>
            <a:off x="3258845" y="4551587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8577D3B-585D-4B63-B1BB-DF14EA9F4DDA}"/>
              </a:ext>
            </a:extLst>
          </p:cNvPr>
          <p:cNvCxnSpPr/>
          <p:nvPr/>
        </p:nvCxnSpPr>
        <p:spPr bwMode="auto">
          <a:xfrm>
            <a:off x="4680839" y="362942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5EBC7D1-6E63-43AA-A060-7AC40C753EF9}"/>
              </a:ext>
            </a:extLst>
          </p:cNvPr>
          <p:cNvCxnSpPr/>
          <p:nvPr/>
        </p:nvCxnSpPr>
        <p:spPr bwMode="auto">
          <a:xfrm>
            <a:off x="4680840" y="4551587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CEFAD447-217C-431C-BD5C-9B07EC4B9A66}"/>
              </a:ext>
            </a:extLst>
          </p:cNvPr>
          <p:cNvSpPr/>
          <p:nvPr/>
        </p:nvSpPr>
        <p:spPr bwMode="auto">
          <a:xfrm>
            <a:off x="5826049" y="3036366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742D8EB-2533-4E81-9697-9AB15AB8B614}"/>
              </a:ext>
            </a:extLst>
          </p:cNvPr>
          <p:cNvSpPr txBox="1"/>
          <p:nvPr/>
        </p:nvSpPr>
        <p:spPr>
          <a:xfrm>
            <a:off x="5898953" y="3129784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0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(0,3)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8A2FD1F-E573-4B7D-9014-B78D770CCCA2}"/>
              </a:ext>
            </a:extLst>
          </p:cNvPr>
          <p:cNvSpPr/>
          <p:nvPr/>
        </p:nvSpPr>
        <p:spPr bwMode="auto">
          <a:xfrm>
            <a:off x="5826049" y="3946997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A72CDEA-BF05-4FEB-9460-DB10C55EC78A}"/>
              </a:ext>
            </a:extLst>
          </p:cNvPr>
          <p:cNvSpPr txBox="1"/>
          <p:nvPr/>
        </p:nvSpPr>
        <p:spPr>
          <a:xfrm>
            <a:off x="5898953" y="4040415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3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(1,3)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C0D48321-1697-47DA-94BC-BCCB411B6365}"/>
              </a:ext>
            </a:extLst>
          </p:cNvPr>
          <p:cNvSpPr/>
          <p:nvPr/>
        </p:nvSpPr>
        <p:spPr bwMode="auto">
          <a:xfrm>
            <a:off x="5826049" y="4871658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BA3BE07-FC1C-4CAF-9DCF-FD6DAB7CF0B4}"/>
              </a:ext>
            </a:extLst>
          </p:cNvPr>
          <p:cNvSpPr txBox="1"/>
          <p:nvPr/>
        </p:nvSpPr>
        <p:spPr>
          <a:xfrm>
            <a:off x="5898953" y="4965075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6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(2,3)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503B713-D22F-475C-AC8E-D4991DD3692B}"/>
              </a:ext>
            </a:extLst>
          </p:cNvPr>
          <p:cNvCxnSpPr/>
          <p:nvPr/>
        </p:nvCxnSpPr>
        <p:spPr bwMode="auto">
          <a:xfrm>
            <a:off x="4993504" y="3337369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F9C8783-0E1A-4152-B65F-60AE6E0FED91}"/>
              </a:ext>
            </a:extLst>
          </p:cNvPr>
          <p:cNvCxnSpPr/>
          <p:nvPr/>
        </p:nvCxnSpPr>
        <p:spPr bwMode="auto">
          <a:xfrm>
            <a:off x="4993504" y="4248000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D823BE7-539E-4017-83EE-F7DF69AFE5BA}"/>
              </a:ext>
            </a:extLst>
          </p:cNvPr>
          <p:cNvCxnSpPr/>
          <p:nvPr/>
        </p:nvCxnSpPr>
        <p:spPr bwMode="auto">
          <a:xfrm>
            <a:off x="4993504" y="5172660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B8C1BF0-E420-4240-9C67-9D698DBBF624}"/>
              </a:ext>
            </a:extLst>
          </p:cNvPr>
          <p:cNvCxnSpPr/>
          <p:nvPr/>
        </p:nvCxnSpPr>
        <p:spPr bwMode="auto">
          <a:xfrm>
            <a:off x="6122577" y="362942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5926029-3120-41D5-946E-4CE7767236F3}"/>
              </a:ext>
            </a:extLst>
          </p:cNvPr>
          <p:cNvCxnSpPr/>
          <p:nvPr/>
        </p:nvCxnSpPr>
        <p:spPr bwMode="auto">
          <a:xfrm>
            <a:off x="6122578" y="4571527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7C47A4DE-76FE-4808-ABA2-D5DC2BD21BD2}"/>
              </a:ext>
            </a:extLst>
          </p:cNvPr>
          <p:cNvSpPr/>
          <p:nvPr/>
        </p:nvSpPr>
        <p:spPr bwMode="auto">
          <a:xfrm>
            <a:off x="107504" y="3036366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3520E37-4EA2-461A-93C7-450FB2EBA245}"/>
              </a:ext>
            </a:extLst>
          </p:cNvPr>
          <p:cNvSpPr txBox="1"/>
          <p:nvPr/>
        </p:nvSpPr>
        <p:spPr>
          <a:xfrm>
            <a:off x="107505" y="3129784"/>
            <a:ext cx="59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2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(0,-1)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5D9A94E6-BF5A-4E44-8D78-E03FDE5C9F4A}"/>
              </a:ext>
            </a:extLst>
          </p:cNvPr>
          <p:cNvSpPr/>
          <p:nvPr/>
        </p:nvSpPr>
        <p:spPr bwMode="auto">
          <a:xfrm>
            <a:off x="107504" y="3946997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7E376488-B141-4E6A-9F62-2E5D8A71F252}"/>
              </a:ext>
            </a:extLst>
          </p:cNvPr>
          <p:cNvSpPr/>
          <p:nvPr/>
        </p:nvSpPr>
        <p:spPr bwMode="auto">
          <a:xfrm>
            <a:off x="107504" y="4871658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FA2A6F8-A368-4E46-AF00-05C0BF6DD9F5}"/>
              </a:ext>
            </a:extLst>
          </p:cNvPr>
          <p:cNvCxnSpPr>
            <a:stCxn id="129" idx="6"/>
          </p:cNvCxnSpPr>
          <p:nvPr/>
        </p:nvCxnSpPr>
        <p:spPr bwMode="auto">
          <a:xfrm>
            <a:off x="700561" y="3332895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5E14582-C00B-4C24-A18F-96C94C309FD0}"/>
              </a:ext>
            </a:extLst>
          </p:cNvPr>
          <p:cNvCxnSpPr/>
          <p:nvPr/>
        </p:nvCxnSpPr>
        <p:spPr bwMode="auto">
          <a:xfrm>
            <a:off x="700560" y="4243525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4F4C3CF-E327-4E5C-AB19-069643DF5970}"/>
              </a:ext>
            </a:extLst>
          </p:cNvPr>
          <p:cNvCxnSpPr/>
          <p:nvPr/>
        </p:nvCxnSpPr>
        <p:spPr bwMode="auto">
          <a:xfrm>
            <a:off x="700561" y="5168186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91C440F-AE2A-4948-B5B3-9690F1894EE0}"/>
              </a:ext>
            </a:extLst>
          </p:cNvPr>
          <p:cNvCxnSpPr>
            <a:stCxn id="129" idx="4"/>
            <a:endCxn id="131" idx="0"/>
          </p:cNvCxnSpPr>
          <p:nvPr/>
        </p:nvCxnSpPr>
        <p:spPr bwMode="auto">
          <a:xfrm>
            <a:off x="404032" y="362942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C1CE422-2103-4B1E-A2ED-D2597A6D631A}"/>
              </a:ext>
            </a:extLst>
          </p:cNvPr>
          <p:cNvCxnSpPr/>
          <p:nvPr/>
        </p:nvCxnSpPr>
        <p:spPr bwMode="auto">
          <a:xfrm>
            <a:off x="391580" y="455408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014653BA-04C8-41AB-B594-AFB6DEF4313A}"/>
              </a:ext>
            </a:extLst>
          </p:cNvPr>
          <p:cNvSpPr txBox="1"/>
          <p:nvPr/>
        </p:nvSpPr>
        <p:spPr>
          <a:xfrm>
            <a:off x="107504" y="4035940"/>
            <a:ext cx="59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5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(1,-1)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FD6CD8B-1174-46EF-B38C-A986814C6C2E}"/>
              </a:ext>
            </a:extLst>
          </p:cNvPr>
          <p:cNvSpPr txBox="1"/>
          <p:nvPr/>
        </p:nvSpPr>
        <p:spPr>
          <a:xfrm>
            <a:off x="107505" y="4960600"/>
            <a:ext cx="59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8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(2,-1)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D356A5C-5722-45A8-886D-AE4765200540}"/>
              </a:ext>
            </a:extLst>
          </p:cNvPr>
          <p:cNvCxnSpPr/>
          <p:nvPr/>
        </p:nvCxnSpPr>
        <p:spPr bwMode="auto">
          <a:xfrm>
            <a:off x="1825212" y="2718793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97D4D43-FAD9-4C40-A7B2-4763BBB3D5B4}"/>
              </a:ext>
            </a:extLst>
          </p:cNvPr>
          <p:cNvCxnSpPr/>
          <p:nvPr/>
        </p:nvCxnSpPr>
        <p:spPr bwMode="auto">
          <a:xfrm>
            <a:off x="3258845" y="2715469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7729FF8-F817-4C04-8E9D-921D69A6B7FE}"/>
              </a:ext>
            </a:extLst>
          </p:cNvPr>
          <p:cNvCxnSpPr/>
          <p:nvPr/>
        </p:nvCxnSpPr>
        <p:spPr bwMode="auto">
          <a:xfrm>
            <a:off x="4680840" y="2712144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2008E46-DACF-4910-B9BF-6ED1DE8699B0}"/>
              </a:ext>
            </a:extLst>
          </p:cNvPr>
          <p:cNvGrpSpPr/>
          <p:nvPr/>
        </p:nvGrpSpPr>
        <p:grpSpPr>
          <a:xfrm>
            <a:off x="1533106" y="2132857"/>
            <a:ext cx="593057" cy="593057"/>
            <a:chOff x="2195738" y="2636913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7B7FE761-D472-4923-B79F-8125A7224A66}"/>
                </a:ext>
              </a:extLst>
            </p:cNvPr>
            <p:cNvSpPr/>
            <p:nvPr/>
          </p:nvSpPr>
          <p:spPr bwMode="auto">
            <a:xfrm>
              <a:off x="2195738" y="2636913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2A9BFCC-7E9D-4D92-A36A-8C40D812490A}"/>
                </a:ext>
              </a:extLst>
            </p:cNvPr>
            <p:cNvSpPr txBox="1"/>
            <p:nvPr/>
          </p:nvSpPr>
          <p:spPr>
            <a:xfrm>
              <a:off x="2229518" y="2757237"/>
              <a:ext cx="669966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(-1,0)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sp>
        <p:nvSpPr>
          <p:cNvPr id="146" name="Oval 145">
            <a:extLst>
              <a:ext uri="{FF2B5EF4-FFF2-40B4-BE49-F238E27FC236}">
                <a16:creationId xmlns:a16="http://schemas.microsoft.com/office/drawing/2014/main" id="{2B0EB997-1D0D-4B71-9B38-2BE3E605A903}"/>
              </a:ext>
            </a:extLst>
          </p:cNvPr>
          <p:cNvSpPr/>
          <p:nvPr/>
        </p:nvSpPr>
        <p:spPr bwMode="auto">
          <a:xfrm>
            <a:off x="2962317" y="2137330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21BE68D-FABD-43FC-B607-2E2B5C6BD4AC}"/>
              </a:ext>
            </a:extLst>
          </p:cNvPr>
          <p:cNvSpPr/>
          <p:nvPr/>
        </p:nvSpPr>
        <p:spPr bwMode="auto">
          <a:xfrm>
            <a:off x="4384311" y="2132856"/>
            <a:ext cx="593057" cy="593057"/>
          </a:xfrm>
          <a:prstGeom prst="ellipse">
            <a:avLst/>
          </a:prstGeom>
          <a:solidFill>
            <a:srgbClr val="D9574E">
              <a:lumMod val="5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5559F48-5666-4715-B892-0236F0C69EDC}"/>
              </a:ext>
            </a:extLst>
          </p:cNvPr>
          <p:cNvCxnSpPr/>
          <p:nvPr/>
        </p:nvCxnSpPr>
        <p:spPr bwMode="auto">
          <a:xfrm>
            <a:off x="2126163" y="2438333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FC22D49-BF4E-4F89-8AB5-F130F885EAE8}"/>
              </a:ext>
            </a:extLst>
          </p:cNvPr>
          <p:cNvCxnSpPr/>
          <p:nvPr/>
        </p:nvCxnSpPr>
        <p:spPr bwMode="auto">
          <a:xfrm>
            <a:off x="3555373" y="2438333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BFB9E17-3253-4BC6-B296-BBED41674C2E}"/>
              </a:ext>
            </a:extLst>
          </p:cNvPr>
          <p:cNvGrpSpPr/>
          <p:nvPr/>
        </p:nvGrpSpPr>
        <p:grpSpPr>
          <a:xfrm>
            <a:off x="1533106" y="5782289"/>
            <a:ext cx="593057" cy="593057"/>
            <a:chOff x="2195736" y="5157192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8E70477-4362-4419-A897-16FD30057906}"/>
                </a:ext>
              </a:extLst>
            </p:cNvPr>
            <p:cNvSpPr/>
            <p:nvPr/>
          </p:nvSpPr>
          <p:spPr bwMode="auto">
            <a:xfrm>
              <a:off x="2195736" y="5157192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8AE8489-9584-4DB8-A024-D7B2B03C578E}"/>
                </a:ext>
              </a:extLst>
            </p:cNvPr>
            <p:cNvSpPr txBox="1"/>
            <p:nvPr/>
          </p:nvSpPr>
          <p:spPr>
            <a:xfrm>
              <a:off x="2289638" y="5277516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(3,0)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C010066-38DF-4A72-A7D8-C34A65B93080}"/>
              </a:ext>
            </a:extLst>
          </p:cNvPr>
          <p:cNvGrpSpPr/>
          <p:nvPr/>
        </p:nvGrpSpPr>
        <p:grpSpPr>
          <a:xfrm>
            <a:off x="2958708" y="5782289"/>
            <a:ext cx="593057" cy="593057"/>
            <a:chOff x="3880139" y="5157192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A5A7F3D-CF54-4FC8-97A0-56D711724AAD}"/>
                </a:ext>
              </a:extLst>
            </p:cNvPr>
            <p:cNvSpPr/>
            <p:nvPr/>
          </p:nvSpPr>
          <p:spPr bwMode="auto">
            <a:xfrm>
              <a:off x="3880139" y="5157192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1C4D920A-3642-46DE-BFDD-6A9D432EDA3E}"/>
                </a:ext>
              </a:extLst>
            </p:cNvPr>
            <p:cNvSpPr txBox="1"/>
            <p:nvPr/>
          </p:nvSpPr>
          <p:spPr>
            <a:xfrm>
              <a:off x="3974041" y="5277516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(3,1)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80046E9-1FFF-4C1B-84EA-44346F246F37}"/>
              </a:ext>
            </a:extLst>
          </p:cNvPr>
          <p:cNvGrpSpPr/>
          <p:nvPr/>
        </p:nvGrpSpPr>
        <p:grpSpPr>
          <a:xfrm>
            <a:off x="4384311" y="5782289"/>
            <a:ext cx="593057" cy="593057"/>
            <a:chOff x="5679372" y="5142344"/>
            <a:chExt cx="763869" cy="763870"/>
          </a:xfrm>
          <a:solidFill>
            <a:srgbClr val="D9574E">
              <a:lumMod val="50000"/>
            </a:srgbClr>
          </a:solidFill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7D11872-1A26-4752-9242-15D03107CB89}"/>
                </a:ext>
              </a:extLst>
            </p:cNvPr>
            <p:cNvSpPr/>
            <p:nvPr/>
          </p:nvSpPr>
          <p:spPr bwMode="auto">
            <a:xfrm>
              <a:off x="5679372" y="5142344"/>
              <a:ext cx="763869" cy="763870"/>
            </a:xfrm>
            <a:prstGeom prst="ellipse">
              <a:avLst/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4D1C601-23F6-4C7C-9E42-8E82CB6B48F5}"/>
                </a:ext>
              </a:extLst>
            </p:cNvPr>
            <p:cNvSpPr txBox="1"/>
            <p:nvPr/>
          </p:nvSpPr>
          <p:spPr>
            <a:xfrm>
              <a:off x="5773274" y="5262668"/>
              <a:ext cx="576064" cy="475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Grande"/>
                  <a:ea typeface="+mn-ea"/>
                </a:rPr>
                <a:t>(3,2)</a:t>
              </a:r>
              <a:endPara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91E759F-BFC3-43F4-AAD0-0EA330886DEC}"/>
              </a:ext>
            </a:extLst>
          </p:cNvPr>
          <p:cNvCxnSpPr/>
          <p:nvPr/>
        </p:nvCxnSpPr>
        <p:spPr bwMode="auto">
          <a:xfrm>
            <a:off x="2126163" y="6078817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DF1686B-C794-4474-8F52-4E2FA4DE35AF}"/>
              </a:ext>
            </a:extLst>
          </p:cNvPr>
          <p:cNvCxnSpPr/>
          <p:nvPr/>
        </p:nvCxnSpPr>
        <p:spPr bwMode="auto">
          <a:xfrm>
            <a:off x="3551766" y="6083291"/>
            <a:ext cx="832545" cy="0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D2E4C59-27B3-4FD6-AB0B-A3415E3CBD91}"/>
              </a:ext>
            </a:extLst>
          </p:cNvPr>
          <p:cNvCxnSpPr/>
          <p:nvPr/>
        </p:nvCxnSpPr>
        <p:spPr bwMode="auto">
          <a:xfrm>
            <a:off x="1817182" y="5464715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A2CB86A2-2C99-4E75-B5BD-25644DAE4677}"/>
              </a:ext>
            </a:extLst>
          </p:cNvPr>
          <p:cNvCxnSpPr/>
          <p:nvPr/>
        </p:nvCxnSpPr>
        <p:spPr bwMode="auto">
          <a:xfrm>
            <a:off x="3258845" y="5464715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FB89878-8CD7-4352-A158-F5A038284E71}"/>
              </a:ext>
            </a:extLst>
          </p:cNvPr>
          <p:cNvCxnSpPr/>
          <p:nvPr/>
        </p:nvCxnSpPr>
        <p:spPr bwMode="auto">
          <a:xfrm>
            <a:off x="4680840" y="5464715"/>
            <a:ext cx="0" cy="317573"/>
          </a:xfrm>
          <a:prstGeom prst="line">
            <a:avLst/>
          </a:prstGeom>
          <a:solidFill>
            <a:srgbClr val="3568C7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568C7">
                <a:satMod val="175000"/>
                <a:alpha val="40000"/>
              </a:srgbClr>
            </a:glow>
          </a:effectLst>
        </p:spPr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091324E2-B24D-4230-AB0B-88F7FBAF6BF1}"/>
              </a:ext>
            </a:extLst>
          </p:cNvPr>
          <p:cNvSpPr txBox="1"/>
          <p:nvPr/>
        </p:nvSpPr>
        <p:spPr>
          <a:xfrm>
            <a:off x="3019160" y="2230748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7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(2,1)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2751B7A-00C6-4697-BA7B-A79F6AF28EFE}"/>
              </a:ext>
            </a:extLst>
          </p:cNvPr>
          <p:cNvSpPr txBox="1"/>
          <p:nvPr/>
        </p:nvSpPr>
        <p:spPr>
          <a:xfrm>
            <a:off x="4457215" y="2221799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8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(2,2)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61AD987-608E-4F9A-8F61-C1D29CDB4C45}"/>
              </a:ext>
            </a:extLst>
          </p:cNvPr>
          <p:cNvSpPr txBox="1"/>
          <p:nvPr/>
        </p:nvSpPr>
        <p:spPr>
          <a:xfrm>
            <a:off x="6588224" y="3440460"/>
            <a:ext cx="252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>
                <a:solidFill>
                  <a:srgbClr val="000000"/>
                </a:solidFill>
                <a:latin typeface="Lucida Grande"/>
                <a:ea typeface="+mn-ea"/>
              </a:rPr>
              <a:t>Proces apelant: </a:t>
            </a:r>
            <a:r>
              <a:rPr lang="ro-RO" sz="1600" b="1">
                <a:solidFill>
                  <a:srgbClr val="000000"/>
                </a:solidFill>
                <a:latin typeface="Lucida Grande"/>
                <a:ea typeface="+mn-ea"/>
              </a:rPr>
              <a:t>5</a:t>
            </a:r>
          </a:p>
          <a:p>
            <a:r>
              <a:rPr lang="ro-RO" sz="1600">
                <a:solidFill>
                  <a:srgbClr val="000000"/>
                </a:solidFill>
                <a:latin typeface="Lucida Grande"/>
                <a:ea typeface="+mn-ea"/>
              </a:rPr>
              <a:t>Direcție: 1 (linia comună)</a:t>
            </a:r>
          </a:p>
          <a:p>
            <a:r>
              <a:rPr lang="ro-RO" sz="1600">
                <a:solidFill>
                  <a:srgbClr val="000000"/>
                </a:solidFill>
                <a:latin typeface="Lucida Grande"/>
                <a:ea typeface="+mn-ea"/>
              </a:rPr>
              <a:t>Deplasament: 2</a:t>
            </a:r>
            <a:endParaRPr lang="en-US" sz="160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4E29C74-5ABD-4F8E-9B0D-951F1043C8C8}"/>
              </a:ext>
            </a:extLst>
          </p:cNvPr>
          <p:cNvSpPr txBox="1"/>
          <p:nvPr/>
        </p:nvSpPr>
        <p:spPr>
          <a:xfrm>
            <a:off x="6588224" y="4432595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Sursa: </a:t>
            </a:r>
            <a:r>
              <a:rPr lang="ro-RO" sz="1600" b="1" dirty="0">
                <a:solidFill>
                  <a:srgbClr val="000000"/>
                </a:solidFill>
                <a:latin typeface="Lucida Grande"/>
                <a:ea typeface="+mn-ea"/>
              </a:rPr>
              <a:t>3</a:t>
            </a:r>
          </a:p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Destinația: </a:t>
            </a:r>
            <a:r>
              <a:rPr lang="ro-RO" sz="1600" b="1" dirty="0">
                <a:solidFill>
                  <a:srgbClr val="000000"/>
                </a:solidFill>
                <a:latin typeface="Lucida Grande"/>
                <a:ea typeface="+mn-ea"/>
              </a:rPr>
              <a:t>4</a:t>
            </a:r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 </a:t>
            </a:r>
            <a:endParaRPr lang="en-US" sz="16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167F8E7-519E-4672-B4BB-7E473706CC78}"/>
              </a:ext>
            </a:extLst>
          </p:cNvPr>
          <p:cNvSpPr/>
          <p:nvPr/>
        </p:nvSpPr>
        <p:spPr bwMode="auto">
          <a:xfrm>
            <a:off x="1533106" y="3946997"/>
            <a:ext cx="593057" cy="593057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C315F63-2450-404C-AB2E-5DB7BC1635C5}"/>
              </a:ext>
            </a:extLst>
          </p:cNvPr>
          <p:cNvSpPr txBox="1"/>
          <p:nvPr/>
        </p:nvSpPr>
        <p:spPr>
          <a:xfrm>
            <a:off x="1606010" y="4040415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3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(1,0)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4A72A97-4FA6-420D-B459-324F80C84936}"/>
              </a:ext>
            </a:extLst>
          </p:cNvPr>
          <p:cNvSpPr/>
          <p:nvPr/>
        </p:nvSpPr>
        <p:spPr bwMode="auto">
          <a:xfrm>
            <a:off x="2958708" y="3946997"/>
            <a:ext cx="593057" cy="593057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6B3957F-C9B8-4ADB-84F6-C62309B80EC0}"/>
              </a:ext>
            </a:extLst>
          </p:cNvPr>
          <p:cNvSpPr txBox="1"/>
          <p:nvPr/>
        </p:nvSpPr>
        <p:spPr>
          <a:xfrm>
            <a:off x="3031612" y="4040415"/>
            <a:ext cx="4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4</a:t>
            </a:r>
          </a:p>
          <a:p>
            <a:pPr algn="ctr"/>
            <a:r>
              <a:rPr lang="ro-RO" sz="900" b="1">
                <a:solidFill>
                  <a:srgbClr val="FFFFFF"/>
                </a:solidFill>
                <a:latin typeface="Lucida Grande"/>
                <a:ea typeface="+mn-ea"/>
              </a:rPr>
              <a:t>(1,1)</a:t>
            </a:r>
            <a:endParaRPr lang="en-US" sz="900" b="1">
              <a:solidFill>
                <a:srgbClr val="FFFFFF"/>
              </a:solidFill>
              <a:latin typeface="Lucida Grande"/>
              <a:ea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C958A-D74D-8648-A595-D5415E587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499" y="988092"/>
            <a:ext cx="3154313" cy="236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8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170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66" grpId="0"/>
      <p:bldP spid="167" grpId="0"/>
      <p:bldP spid="168" grpId="0" animBg="1"/>
      <p:bldP spid="17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310C-427B-4F58-8EA0-73C5C5F2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ro-RO" dirty="0"/>
              <a:t> (1)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7A0AFD-A8A3-4531-9847-77E36BECE0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538" y="1081088"/>
          <a:ext cx="7574924" cy="536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010400" imgH="4962448" progId="Excel.Sheet.12">
                  <p:embed/>
                </p:oleObj>
              </mc:Choice>
              <mc:Fallback>
                <p:oleObj name="Worksheet" r:id="rId2" imgW="7010400" imgH="496244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7A0AFD-A8A3-4531-9847-77E36BECE0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538" y="1081088"/>
                        <a:ext cx="7574924" cy="53621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2259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3D02-7CA8-4625-B651-F4DA6A7C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ro-RO" dirty="0"/>
              <a:t> (2)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308753F-69F7-4370-9939-659B3F7FF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844" y="1081088"/>
          <a:ext cx="7305092" cy="536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010364" imgH="5153032" progId="Excel.Sheet.12">
                  <p:embed/>
                </p:oleObj>
              </mc:Choice>
              <mc:Fallback>
                <p:oleObj name="Worksheet" r:id="rId2" imgW="7010364" imgH="515303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308753F-69F7-4370-9939-659B3F7FF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844" y="1081088"/>
                        <a:ext cx="7305092" cy="5369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18208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F450-B7E2-4F1E-B29B-185704B6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1B1F7E-3A79-426B-8353-87DF16590883}"/>
              </a:ext>
            </a:extLst>
          </p:cNvPr>
          <p:cNvSpPr txBox="1">
            <a:spLocks/>
          </p:cNvSpPr>
          <p:nvPr/>
        </p:nvSpPr>
        <p:spPr bwMode="auto">
          <a:xfrm>
            <a:off x="314325" y="193968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Message Passing Interface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Elemente introdu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Comunicarea punct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–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la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–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punct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Tipuri de date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Topologii de procese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Comunicare colectiv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ă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86630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4950</TotalTime>
  <Words>3083</Words>
  <Application>Microsoft Macintosh PowerPoint</Application>
  <PresentationFormat>On-screen Show (4:3)</PresentationFormat>
  <Paragraphs>657</Paragraphs>
  <Slides>49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Calibri</vt:lpstr>
      <vt:lpstr>Cambria Math</vt:lpstr>
      <vt:lpstr>Courier New</vt:lpstr>
      <vt:lpstr>Lucida Grande</vt:lpstr>
      <vt:lpstr>Times</vt:lpstr>
      <vt:lpstr>Wingdings</vt:lpstr>
      <vt:lpstr>Standarddesign</vt:lpstr>
      <vt:lpstr>Worksheet</vt:lpstr>
      <vt:lpstr>Algoritmi Paraleli și Distribuiți  MPI</vt:lpstr>
      <vt:lpstr>Reminder</vt:lpstr>
      <vt:lpstr>Feedback</vt:lpstr>
      <vt:lpstr>MPI - Message Passing Interface </vt:lpstr>
      <vt:lpstr>MPI - Message Passing Interface </vt:lpstr>
      <vt:lpstr>Obiective MPI</vt:lpstr>
      <vt:lpstr>Elemente noi introduse de MPI</vt:lpstr>
      <vt:lpstr>Elemente noi introduse de MPI</vt:lpstr>
      <vt:lpstr>Structura generală a unui program MPI</vt:lpstr>
      <vt:lpstr>Comunicarea punct la punct – operații de bază</vt:lpstr>
      <vt:lpstr>Exemplu</vt:lpstr>
      <vt:lpstr>Moduri de comunicare </vt:lpstr>
      <vt:lpstr>Modurile de comunicaţie MPI</vt:lpstr>
      <vt:lpstr>Probleme de transmitere în modul sincron</vt:lpstr>
      <vt:lpstr>Probleme de transmitere în modul sincron</vt:lpstr>
      <vt:lpstr>Operaţii send-recv combinate</vt:lpstr>
      <vt:lpstr>Transmitere prin tampon alocat explicit</vt:lpstr>
      <vt:lpstr>Transmitere sincronă și în mod pregătit</vt:lpstr>
      <vt:lpstr>Comunicația non-blocantă</vt:lpstr>
      <vt:lpstr>Exemplu</vt:lpstr>
      <vt:lpstr>Evitarea întârzierii nelimitate (1)</vt:lpstr>
      <vt:lpstr>Evitarea întârzierii nelimitate (2) </vt:lpstr>
      <vt:lpstr>Cereri de comunicare persistentă</vt:lpstr>
      <vt:lpstr>Cereri de comunicare persistentă</vt:lpstr>
      <vt:lpstr>Cereri de comunicare persistentă</vt:lpstr>
      <vt:lpstr>Tipuri de date predefinite în MPI</vt:lpstr>
      <vt:lpstr>Tipuri de date derivate în MPI</vt:lpstr>
      <vt:lpstr>Tipuri de date derivate în MPI</vt:lpstr>
      <vt:lpstr>Tipuri de date derivate în MPI - constructori</vt:lpstr>
      <vt:lpstr>Tipuri de date derivate în MPI - constructori</vt:lpstr>
      <vt:lpstr>Tipuri de date derivate în MPI - constructori</vt:lpstr>
      <vt:lpstr>MPI_type_struct - exemplu</vt:lpstr>
      <vt:lpstr>MPI_type_struct - exemplu</vt:lpstr>
      <vt:lpstr>Comunicare colectivă</vt:lpstr>
      <vt:lpstr>Operații de sincronizare Sincronizarea cu barieră</vt:lpstr>
      <vt:lpstr>Operații de transfer de date</vt:lpstr>
      <vt:lpstr>Operații de transfer de date </vt:lpstr>
      <vt:lpstr>Operații de transfer de date </vt:lpstr>
      <vt:lpstr>Calcule colective (operații de reducere) </vt:lpstr>
      <vt:lpstr>Topologii virtuale</vt:lpstr>
      <vt:lpstr>Topologii virtuale</vt:lpstr>
      <vt:lpstr>Exemple de grile carteziene 2D Grilă neperiodică</vt:lpstr>
      <vt:lpstr>Exemple de grile carteziene 2D Grilă periodică pe linii</vt:lpstr>
      <vt:lpstr>Exemple de grile carteziene 2D Grilă periodică pe coloane</vt:lpstr>
      <vt:lpstr>Primitive pentru topologii carteziene</vt:lpstr>
      <vt:lpstr>Grilă periodică pe toate dimensiunile (tor) MPI_Cart_shift</vt:lpstr>
      <vt:lpstr>Exemplu (1)</vt:lpstr>
      <vt:lpstr>Exemplu (2)</vt:lpstr>
      <vt:lpstr>Sumar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practic 04</dc:title>
  <dc:subject>MPI</dc:subject>
  <dc:creator>Ciprian Dobre</dc:creator>
  <cp:keywords/>
  <dc:description/>
  <cp:lastModifiedBy>Radu Ioan CIOBANU (1621)</cp:lastModifiedBy>
  <cp:revision>842</cp:revision>
  <cp:lastPrinted>2019-09-24T17:29:59Z</cp:lastPrinted>
  <dcterms:created xsi:type="dcterms:W3CDTF">2004-11-16T16:03:16Z</dcterms:created>
  <dcterms:modified xsi:type="dcterms:W3CDTF">2022-11-24T16:46:16Z</dcterms:modified>
  <cp:category/>
</cp:coreProperties>
</file>