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1"/>
  </p:sldMasterIdLst>
  <p:notesMasterIdLst>
    <p:notesMasterId r:id="rId39"/>
  </p:notesMasterIdLst>
  <p:handoutMasterIdLst>
    <p:handoutMasterId r:id="rId40"/>
  </p:handoutMasterIdLst>
  <p:sldIdLst>
    <p:sldId id="485" r:id="rId2"/>
    <p:sldId id="358" r:id="rId3"/>
    <p:sldId id="376" r:id="rId4"/>
    <p:sldId id="378" r:id="rId5"/>
    <p:sldId id="424" r:id="rId6"/>
    <p:sldId id="425" r:id="rId7"/>
    <p:sldId id="852" r:id="rId8"/>
    <p:sldId id="866" r:id="rId9"/>
    <p:sldId id="867" r:id="rId10"/>
    <p:sldId id="854" r:id="rId11"/>
    <p:sldId id="379" r:id="rId12"/>
    <p:sldId id="360" r:id="rId13"/>
    <p:sldId id="1002" r:id="rId14"/>
    <p:sldId id="361" r:id="rId15"/>
    <p:sldId id="372" r:id="rId16"/>
    <p:sldId id="373" r:id="rId17"/>
    <p:sldId id="374" r:id="rId18"/>
    <p:sldId id="380" r:id="rId19"/>
    <p:sldId id="369" r:id="rId20"/>
    <p:sldId id="370" r:id="rId21"/>
    <p:sldId id="385" r:id="rId22"/>
    <p:sldId id="386" r:id="rId23"/>
    <p:sldId id="387" r:id="rId24"/>
    <p:sldId id="388" r:id="rId25"/>
    <p:sldId id="389" r:id="rId26"/>
    <p:sldId id="410" r:id="rId27"/>
    <p:sldId id="418" r:id="rId28"/>
    <p:sldId id="419" r:id="rId29"/>
    <p:sldId id="420" r:id="rId30"/>
    <p:sldId id="421" r:id="rId31"/>
    <p:sldId id="411" r:id="rId32"/>
    <p:sldId id="412" r:id="rId33"/>
    <p:sldId id="413" r:id="rId34"/>
    <p:sldId id="395" r:id="rId35"/>
    <p:sldId id="422" r:id="rId36"/>
    <p:sldId id="423" r:id="rId37"/>
    <p:sldId id="414" r:id="rId38"/>
  </p:sldIdLst>
  <p:sldSz cx="9144000" cy="6858000" type="screen4x3"/>
  <p:notesSz cx="6699250" cy="9836150"/>
  <p:custDataLst>
    <p:tags r:id="rId41"/>
  </p:custDataLst>
  <p:defaultTex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521415D9-36F7-43E2-AB2F-B90AF26B5E84}">
      <p14:sectionLst xmlns:p14="http://schemas.microsoft.com/office/powerpoint/2010/main">
        <p14:section name="Default Section" id="{13BEF934-810D-41A3-A375-7A8A0B6193E4}">
          <p14:sldIdLst>
            <p14:sldId id="485"/>
            <p14:sldId id="358"/>
            <p14:sldId id="376"/>
            <p14:sldId id="378"/>
            <p14:sldId id="424"/>
            <p14:sldId id="425"/>
            <p14:sldId id="852"/>
            <p14:sldId id="866"/>
            <p14:sldId id="867"/>
            <p14:sldId id="854"/>
            <p14:sldId id="379"/>
            <p14:sldId id="360"/>
            <p14:sldId id="1002"/>
            <p14:sldId id="361"/>
            <p14:sldId id="372"/>
            <p14:sldId id="373"/>
            <p14:sldId id="374"/>
            <p14:sldId id="380"/>
            <p14:sldId id="369"/>
            <p14:sldId id="370"/>
            <p14:sldId id="385"/>
            <p14:sldId id="386"/>
            <p14:sldId id="387"/>
            <p14:sldId id="388"/>
            <p14:sldId id="389"/>
            <p14:sldId id="410"/>
            <p14:sldId id="418"/>
            <p14:sldId id="419"/>
            <p14:sldId id="420"/>
            <p14:sldId id="421"/>
            <p14:sldId id="411"/>
            <p14:sldId id="412"/>
            <p14:sldId id="413"/>
            <p14:sldId id="395"/>
            <p14:sldId id="422"/>
            <p14:sldId id="423"/>
            <p14:sldId id="414"/>
          </p14:sldIdLst>
        </p14:section>
      </p14:sectionLst>
    </p:ext>
    <p:ext uri="{EFAFB233-063F-42B5-8137-9DF3F51BA10A}">
      <p15:sldGuideLst xmlns:p15="http://schemas.microsoft.com/office/powerpoint/2012/main">
        <p15:guide id="1" orient="horz" pos="4319">
          <p15:clr>
            <a:srgbClr val="A4A3A4"/>
          </p15:clr>
        </p15:guide>
        <p15:guide id="2" pos="213">
          <p15:clr>
            <a:srgbClr val="A4A3A4"/>
          </p15:clr>
        </p15:guide>
        <p15:guide id="3" pos="5565">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4797B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7DC964-B470-42A9-AA52-9F1F849BFB76}" v="367" dt="2019-10-13T10:20:53.316"/>
    <p1510:client id="{7840C37D-FDDB-4314-A31E-446F31402874}" v="345" dt="2019-10-13T10:50:16.214"/>
    <p1510:client id="{DFE5141E-F98E-42EA-B1E4-556BAE62F36F}" v="178" dt="2019-10-13T10:31:41.3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72"/>
    <p:restoredTop sz="80816" autoAdjust="0"/>
  </p:normalViewPr>
  <p:slideViewPr>
    <p:cSldViewPr snapToGrid="0">
      <p:cViewPr varScale="1">
        <p:scale>
          <a:sx n="102" d="100"/>
          <a:sy n="102" d="100"/>
        </p:scale>
        <p:origin x="2488" y="184"/>
      </p:cViewPr>
      <p:guideLst>
        <p:guide orient="horz" pos="4319"/>
        <p:guide pos="213"/>
        <p:guide pos="5565"/>
      </p:guideLst>
    </p:cSldViewPr>
  </p:slideViewPr>
  <p:outlineViewPr>
    <p:cViewPr>
      <p:scale>
        <a:sx n="33" d="100"/>
        <a:sy n="33" d="100"/>
      </p:scale>
      <p:origin x="0" y="-35696"/>
    </p:cViewPr>
  </p:outlineViewPr>
  <p:notesTextViewPr>
    <p:cViewPr>
      <p:scale>
        <a:sx n="100" d="100"/>
        <a:sy n="100" d="100"/>
      </p:scale>
      <p:origin x="0" y="0"/>
    </p:cViewPr>
  </p:notesTextViewPr>
  <p:sorterViewPr>
    <p:cViewPr>
      <p:scale>
        <a:sx n="80" d="100"/>
        <a:sy n="80" d="100"/>
      </p:scale>
      <p:origin x="0" y="0"/>
    </p:cViewPr>
  </p:sorterViewPr>
  <p:notesViewPr>
    <p:cSldViewPr snapToGrid="0">
      <p:cViewPr varScale="1">
        <p:scale>
          <a:sx n="78" d="100"/>
          <a:sy n="78" d="100"/>
        </p:scale>
        <p:origin x="4002"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ristian Chilipirea" userId="34ab170da5908fc4" providerId="LiveId" clId="{40ACB1C5-0B6B-4C4B-B64C-8C91579DB1E1}"/>
    <pc:docChg chg="undo custSel addSld delSld modSld sldOrd modMainMaster">
      <pc:chgData name="Cristian Chilipirea" userId="34ab170da5908fc4" providerId="LiveId" clId="{40ACB1C5-0B6B-4C4B-B64C-8C91579DB1E1}" dt="2018-10-04T13:40:33.919" v="1743" actId="2696"/>
      <pc:docMkLst>
        <pc:docMk/>
      </pc:docMkLst>
      <pc:sldChg chg="modSp modTransition">
        <pc:chgData name="Cristian Chilipirea" userId="34ab170da5908fc4" providerId="LiveId" clId="{40ACB1C5-0B6B-4C4B-B64C-8C91579DB1E1}" dt="2018-10-02T21:52:58.527" v="1095"/>
        <pc:sldMkLst>
          <pc:docMk/>
          <pc:sldMk cId="0" sldId="485"/>
        </pc:sldMkLst>
        <pc:spChg chg="mod">
          <ac:chgData name="Cristian Chilipirea" userId="34ab170da5908fc4" providerId="LiveId" clId="{40ACB1C5-0B6B-4C4B-B64C-8C91579DB1E1}" dt="2018-09-26T21:56:11.618" v="595" actId="20577"/>
          <ac:spMkLst>
            <pc:docMk/>
            <pc:sldMk cId="0" sldId="485"/>
            <ac:spMk id="15363" creationId="{8AD4A1D2-344F-4CD3-949B-26BEB5FF75C3}"/>
          </ac:spMkLst>
        </pc:spChg>
      </pc:sldChg>
      <pc:sldChg chg="modSp modTransition">
        <pc:chgData name="Cristian Chilipirea" userId="34ab170da5908fc4" providerId="LiveId" clId="{40ACB1C5-0B6B-4C4B-B64C-8C91579DB1E1}" dt="2018-10-02T21:52:58.527" v="1095"/>
        <pc:sldMkLst>
          <pc:docMk/>
          <pc:sldMk cId="1456688437" sldId="497"/>
        </pc:sldMkLst>
        <pc:spChg chg="mod">
          <ac:chgData name="Cristian Chilipirea" userId="34ab170da5908fc4" providerId="LiveId" clId="{40ACB1C5-0B6B-4C4B-B64C-8C91579DB1E1}" dt="2018-09-26T21:50:16.454" v="543" actId="14100"/>
          <ac:spMkLst>
            <pc:docMk/>
            <pc:sldMk cId="1456688437" sldId="497"/>
            <ac:spMk id="3" creationId="{DD15A386-FC8D-4F0D-8903-89C7729CE66F}"/>
          </ac:spMkLst>
        </pc:spChg>
      </pc:sldChg>
      <pc:sldChg chg="modSp modTransition">
        <pc:chgData name="Cristian Chilipirea" userId="34ab170da5908fc4" providerId="LiveId" clId="{40ACB1C5-0B6B-4C4B-B64C-8C91579DB1E1}" dt="2018-10-02T21:52:58.527" v="1095"/>
        <pc:sldMkLst>
          <pc:docMk/>
          <pc:sldMk cId="2850693201" sldId="498"/>
        </pc:sldMkLst>
        <pc:spChg chg="mod">
          <ac:chgData name="Cristian Chilipirea" userId="34ab170da5908fc4" providerId="LiveId" clId="{40ACB1C5-0B6B-4C4B-B64C-8C91579DB1E1}" dt="2018-10-02T20:52:21.350" v="767" actId="1076"/>
          <ac:spMkLst>
            <pc:docMk/>
            <pc:sldMk cId="2850693201" sldId="498"/>
            <ac:spMk id="3" creationId="{F96CF7B7-ACA9-427A-82FB-767222FD1E19}"/>
          </ac:spMkLst>
        </pc:spChg>
      </pc:sldChg>
      <pc:sldChg chg="modSp modTransition">
        <pc:chgData name="Cristian Chilipirea" userId="34ab170da5908fc4" providerId="LiveId" clId="{40ACB1C5-0B6B-4C4B-B64C-8C91579DB1E1}" dt="2018-10-02T21:52:58.527" v="1095"/>
        <pc:sldMkLst>
          <pc:docMk/>
          <pc:sldMk cId="3593157976" sldId="499"/>
        </pc:sldMkLst>
        <pc:spChg chg="mod">
          <ac:chgData name="Cristian Chilipirea" userId="34ab170da5908fc4" providerId="LiveId" clId="{40ACB1C5-0B6B-4C4B-B64C-8C91579DB1E1}" dt="2018-10-02T20:52:04.358" v="765" actId="20577"/>
          <ac:spMkLst>
            <pc:docMk/>
            <pc:sldMk cId="3593157976" sldId="499"/>
            <ac:spMk id="3" creationId="{38DD686F-6C2C-4E52-A196-BD47AD4C72BA}"/>
          </ac:spMkLst>
        </pc:spChg>
      </pc:sldChg>
      <pc:sldChg chg="modSp modTransition">
        <pc:chgData name="Cristian Chilipirea" userId="34ab170da5908fc4" providerId="LiveId" clId="{40ACB1C5-0B6B-4C4B-B64C-8C91579DB1E1}" dt="2018-10-02T21:52:58.527" v="1095"/>
        <pc:sldMkLst>
          <pc:docMk/>
          <pc:sldMk cId="3805068390" sldId="500"/>
        </pc:sldMkLst>
        <pc:spChg chg="mod">
          <ac:chgData name="Cristian Chilipirea" userId="34ab170da5908fc4" providerId="LiveId" clId="{40ACB1C5-0B6B-4C4B-B64C-8C91579DB1E1}" dt="2018-09-26T21:35:15.009" v="116" actId="20577"/>
          <ac:spMkLst>
            <pc:docMk/>
            <pc:sldMk cId="3805068390" sldId="500"/>
            <ac:spMk id="2" creationId="{F7D617E4-B2DF-4202-A942-D5B426391336}"/>
          </ac:spMkLst>
        </pc:spChg>
      </pc:sldChg>
      <pc:sldChg chg="modSp modTransition modNotesTx">
        <pc:chgData name="Cristian Chilipirea" userId="34ab170da5908fc4" providerId="LiveId" clId="{40ACB1C5-0B6B-4C4B-B64C-8C91579DB1E1}" dt="2018-10-02T21:52:58.527" v="1095"/>
        <pc:sldMkLst>
          <pc:docMk/>
          <pc:sldMk cId="2240204320" sldId="501"/>
        </pc:sldMkLst>
        <pc:spChg chg="mod">
          <ac:chgData name="Cristian Chilipirea" userId="34ab170da5908fc4" providerId="LiveId" clId="{40ACB1C5-0B6B-4C4B-B64C-8C91579DB1E1}" dt="2018-09-26T21:31:21.813" v="0" actId="20577"/>
          <ac:spMkLst>
            <pc:docMk/>
            <pc:sldMk cId="2240204320" sldId="501"/>
            <ac:spMk id="3" creationId="{E14C7BB2-BB62-446D-B1A6-1BD2A93F9721}"/>
          </ac:spMkLst>
        </pc:spChg>
      </pc:sldChg>
      <pc:sldChg chg="modSp modTransition">
        <pc:chgData name="Cristian Chilipirea" userId="34ab170da5908fc4" providerId="LiveId" clId="{40ACB1C5-0B6B-4C4B-B64C-8C91579DB1E1}" dt="2018-10-02T21:52:58.527" v="1095"/>
        <pc:sldMkLst>
          <pc:docMk/>
          <pc:sldMk cId="3057009429" sldId="502"/>
        </pc:sldMkLst>
        <pc:spChg chg="mod">
          <ac:chgData name="Cristian Chilipirea" userId="34ab170da5908fc4" providerId="LiveId" clId="{40ACB1C5-0B6B-4C4B-B64C-8C91579DB1E1}" dt="2018-09-26T21:32:42.613" v="18" actId="20577"/>
          <ac:spMkLst>
            <pc:docMk/>
            <pc:sldMk cId="3057009429" sldId="502"/>
            <ac:spMk id="2" creationId="{312021EE-843E-490F-B841-399562B662B4}"/>
          </ac:spMkLst>
        </pc:spChg>
        <pc:spChg chg="mod">
          <ac:chgData name="Cristian Chilipirea" userId="34ab170da5908fc4" providerId="LiveId" clId="{40ACB1C5-0B6B-4C4B-B64C-8C91579DB1E1}" dt="2018-09-26T21:36:39.910" v="168" actId="1076"/>
          <ac:spMkLst>
            <pc:docMk/>
            <pc:sldMk cId="3057009429" sldId="502"/>
            <ac:spMk id="3" creationId="{C6AC5461-4988-4C29-BC47-C5E3192A3CAC}"/>
          </ac:spMkLst>
        </pc:spChg>
      </pc:sldChg>
      <pc:sldChg chg="modSp ord modTransition">
        <pc:chgData name="Cristian Chilipirea" userId="34ab170da5908fc4" providerId="LiveId" clId="{40ACB1C5-0B6B-4C4B-B64C-8C91579DB1E1}" dt="2018-10-02T21:52:58.527" v="1095"/>
        <pc:sldMkLst>
          <pc:docMk/>
          <pc:sldMk cId="1013673347" sldId="503"/>
        </pc:sldMkLst>
        <pc:spChg chg="mod">
          <ac:chgData name="Cristian Chilipirea" userId="34ab170da5908fc4" providerId="LiveId" clId="{40ACB1C5-0B6B-4C4B-B64C-8C91579DB1E1}" dt="2018-09-26T21:36:46.857" v="169" actId="1076"/>
          <ac:spMkLst>
            <pc:docMk/>
            <pc:sldMk cId="1013673347" sldId="503"/>
            <ac:spMk id="3" creationId="{5457F2E0-B4AC-46BD-A6FA-D02AEEE1F279}"/>
          </ac:spMkLst>
        </pc:spChg>
      </pc:sldChg>
      <pc:sldChg chg="modSp ord modTransition">
        <pc:chgData name="Cristian Chilipirea" userId="34ab170da5908fc4" providerId="LiveId" clId="{40ACB1C5-0B6B-4C4B-B64C-8C91579DB1E1}" dt="2018-10-02T21:52:58.527" v="1095"/>
        <pc:sldMkLst>
          <pc:docMk/>
          <pc:sldMk cId="3381332427" sldId="506"/>
        </pc:sldMkLst>
        <pc:spChg chg="mod">
          <ac:chgData name="Cristian Chilipirea" userId="34ab170da5908fc4" providerId="LiveId" clId="{40ACB1C5-0B6B-4C4B-B64C-8C91579DB1E1}" dt="2018-10-02T21:21:49.144" v="980" actId="20577"/>
          <ac:spMkLst>
            <pc:docMk/>
            <pc:sldMk cId="3381332427" sldId="506"/>
            <ac:spMk id="3" creationId="{FCDE4CD7-E561-43E9-9969-94440D0AF3A2}"/>
          </ac:spMkLst>
        </pc:spChg>
      </pc:sldChg>
      <pc:sldChg chg="addSp delSp modSp modTransition">
        <pc:chgData name="Cristian Chilipirea" userId="34ab170da5908fc4" providerId="LiveId" clId="{40ACB1C5-0B6B-4C4B-B64C-8C91579DB1E1}" dt="2018-10-02T21:52:58.527" v="1095"/>
        <pc:sldMkLst>
          <pc:docMk/>
          <pc:sldMk cId="3162047561" sldId="508"/>
        </pc:sldMkLst>
        <pc:spChg chg="del">
          <ac:chgData name="Cristian Chilipirea" userId="34ab170da5908fc4" providerId="LiveId" clId="{40ACB1C5-0B6B-4C4B-B64C-8C91579DB1E1}" dt="2018-10-02T21:39:14.200" v="1024" actId="478"/>
          <ac:spMkLst>
            <pc:docMk/>
            <pc:sldMk cId="3162047561" sldId="508"/>
            <ac:spMk id="3" creationId="{D8E55A74-EA14-488A-A45A-25C1A867A44B}"/>
          </ac:spMkLst>
        </pc:spChg>
        <pc:spChg chg="add del mod">
          <ac:chgData name="Cristian Chilipirea" userId="34ab170da5908fc4" providerId="LiveId" clId="{40ACB1C5-0B6B-4C4B-B64C-8C91579DB1E1}" dt="2018-10-02T21:39:17.069" v="1025" actId="478"/>
          <ac:spMkLst>
            <pc:docMk/>
            <pc:sldMk cId="3162047561" sldId="508"/>
            <ac:spMk id="6" creationId="{D2E848F9-FA82-4508-AC55-4682E58C500D}"/>
          </ac:spMkLst>
        </pc:spChg>
        <pc:picChg chg="add mod">
          <ac:chgData name="Cristian Chilipirea" userId="34ab170da5908fc4" providerId="LiveId" clId="{40ACB1C5-0B6B-4C4B-B64C-8C91579DB1E1}" dt="2018-10-02T21:39:44.238" v="1027" actId="1076"/>
          <ac:picMkLst>
            <pc:docMk/>
            <pc:sldMk cId="3162047561" sldId="508"/>
            <ac:picMk id="8" creationId="{FC200EB4-8492-4863-94A7-6A3F416561DF}"/>
          </ac:picMkLst>
        </pc:picChg>
        <pc:picChg chg="add mod">
          <ac:chgData name="Cristian Chilipirea" userId="34ab170da5908fc4" providerId="LiveId" clId="{40ACB1C5-0B6B-4C4B-B64C-8C91579DB1E1}" dt="2018-10-02T21:40:47.046" v="1032" actId="1076"/>
          <ac:picMkLst>
            <pc:docMk/>
            <pc:sldMk cId="3162047561" sldId="508"/>
            <ac:picMk id="10" creationId="{160F303D-0064-4924-8700-C9270B3DBF0B}"/>
          </ac:picMkLst>
        </pc:picChg>
      </pc:sldChg>
      <pc:sldChg chg="addSp delSp modSp modTransition delAnim">
        <pc:chgData name="Cristian Chilipirea" userId="34ab170da5908fc4" providerId="LiveId" clId="{40ACB1C5-0B6B-4C4B-B64C-8C91579DB1E1}" dt="2018-10-02T21:52:58.527" v="1095"/>
        <pc:sldMkLst>
          <pc:docMk/>
          <pc:sldMk cId="1653909499" sldId="509"/>
        </pc:sldMkLst>
        <pc:spChg chg="mod">
          <ac:chgData name="Cristian Chilipirea" userId="34ab170da5908fc4" providerId="LiveId" clId="{40ACB1C5-0B6B-4C4B-B64C-8C91579DB1E1}" dt="2018-10-02T21:35:00.513" v="1022" actId="20577"/>
          <ac:spMkLst>
            <pc:docMk/>
            <pc:sldMk cId="1653909499" sldId="509"/>
            <ac:spMk id="3" creationId="{625E152B-87E2-429C-9420-5FD6B44063FE}"/>
          </ac:spMkLst>
        </pc:spChg>
        <pc:spChg chg="del">
          <ac:chgData name="Cristian Chilipirea" userId="34ab170da5908fc4" providerId="LiveId" clId="{40ACB1C5-0B6B-4C4B-B64C-8C91579DB1E1}" dt="2018-10-02T21:42:47.223" v="1045" actId="478"/>
          <ac:spMkLst>
            <pc:docMk/>
            <pc:sldMk cId="1653909499" sldId="509"/>
            <ac:spMk id="6" creationId="{7EA1E09F-19A7-48B1-9E1B-30860187FB25}"/>
          </ac:spMkLst>
        </pc:spChg>
        <pc:spChg chg="del">
          <ac:chgData name="Cristian Chilipirea" userId="34ab170da5908fc4" providerId="LiveId" clId="{40ACB1C5-0B6B-4C4B-B64C-8C91579DB1E1}" dt="2018-10-02T21:42:47.223" v="1045" actId="478"/>
          <ac:spMkLst>
            <pc:docMk/>
            <pc:sldMk cId="1653909499" sldId="509"/>
            <ac:spMk id="7" creationId="{E6215701-7D46-42BC-BBE7-8BEE9FC929A2}"/>
          </ac:spMkLst>
        </pc:spChg>
        <pc:spChg chg="del">
          <ac:chgData name="Cristian Chilipirea" userId="34ab170da5908fc4" providerId="LiveId" clId="{40ACB1C5-0B6B-4C4B-B64C-8C91579DB1E1}" dt="2018-10-02T21:42:47.223" v="1045" actId="478"/>
          <ac:spMkLst>
            <pc:docMk/>
            <pc:sldMk cId="1653909499" sldId="509"/>
            <ac:spMk id="8" creationId="{DB4E325C-A10C-4B67-80D4-CAA5163EA6BC}"/>
          </ac:spMkLst>
        </pc:spChg>
        <pc:spChg chg="del">
          <ac:chgData name="Cristian Chilipirea" userId="34ab170da5908fc4" providerId="LiveId" clId="{40ACB1C5-0B6B-4C4B-B64C-8C91579DB1E1}" dt="2018-10-02T21:42:47.223" v="1045" actId="478"/>
          <ac:spMkLst>
            <pc:docMk/>
            <pc:sldMk cId="1653909499" sldId="509"/>
            <ac:spMk id="9" creationId="{CBB00072-C1DD-47FA-9AC3-FF570ACD8158}"/>
          </ac:spMkLst>
        </pc:spChg>
        <pc:spChg chg="del">
          <ac:chgData name="Cristian Chilipirea" userId="34ab170da5908fc4" providerId="LiveId" clId="{40ACB1C5-0B6B-4C4B-B64C-8C91579DB1E1}" dt="2018-10-02T21:42:47.223" v="1045" actId="478"/>
          <ac:spMkLst>
            <pc:docMk/>
            <pc:sldMk cId="1653909499" sldId="509"/>
            <ac:spMk id="10" creationId="{984CB7F1-3A41-4766-A415-4F5E11B8A81B}"/>
          </ac:spMkLst>
        </pc:spChg>
        <pc:spChg chg="del">
          <ac:chgData name="Cristian Chilipirea" userId="34ab170da5908fc4" providerId="LiveId" clId="{40ACB1C5-0B6B-4C4B-B64C-8C91579DB1E1}" dt="2018-10-02T21:42:47.223" v="1045" actId="478"/>
          <ac:spMkLst>
            <pc:docMk/>
            <pc:sldMk cId="1653909499" sldId="509"/>
            <ac:spMk id="11" creationId="{F9B6C442-07F9-4F0A-B43D-9458D1BD6731}"/>
          </ac:spMkLst>
        </pc:spChg>
        <pc:spChg chg="del">
          <ac:chgData name="Cristian Chilipirea" userId="34ab170da5908fc4" providerId="LiveId" clId="{40ACB1C5-0B6B-4C4B-B64C-8C91579DB1E1}" dt="2018-10-02T21:42:47.223" v="1045" actId="478"/>
          <ac:spMkLst>
            <pc:docMk/>
            <pc:sldMk cId="1653909499" sldId="509"/>
            <ac:spMk id="12" creationId="{D30575D3-B1A9-4A14-90E6-7DEB43E9B646}"/>
          </ac:spMkLst>
        </pc:spChg>
        <pc:picChg chg="del">
          <ac:chgData name="Cristian Chilipirea" userId="34ab170da5908fc4" providerId="LiveId" clId="{40ACB1C5-0B6B-4C4B-B64C-8C91579DB1E1}" dt="2018-10-02T21:42:47.223" v="1045" actId="478"/>
          <ac:picMkLst>
            <pc:docMk/>
            <pc:sldMk cId="1653909499" sldId="509"/>
            <ac:picMk id="5" creationId="{F01E146E-8F81-48AB-BAD5-3328CBD56D76}"/>
          </ac:picMkLst>
        </pc:picChg>
        <pc:picChg chg="add mod ord">
          <ac:chgData name="Cristian Chilipirea" userId="34ab170da5908fc4" providerId="LiveId" clId="{40ACB1C5-0B6B-4C4B-B64C-8C91579DB1E1}" dt="2018-10-02T21:43:15.938" v="1050" actId="166"/>
          <ac:picMkLst>
            <pc:docMk/>
            <pc:sldMk cId="1653909499" sldId="509"/>
            <ac:picMk id="14" creationId="{B6C59429-8DA0-4492-9391-49E81E30B229}"/>
          </ac:picMkLst>
        </pc:picChg>
        <pc:picChg chg="add mod">
          <ac:chgData name="Cristian Chilipirea" userId="34ab170da5908fc4" providerId="LiveId" clId="{40ACB1C5-0B6B-4C4B-B64C-8C91579DB1E1}" dt="2018-10-02T21:43:18.523" v="1051" actId="1076"/>
          <ac:picMkLst>
            <pc:docMk/>
            <pc:sldMk cId="1653909499" sldId="509"/>
            <ac:picMk id="16" creationId="{785E2578-1CFF-4EFD-8B0B-0DE874BCE252}"/>
          </ac:picMkLst>
        </pc:picChg>
      </pc:sldChg>
      <pc:sldChg chg="modTransition">
        <pc:chgData name="Cristian Chilipirea" userId="34ab170da5908fc4" providerId="LiveId" clId="{40ACB1C5-0B6B-4C4B-B64C-8C91579DB1E1}" dt="2018-10-02T21:52:58.527" v="1095"/>
        <pc:sldMkLst>
          <pc:docMk/>
          <pc:sldMk cId="3608127337" sldId="510"/>
        </pc:sldMkLst>
      </pc:sldChg>
      <pc:sldChg chg="modTransition">
        <pc:chgData name="Cristian Chilipirea" userId="34ab170da5908fc4" providerId="LiveId" clId="{40ACB1C5-0B6B-4C4B-B64C-8C91579DB1E1}" dt="2018-10-02T21:52:58.527" v="1095"/>
        <pc:sldMkLst>
          <pc:docMk/>
          <pc:sldMk cId="4042985229" sldId="511"/>
        </pc:sldMkLst>
      </pc:sldChg>
      <pc:sldChg chg="addSp modSp modTransition">
        <pc:chgData name="Cristian Chilipirea" userId="34ab170da5908fc4" providerId="LiveId" clId="{40ACB1C5-0B6B-4C4B-B64C-8C91579DB1E1}" dt="2018-10-02T21:52:58.527" v="1095"/>
        <pc:sldMkLst>
          <pc:docMk/>
          <pc:sldMk cId="2727535347" sldId="512"/>
        </pc:sldMkLst>
        <pc:picChg chg="add mod">
          <ac:chgData name="Cristian Chilipirea" userId="34ab170da5908fc4" providerId="LiveId" clId="{40ACB1C5-0B6B-4C4B-B64C-8C91579DB1E1}" dt="2018-10-02T21:44:36.866" v="1055" actId="1076"/>
          <ac:picMkLst>
            <pc:docMk/>
            <pc:sldMk cId="2727535347" sldId="512"/>
            <ac:picMk id="6" creationId="{4F321475-A005-4095-93F5-F86DB149356C}"/>
          </ac:picMkLst>
        </pc:picChg>
      </pc:sldChg>
      <pc:sldChg chg="modTransition">
        <pc:chgData name="Cristian Chilipirea" userId="34ab170da5908fc4" providerId="LiveId" clId="{40ACB1C5-0B6B-4C4B-B64C-8C91579DB1E1}" dt="2018-10-02T21:52:58.527" v="1095"/>
        <pc:sldMkLst>
          <pc:docMk/>
          <pc:sldMk cId="3285445849" sldId="513"/>
        </pc:sldMkLst>
      </pc:sldChg>
      <pc:sldChg chg="modTransition">
        <pc:chgData name="Cristian Chilipirea" userId="34ab170da5908fc4" providerId="LiveId" clId="{40ACB1C5-0B6B-4C4B-B64C-8C91579DB1E1}" dt="2018-10-02T21:52:58.527" v="1095"/>
        <pc:sldMkLst>
          <pc:docMk/>
          <pc:sldMk cId="650840403" sldId="514"/>
        </pc:sldMkLst>
      </pc:sldChg>
      <pc:sldChg chg="modSp modTransition modNotesTx">
        <pc:chgData name="Cristian Chilipirea" userId="34ab170da5908fc4" providerId="LiveId" clId="{40ACB1C5-0B6B-4C4B-B64C-8C91579DB1E1}" dt="2018-10-02T21:52:58.527" v="1095"/>
        <pc:sldMkLst>
          <pc:docMk/>
          <pc:sldMk cId="2095946675" sldId="515"/>
        </pc:sldMkLst>
        <pc:spChg chg="mod">
          <ac:chgData name="Cristian Chilipirea" userId="34ab170da5908fc4" providerId="LiveId" clId="{40ACB1C5-0B6B-4C4B-B64C-8C91579DB1E1}" dt="2018-10-02T21:46:30.867" v="1056"/>
          <ac:spMkLst>
            <pc:docMk/>
            <pc:sldMk cId="2095946675" sldId="515"/>
            <ac:spMk id="3" creationId="{0601EB07-DC04-4FFE-8550-35F1572DD968}"/>
          </ac:spMkLst>
        </pc:spChg>
        <pc:picChg chg="mod">
          <ac:chgData name="Cristian Chilipirea" userId="34ab170da5908fc4" providerId="LiveId" clId="{40ACB1C5-0B6B-4C4B-B64C-8C91579DB1E1}" dt="2018-09-26T21:39:13.846" v="250" actId="1076"/>
          <ac:picMkLst>
            <pc:docMk/>
            <pc:sldMk cId="2095946675" sldId="515"/>
            <ac:picMk id="6" creationId="{1BBA67C4-B158-4AF5-B879-1D84106A0846}"/>
          </ac:picMkLst>
        </pc:picChg>
      </pc:sldChg>
      <pc:sldChg chg="modSp modTransition">
        <pc:chgData name="Cristian Chilipirea" userId="34ab170da5908fc4" providerId="LiveId" clId="{40ACB1C5-0B6B-4C4B-B64C-8C91579DB1E1}" dt="2018-10-02T21:52:58.527" v="1095"/>
        <pc:sldMkLst>
          <pc:docMk/>
          <pc:sldMk cId="1633443332" sldId="516"/>
        </pc:sldMkLst>
        <pc:spChg chg="mod">
          <ac:chgData name="Cristian Chilipirea" userId="34ab170da5908fc4" providerId="LiveId" clId="{40ACB1C5-0B6B-4C4B-B64C-8C91579DB1E1}" dt="2018-10-02T21:46:35.001" v="1058"/>
          <ac:spMkLst>
            <pc:docMk/>
            <pc:sldMk cId="1633443332" sldId="516"/>
            <ac:spMk id="3" creationId="{33B8F6FA-EE0A-476D-8AB6-4D4F1DB8E52E}"/>
          </ac:spMkLst>
        </pc:spChg>
      </pc:sldChg>
      <pc:sldChg chg="modTransition">
        <pc:chgData name="Cristian Chilipirea" userId="34ab170da5908fc4" providerId="LiveId" clId="{40ACB1C5-0B6B-4C4B-B64C-8C91579DB1E1}" dt="2018-10-02T21:52:58.527" v="1095"/>
        <pc:sldMkLst>
          <pc:docMk/>
          <pc:sldMk cId="3100481663" sldId="517"/>
        </pc:sldMkLst>
      </pc:sldChg>
      <pc:sldChg chg="modTransition">
        <pc:chgData name="Cristian Chilipirea" userId="34ab170da5908fc4" providerId="LiveId" clId="{40ACB1C5-0B6B-4C4B-B64C-8C91579DB1E1}" dt="2018-10-02T21:52:58.527" v="1095"/>
        <pc:sldMkLst>
          <pc:docMk/>
          <pc:sldMk cId="3859228379" sldId="518"/>
        </pc:sldMkLst>
      </pc:sldChg>
      <pc:sldChg chg="modSp add del modTransition">
        <pc:chgData name="Cristian Chilipirea" userId="34ab170da5908fc4" providerId="LiveId" clId="{40ACB1C5-0B6B-4C4B-B64C-8C91579DB1E1}" dt="2018-10-04T13:40:33.089" v="1742" actId="2696"/>
        <pc:sldMkLst>
          <pc:docMk/>
          <pc:sldMk cId="1223463397" sldId="520"/>
        </pc:sldMkLst>
        <pc:spChg chg="mod">
          <ac:chgData name="Cristian Chilipirea" userId="34ab170da5908fc4" providerId="LiveId" clId="{40ACB1C5-0B6B-4C4B-B64C-8C91579DB1E1}" dt="2018-10-02T22:32:35.516" v="1699" actId="403"/>
          <ac:spMkLst>
            <pc:docMk/>
            <pc:sldMk cId="1223463397" sldId="520"/>
            <ac:spMk id="3" creationId="{CAF6333E-6CE6-40C7-B4C2-C508ECC74C81}"/>
          </ac:spMkLst>
        </pc:spChg>
      </pc:sldChg>
      <pc:sldChg chg="addSp delSp modSp add modTransition">
        <pc:chgData name="Cristian Chilipirea" userId="34ab170da5908fc4" providerId="LiveId" clId="{40ACB1C5-0B6B-4C4B-B64C-8C91579DB1E1}" dt="2018-10-02T21:52:58.527" v="1095"/>
        <pc:sldMkLst>
          <pc:docMk/>
          <pc:sldMk cId="193191226" sldId="523"/>
        </pc:sldMkLst>
        <pc:spChg chg="mod">
          <ac:chgData name="Cristian Chilipirea" userId="34ab170da5908fc4" providerId="LiveId" clId="{40ACB1C5-0B6B-4C4B-B64C-8C91579DB1E1}" dt="2018-09-26T21:43:09.022" v="359" actId="20577"/>
          <ac:spMkLst>
            <pc:docMk/>
            <pc:sldMk cId="193191226" sldId="523"/>
            <ac:spMk id="3" creationId="{FCDE4CD7-E561-43E9-9969-94440D0AF3A2}"/>
          </ac:spMkLst>
        </pc:spChg>
        <pc:picChg chg="del">
          <ac:chgData name="Cristian Chilipirea" userId="34ab170da5908fc4" providerId="LiveId" clId="{40ACB1C5-0B6B-4C4B-B64C-8C91579DB1E1}" dt="2018-09-26T21:43:11.485" v="360" actId="478"/>
          <ac:picMkLst>
            <pc:docMk/>
            <pc:sldMk cId="193191226" sldId="523"/>
            <ac:picMk id="6" creationId="{8E26822E-F675-4DFA-A3CB-B6E58CDF6AA0}"/>
          </ac:picMkLst>
        </pc:picChg>
        <pc:picChg chg="add mod">
          <ac:chgData name="Cristian Chilipirea" userId="34ab170da5908fc4" providerId="LiveId" clId="{40ACB1C5-0B6B-4C4B-B64C-8C91579DB1E1}" dt="2018-09-26T21:43:33.753" v="362" actId="1076"/>
          <ac:picMkLst>
            <pc:docMk/>
            <pc:sldMk cId="193191226" sldId="523"/>
            <ac:picMk id="7" creationId="{AA963A70-8229-4B7C-9EEC-90FAE8A92B16}"/>
          </ac:picMkLst>
        </pc:picChg>
      </pc:sldChg>
      <pc:sldChg chg="addSp delSp modSp add modTransition">
        <pc:chgData name="Cristian Chilipirea" userId="34ab170da5908fc4" providerId="LiveId" clId="{40ACB1C5-0B6B-4C4B-B64C-8C91579DB1E1}" dt="2018-10-02T21:52:58.527" v="1095"/>
        <pc:sldMkLst>
          <pc:docMk/>
          <pc:sldMk cId="761323086" sldId="524"/>
        </pc:sldMkLst>
        <pc:spChg chg="del">
          <ac:chgData name="Cristian Chilipirea" userId="34ab170da5908fc4" providerId="LiveId" clId="{40ACB1C5-0B6B-4C4B-B64C-8C91579DB1E1}" dt="2018-09-26T21:47:47.285" v="369" actId="478"/>
          <ac:spMkLst>
            <pc:docMk/>
            <pc:sldMk cId="761323086" sldId="524"/>
            <ac:spMk id="3" creationId="{FCDE4CD7-E561-43E9-9969-94440D0AF3A2}"/>
          </ac:spMkLst>
        </pc:spChg>
        <pc:spChg chg="add del mod">
          <ac:chgData name="Cristian Chilipirea" userId="34ab170da5908fc4" providerId="LiveId" clId="{40ACB1C5-0B6B-4C4B-B64C-8C91579DB1E1}" dt="2018-09-26T21:50:36.827" v="544" actId="478"/>
          <ac:spMkLst>
            <pc:docMk/>
            <pc:sldMk cId="761323086" sldId="524"/>
            <ac:spMk id="9" creationId="{E5520662-5D6B-412B-8578-8883BBBCA1E6}"/>
          </ac:spMkLst>
        </pc:spChg>
        <pc:picChg chg="add del mod">
          <ac:chgData name="Cristian Chilipirea" userId="34ab170da5908fc4" providerId="LiveId" clId="{40ACB1C5-0B6B-4C4B-B64C-8C91579DB1E1}" dt="2018-09-26T21:47:53.777" v="372" actId="1076"/>
          <ac:picMkLst>
            <pc:docMk/>
            <pc:sldMk cId="761323086" sldId="524"/>
            <ac:picMk id="6" creationId="{727FF584-710C-4516-B493-245D2DE7EA4A}"/>
          </ac:picMkLst>
        </pc:picChg>
        <pc:picChg chg="del">
          <ac:chgData name="Cristian Chilipirea" userId="34ab170da5908fc4" providerId="LiveId" clId="{40ACB1C5-0B6B-4C4B-B64C-8C91579DB1E1}" dt="2018-09-26T21:47:26.866" v="366" actId="478"/>
          <ac:picMkLst>
            <pc:docMk/>
            <pc:sldMk cId="761323086" sldId="524"/>
            <ac:picMk id="7" creationId="{AA963A70-8229-4B7C-9EEC-90FAE8A92B16}"/>
          </ac:picMkLst>
        </pc:picChg>
      </pc:sldChg>
      <pc:sldChg chg="modSp add del modTransition">
        <pc:chgData name="Cristian Chilipirea" userId="34ab170da5908fc4" providerId="LiveId" clId="{40ACB1C5-0B6B-4C4B-B64C-8C91579DB1E1}" dt="2018-10-04T13:40:33.919" v="1743" actId="2696"/>
        <pc:sldMkLst>
          <pc:docMk/>
          <pc:sldMk cId="2128174877" sldId="525"/>
        </pc:sldMkLst>
        <pc:spChg chg="mod">
          <ac:chgData name="Cristian Chilipirea" userId="34ab170da5908fc4" providerId="LiveId" clId="{40ACB1C5-0B6B-4C4B-B64C-8C91579DB1E1}" dt="2018-10-02T22:32:31.220" v="1697" actId="403"/>
          <ac:spMkLst>
            <pc:docMk/>
            <pc:sldMk cId="2128174877" sldId="525"/>
            <ac:spMk id="3" creationId="{CAF6333E-6CE6-40C7-B4C2-C508ECC74C81}"/>
          </ac:spMkLst>
        </pc:spChg>
      </pc:sldChg>
      <pc:sldChg chg="addSp delSp modSp modTransition">
        <pc:chgData name="Cristian Chilipirea" userId="34ab170da5908fc4" providerId="LiveId" clId="{40ACB1C5-0B6B-4C4B-B64C-8C91579DB1E1}" dt="2018-10-02T22:13:50.166" v="1240" actId="1076"/>
        <pc:sldMkLst>
          <pc:docMk/>
          <pc:sldMk cId="384922801" sldId="526"/>
        </pc:sldMkLst>
        <pc:spChg chg="del">
          <ac:chgData name="Cristian Chilipirea" userId="34ab170da5908fc4" providerId="LiveId" clId="{40ACB1C5-0B6B-4C4B-B64C-8C91579DB1E1}" dt="2018-10-02T21:59:48.319" v="1131" actId="478"/>
          <ac:spMkLst>
            <pc:docMk/>
            <pc:sldMk cId="384922801" sldId="526"/>
            <ac:spMk id="3" creationId="{E12372FD-F9E9-4C57-9468-A55072E57CED}"/>
          </ac:spMkLst>
        </pc:spChg>
        <pc:spChg chg="add del">
          <ac:chgData name="Cristian Chilipirea" userId="34ab170da5908fc4" providerId="LiveId" clId="{40ACB1C5-0B6B-4C4B-B64C-8C91579DB1E1}" dt="2018-10-02T22:12:08.950" v="1220"/>
          <ac:spMkLst>
            <pc:docMk/>
            <pc:sldMk cId="384922801" sldId="526"/>
            <ac:spMk id="107" creationId="{DDA6CC93-4993-4C38-9E1F-0D03B2968980}"/>
          </ac:spMkLst>
        </pc:spChg>
        <pc:spChg chg="add del">
          <ac:chgData name="Cristian Chilipirea" userId="34ab170da5908fc4" providerId="LiveId" clId="{40ACB1C5-0B6B-4C4B-B64C-8C91579DB1E1}" dt="2018-10-02T22:12:08.950" v="1220"/>
          <ac:spMkLst>
            <pc:docMk/>
            <pc:sldMk cId="384922801" sldId="526"/>
            <ac:spMk id="108" creationId="{E1F18549-8E73-42D7-98F4-CDA4ED1CFEAF}"/>
          </ac:spMkLst>
        </pc:spChg>
        <pc:spChg chg="add del">
          <ac:chgData name="Cristian Chilipirea" userId="34ab170da5908fc4" providerId="LiveId" clId="{40ACB1C5-0B6B-4C4B-B64C-8C91579DB1E1}" dt="2018-10-02T22:12:08.950" v="1220"/>
          <ac:spMkLst>
            <pc:docMk/>
            <pc:sldMk cId="384922801" sldId="526"/>
            <ac:spMk id="109" creationId="{91C2F5E7-EF63-4980-B893-A50585749711}"/>
          </ac:spMkLst>
        </pc:spChg>
        <pc:spChg chg="add del">
          <ac:chgData name="Cristian Chilipirea" userId="34ab170da5908fc4" providerId="LiveId" clId="{40ACB1C5-0B6B-4C4B-B64C-8C91579DB1E1}" dt="2018-10-02T22:12:08.950" v="1220"/>
          <ac:spMkLst>
            <pc:docMk/>
            <pc:sldMk cId="384922801" sldId="526"/>
            <ac:spMk id="110" creationId="{A53CC8A8-B1AB-4FF9-8B22-709B8B84696E}"/>
          </ac:spMkLst>
        </pc:spChg>
        <pc:spChg chg="add del">
          <ac:chgData name="Cristian Chilipirea" userId="34ab170da5908fc4" providerId="LiveId" clId="{40ACB1C5-0B6B-4C4B-B64C-8C91579DB1E1}" dt="2018-10-02T22:12:08.950" v="1220"/>
          <ac:spMkLst>
            <pc:docMk/>
            <pc:sldMk cId="384922801" sldId="526"/>
            <ac:spMk id="111" creationId="{32FC8523-198F-42FE-9D23-0D76AB12BE8A}"/>
          </ac:spMkLst>
        </pc:spChg>
        <pc:spChg chg="add del">
          <ac:chgData name="Cristian Chilipirea" userId="34ab170da5908fc4" providerId="LiveId" clId="{40ACB1C5-0B6B-4C4B-B64C-8C91579DB1E1}" dt="2018-10-02T22:12:08.950" v="1220"/>
          <ac:spMkLst>
            <pc:docMk/>
            <pc:sldMk cId="384922801" sldId="526"/>
            <ac:spMk id="112" creationId="{BC105830-3C09-43B4-94CA-6C69E4B34116}"/>
          </ac:spMkLst>
        </pc:spChg>
        <pc:picChg chg="add del mod">
          <ac:chgData name="Cristian Chilipirea" userId="34ab170da5908fc4" providerId="LiveId" clId="{40ACB1C5-0B6B-4C4B-B64C-8C91579DB1E1}" dt="2018-10-02T22:01:36.582" v="1135"/>
          <ac:picMkLst>
            <pc:docMk/>
            <pc:sldMk cId="384922801" sldId="526"/>
            <ac:picMk id="6" creationId="{A6F9BFFE-9241-495F-BEED-C1AABDEA7414}"/>
          </ac:picMkLst>
        </pc:picChg>
        <pc:picChg chg="add mod">
          <ac:chgData name="Cristian Chilipirea" userId="34ab170da5908fc4" providerId="LiveId" clId="{40ACB1C5-0B6B-4C4B-B64C-8C91579DB1E1}" dt="2018-10-02T22:02:52.948" v="1140" actId="1076"/>
          <ac:picMkLst>
            <pc:docMk/>
            <pc:sldMk cId="384922801" sldId="526"/>
            <ac:picMk id="8" creationId="{C8C51A14-EFBA-4F31-81EE-FDF18B27AEE8}"/>
          </ac:picMkLst>
        </pc:picChg>
        <pc:picChg chg="add del">
          <ac:chgData name="Cristian Chilipirea" userId="34ab170da5908fc4" providerId="LiveId" clId="{40ACB1C5-0B6B-4C4B-B64C-8C91579DB1E1}" dt="2018-10-02T22:12:08.950" v="1220"/>
          <ac:picMkLst>
            <pc:docMk/>
            <pc:sldMk cId="384922801" sldId="526"/>
            <ac:picMk id="124" creationId="{86F4D3BC-C1A3-407A-9842-37DE851C6073}"/>
          </ac:picMkLst>
        </pc:picChg>
        <pc:picChg chg="add mod">
          <ac:chgData name="Cristian Chilipirea" userId="34ab170da5908fc4" providerId="LiveId" clId="{40ACB1C5-0B6B-4C4B-B64C-8C91579DB1E1}" dt="2018-10-02T22:13:50.166" v="1240" actId="1076"/>
          <ac:picMkLst>
            <pc:docMk/>
            <pc:sldMk cId="384922801" sldId="526"/>
            <ac:picMk id="125" creationId="{4B1DFDE9-B8DF-4351-8D1F-A49F96620E9A}"/>
          </ac:picMkLst>
        </pc:picChg>
        <pc:cxnChg chg="add del mod">
          <ac:chgData name="Cristian Chilipirea" userId="34ab170da5908fc4" providerId="LiveId" clId="{40ACB1C5-0B6B-4C4B-B64C-8C91579DB1E1}" dt="2018-10-02T22:10:28.388" v="1218" actId="478"/>
          <ac:cxnSpMkLst>
            <pc:docMk/>
            <pc:sldMk cId="384922801" sldId="526"/>
            <ac:cxnSpMk id="9" creationId="{3E9446E0-35BB-48DE-8D1A-8B27116C3556}"/>
          </ac:cxnSpMkLst>
        </pc:cxnChg>
        <pc:cxnChg chg="add del mod">
          <ac:chgData name="Cristian Chilipirea" userId="34ab170da5908fc4" providerId="LiveId" clId="{40ACB1C5-0B6B-4C4B-B64C-8C91579DB1E1}" dt="2018-10-02T22:08:24.711" v="1161" actId="478"/>
          <ac:cxnSpMkLst>
            <pc:docMk/>
            <pc:sldMk cId="384922801" sldId="526"/>
            <ac:cxnSpMk id="10" creationId="{2CAB4C20-F2E8-455D-AC5A-A4779C7B1FEC}"/>
          </ac:cxnSpMkLst>
        </pc:cxnChg>
        <pc:cxnChg chg="add del mod">
          <ac:chgData name="Cristian Chilipirea" userId="34ab170da5908fc4" providerId="LiveId" clId="{40ACB1C5-0B6B-4C4B-B64C-8C91579DB1E1}" dt="2018-10-02T22:08:24.229" v="1160" actId="478"/>
          <ac:cxnSpMkLst>
            <pc:docMk/>
            <pc:sldMk cId="384922801" sldId="526"/>
            <ac:cxnSpMk id="11" creationId="{91A75581-1F06-463A-A0A4-424DA3612521}"/>
          </ac:cxnSpMkLst>
        </pc:cxnChg>
        <pc:cxnChg chg="add del mod">
          <ac:chgData name="Cristian Chilipirea" userId="34ab170da5908fc4" providerId="LiveId" clId="{40ACB1C5-0B6B-4C4B-B64C-8C91579DB1E1}" dt="2018-10-02T22:08:25.260" v="1162" actId="478"/>
          <ac:cxnSpMkLst>
            <pc:docMk/>
            <pc:sldMk cId="384922801" sldId="526"/>
            <ac:cxnSpMk id="12" creationId="{7E81E413-CD51-4D35-BE6E-B9C80F8AAD8D}"/>
          </ac:cxnSpMkLst>
        </pc:cxnChg>
        <pc:cxnChg chg="add del mod">
          <ac:chgData name="Cristian Chilipirea" userId="34ab170da5908fc4" providerId="LiveId" clId="{40ACB1C5-0B6B-4C4B-B64C-8C91579DB1E1}" dt="2018-10-02T22:08:23.783" v="1159" actId="478"/>
          <ac:cxnSpMkLst>
            <pc:docMk/>
            <pc:sldMk cId="384922801" sldId="526"/>
            <ac:cxnSpMk id="13" creationId="{715918A0-B3FC-4EA2-84DD-3F00DACACD7B}"/>
          </ac:cxnSpMkLst>
        </pc:cxnChg>
        <pc:cxnChg chg="add del mod">
          <ac:chgData name="Cristian Chilipirea" userId="34ab170da5908fc4" providerId="LiveId" clId="{40ACB1C5-0B6B-4C4B-B64C-8C91579DB1E1}" dt="2018-10-02T22:10:28.388" v="1218" actId="478"/>
          <ac:cxnSpMkLst>
            <pc:docMk/>
            <pc:sldMk cId="384922801" sldId="526"/>
            <ac:cxnSpMk id="14" creationId="{F6F4090B-5E44-4BCF-B540-9FBFA80A9FF2}"/>
          </ac:cxnSpMkLst>
        </pc:cxnChg>
        <pc:cxnChg chg="add del mod">
          <ac:chgData name="Cristian Chilipirea" userId="34ab170da5908fc4" providerId="LiveId" clId="{40ACB1C5-0B6B-4C4B-B64C-8C91579DB1E1}" dt="2018-10-02T22:10:28.388" v="1218" actId="478"/>
          <ac:cxnSpMkLst>
            <pc:docMk/>
            <pc:sldMk cId="384922801" sldId="526"/>
            <ac:cxnSpMk id="15" creationId="{2B7F39A7-2032-4419-920A-9FBA9247E9D7}"/>
          </ac:cxnSpMkLst>
        </pc:cxnChg>
        <pc:cxnChg chg="add del mod">
          <ac:chgData name="Cristian Chilipirea" userId="34ab170da5908fc4" providerId="LiveId" clId="{40ACB1C5-0B6B-4C4B-B64C-8C91579DB1E1}" dt="2018-10-02T22:10:28.388" v="1218" actId="478"/>
          <ac:cxnSpMkLst>
            <pc:docMk/>
            <pc:sldMk cId="384922801" sldId="526"/>
            <ac:cxnSpMk id="16" creationId="{ED4416BA-7E66-41AB-A52F-24DBF8348DFC}"/>
          </ac:cxnSpMkLst>
        </pc:cxnChg>
        <pc:cxnChg chg="add del mod">
          <ac:chgData name="Cristian Chilipirea" userId="34ab170da5908fc4" providerId="LiveId" clId="{40ACB1C5-0B6B-4C4B-B64C-8C91579DB1E1}" dt="2018-10-02T22:10:28.388" v="1218" actId="478"/>
          <ac:cxnSpMkLst>
            <pc:docMk/>
            <pc:sldMk cId="384922801" sldId="526"/>
            <ac:cxnSpMk id="17" creationId="{2A0D8417-9C6F-47A2-9C0F-63D41BCE1E84}"/>
          </ac:cxnSpMkLst>
        </pc:cxnChg>
        <pc:cxnChg chg="add del mod">
          <ac:chgData name="Cristian Chilipirea" userId="34ab170da5908fc4" providerId="LiveId" clId="{40ACB1C5-0B6B-4C4B-B64C-8C91579DB1E1}" dt="2018-10-02T22:10:28.388" v="1218" actId="478"/>
          <ac:cxnSpMkLst>
            <pc:docMk/>
            <pc:sldMk cId="384922801" sldId="526"/>
            <ac:cxnSpMk id="18" creationId="{081AA1A2-0EA2-4B8E-A69A-5AA70916137C}"/>
          </ac:cxnSpMkLst>
        </pc:cxnChg>
        <pc:cxnChg chg="add del mod">
          <ac:chgData name="Cristian Chilipirea" userId="34ab170da5908fc4" providerId="LiveId" clId="{40ACB1C5-0B6B-4C4B-B64C-8C91579DB1E1}" dt="2018-10-02T22:08:19.596" v="1156" actId="478"/>
          <ac:cxnSpMkLst>
            <pc:docMk/>
            <pc:sldMk cId="384922801" sldId="526"/>
            <ac:cxnSpMk id="19" creationId="{98C72F2C-3100-4A73-8D3D-BE901CB56DC7}"/>
          </ac:cxnSpMkLst>
        </pc:cxnChg>
        <pc:cxnChg chg="add del mod">
          <ac:chgData name="Cristian Chilipirea" userId="34ab170da5908fc4" providerId="LiveId" clId="{40ACB1C5-0B6B-4C4B-B64C-8C91579DB1E1}" dt="2018-10-02T22:08:19.911" v="1157" actId="478"/>
          <ac:cxnSpMkLst>
            <pc:docMk/>
            <pc:sldMk cId="384922801" sldId="526"/>
            <ac:cxnSpMk id="20" creationId="{D2064BE4-E680-436F-8F1D-2E161F77FB27}"/>
          </ac:cxnSpMkLst>
        </pc:cxnChg>
        <pc:cxnChg chg="add del mod">
          <ac:chgData name="Cristian Chilipirea" userId="34ab170da5908fc4" providerId="LiveId" clId="{40ACB1C5-0B6B-4C4B-B64C-8C91579DB1E1}" dt="2018-10-02T22:08:20.574" v="1158" actId="478"/>
          <ac:cxnSpMkLst>
            <pc:docMk/>
            <pc:sldMk cId="384922801" sldId="526"/>
            <ac:cxnSpMk id="21" creationId="{93068AAD-8AA5-49E0-B987-56A8BD3212AA}"/>
          </ac:cxnSpMkLst>
        </pc:cxnChg>
        <pc:cxnChg chg="add del mod">
          <ac:chgData name="Cristian Chilipirea" userId="34ab170da5908fc4" providerId="LiveId" clId="{40ACB1C5-0B6B-4C4B-B64C-8C91579DB1E1}" dt="2018-10-02T22:10:28.388" v="1218" actId="478"/>
          <ac:cxnSpMkLst>
            <pc:docMk/>
            <pc:sldMk cId="384922801" sldId="526"/>
            <ac:cxnSpMk id="22" creationId="{97831242-E168-46A7-AE69-B68DE9374E99}"/>
          </ac:cxnSpMkLst>
        </pc:cxnChg>
        <pc:cxnChg chg="add del mod">
          <ac:chgData name="Cristian Chilipirea" userId="34ab170da5908fc4" providerId="LiveId" clId="{40ACB1C5-0B6B-4C4B-B64C-8C91579DB1E1}" dt="2018-10-02T22:10:28.388" v="1218" actId="478"/>
          <ac:cxnSpMkLst>
            <pc:docMk/>
            <pc:sldMk cId="384922801" sldId="526"/>
            <ac:cxnSpMk id="73" creationId="{B0B810A5-2C4B-4F82-92E7-2C0FCB5D925A}"/>
          </ac:cxnSpMkLst>
        </pc:cxnChg>
        <pc:cxnChg chg="add del mod">
          <ac:chgData name="Cristian Chilipirea" userId="34ab170da5908fc4" providerId="LiveId" clId="{40ACB1C5-0B6B-4C4B-B64C-8C91579DB1E1}" dt="2018-10-02T22:10:28.388" v="1218" actId="478"/>
          <ac:cxnSpMkLst>
            <pc:docMk/>
            <pc:sldMk cId="384922801" sldId="526"/>
            <ac:cxnSpMk id="76" creationId="{31C4A6CF-3245-4593-911E-2F65E97582AA}"/>
          </ac:cxnSpMkLst>
        </pc:cxnChg>
        <pc:cxnChg chg="add del mod">
          <ac:chgData name="Cristian Chilipirea" userId="34ab170da5908fc4" providerId="LiveId" clId="{40ACB1C5-0B6B-4C4B-B64C-8C91579DB1E1}" dt="2018-10-02T22:10:23.691" v="1216"/>
          <ac:cxnSpMkLst>
            <pc:docMk/>
            <pc:sldMk cId="384922801" sldId="526"/>
            <ac:cxnSpMk id="79" creationId="{0B726260-3413-4A2D-8DF7-5AF3F65207B4}"/>
          </ac:cxnSpMkLst>
        </pc:cxnChg>
        <pc:cxnChg chg="add del mod">
          <ac:chgData name="Cristian Chilipirea" userId="34ab170da5908fc4" providerId="LiveId" clId="{40ACB1C5-0B6B-4C4B-B64C-8C91579DB1E1}" dt="2018-10-02T22:10:22.987" v="1213"/>
          <ac:cxnSpMkLst>
            <pc:docMk/>
            <pc:sldMk cId="384922801" sldId="526"/>
            <ac:cxnSpMk id="82" creationId="{F1FAC071-41A3-400A-B615-F5E1D6D038E8}"/>
          </ac:cxnSpMkLst>
        </pc:cxnChg>
        <pc:cxnChg chg="add del">
          <ac:chgData name="Cristian Chilipirea" userId="34ab170da5908fc4" providerId="LiveId" clId="{40ACB1C5-0B6B-4C4B-B64C-8C91579DB1E1}" dt="2018-10-02T22:09:25.343" v="1184"/>
          <ac:cxnSpMkLst>
            <pc:docMk/>
            <pc:sldMk cId="384922801" sldId="526"/>
            <ac:cxnSpMk id="85" creationId="{A1E3EF43-25E5-4275-A250-ED2878DDAC4F}"/>
          </ac:cxnSpMkLst>
        </pc:cxnChg>
        <pc:cxnChg chg="add del mod">
          <ac:chgData name="Cristian Chilipirea" userId="34ab170da5908fc4" providerId="LiveId" clId="{40ACB1C5-0B6B-4C4B-B64C-8C91579DB1E1}" dt="2018-10-02T22:10:21.779" v="1208"/>
          <ac:cxnSpMkLst>
            <pc:docMk/>
            <pc:sldMk cId="384922801" sldId="526"/>
            <ac:cxnSpMk id="86" creationId="{A0962620-25D6-4A91-A8E0-14E39876E2F2}"/>
          </ac:cxnSpMkLst>
        </pc:cxnChg>
        <pc:cxnChg chg="add del mod">
          <ac:chgData name="Cristian Chilipirea" userId="34ab170da5908fc4" providerId="LiveId" clId="{40ACB1C5-0B6B-4C4B-B64C-8C91579DB1E1}" dt="2018-10-02T22:10:20.996" v="1205"/>
          <ac:cxnSpMkLst>
            <pc:docMk/>
            <pc:sldMk cId="384922801" sldId="526"/>
            <ac:cxnSpMk id="89" creationId="{493591F9-B6F5-42CD-A18F-CD866803E5E9}"/>
          </ac:cxnSpMkLst>
        </pc:cxnChg>
        <pc:cxnChg chg="add del mod">
          <ac:chgData name="Cristian Chilipirea" userId="34ab170da5908fc4" providerId="LiveId" clId="{40ACB1C5-0B6B-4C4B-B64C-8C91579DB1E1}" dt="2018-10-02T22:10:20.059" v="1202"/>
          <ac:cxnSpMkLst>
            <pc:docMk/>
            <pc:sldMk cId="384922801" sldId="526"/>
            <ac:cxnSpMk id="92" creationId="{555B25E9-57FA-4D32-964E-CB596CE6EB57}"/>
          </ac:cxnSpMkLst>
        </pc:cxnChg>
        <pc:cxnChg chg="add del">
          <ac:chgData name="Cristian Chilipirea" userId="34ab170da5908fc4" providerId="LiveId" clId="{40ACB1C5-0B6B-4C4B-B64C-8C91579DB1E1}" dt="2018-10-02T22:12:08.950" v="1220"/>
          <ac:cxnSpMkLst>
            <pc:docMk/>
            <pc:sldMk cId="384922801" sldId="526"/>
            <ac:cxnSpMk id="113" creationId="{D392E46A-DCCD-4F5B-A2E0-45EDC7DDAE60}"/>
          </ac:cxnSpMkLst>
        </pc:cxnChg>
        <pc:cxnChg chg="add del">
          <ac:chgData name="Cristian Chilipirea" userId="34ab170da5908fc4" providerId="LiveId" clId="{40ACB1C5-0B6B-4C4B-B64C-8C91579DB1E1}" dt="2018-10-02T22:12:08.950" v="1220"/>
          <ac:cxnSpMkLst>
            <pc:docMk/>
            <pc:sldMk cId="384922801" sldId="526"/>
            <ac:cxnSpMk id="114" creationId="{63994B29-5EA2-4AD6-B726-8C02260B63AB}"/>
          </ac:cxnSpMkLst>
        </pc:cxnChg>
        <pc:cxnChg chg="add del">
          <ac:chgData name="Cristian Chilipirea" userId="34ab170da5908fc4" providerId="LiveId" clId="{40ACB1C5-0B6B-4C4B-B64C-8C91579DB1E1}" dt="2018-10-02T22:12:08.950" v="1220"/>
          <ac:cxnSpMkLst>
            <pc:docMk/>
            <pc:sldMk cId="384922801" sldId="526"/>
            <ac:cxnSpMk id="115" creationId="{83E0743B-8E46-4E9E-8EE0-8EF377BE8EC0}"/>
          </ac:cxnSpMkLst>
        </pc:cxnChg>
        <pc:cxnChg chg="add del">
          <ac:chgData name="Cristian Chilipirea" userId="34ab170da5908fc4" providerId="LiveId" clId="{40ACB1C5-0B6B-4C4B-B64C-8C91579DB1E1}" dt="2018-10-02T22:12:08.950" v="1220"/>
          <ac:cxnSpMkLst>
            <pc:docMk/>
            <pc:sldMk cId="384922801" sldId="526"/>
            <ac:cxnSpMk id="116" creationId="{2989896A-B0D5-44F1-8692-33D7D2D1DDA3}"/>
          </ac:cxnSpMkLst>
        </pc:cxnChg>
        <pc:cxnChg chg="add del">
          <ac:chgData name="Cristian Chilipirea" userId="34ab170da5908fc4" providerId="LiveId" clId="{40ACB1C5-0B6B-4C4B-B64C-8C91579DB1E1}" dt="2018-10-02T22:12:08.950" v="1220"/>
          <ac:cxnSpMkLst>
            <pc:docMk/>
            <pc:sldMk cId="384922801" sldId="526"/>
            <ac:cxnSpMk id="117" creationId="{4ECD2801-380A-4763-8A6B-35ECE87AF14D}"/>
          </ac:cxnSpMkLst>
        </pc:cxnChg>
        <pc:cxnChg chg="add del">
          <ac:chgData name="Cristian Chilipirea" userId="34ab170da5908fc4" providerId="LiveId" clId="{40ACB1C5-0B6B-4C4B-B64C-8C91579DB1E1}" dt="2018-10-02T22:12:08.950" v="1220"/>
          <ac:cxnSpMkLst>
            <pc:docMk/>
            <pc:sldMk cId="384922801" sldId="526"/>
            <ac:cxnSpMk id="118" creationId="{AC0B0DAF-40B3-45A1-818D-0506CDBDEB67}"/>
          </ac:cxnSpMkLst>
        </pc:cxnChg>
        <pc:cxnChg chg="add del">
          <ac:chgData name="Cristian Chilipirea" userId="34ab170da5908fc4" providerId="LiveId" clId="{40ACB1C5-0B6B-4C4B-B64C-8C91579DB1E1}" dt="2018-10-02T22:12:08.950" v="1220"/>
          <ac:cxnSpMkLst>
            <pc:docMk/>
            <pc:sldMk cId="384922801" sldId="526"/>
            <ac:cxnSpMk id="119" creationId="{BB3A3492-CD91-4D4C-8055-3C66E23BAA90}"/>
          </ac:cxnSpMkLst>
        </pc:cxnChg>
        <pc:cxnChg chg="add del">
          <ac:chgData name="Cristian Chilipirea" userId="34ab170da5908fc4" providerId="LiveId" clId="{40ACB1C5-0B6B-4C4B-B64C-8C91579DB1E1}" dt="2018-10-02T22:12:08.950" v="1220"/>
          <ac:cxnSpMkLst>
            <pc:docMk/>
            <pc:sldMk cId="384922801" sldId="526"/>
            <ac:cxnSpMk id="120" creationId="{29E53B55-F284-4CC6-BC7E-8840BF3C2276}"/>
          </ac:cxnSpMkLst>
        </pc:cxnChg>
        <pc:cxnChg chg="add del">
          <ac:chgData name="Cristian Chilipirea" userId="34ab170da5908fc4" providerId="LiveId" clId="{40ACB1C5-0B6B-4C4B-B64C-8C91579DB1E1}" dt="2018-10-02T22:12:08.950" v="1220"/>
          <ac:cxnSpMkLst>
            <pc:docMk/>
            <pc:sldMk cId="384922801" sldId="526"/>
            <ac:cxnSpMk id="121" creationId="{8F30AB96-1F8F-4C0D-BF5C-80D139CAB698}"/>
          </ac:cxnSpMkLst>
        </pc:cxnChg>
        <pc:cxnChg chg="add del">
          <ac:chgData name="Cristian Chilipirea" userId="34ab170da5908fc4" providerId="LiveId" clId="{40ACB1C5-0B6B-4C4B-B64C-8C91579DB1E1}" dt="2018-10-02T22:12:08.950" v="1220"/>
          <ac:cxnSpMkLst>
            <pc:docMk/>
            <pc:sldMk cId="384922801" sldId="526"/>
            <ac:cxnSpMk id="122" creationId="{556D623C-E36F-4F54-A593-5ADC36003AB9}"/>
          </ac:cxnSpMkLst>
        </pc:cxnChg>
        <pc:cxnChg chg="add del">
          <ac:chgData name="Cristian Chilipirea" userId="34ab170da5908fc4" providerId="LiveId" clId="{40ACB1C5-0B6B-4C4B-B64C-8C91579DB1E1}" dt="2018-10-02T22:12:08.950" v="1220"/>
          <ac:cxnSpMkLst>
            <pc:docMk/>
            <pc:sldMk cId="384922801" sldId="526"/>
            <ac:cxnSpMk id="123" creationId="{B55B725F-0DAD-4CD1-8998-9953BFD450D0}"/>
          </ac:cxnSpMkLst>
        </pc:cxnChg>
      </pc:sldChg>
      <pc:sldChg chg="addSp delSp modSp modTransition">
        <pc:chgData name="Cristian Chilipirea" userId="34ab170da5908fc4" providerId="LiveId" clId="{40ACB1C5-0B6B-4C4B-B64C-8C91579DB1E1}" dt="2018-10-02T22:23:57.219" v="1322" actId="1076"/>
        <pc:sldMkLst>
          <pc:docMk/>
          <pc:sldMk cId="2918988431" sldId="527"/>
        </pc:sldMkLst>
        <pc:spChg chg="mod">
          <ac:chgData name="Cristian Chilipirea" userId="34ab170da5908fc4" providerId="LiveId" clId="{40ACB1C5-0B6B-4C4B-B64C-8C91579DB1E1}" dt="2018-10-02T22:23:44.121" v="1319" actId="20577"/>
          <ac:spMkLst>
            <pc:docMk/>
            <pc:sldMk cId="2918988431" sldId="527"/>
            <ac:spMk id="2" creationId="{C3E94133-1880-4417-AA41-BF0388D21CA5}"/>
          </ac:spMkLst>
        </pc:spChg>
        <pc:spChg chg="del">
          <ac:chgData name="Cristian Chilipirea" userId="34ab170da5908fc4" providerId="LiveId" clId="{40ACB1C5-0B6B-4C4B-B64C-8C91579DB1E1}" dt="2018-10-02T22:21:11.413" v="1266" actId="478"/>
          <ac:spMkLst>
            <pc:docMk/>
            <pc:sldMk cId="2918988431" sldId="527"/>
            <ac:spMk id="3" creationId="{2D332206-0096-45B2-99F2-503923055BF0}"/>
          </ac:spMkLst>
        </pc:spChg>
        <pc:spChg chg="add del mod">
          <ac:chgData name="Cristian Chilipirea" userId="34ab170da5908fc4" providerId="LiveId" clId="{40ACB1C5-0B6B-4C4B-B64C-8C91579DB1E1}" dt="2018-10-02T22:23:32.796" v="1312" actId="478"/>
          <ac:spMkLst>
            <pc:docMk/>
            <pc:sldMk cId="2918988431" sldId="527"/>
            <ac:spMk id="7" creationId="{58A3689F-587B-4641-8375-4A623366C697}"/>
          </ac:spMkLst>
        </pc:spChg>
        <pc:spChg chg="add del mod">
          <ac:chgData name="Cristian Chilipirea" userId="34ab170da5908fc4" providerId="LiveId" clId="{40ACB1C5-0B6B-4C4B-B64C-8C91579DB1E1}" dt="2018-10-02T22:23:33.913" v="1313" actId="478"/>
          <ac:spMkLst>
            <pc:docMk/>
            <pc:sldMk cId="2918988431" sldId="527"/>
            <ac:spMk id="8" creationId="{63E25340-93D7-48FE-9F1E-B48A2024D976}"/>
          </ac:spMkLst>
        </pc:spChg>
        <pc:picChg chg="add mod">
          <ac:chgData name="Cristian Chilipirea" userId="34ab170da5908fc4" providerId="LiveId" clId="{40ACB1C5-0B6B-4C4B-B64C-8C91579DB1E1}" dt="2018-10-02T22:21:36.212" v="1278" actId="1076"/>
          <ac:picMkLst>
            <pc:docMk/>
            <pc:sldMk cId="2918988431" sldId="527"/>
            <ac:picMk id="6" creationId="{5E4F8245-E006-4689-91C3-C6DA9BAF38C4}"/>
          </ac:picMkLst>
        </pc:picChg>
        <pc:picChg chg="add mod">
          <ac:chgData name="Cristian Chilipirea" userId="34ab170da5908fc4" providerId="LiveId" clId="{40ACB1C5-0B6B-4C4B-B64C-8C91579DB1E1}" dt="2018-10-02T22:23:57.219" v="1322" actId="1076"/>
          <ac:picMkLst>
            <pc:docMk/>
            <pc:sldMk cId="2918988431" sldId="527"/>
            <ac:picMk id="9" creationId="{B7F921F1-4454-4E6F-B39A-5AF94E4C7D58}"/>
          </ac:picMkLst>
        </pc:picChg>
      </pc:sldChg>
      <pc:sldChg chg="addSp delSp modSp modTransition">
        <pc:chgData name="Cristian Chilipirea" userId="34ab170da5908fc4" providerId="LiveId" clId="{40ACB1C5-0B6B-4C4B-B64C-8C91579DB1E1}" dt="2018-10-02T22:14:19.247" v="1245" actId="478"/>
        <pc:sldMkLst>
          <pc:docMk/>
          <pc:sldMk cId="371541737" sldId="528"/>
        </pc:sldMkLst>
        <pc:spChg chg="mod">
          <ac:chgData name="Cristian Chilipirea" userId="34ab170da5908fc4" providerId="LiveId" clId="{40ACB1C5-0B6B-4C4B-B64C-8C91579DB1E1}" dt="2018-10-02T21:59:34.153" v="1130" actId="1076"/>
          <ac:spMkLst>
            <pc:docMk/>
            <pc:sldMk cId="371541737" sldId="528"/>
            <ac:spMk id="3" creationId="{127CADF5-96D9-47DE-B862-63D1EFEC97C5}"/>
          </ac:spMkLst>
        </pc:spChg>
        <pc:picChg chg="add mod">
          <ac:chgData name="Cristian Chilipirea" userId="34ab170da5908fc4" providerId="LiveId" clId="{40ACB1C5-0B6B-4C4B-B64C-8C91579DB1E1}" dt="2018-10-02T21:59:34.153" v="1130" actId="1076"/>
          <ac:picMkLst>
            <pc:docMk/>
            <pc:sldMk cId="371541737" sldId="528"/>
            <ac:picMk id="5" creationId="{D9ABCB1B-926D-4390-A273-141960A9F497}"/>
          </ac:picMkLst>
        </pc:picChg>
        <pc:picChg chg="add del">
          <ac:chgData name="Cristian Chilipirea" userId="34ab170da5908fc4" providerId="LiveId" clId="{40ACB1C5-0B6B-4C4B-B64C-8C91579DB1E1}" dt="2018-10-02T22:14:08.219" v="1243"/>
          <ac:picMkLst>
            <pc:docMk/>
            <pc:sldMk cId="371541737" sldId="528"/>
            <ac:picMk id="6" creationId="{99B3D6D9-E0CC-49E0-B577-B671A974DB60}"/>
          </ac:picMkLst>
        </pc:picChg>
        <pc:picChg chg="add del">
          <ac:chgData name="Cristian Chilipirea" userId="34ab170da5908fc4" providerId="LiveId" clId="{40ACB1C5-0B6B-4C4B-B64C-8C91579DB1E1}" dt="2018-10-02T22:14:19.247" v="1245" actId="478"/>
          <ac:picMkLst>
            <pc:docMk/>
            <pc:sldMk cId="371541737" sldId="528"/>
            <ac:picMk id="7" creationId="{352FC7DD-8855-4C4C-B625-3C0021BCF7DC}"/>
          </ac:picMkLst>
        </pc:picChg>
      </pc:sldChg>
      <pc:sldChg chg="addSp delSp modSp add ord modTransition modNotesTx">
        <pc:chgData name="Cristian Chilipirea" userId="34ab170da5908fc4" providerId="LiveId" clId="{40ACB1C5-0B6B-4C4B-B64C-8C91579DB1E1}" dt="2018-10-02T21:52:58.527" v="1095"/>
        <pc:sldMkLst>
          <pc:docMk/>
          <pc:sldMk cId="617174008" sldId="529"/>
        </pc:sldMkLst>
        <pc:spChg chg="mod">
          <ac:chgData name="Cristian Chilipirea" userId="34ab170da5908fc4" providerId="LiveId" clId="{40ACB1C5-0B6B-4C4B-B64C-8C91579DB1E1}" dt="2018-10-02T21:01:25.518" v="772" actId="20577"/>
          <ac:spMkLst>
            <pc:docMk/>
            <pc:sldMk cId="617174008" sldId="529"/>
            <ac:spMk id="2" creationId="{3EFA92BB-C69E-43F3-9DE0-27787169A731}"/>
          </ac:spMkLst>
        </pc:spChg>
        <pc:spChg chg="del">
          <ac:chgData name="Cristian Chilipirea" userId="34ab170da5908fc4" providerId="LiveId" clId="{40ACB1C5-0B6B-4C4B-B64C-8C91579DB1E1}" dt="2018-10-02T21:01:23.438" v="771" actId="478"/>
          <ac:spMkLst>
            <pc:docMk/>
            <pc:sldMk cId="617174008" sldId="529"/>
            <ac:spMk id="3" creationId="{8FAD3AE2-E64A-41BB-8C8E-FD96C9BAB6EE}"/>
          </ac:spMkLst>
        </pc:spChg>
        <pc:picChg chg="add mod ord">
          <ac:chgData name="Cristian Chilipirea" userId="34ab170da5908fc4" providerId="LiveId" clId="{40ACB1C5-0B6B-4C4B-B64C-8C91579DB1E1}" dt="2018-10-02T21:02:45.117" v="789" actId="1076"/>
          <ac:picMkLst>
            <pc:docMk/>
            <pc:sldMk cId="617174008" sldId="529"/>
            <ac:picMk id="6" creationId="{188E1FE5-018B-4410-8256-E76FDFAFEB3F}"/>
          </ac:picMkLst>
        </pc:picChg>
        <pc:picChg chg="add del mod">
          <ac:chgData name="Cristian Chilipirea" userId="34ab170da5908fc4" providerId="LiveId" clId="{40ACB1C5-0B6B-4C4B-B64C-8C91579DB1E1}" dt="2018-10-02T21:02:13.218" v="782" actId="478"/>
          <ac:picMkLst>
            <pc:docMk/>
            <pc:sldMk cId="617174008" sldId="529"/>
            <ac:picMk id="8" creationId="{5CE7B77A-B8D0-4FAF-8757-45D5257BF30A}"/>
          </ac:picMkLst>
        </pc:picChg>
        <pc:picChg chg="add mod">
          <ac:chgData name="Cristian Chilipirea" userId="34ab170da5908fc4" providerId="LiveId" clId="{40ACB1C5-0B6B-4C4B-B64C-8C91579DB1E1}" dt="2018-10-02T21:02:38.772" v="788" actId="14100"/>
          <ac:picMkLst>
            <pc:docMk/>
            <pc:sldMk cId="617174008" sldId="529"/>
            <ac:picMk id="10" creationId="{33299685-3374-4045-846A-C90A76CF455A}"/>
          </ac:picMkLst>
        </pc:picChg>
      </pc:sldChg>
      <pc:sldChg chg="addSp delSp modSp add modTransition">
        <pc:chgData name="Cristian Chilipirea" userId="34ab170da5908fc4" providerId="LiveId" clId="{40ACB1C5-0B6B-4C4B-B64C-8C91579DB1E1}" dt="2018-10-02T21:52:58.527" v="1095"/>
        <pc:sldMkLst>
          <pc:docMk/>
          <pc:sldMk cId="742774632" sldId="530"/>
        </pc:sldMkLst>
        <pc:spChg chg="add del mod">
          <ac:chgData name="Cristian Chilipirea" userId="34ab170da5908fc4" providerId="LiveId" clId="{40ACB1C5-0B6B-4C4B-B64C-8C91579DB1E1}" dt="2018-10-02T21:03:50.546" v="800"/>
          <ac:spMkLst>
            <pc:docMk/>
            <pc:sldMk cId="742774632" sldId="530"/>
            <ac:spMk id="7" creationId="{0190C311-3B2F-4627-88C3-F121C2C83C6E}"/>
          </ac:spMkLst>
        </pc:spChg>
        <pc:spChg chg="add mod">
          <ac:chgData name="Cristian Chilipirea" userId="34ab170da5908fc4" providerId="LiveId" clId="{40ACB1C5-0B6B-4C4B-B64C-8C91579DB1E1}" dt="2018-10-02T21:04:10.354" v="809" actId="1076"/>
          <ac:spMkLst>
            <pc:docMk/>
            <pc:sldMk cId="742774632" sldId="530"/>
            <ac:spMk id="8" creationId="{490075C4-9B98-4BA2-87B7-51A5F50D0ED9}"/>
          </ac:spMkLst>
        </pc:spChg>
        <pc:picChg chg="add mod">
          <ac:chgData name="Cristian Chilipirea" userId="34ab170da5908fc4" providerId="LiveId" clId="{40ACB1C5-0B6B-4C4B-B64C-8C91579DB1E1}" dt="2018-10-02T21:03:28.821" v="797" actId="1076"/>
          <ac:picMkLst>
            <pc:docMk/>
            <pc:sldMk cId="742774632" sldId="530"/>
            <ac:picMk id="5" creationId="{862C8273-DD18-4042-B4F2-9090CDCF7B4A}"/>
          </ac:picMkLst>
        </pc:picChg>
        <pc:picChg chg="del">
          <ac:chgData name="Cristian Chilipirea" userId="34ab170da5908fc4" providerId="LiveId" clId="{40ACB1C5-0B6B-4C4B-B64C-8C91579DB1E1}" dt="2018-10-02T21:02:59.022" v="791" actId="478"/>
          <ac:picMkLst>
            <pc:docMk/>
            <pc:sldMk cId="742774632" sldId="530"/>
            <ac:picMk id="10" creationId="{33299685-3374-4045-846A-C90A76CF455A}"/>
          </ac:picMkLst>
        </pc:picChg>
        <pc:picChg chg="add mod">
          <ac:chgData name="Cristian Chilipirea" userId="34ab170da5908fc4" providerId="LiveId" clId="{40ACB1C5-0B6B-4C4B-B64C-8C91579DB1E1}" dt="2018-10-02T21:04:32.036" v="813" actId="1076"/>
          <ac:picMkLst>
            <pc:docMk/>
            <pc:sldMk cId="742774632" sldId="530"/>
            <ac:picMk id="11" creationId="{A8EBA5D8-2749-4956-AA62-DA0C6403B5D5}"/>
          </ac:picMkLst>
        </pc:picChg>
      </pc:sldChg>
      <pc:sldChg chg="addSp modSp add modTransition">
        <pc:chgData name="Cristian Chilipirea" userId="34ab170da5908fc4" providerId="LiveId" clId="{40ACB1C5-0B6B-4C4B-B64C-8C91579DB1E1}" dt="2018-10-02T21:52:58.527" v="1095"/>
        <pc:sldMkLst>
          <pc:docMk/>
          <pc:sldMk cId="2619967694" sldId="531"/>
        </pc:sldMkLst>
        <pc:spChg chg="mod">
          <ac:chgData name="Cristian Chilipirea" userId="34ab170da5908fc4" providerId="LiveId" clId="{40ACB1C5-0B6B-4C4B-B64C-8C91579DB1E1}" dt="2018-10-02T21:08:28.278" v="834" actId="20577"/>
          <ac:spMkLst>
            <pc:docMk/>
            <pc:sldMk cId="2619967694" sldId="531"/>
            <ac:spMk id="3" creationId="{5457F2E0-B4AC-46BD-A6FA-D02AEEE1F279}"/>
          </ac:spMkLst>
        </pc:spChg>
        <pc:picChg chg="add mod">
          <ac:chgData name="Cristian Chilipirea" userId="34ab170da5908fc4" providerId="LiveId" clId="{40ACB1C5-0B6B-4C4B-B64C-8C91579DB1E1}" dt="2018-10-02T21:09:12.788" v="874" actId="1076"/>
          <ac:picMkLst>
            <pc:docMk/>
            <pc:sldMk cId="2619967694" sldId="531"/>
            <ac:picMk id="6" creationId="{6E8F7F56-1D1C-489A-8F73-B975F0BA2156}"/>
          </ac:picMkLst>
        </pc:picChg>
      </pc:sldChg>
      <pc:sldChg chg="addSp delSp modSp add modTransition">
        <pc:chgData name="Cristian Chilipirea" userId="34ab170da5908fc4" providerId="LiveId" clId="{40ACB1C5-0B6B-4C4B-B64C-8C91579DB1E1}" dt="2018-10-02T21:52:58.527" v="1095"/>
        <pc:sldMkLst>
          <pc:docMk/>
          <pc:sldMk cId="1290587018" sldId="532"/>
        </pc:sldMkLst>
        <pc:spChg chg="del">
          <ac:chgData name="Cristian Chilipirea" userId="34ab170da5908fc4" providerId="LiveId" clId="{40ACB1C5-0B6B-4C4B-B64C-8C91579DB1E1}" dt="2018-10-02T21:14:22.598" v="878" actId="478"/>
          <ac:spMkLst>
            <pc:docMk/>
            <pc:sldMk cId="1290587018" sldId="532"/>
            <ac:spMk id="3" creationId="{FCDE4CD7-E561-43E9-9969-94440D0AF3A2}"/>
          </ac:spMkLst>
        </pc:spChg>
        <pc:spChg chg="add del mod">
          <ac:chgData name="Cristian Chilipirea" userId="34ab170da5908fc4" providerId="LiveId" clId="{40ACB1C5-0B6B-4C4B-B64C-8C91579DB1E1}" dt="2018-10-02T21:14:24.746" v="879" actId="478"/>
          <ac:spMkLst>
            <pc:docMk/>
            <pc:sldMk cId="1290587018" sldId="532"/>
            <ac:spMk id="7" creationId="{09823597-5F7B-42BE-A639-206C5F61FF05}"/>
          </ac:spMkLst>
        </pc:spChg>
        <pc:picChg chg="del">
          <ac:chgData name="Cristian Chilipirea" userId="34ab170da5908fc4" providerId="LiveId" clId="{40ACB1C5-0B6B-4C4B-B64C-8C91579DB1E1}" dt="2018-10-02T21:14:25.282" v="880" actId="478"/>
          <ac:picMkLst>
            <pc:docMk/>
            <pc:sldMk cId="1290587018" sldId="532"/>
            <ac:picMk id="6" creationId="{8E26822E-F675-4DFA-A3CB-B6E58CDF6AA0}"/>
          </ac:picMkLst>
        </pc:picChg>
        <pc:picChg chg="add mod">
          <ac:chgData name="Cristian Chilipirea" userId="34ab170da5908fc4" providerId="LiveId" clId="{40ACB1C5-0B6B-4C4B-B64C-8C91579DB1E1}" dt="2018-10-02T21:14:54.683" v="883" actId="1076"/>
          <ac:picMkLst>
            <pc:docMk/>
            <pc:sldMk cId="1290587018" sldId="532"/>
            <ac:picMk id="9" creationId="{24A4AA8F-55AD-4E50-971E-03E91E6A433C}"/>
          </ac:picMkLst>
        </pc:picChg>
      </pc:sldChg>
      <pc:sldChg chg="addSp delSp modSp add modTransition modNotesTx">
        <pc:chgData name="Cristian Chilipirea" userId="34ab170da5908fc4" providerId="LiveId" clId="{40ACB1C5-0B6B-4C4B-B64C-8C91579DB1E1}" dt="2018-10-02T21:52:58.527" v="1095"/>
        <pc:sldMkLst>
          <pc:docMk/>
          <pc:sldMk cId="238918458" sldId="533"/>
        </pc:sldMkLst>
        <pc:spChg chg="mod">
          <ac:chgData name="Cristian Chilipirea" userId="34ab170da5908fc4" providerId="LiveId" clId="{40ACB1C5-0B6B-4C4B-B64C-8C91579DB1E1}" dt="2018-10-02T21:16:05.539" v="900" actId="20577"/>
          <ac:spMkLst>
            <pc:docMk/>
            <pc:sldMk cId="238918458" sldId="533"/>
            <ac:spMk id="2" creationId="{5256A4F4-68E4-4C78-829F-2A3B141F6320}"/>
          </ac:spMkLst>
        </pc:spChg>
        <pc:spChg chg="del">
          <ac:chgData name="Cristian Chilipirea" userId="34ab170da5908fc4" providerId="LiveId" clId="{40ACB1C5-0B6B-4C4B-B64C-8C91579DB1E1}" dt="2018-10-02T21:16:08.869" v="901" actId="478"/>
          <ac:spMkLst>
            <pc:docMk/>
            <pc:sldMk cId="238918458" sldId="533"/>
            <ac:spMk id="3" creationId="{E14C7BB2-BB62-446D-B1A6-1BD2A93F9721}"/>
          </ac:spMkLst>
        </pc:spChg>
        <pc:spChg chg="add del mod">
          <ac:chgData name="Cristian Chilipirea" userId="34ab170da5908fc4" providerId="LiveId" clId="{40ACB1C5-0B6B-4C4B-B64C-8C91579DB1E1}" dt="2018-10-02T21:16:11.843" v="902" actId="478"/>
          <ac:spMkLst>
            <pc:docMk/>
            <pc:sldMk cId="238918458" sldId="533"/>
            <ac:spMk id="6" creationId="{93F7AD6F-0A1B-414E-A97F-0C91276CB83C}"/>
          </ac:spMkLst>
        </pc:spChg>
        <pc:picChg chg="add del mod">
          <ac:chgData name="Cristian Chilipirea" userId="34ab170da5908fc4" providerId="LiveId" clId="{40ACB1C5-0B6B-4C4B-B64C-8C91579DB1E1}" dt="2018-10-02T21:16:27.167" v="907" actId="931"/>
          <ac:picMkLst>
            <pc:docMk/>
            <pc:sldMk cId="238918458" sldId="533"/>
            <ac:picMk id="8" creationId="{66FD00AE-C5F6-40C3-AA11-CB9A8CCC7BAE}"/>
          </ac:picMkLst>
        </pc:picChg>
        <pc:picChg chg="del">
          <ac:chgData name="Cristian Chilipirea" userId="34ab170da5908fc4" providerId="LiveId" clId="{40ACB1C5-0B6B-4C4B-B64C-8C91579DB1E1}" dt="2018-10-02T21:16:12.607" v="903" actId="478"/>
          <ac:picMkLst>
            <pc:docMk/>
            <pc:sldMk cId="238918458" sldId="533"/>
            <ac:picMk id="10" creationId="{86D35E25-F6D5-4B35-9B87-2D9C38D13CDE}"/>
          </ac:picMkLst>
        </pc:picChg>
        <pc:picChg chg="add mod">
          <ac:chgData name="Cristian Chilipirea" userId="34ab170da5908fc4" providerId="LiveId" clId="{40ACB1C5-0B6B-4C4B-B64C-8C91579DB1E1}" dt="2018-10-02T21:16:47.202" v="912" actId="1076"/>
          <ac:picMkLst>
            <pc:docMk/>
            <pc:sldMk cId="238918458" sldId="533"/>
            <ac:picMk id="11" creationId="{7187F0D2-EF9C-462D-B613-36E59D176009}"/>
          </ac:picMkLst>
        </pc:picChg>
        <pc:picChg chg="del">
          <ac:chgData name="Cristian Chilipirea" userId="34ab170da5908fc4" providerId="LiveId" clId="{40ACB1C5-0B6B-4C4B-B64C-8C91579DB1E1}" dt="2018-10-02T21:16:13.035" v="904" actId="478"/>
          <ac:picMkLst>
            <pc:docMk/>
            <pc:sldMk cId="238918458" sldId="533"/>
            <ac:picMk id="12" creationId="{E5E88EC3-921B-4FE2-AAE0-2096E7EF6101}"/>
          </ac:picMkLst>
        </pc:picChg>
        <pc:picChg chg="del">
          <ac:chgData name="Cristian Chilipirea" userId="34ab170da5908fc4" providerId="LiveId" clId="{40ACB1C5-0B6B-4C4B-B64C-8C91579DB1E1}" dt="2018-10-02T21:16:13.547" v="905" actId="478"/>
          <ac:picMkLst>
            <pc:docMk/>
            <pc:sldMk cId="238918458" sldId="533"/>
            <ac:picMk id="13" creationId="{879BF611-D25E-4292-AD76-02A4FE864C98}"/>
          </ac:picMkLst>
        </pc:picChg>
      </pc:sldChg>
      <pc:sldChg chg="addSp delSp modSp add modTransition">
        <pc:chgData name="Cristian Chilipirea" userId="34ab170da5908fc4" providerId="LiveId" clId="{40ACB1C5-0B6B-4C4B-B64C-8C91579DB1E1}" dt="2018-10-02T21:52:58.527" v="1095"/>
        <pc:sldMkLst>
          <pc:docMk/>
          <pc:sldMk cId="162901516" sldId="534"/>
        </pc:sldMkLst>
        <pc:spChg chg="mod">
          <ac:chgData name="Cristian Chilipirea" userId="34ab170da5908fc4" providerId="LiveId" clId="{40ACB1C5-0B6B-4C4B-B64C-8C91579DB1E1}" dt="2018-10-02T21:17:43.371" v="921" actId="20577"/>
          <ac:spMkLst>
            <pc:docMk/>
            <pc:sldMk cId="162901516" sldId="534"/>
            <ac:spMk id="2" creationId="{F0E10AA8-D063-4FA6-95F8-4024B4CC6F0E}"/>
          </ac:spMkLst>
        </pc:spChg>
        <pc:spChg chg="del">
          <ac:chgData name="Cristian Chilipirea" userId="34ab170da5908fc4" providerId="LiveId" clId="{40ACB1C5-0B6B-4C4B-B64C-8C91579DB1E1}" dt="2018-10-02T21:17:50.747" v="924" actId="478"/>
          <ac:spMkLst>
            <pc:docMk/>
            <pc:sldMk cId="162901516" sldId="534"/>
            <ac:spMk id="3" creationId="{80A99524-A9C8-4D05-B03D-D7D61DCC4ADA}"/>
          </ac:spMkLst>
        </pc:spChg>
        <pc:spChg chg="add del">
          <ac:chgData name="Cristian Chilipirea" userId="34ab170da5908fc4" providerId="LiveId" clId="{40ACB1C5-0B6B-4C4B-B64C-8C91579DB1E1}" dt="2018-10-02T21:17:45.829" v="923"/>
          <ac:spMkLst>
            <pc:docMk/>
            <pc:sldMk cId="162901516" sldId="534"/>
            <ac:spMk id="5" creationId="{04703FEF-979A-41CF-94A7-99C1551212E9}"/>
          </ac:spMkLst>
        </pc:spChg>
        <pc:picChg chg="add mod">
          <ac:chgData name="Cristian Chilipirea" userId="34ab170da5908fc4" providerId="LiveId" clId="{40ACB1C5-0B6B-4C4B-B64C-8C91579DB1E1}" dt="2018-10-02T21:17:53.748" v="926" actId="1076"/>
          <ac:picMkLst>
            <pc:docMk/>
            <pc:sldMk cId="162901516" sldId="534"/>
            <ac:picMk id="7" creationId="{C9F94140-5116-4753-86D3-117EB09854C7}"/>
          </ac:picMkLst>
        </pc:picChg>
      </pc:sldChg>
      <pc:sldChg chg="addSp delSp modSp add modTransition">
        <pc:chgData name="Cristian Chilipirea" userId="34ab170da5908fc4" providerId="LiveId" clId="{40ACB1C5-0B6B-4C4B-B64C-8C91579DB1E1}" dt="2018-10-02T21:52:58.527" v="1095"/>
        <pc:sldMkLst>
          <pc:docMk/>
          <pc:sldMk cId="2632471956" sldId="535"/>
        </pc:sldMkLst>
        <pc:spChg chg="mod">
          <ac:chgData name="Cristian Chilipirea" userId="34ab170da5908fc4" providerId="LiveId" clId="{40ACB1C5-0B6B-4C4B-B64C-8C91579DB1E1}" dt="2018-10-02T21:18:34.015" v="946" actId="20577"/>
          <ac:spMkLst>
            <pc:docMk/>
            <pc:sldMk cId="2632471956" sldId="535"/>
            <ac:spMk id="2" creationId="{36DA95D2-76E5-416E-A7A2-C343803F5F91}"/>
          </ac:spMkLst>
        </pc:spChg>
        <pc:spChg chg="del">
          <ac:chgData name="Cristian Chilipirea" userId="34ab170da5908fc4" providerId="LiveId" clId="{40ACB1C5-0B6B-4C4B-B64C-8C91579DB1E1}" dt="2018-10-02T21:18:36.863" v="947" actId="478"/>
          <ac:spMkLst>
            <pc:docMk/>
            <pc:sldMk cId="2632471956" sldId="535"/>
            <ac:spMk id="3" creationId="{522A6478-05AC-4139-A5E7-782EBCD255D4}"/>
          </ac:spMkLst>
        </pc:spChg>
        <pc:picChg chg="add mod">
          <ac:chgData name="Cristian Chilipirea" userId="34ab170da5908fc4" providerId="LiveId" clId="{40ACB1C5-0B6B-4C4B-B64C-8C91579DB1E1}" dt="2018-10-02T21:18:38.172" v="948"/>
          <ac:picMkLst>
            <pc:docMk/>
            <pc:sldMk cId="2632471956" sldId="535"/>
            <ac:picMk id="6" creationId="{CDA6154C-A091-4595-9A07-8526FBA4B695}"/>
          </ac:picMkLst>
        </pc:picChg>
      </pc:sldChg>
      <pc:sldChg chg="addSp delSp modSp add modTransition">
        <pc:chgData name="Cristian Chilipirea" userId="34ab170da5908fc4" providerId="LiveId" clId="{40ACB1C5-0B6B-4C4B-B64C-8C91579DB1E1}" dt="2018-10-02T21:52:58.527" v="1095"/>
        <pc:sldMkLst>
          <pc:docMk/>
          <pc:sldMk cId="2927050837" sldId="536"/>
        </pc:sldMkLst>
        <pc:spChg chg="mod">
          <ac:chgData name="Cristian Chilipirea" userId="34ab170da5908fc4" providerId="LiveId" clId="{40ACB1C5-0B6B-4C4B-B64C-8C91579DB1E1}" dt="2018-10-02T21:19:23.035" v="955" actId="20577"/>
          <ac:spMkLst>
            <pc:docMk/>
            <pc:sldMk cId="2927050837" sldId="536"/>
            <ac:spMk id="2" creationId="{3F3BEEF4-2CD0-4BD5-B27B-F2CC22C6A6CF}"/>
          </ac:spMkLst>
        </pc:spChg>
        <pc:spChg chg="del">
          <ac:chgData name="Cristian Chilipirea" userId="34ab170da5908fc4" providerId="LiveId" clId="{40ACB1C5-0B6B-4C4B-B64C-8C91579DB1E1}" dt="2018-10-02T21:19:25.339" v="956" actId="478"/>
          <ac:spMkLst>
            <pc:docMk/>
            <pc:sldMk cId="2927050837" sldId="536"/>
            <ac:spMk id="3" creationId="{495172FA-4A32-4972-86FD-0B723B25A54D}"/>
          </ac:spMkLst>
        </pc:spChg>
        <pc:picChg chg="add mod">
          <ac:chgData name="Cristian Chilipirea" userId="34ab170da5908fc4" providerId="LiveId" clId="{40ACB1C5-0B6B-4C4B-B64C-8C91579DB1E1}" dt="2018-10-02T21:20:32.018" v="971" actId="1076"/>
          <ac:picMkLst>
            <pc:docMk/>
            <pc:sldMk cId="2927050837" sldId="536"/>
            <ac:picMk id="6" creationId="{1693115A-0982-43D7-B755-09EC9BF6CB86}"/>
          </ac:picMkLst>
        </pc:picChg>
      </pc:sldChg>
      <pc:sldChg chg="addSp delSp modSp add modTransition">
        <pc:chgData name="Cristian Chilipirea" userId="34ab170da5908fc4" providerId="LiveId" clId="{40ACB1C5-0B6B-4C4B-B64C-8C91579DB1E1}" dt="2018-10-02T21:52:58.527" v="1095"/>
        <pc:sldMkLst>
          <pc:docMk/>
          <pc:sldMk cId="625462843" sldId="537"/>
        </pc:sldMkLst>
        <pc:spChg chg="mod">
          <ac:chgData name="Cristian Chilipirea" userId="34ab170da5908fc4" providerId="LiveId" clId="{40ACB1C5-0B6B-4C4B-B64C-8C91579DB1E1}" dt="2018-10-02T21:20:22.275" v="967" actId="20577"/>
          <ac:spMkLst>
            <pc:docMk/>
            <pc:sldMk cId="625462843" sldId="537"/>
            <ac:spMk id="2" creationId="{3AB47608-D492-43E1-AFB5-C77AB80D72B2}"/>
          </ac:spMkLst>
        </pc:spChg>
        <pc:spChg chg="del">
          <ac:chgData name="Cristian Chilipirea" userId="34ab170da5908fc4" providerId="LiveId" clId="{40ACB1C5-0B6B-4C4B-B64C-8C91579DB1E1}" dt="2018-10-02T21:20:24.339" v="968" actId="478"/>
          <ac:spMkLst>
            <pc:docMk/>
            <pc:sldMk cId="625462843" sldId="537"/>
            <ac:spMk id="3" creationId="{5C7BA4E7-64B9-455B-B516-CEED914516BB}"/>
          </ac:spMkLst>
        </pc:spChg>
        <pc:picChg chg="add mod">
          <ac:chgData name="Cristian Chilipirea" userId="34ab170da5908fc4" providerId="LiveId" clId="{40ACB1C5-0B6B-4C4B-B64C-8C91579DB1E1}" dt="2018-10-02T21:20:28.336" v="970" actId="1076"/>
          <ac:picMkLst>
            <pc:docMk/>
            <pc:sldMk cId="625462843" sldId="537"/>
            <ac:picMk id="6" creationId="{CBAC2328-BE11-4186-91AF-950D3B274356}"/>
          </ac:picMkLst>
        </pc:picChg>
      </pc:sldChg>
      <pc:sldChg chg="addSp delSp modSp add modTransition">
        <pc:chgData name="Cristian Chilipirea" userId="34ab170da5908fc4" providerId="LiveId" clId="{40ACB1C5-0B6B-4C4B-B64C-8C91579DB1E1}" dt="2018-10-02T21:52:58.527" v="1095"/>
        <pc:sldMkLst>
          <pc:docMk/>
          <pc:sldMk cId="1741540215" sldId="538"/>
        </pc:sldMkLst>
        <pc:spChg chg="del">
          <ac:chgData name="Cristian Chilipirea" userId="34ab170da5908fc4" providerId="LiveId" clId="{40ACB1C5-0B6B-4C4B-B64C-8C91579DB1E1}" dt="2018-10-02T21:25:39.464" v="993" actId="478"/>
          <ac:spMkLst>
            <pc:docMk/>
            <pc:sldMk cId="1741540215" sldId="538"/>
            <ac:spMk id="2" creationId="{6532A0EE-BB06-494F-9238-19451277E1DB}"/>
          </ac:spMkLst>
        </pc:spChg>
        <pc:spChg chg="del">
          <ac:chgData name="Cristian Chilipirea" userId="34ab170da5908fc4" providerId="LiveId" clId="{40ACB1C5-0B6B-4C4B-B64C-8C91579DB1E1}" dt="2018-10-02T21:24:54.483" v="982" actId="931"/>
          <ac:spMkLst>
            <pc:docMk/>
            <pc:sldMk cId="1741540215" sldId="538"/>
            <ac:spMk id="3" creationId="{F698C45B-C988-4DE0-A3AA-606C6D43C242}"/>
          </ac:spMkLst>
        </pc:spChg>
        <pc:spChg chg="add del mod">
          <ac:chgData name="Cristian Chilipirea" userId="34ab170da5908fc4" providerId="LiveId" clId="{40ACB1C5-0B6B-4C4B-B64C-8C91579DB1E1}" dt="2018-10-02T21:25:17.905" v="987" actId="931"/>
          <ac:spMkLst>
            <pc:docMk/>
            <pc:sldMk cId="1741540215" sldId="538"/>
            <ac:spMk id="8" creationId="{71B439AB-3866-4EF7-8E82-FA185B0E8CCE}"/>
          </ac:spMkLst>
        </pc:spChg>
        <pc:picChg chg="add del mod">
          <ac:chgData name="Cristian Chilipirea" userId="34ab170da5908fc4" providerId="LiveId" clId="{40ACB1C5-0B6B-4C4B-B64C-8C91579DB1E1}" dt="2018-10-02T21:25:03.422" v="986" actId="478"/>
          <ac:picMkLst>
            <pc:docMk/>
            <pc:sldMk cId="1741540215" sldId="538"/>
            <ac:picMk id="6" creationId="{7495D35F-94F1-4F29-8E3E-9A1DFCA1F972}"/>
          </ac:picMkLst>
        </pc:picChg>
        <pc:picChg chg="add mod">
          <ac:chgData name="Cristian Chilipirea" userId="34ab170da5908fc4" providerId="LiveId" clId="{40ACB1C5-0B6B-4C4B-B64C-8C91579DB1E1}" dt="2018-10-02T21:25:23.380" v="990" actId="1076"/>
          <ac:picMkLst>
            <pc:docMk/>
            <pc:sldMk cId="1741540215" sldId="538"/>
            <ac:picMk id="10" creationId="{3F38ED30-6807-4C93-B632-3C556619CC34}"/>
          </ac:picMkLst>
        </pc:picChg>
        <pc:picChg chg="add mod">
          <ac:chgData name="Cristian Chilipirea" userId="34ab170da5908fc4" providerId="LiveId" clId="{40ACB1C5-0B6B-4C4B-B64C-8C91579DB1E1}" dt="2018-10-02T21:25:42.773" v="995" actId="1076"/>
          <ac:picMkLst>
            <pc:docMk/>
            <pc:sldMk cId="1741540215" sldId="538"/>
            <ac:picMk id="12" creationId="{252330A2-4EB2-44E2-BD79-6C28F5F5348C}"/>
          </ac:picMkLst>
        </pc:picChg>
      </pc:sldChg>
      <pc:sldChg chg="delSp modSp add ord modTransition">
        <pc:chgData name="Cristian Chilipirea" userId="34ab170da5908fc4" providerId="LiveId" clId="{40ACB1C5-0B6B-4C4B-B64C-8C91579DB1E1}" dt="2018-10-02T21:52:58.527" v="1095"/>
        <pc:sldMkLst>
          <pc:docMk/>
          <pc:sldMk cId="1544035050" sldId="539"/>
        </pc:sldMkLst>
        <pc:spChg chg="mod">
          <ac:chgData name="Cristian Chilipirea" userId="34ab170da5908fc4" providerId="LiveId" clId="{40ACB1C5-0B6B-4C4B-B64C-8C91579DB1E1}" dt="2018-10-02T21:41:36.406" v="1044" actId="20577"/>
          <ac:spMkLst>
            <pc:docMk/>
            <pc:sldMk cId="1544035050" sldId="539"/>
            <ac:spMk id="3" creationId="{625E152B-87E2-429C-9420-5FD6B44063FE}"/>
          </ac:spMkLst>
        </pc:spChg>
        <pc:picChg chg="del">
          <ac:chgData name="Cristian Chilipirea" userId="34ab170da5908fc4" providerId="LiveId" clId="{40ACB1C5-0B6B-4C4B-B64C-8C91579DB1E1}" dt="2018-10-02T21:34:43" v="1006" actId="478"/>
          <ac:picMkLst>
            <pc:docMk/>
            <pc:sldMk cId="1544035050" sldId="539"/>
            <ac:picMk id="14" creationId="{B6C59429-8DA0-4492-9391-49E81E30B229}"/>
          </ac:picMkLst>
        </pc:picChg>
      </pc:sldChg>
      <pc:sldChg chg="add modTransition">
        <pc:chgData name="Cristian Chilipirea" userId="34ab170da5908fc4" providerId="LiveId" clId="{40ACB1C5-0B6B-4C4B-B64C-8C91579DB1E1}" dt="2018-10-02T21:52:58.527" v="1095"/>
        <pc:sldMkLst>
          <pc:docMk/>
          <pc:sldMk cId="2002666867" sldId="540"/>
        </pc:sldMkLst>
      </pc:sldChg>
      <pc:sldChg chg="addSp delSp modSp add ord">
        <pc:chgData name="Cristian Chilipirea" userId="34ab170da5908fc4" providerId="LiveId" clId="{40ACB1C5-0B6B-4C4B-B64C-8C91579DB1E1}" dt="2018-10-02T22:16:11.889" v="1265" actId="1076"/>
        <pc:sldMkLst>
          <pc:docMk/>
          <pc:sldMk cId="1888411994" sldId="541"/>
        </pc:sldMkLst>
        <pc:spChg chg="mod">
          <ac:chgData name="Cristian Chilipirea" userId="34ab170da5908fc4" providerId="LiveId" clId="{40ACB1C5-0B6B-4C4B-B64C-8C91579DB1E1}" dt="2018-10-02T22:14:31.327" v="1248"/>
          <ac:spMkLst>
            <pc:docMk/>
            <pc:sldMk cId="1888411994" sldId="541"/>
            <ac:spMk id="2" creationId="{C246B18D-21B3-4B24-B48E-7496160B3CF6}"/>
          </ac:spMkLst>
        </pc:spChg>
        <pc:picChg chg="add del mod">
          <ac:chgData name="Cristian Chilipirea" userId="34ab170da5908fc4" providerId="LiveId" clId="{40ACB1C5-0B6B-4C4B-B64C-8C91579DB1E1}" dt="2018-10-02T22:15:27.215" v="1250" actId="478"/>
          <ac:picMkLst>
            <pc:docMk/>
            <pc:sldMk cId="1888411994" sldId="541"/>
            <ac:picMk id="5" creationId="{8EB89E2F-FB93-43C1-A35F-1210F4AD81A4}"/>
          </ac:picMkLst>
        </pc:picChg>
        <pc:picChg chg="add del mod">
          <ac:chgData name="Cristian Chilipirea" userId="34ab170da5908fc4" providerId="LiveId" clId="{40ACB1C5-0B6B-4C4B-B64C-8C91579DB1E1}" dt="2018-10-02T22:15:35.895" v="1254"/>
          <ac:picMkLst>
            <pc:docMk/>
            <pc:sldMk cId="1888411994" sldId="541"/>
            <ac:picMk id="7" creationId="{C92A7783-639D-461B-9903-314514A82071}"/>
          </ac:picMkLst>
        </pc:picChg>
        <pc:picChg chg="add mod">
          <ac:chgData name="Cristian Chilipirea" userId="34ab170da5908fc4" providerId="LiveId" clId="{40ACB1C5-0B6B-4C4B-B64C-8C91579DB1E1}" dt="2018-10-02T22:16:11.889" v="1265" actId="1076"/>
          <ac:picMkLst>
            <pc:docMk/>
            <pc:sldMk cId="1888411994" sldId="541"/>
            <ac:picMk id="10" creationId="{6E1EEAAC-15B7-4B1C-BE55-B912E8AF4150}"/>
          </ac:picMkLst>
        </pc:picChg>
      </pc:sldChg>
      <pc:sldChg chg="addSp delSp modSp add">
        <pc:chgData name="Cristian Chilipirea" userId="34ab170da5908fc4" providerId="LiveId" clId="{40ACB1C5-0B6B-4C4B-B64C-8C91579DB1E1}" dt="2018-10-02T22:23:20.914" v="1309" actId="1076"/>
        <pc:sldMkLst>
          <pc:docMk/>
          <pc:sldMk cId="3728125730" sldId="542"/>
        </pc:sldMkLst>
        <pc:spChg chg="mod">
          <ac:chgData name="Cristian Chilipirea" userId="34ab170da5908fc4" providerId="LiveId" clId="{40ACB1C5-0B6B-4C4B-B64C-8C91579DB1E1}" dt="2018-10-02T22:22:46.905" v="1302" actId="6549"/>
          <ac:spMkLst>
            <pc:docMk/>
            <pc:sldMk cId="3728125730" sldId="542"/>
            <ac:spMk id="2" creationId="{C3E94133-1880-4417-AA41-BF0388D21CA5}"/>
          </ac:spMkLst>
        </pc:spChg>
        <pc:picChg chg="add mod">
          <ac:chgData name="Cristian Chilipirea" userId="34ab170da5908fc4" providerId="LiveId" clId="{40ACB1C5-0B6B-4C4B-B64C-8C91579DB1E1}" dt="2018-10-02T22:23:20.914" v="1309" actId="1076"/>
          <ac:picMkLst>
            <pc:docMk/>
            <pc:sldMk cId="3728125730" sldId="542"/>
            <ac:picMk id="5" creationId="{16E6390D-3CF4-4876-AFA9-3778A06DEA8D}"/>
          </ac:picMkLst>
        </pc:picChg>
        <pc:picChg chg="del">
          <ac:chgData name="Cristian Chilipirea" userId="34ab170da5908fc4" providerId="LiveId" clId="{40ACB1C5-0B6B-4C4B-B64C-8C91579DB1E1}" dt="2018-10-02T22:23:13.308" v="1304" actId="478"/>
          <ac:picMkLst>
            <pc:docMk/>
            <pc:sldMk cId="3728125730" sldId="542"/>
            <ac:picMk id="6" creationId="{5E4F8245-E006-4689-91C3-C6DA9BAF38C4}"/>
          </ac:picMkLst>
        </pc:picChg>
      </pc:sldChg>
      <pc:sldChg chg="addSp modSp add ord">
        <pc:chgData name="Cristian Chilipirea" userId="34ab170da5908fc4" providerId="LiveId" clId="{40ACB1C5-0B6B-4C4B-B64C-8C91579DB1E1}" dt="2018-10-02T22:26:36.245" v="1354" actId="1076"/>
        <pc:sldMkLst>
          <pc:docMk/>
          <pc:sldMk cId="1289218972" sldId="543"/>
        </pc:sldMkLst>
        <pc:spChg chg="mod">
          <ac:chgData name="Cristian Chilipirea" userId="34ab170da5908fc4" providerId="LiveId" clId="{40ACB1C5-0B6B-4C4B-B64C-8C91579DB1E1}" dt="2018-10-02T22:24:41.064" v="1331" actId="20577"/>
          <ac:spMkLst>
            <pc:docMk/>
            <pc:sldMk cId="1289218972" sldId="543"/>
            <ac:spMk id="2" creationId="{C3E94133-1880-4417-AA41-BF0388D21CA5}"/>
          </ac:spMkLst>
        </pc:spChg>
        <pc:spChg chg="mod">
          <ac:chgData name="Cristian Chilipirea" userId="34ab170da5908fc4" providerId="LiveId" clId="{40ACB1C5-0B6B-4C4B-B64C-8C91579DB1E1}" dt="2018-10-02T22:26:36.245" v="1354" actId="1076"/>
          <ac:spMkLst>
            <pc:docMk/>
            <pc:sldMk cId="1289218972" sldId="543"/>
            <ac:spMk id="7" creationId="{58A3689F-587B-4641-8375-4A623366C697}"/>
          </ac:spMkLst>
        </pc:spChg>
        <pc:spChg chg="mod">
          <ac:chgData name="Cristian Chilipirea" userId="34ab170da5908fc4" providerId="LiveId" clId="{40ACB1C5-0B6B-4C4B-B64C-8C91579DB1E1}" dt="2018-10-02T22:25:43.464" v="1341" actId="20577"/>
          <ac:spMkLst>
            <pc:docMk/>
            <pc:sldMk cId="1289218972" sldId="543"/>
            <ac:spMk id="8" creationId="{63E25340-93D7-48FE-9F1E-B48A2024D976}"/>
          </ac:spMkLst>
        </pc:spChg>
        <pc:spChg chg="add mod">
          <ac:chgData name="Cristian Chilipirea" userId="34ab170da5908fc4" providerId="LiveId" clId="{40ACB1C5-0B6B-4C4B-B64C-8C91579DB1E1}" dt="2018-10-02T22:25:53.291" v="1345" actId="13926"/>
          <ac:spMkLst>
            <pc:docMk/>
            <pc:sldMk cId="1289218972" sldId="543"/>
            <ac:spMk id="9" creationId="{CA70642D-F1F4-4092-B66D-2F16805C9DA1}"/>
          </ac:spMkLst>
        </pc:spChg>
        <pc:spChg chg="add mod">
          <ac:chgData name="Cristian Chilipirea" userId="34ab170da5908fc4" providerId="LiveId" clId="{40ACB1C5-0B6B-4C4B-B64C-8C91579DB1E1}" dt="2018-10-02T22:26:07.581" v="1349" actId="13926"/>
          <ac:spMkLst>
            <pc:docMk/>
            <pc:sldMk cId="1289218972" sldId="543"/>
            <ac:spMk id="10" creationId="{5FA131EE-A608-49FA-B36C-AC313B3513D7}"/>
          </ac:spMkLst>
        </pc:spChg>
      </pc:sldChg>
      <pc:sldChg chg="modSp add">
        <pc:chgData name="Cristian Chilipirea" userId="34ab170da5908fc4" providerId="LiveId" clId="{40ACB1C5-0B6B-4C4B-B64C-8C91579DB1E1}" dt="2018-10-02T22:24:13.026" v="1326" actId="1076"/>
        <pc:sldMkLst>
          <pc:docMk/>
          <pc:sldMk cId="2126027227" sldId="544"/>
        </pc:sldMkLst>
        <pc:spChg chg="mod">
          <ac:chgData name="Cristian Chilipirea" userId="34ab170da5908fc4" providerId="LiveId" clId="{40ACB1C5-0B6B-4C4B-B64C-8C91579DB1E1}" dt="2018-10-02T22:24:13.026" v="1326" actId="1076"/>
          <ac:spMkLst>
            <pc:docMk/>
            <pc:sldMk cId="2126027227" sldId="544"/>
            <ac:spMk id="7" creationId="{58A3689F-587B-4641-8375-4A623366C697}"/>
          </ac:spMkLst>
        </pc:spChg>
      </pc:sldChg>
      <pc:sldChg chg="modSp add">
        <pc:chgData name="Cristian Chilipirea" userId="34ab170da5908fc4" providerId="LiveId" clId="{40ACB1C5-0B6B-4C4B-B64C-8C91579DB1E1}" dt="2018-10-02T22:24:20.180" v="1327" actId="1076"/>
        <pc:sldMkLst>
          <pc:docMk/>
          <pc:sldMk cId="3144370955" sldId="545"/>
        </pc:sldMkLst>
        <pc:spChg chg="mod">
          <ac:chgData name="Cristian Chilipirea" userId="34ab170da5908fc4" providerId="LiveId" clId="{40ACB1C5-0B6B-4C4B-B64C-8C91579DB1E1}" dt="2018-10-02T22:24:20.180" v="1327" actId="1076"/>
          <ac:spMkLst>
            <pc:docMk/>
            <pc:sldMk cId="3144370955" sldId="545"/>
            <ac:spMk id="8" creationId="{63E25340-93D7-48FE-9F1E-B48A2024D976}"/>
          </ac:spMkLst>
        </pc:spChg>
      </pc:sldChg>
      <pc:sldChg chg="modSp add">
        <pc:chgData name="Cristian Chilipirea" userId="34ab170da5908fc4" providerId="LiveId" clId="{40ACB1C5-0B6B-4C4B-B64C-8C91579DB1E1}" dt="2018-10-02T22:24:26.579" v="1328" actId="1076"/>
        <pc:sldMkLst>
          <pc:docMk/>
          <pc:sldMk cId="1882107523" sldId="546"/>
        </pc:sldMkLst>
        <pc:spChg chg="mod">
          <ac:chgData name="Cristian Chilipirea" userId="34ab170da5908fc4" providerId="LiveId" clId="{40ACB1C5-0B6B-4C4B-B64C-8C91579DB1E1}" dt="2018-10-02T22:24:26.579" v="1328" actId="1076"/>
          <ac:spMkLst>
            <pc:docMk/>
            <pc:sldMk cId="1882107523" sldId="546"/>
            <ac:spMk id="7" creationId="{58A3689F-587B-4641-8375-4A623366C697}"/>
          </ac:spMkLst>
        </pc:spChg>
      </pc:sldChg>
      <pc:sldChg chg="modSp add">
        <pc:chgData name="Cristian Chilipirea" userId="34ab170da5908fc4" providerId="LiveId" clId="{40ACB1C5-0B6B-4C4B-B64C-8C91579DB1E1}" dt="2018-10-02T22:26:42.414" v="1355" actId="1076"/>
        <pc:sldMkLst>
          <pc:docMk/>
          <pc:sldMk cId="558091035" sldId="547"/>
        </pc:sldMkLst>
        <pc:spChg chg="mod">
          <ac:chgData name="Cristian Chilipirea" userId="34ab170da5908fc4" providerId="LiveId" clId="{40ACB1C5-0B6B-4C4B-B64C-8C91579DB1E1}" dt="2018-10-02T22:26:42.414" v="1355" actId="1076"/>
          <ac:spMkLst>
            <pc:docMk/>
            <pc:sldMk cId="558091035" sldId="547"/>
            <ac:spMk id="9" creationId="{CA70642D-F1F4-4092-B66D-2F16805C9DA1}"/>
          </ac:spMkLst>
        </pc:spChg>
      </pc:sldChg>
      <pc:sldChg chg="modSp add">
        <pc:chgData name="Cristian Chilipirea" userId="34ab170da5908fc4" providerId="LiveId" clId="{40ACB1C5-0B6B-4C4B-B64C-8C91579DB1E1}" dt="2018-10-02T22:27:59.961" v="1400" actId="1076"/>
        <pc:sldMkLst>
          <pc:docMk/>
          <pc:sldMk cId="3034493033" sldId="548"/>
        </pc:sldMkLst>
        <pc:spChg chg="mod">
          <ac:chgData name="Cristian Chilipirea" userId="34ab170da5908fc4" providerId="LiveId" clId="{40ACB1C5-0B6B-4C4B-B64C-8C91579DB1E1}" dt="2018-10-02T22:27:59.961" v="1400" actId="1076"/>
          <ac:spMkLst>
            <pc:docMk/>
            <pc:sldMk cId="3034493033" sldId="548"/>
            <ac:spMk id="9" creationId="{CA70642D-F1F4-4092-B66D-2F16805C9DA1}"/>
          </ac:spMkLst>
        </pc:spChg>
        <pc:spChg chg="mod">
          <ac:chgData name="Cristian Chilipirea" userId="34ab170da5908fc4" providerId="LiveId" clId="{40ACB1C5-0B6B-4C4B-B64C-8C91579DB1E1}" dt="2018-10-02T22:26:48.190" v="1356" actId="1076"/>
          <ac:spMkLst>
            <pc:docMk/>
            <pc:sldMk cId="3034493033" sldId="548"/>
            <ac:spMk id="10" creationId="{5FA131EE-A608-49FA-B36C-AC313B3513D7}"/>
          </ac:spMkLst>
        </pc:spChg>
      </pc:sldChg>
      <pc:sldChg chg="modSp add">
        <pc:chgData name="Cristian Chilipirea" userId="34ab170da5908fc4" providerId="LiveId" clId="{40ACB1C5-0B6B-4C4B-B64C-8C91579DB1E1}" dt="2018-10-02T22:26:52.128" v="1357" actId="1076"/>
        <pc:sldMkLst>
          <pc:docMk/>
          <pc:sldMk cId="2448597296" sldId="549"/>
        </pc:sldMkLst>
        <pc:spChg chg="mod">
          <ac:chgData name="Cristian Chilipirea" userId="34ab170da5908fc4" providerId="LiveId" clId="{40ACB1C5-0B6B-4C4B-B64C-8C91579DB1E1}" dt="2018-10-02T22:26:52.128" v="1357" actId="1076"/>
          <ac:spMkLst>
            <pc:docMk/>
            <pc:sldMk cId="2448597296" sldId="549"/>
            <ac:spMk id="7" creationId="{58A3689F-587B-4641-8375-4A623366C697}"/>
          </ac:spMkLst>
        </pc:spChg>
      </pc:sldChg>
      <pc:sldChg chg="modSp add">
        <pc:chgData name="Cristian Chilipirea" userId="34ab170da5908fc4" providerId="LiveId" clId="{40ACB1C5-0B6B-4C4B-B64C-8C91579DB1E1}" dt="2018-10-02T22:28:09.778" v="1401" actId="1076"/>
        <pc:sldMkLst>
          <pc:docMk/>
          <pc:sldMk cId="3128890427" sldId="550"/>
        </pc:sldMkLst>
        <pc:spChg chg="mod">
          <ac:chgData name="Cristian Chilipirea" userId="34ab170da5908fc4" providerId="LiveId" clId="{40ACB1C5-0B6B-4C4B-B64C-8C91579DB1E1}" dt="2018-10-02T22:28:09.778" v="1401" actId="1076"/>
          <ac:spMkLst>
            <pc:docMk/>
            <pc:sldMk cId="3128890427" sldId="550"/>
            <ac:spMk id="8" creationId="{63E25340-93D7-48FE-9F1E-B48A2024D976}"/>
          </ac:spMkLst>
        </pc:spChg>
        <pc:spChg chg="mod">
          <ac:chgData name="Cristian Chilipirea" userId="34ab170da5908fc4" providerId="LiveId" clId="{40ACB1C5-0B6B-4C4B-B64C-8C91579DB1E1}" dt="2018-10-02T22:26:58.864" v="1358" actId="1076"/>
          <ac:spMkLst>
            <pc:docMk/>
            <pc:sldMk cId="3128890427" sldId="550"/>
            <ac:spMk id="9" creationId="{CA70642D-F1F4-4092-B66D-2F16805C9DA1}"/>
          </ac:spMkLst>
        </pc:spChg>
      </pc:sldChg>
      <pc:sldChg chg="addSp modSp add ord">
        <pc:chgData name="Cristian Chilipirea" userId="34ab170da5908fc4" providerId="LiveId" clId="{40ACB1C5-0B6B-4C4B-B64C-8C91579DB1E1}" dt="2018-10-02T22:28:56.393" v="1402" actId="1076"/>
        <pc:sldMkLst>
          <pc:docMk/>
          <pc:sldMk cId="447635862" sldId="551"/>
        </pc:sldMkLst>
        <pc:spChg chg="add mod">
          <ac:chgData name="Cristian Chilipirea" userId="34ab170da5908fc4" providerId="LiveId" clId="{40ACB1C5-0B6B-4C4B-B64C-8C91579DB1E1}" dt="2018-10-02T22:28:56.393" v="1402" actId="1076"/>
          <ac:spMkLst>
            <pc:docMk/>
            <pc:sldMk cId="447635862" sldId="551"/>
            <ac:spMk id="3" creationId="{6634E7C2-E6C2-465A-8B72-4336D89C5A7C}"/>
          </ac:spMkLst>
        </pc:spChg>
        <pc:picChg chg="mod">
          <ac:chgData name="Cristian Chilipirea" userId="34ab170da5908fc4" providerId="LiveId" clId="{40ACB1C5-0B6B-4C4B-B64C-8C91579DB1E1}" dt="2018-10-02T22:27:21.203" v="1361" actId="1076"/>
          <ac:picMkLst>
            <pc:docMk/>
            <pc:sldMk cId="447635862" sldId="551"/>
            <ac:picMk id="9" creationId="{B7F921F1-4454-4E6F-B39A-5AF94E4C7D58}"/>
          </ac:picMkLst>
        </pc:picChg>
      </pc:sldChg>
      <pc:sldChg chg="modSp add">
        <pc:chgData name="Cristian Chilipirea" userId="34ab170da5908fc4" providerId="LiveId" clId="{40ACB1C5-0B6B-4C4B-B64C-8C91579DB1E1}" dt="2018-10-02T22:29:32.098" v="1524" actId="20577"/>
        <pc:sldMkLst>
          <pc:docMk/>
          <pc:sldMk cId="1483517246" sldId="552"/>
        </pc:sldMkLst>
        <pc:spChg chg="mod">
          <ac:chgData name="Cristian Chilipirea" userId="34ab170da5908fc4" providerId="LiveId" clId="{40ACB1C5-0B6B-4C4B-B64C-8C91579DB1E1}" dt="2018-10-02T22:29:32.098" v="1524" actId="20577"/>
          <ac:spMkLst>
            <pc:docMk/>
            <pc:sldMk cId="1483517246" sldId="552"/>
            <ac:spMk id="3" creationId="{6634E7C2-E6C2-465A-8B72-4336D89C5A7C}"/>
          </ac:spMkLst>
        </pc:spChg>
      </pc:sldChg>
      <pc:sldChg chg="modSp add">
        <pc:chgData name="Cristian Chilipirea" userId="34ab170da5908fc4" providerId="LiveId" clId="{40ACB1C5-0B6B-4C4B-B64C-8C91579DB1E1}" dt="2018-10-02T22:30:29.977" v="1677" actId="20577"/>
        <pc:sldMkLst>
          <pc:docMk/>
          <pc:sldMk cId="901537233" sldId="553"/>
        </pc:sldMkLst>
        <pc:spChg chg="mod">
          <ac:chgData name="Cristian Chilipirea" userId="34ab170da5908fc4" providerId="LiveId" clId="{40ACB1C5-0B6B-4C4B-B64C-8C91579DB1E1}" dt="2018-10-02T22:30:29.977" v="1677" actId="20577"/>
          <ac:spMkLst>
            <pc:docMk/>
            <pc:sldMk cId="901537233" sldId="553"/>
            <ac:spMk id="3" creationId="{6634E7C2-E6C2-465A-8B72-4336D89C5A7C}"/>
          </ac:spMkLst>
        </pc:spChg>
      </pc:sldChg>
      <pc:sldChg chg="modSp add">
        <pc:chgData name="Cristian Chilipirea" userId="34ab170da5908fc4" providerId="LiveId" clId="{40ACB1C5-0B6B-4C4B-B64C-8C91579DB1E1}" dt="2018-10-02T22:30:50.814" v="1688" actId="113"/>
        <pc:sldMkLst>
          <pc:docMk/>
          <pc:sldMk cId="1544456519" sldId="554"/>
        </pc:sldMkLst>
        <pc:spChg chg="mod">
          <ac:chgData name="Cristian Chilipirea" userId="34ab170da5908fc4" providerId="LiveId" clId="{40ACB1C5-0B6B-4C4B-B64C-8C91579DB1E1}" dt="2018-10-02T22:30:50.814" v="1688" actId="113"/>
          <ac:spMkLst>
            <pc:docMk/>
            <pc:sldMk cId="1544456519" sldId="554"/>
            <ac:spMk id="3" creationId="{6634E7C2-E6C2-465A-8B72-4336D89C5A7C}"/>
          </ac:spMkLst>
        </pc:spChg>
      </pc:sldChg>
      <pc:sldChg chg="modSp add del">
        <pc:chgData name="Cristian Chilipirea" userId="34ab170da5908fc4" providerId="LiveId" clId="{40ACB1C5-0B6B-4C4B-B64C-8C91579DB1E1}" dt="2018-10-04T13:40:32.059" v="1740" actId="2696"/>
        <pc:sldMkLst>
          <pc:docMk/>
          <pc:sldMk cId="2819740296" sldId="555"/>
        </pc:sldMkLst>
        <pc:spChg chg="mod">
          <ac:chgData name="Cristian Chilipirea" userId="34ab170da5908fc4" providerId="LiveId" clId="{40ACB1C5-0B6B-4C4B-B64C-8C91579DB1E1}" dt="2018-10-02T22:32:43.693" v="1707" actId="20577"/>
          <ac:spMkLst>
            <pc:docMk/>
            <pc:sldMk cId="2819740296" sldId="555"/>
            <ac:spMk id="2" creationId="{756317EE-1FA7-45AA-BF09-F92CA42BDD93}"/>
          </ac:spMkLst>
        </pc:spChg>
        <pc:spChg chg="mod">
          <ac:chgData name="Cristian Chilipirea" userId="34ab170da5908fc4" providerId="LiveId" clId="{40ACB1C5-0B6B-4C4B-B64C-8C91579DB1E1}" dt="2018-10-02T22:33:54.761" v="1738" actId="20577"/>
          <ac:spMkLst>
            <pc:docMk/>
            <pc:sldMk cId="2819740296" sldId="555"/>
            <ac:spMk id="3" creationId="{5A14C1F4-F0BE-4574-8BC1-C0AAD28D5DFD}"/>
          </ac:spMkLst>
        </pc:spChg>
      </pc:sldChg>
      <pc:sldChg chg="modSp add del">
        <pc:chgData name="Cristian Chilipirea" userId="34ab170da5908fc4" providerId="LiveId" clId="{40ACB1C5-0B6B-4C4B-B64C-8C91579DB1E1}" dt="2018-10-04T13:40:32.650" v="1741" actId="2696"/>
        <pc:sldMkLst>
          <pc:docMk/>
          <pc:sldMk cId="2622810347" sldId="556"/>
        </pc:sldMkLst>
        <pc:spChg chg="mod">
          <ac:chgData name="Cristian Chilipirea" userId="34ab170da5908fc4" providerId="LiveId" clId="{40ACB1C5-0B6B-4C4B-B64C-8C91579DB1E1}" dt="2018-10-02T22:33:05.050" v="1714" actId="20577"/>
          <ac:spMkLst>
            <pc:docMk/>
            <pc:sldMk cId="2622810347" sldId="556"/>
            <ac:spMk id="3" creationId="{5A14C1F4-F0BE-4574-8BC1-C0AAD28D5DFD}"/>
          </ac:spMkLst>
        </pc:spChg>
      </pc:sldChg>
      <pc:sldMasterChg chg="modTransition modSldLayout">
        <pc:chgData name="Cristian Chilipirea" userId="34ab170da5908fc4" providerId="LiveId" clId="{40ACB1C5-0B6B-4C4B-B64C-8C91579DB1E1}" dt="2018-10-02T21:52:58.527" v="1095"/>
        <pc:sldMasterMkLst>
          <pc:docMk/>
          <pc:sldMasterMk cId="0" sldId="2147483661"/>
        </pc:sldMasterMkLst>
        <pc:sldLayoutChg chg="modTransition">
          <pc:chgData name="Cristian Chilipirea" userId="34ab170da5908fc4" providerId="LiveId" clId="{40ACB1C5-0B6B-4C4B-B64C-8C91579DB1E1}" dt="2018-10-02T21:52:58.527" v="1095"/>
          <pc:sldLayoutMkLst>
            <pc:docMk/>
            <pc:sldMasterMk cId="0" sldId="2147483661"/>
            <pc:sldLayoutMk cId="1635393719" sldId="2147483976"/>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314545740" sldId="2147483977"/>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1764456477" sldId="2147483978"/>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310983217" sldId="2147483979"/>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2750434662" sldId="2147483980"/>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740172351" sldId="2147483981"/>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214260995" sldId="2147483982"/>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2387053853" sldId="2147483983"/>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2202867552" sldId="2147483984"/>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1079532080" sldId="2147483985"/>
          </pc:sldLayoutMkLst>
        </pc:sldLayoutChg>
        <pc:sldLayoutChg chg="modTransition">
          <pc:chgData name="Cristian Chilipirea" userId="34ab170da5908fc4" providerId="LiveId" clId="{40ACB1C5-0B6B-4C4B-B64C-8C91579DB1E1}" dt="2018-10-02T21:52:58.527" v="1095"/>
          <pc:sldLayoutMkLst>
            <pc:docMk/>
            <pc:sldMasterMk cId="0" sldId="2147483661"/>
            <pc:sldLayoutMk cId="288672095" sldId="2147483986"/>
          </pc:sldLayoutMkLst>
        </pc:sldLayoutChg>
      </pc:sldMasterChg>
    </pc:docChg>
  </pc:docChgLst>
  <pc:docChgLst>
    <pc:chgData name="Cristian Chilipirea" userId="34ab170da5908fc4" providerId="LiveId" clId="{7840C37D-FDDB-4314-A31E-446F31402874}"/>
    <pc:docChg chg="undo addSld delSld modSld modSection">
      <pc:chgData name="Cristian Chilipirea" userId="34ab170da5908fc4" providerId="LiveId" clId="{7840C37D-FDDB-4314-A31E-446F31402874}" dt="2019-10-13T10:50:16.213" v="381"/>
      <pc:docMkLst>
        <pc:docMk/>
      </pc:docMkLst>
      <pc:sldChg chg="modSp">
        <pc:chgData name="Cristian Chilipirea" userId="34ab170da5908fc4" providerId="LiveId" clId="{7840C37D-FDDB-4314-A31E-446F31402874}" dt="2019-10-13T10:35:49.864" v="23"/>
        <pc:sldMkLst>
          <pc:docMk/>
          <pc:sldMk cId="0" sldId="485"/>
        </pc:sldMkLst>
        <pc:spChg chg="mod">
          <ac:chgData name="Cristian Chilipirea" userId="34ab170da5908fc4" providerId="LiveId" clId="{7840C37D-FDDB-4314-A31E-446F31402874}" dt="2019-10-13T10:35:49.864" v="23"/>
          <ac:spMkLst>
            <pc:docMk/>
            <pc:sldMk cId="0" sldId="485"/>
            <ac:spMk id="15361" creationId="{B7373C27-AE51-474E-BA1F-0C5F0233AACE}"/>
          </ac:spMkLst>
        </pc:spChg>
      </pc:sldChg>
      <pc:sldChg chg="del">
        <pc:chgData name="Cristian Chilipirea" userId="34ab170da5908fc4" providerId="LiveId" clId="{7840C37D-FDDB-4314-A31E-446F31402874}" dt="2019-10-13T10:35:41.888" v="0" actId="2696"/>
        <pc:sldMkLst>
          <pc:docMk/>
          <pc:sldMk cId="82765791" sldId="486"/>
        </pc:sldMkLst>
      </pc:sldChg>
      <pc:sldChg chg="addSp delSp modSp add">
        <pc:chgData name="Cristian Chilipirea" userId="34ab170da5908fc4" providerId="LiveId" clId="{7840C37D-FDDB-4314-A31E-446F31402874}" dt="2019-10-13T10:36:32.873" v="29"/>
        <pc:sldMkLst>
          <pc:docMk/>
          <pc:sldMk cId="2338593371" sldId="486"/>
        </pc:sldMkLst>
        <pc:spChg chg="mod">
          <ac:chgData name="Cristian Chilipirea" userId="34ab170da5908fc4" providerId="LiveId" clId="{7840C37D-FDDB-4314-A31E-446F31402874}" dt="2019-10-13T10:35:57.638" v="25"/>
          <ac:spMkLst>
            <pc:docMk/>
            <pc:sldMk cId="2338593371" sldId="486"/>
            <ac:spMk id="2" creationId="{B9808585-3E9A-482E-9979-16C4C9043B58}"/>
          </ac:spMkLst>
        </pc:spChg>
        <pc:spChg chg="del">
          <ac:chgData name="Cristian Chilipirea" userId="34ab170da5908fc4" providerId="LiveId" clId="{7840C37D-FDDB-4314-A31E-446F31402874}" dt="2019-10-13T10:36:30.722" v="26" actId="478"/>
          <ac:spMkLst>
            <pc:docMk/>
            <pc:sldMk cId="2338593371" sldId="486"/>
            <ac:spMk id="3" creationId="{A5F3EE3C-A748-4CA7-AEFA-BC8891A272D3}"/>
          </ac:spMkLst>
        </pc:spChg>
        <pc:spChg chg="add del">
          <ac:chgData name="Cristian Chilipirea" userId="34ab170da5908fc4" providerId="LiveId" clId="{7840C37D-FDDB-4314-A31E-446F31402874}" dt="2019-10-13T10:36:32.862" v="28"/>
          <ac:spMkLst>
            <pc:docMk/>
            <pc:sldMk cId="2338593371" sldId="486"/>
            <ac:spMk id="4" creationId="{2B18BB36-4791-436C-8A83-074CA4A416D2}"/>
          </ac:spMkLst>
        </pc:spChg>
        <pc:spChg chg="add">
          <ac:chgData name="Cristian Chilipirea" userId="34ab170da5908fc4" providerId="LiveId" clId="{7840C37D-FDDB-4314-A31E-446F31402874}" dt="2019-10-13T10:36:32.873" v="29"/>
          <ac:spMkLst>
            <pc:docMk/>
            <pc:sldMk cId="2338593371" sldId="486"/>
            <ac:spMk id="5" creationId="{8BB290BD-77F4-41B0-8050-C3F38A40DA7A}"/>
          </ac:spMkLst>
        </pc:spChg>
      </pc:sldChg>
      <pc:sldChg chg="del">
        <pc:chgData name="Cristian Chilipirea" userId="34ab170da5908fc4" providerId="LiveId" clId="{7840C37D-FDDB-4314-A31E-446F31402874}" dt="2019-10-13T10:35:42.383" v="1" actId="2696"/>
        <pc:sldMkLst>
          <pc:docMk/>
          <pc:sldMk cId="3808378620" sldId="487"/>
        </pc:sldMkLst>
      </pc:sldChg>
      <pc:sldChg chg="addSp delSp modSp add modAnim">
        <pc:chgData name="Cristian Chilipirea" userId="34ab170da5908fc4" providerId="LiveId" clId="{7840C37D-FDDB-4314-A31E-446F31402874}" dt="2019-10-13T10:36:46.748" v="36"/>
        <pc:sldMkLst>
          <pc:docMk/>
          <pc:sldMk cId="4290695015" sldId="487"/>
        </pc:sldMkLst>
        <pc:spChg chg="mod">
          <ac:chgData name="Cristian Chilipirea" userId="34ab170da5908fc4" providerId="LiveId" clId="{7840C37D-FDDB-4314-A31E-446F31402874}" dt="2019-10-13T10:36:39.008" v="31"/>
          <ac:spMkLst>
            <pc:docMk/>
            <pc:sldMk cId="4290695015" sldId="487"/>
            <ac:spMk id="2" creationId="{A0E56962-24FF-4D6A-BD4B-7211168095C3}"/>
          </ac:spMkLst>
        </pc:spChg>
        <pc:spChg chg="del">
          <ac:chgData name="Cristian Chilipirea" userId="34ab170da5908fc4" providerId="LiveId" clId="{7840C37D-FDDB-4314-A31E-446F31402874}" dt="2019-10-13T10:36:41.439" v="32" actId="478"/>
          <ac:spMkLst>
            <pc:docMk/>
            <pc:sldMk cId="4290695015" sldId="487"/>
            <ac:spMk id="3" creationId="{A083F2C7-8904-4A79-BDD2-3046405D4041}"/>
          </ac:spMkLst>
        </pc:spChg>
        <pc:spChg chg="add del mod">
          <ac:chgData name="Cristian Chilipirea" userId="34ab170da5908fc4" providerId="LiveId" clId="{7840C37D-FDDB-4314-A31E-446F31402874}" dt="2019-10-13T10:36:46.736" v="35"/>
          <ac:spMkLst>
            <pc:docMk/>
            <pc:sldMk cId="4290695015" sldId="487"/>
            <ac:spMk id="4" creationId="{C1A8B81B-218F-40C8-AA13-5DFDBC9C3F3D}"/>
          </ac:spMkLst>
        </pc:spChg>
        <pc:spChg chg="add">
          <ac:chgData name="Cristian Chilipirea" userId="34ab170da5908fc4" providerId="LiveId" clId="{7840C37D-FDDB-4314-A31E-446F31402874}" dt="2019-10-13T10:36:46.748" v="36"/>
          <ac:spMkLst>
            <pc:docMk/>
            <pc:sldMk cId="4290695015" sldId="487"/>
            <ac:spMk id="5" creationId="{7FBE6F44-C4FC-4B81-B15C-C6919665ED8B}"/>
          </ac:spMkLst>
        </pc:spChg>
      </pc:sldChg>
      <pc:sldChg chg="del">
        <pc:chgData name="Cristian Chilipirea" userId="34ab170da5908fc4" providerId="LiveId" clId="{7840C37D-FDDB-4314-A31E-446F31402874}" dt="2019-10-13T10:35:42.438" v="2" actId="2696"/>
        <pc:sldMkLst>
          <pc:docMk/>
          <pc:sldMk cId="2485176181" sldId="488"/>
        </pc:sldMkLst>
      </pc:sldChg>
      <pc:sldChg chg="addSp delSp modSp add">
        <pc:chgData name="Cristian Chilipirea" userId="34ab170da5908fc4" providerId="LiveId" clId="{7840C37D-FDDB-4314-A31E-446F31402874}" dt="2019-10-13T10:37:02.767" v="43" actId="1076"/>
        <pc:sldMkLst>
          <pc:docMk/>
          <pc:sldMk cId="3485697799" sldId="488"/>
        </pc:sldMkLst>
        <pc:spChg chg="mod">
          <ac:chgData name="Cristian Chilipirea" userId="34ab170da5908fc4" providerId="LiveId" clId="{7840C37D-FDDB-4314-A31E-446F31402874}" dt="2019-10-13T10:36:53.062" v="38"/>
          <ac:spMkLst>
            <pc:docMk/>
            <pc:sldMk cId="3485697799" sldId="488"/>
            <ac:spMk id="2" creationId="{992E9F12-ADC8-42C4-9670-C0F1CC638971}"/>
          </ac:spMkLst>
        </pc:spChg>
        <pc:spChg chg="del">
          <ac:chgData name="Cristian Chilipirea" userId="34ab170da5908fc4" providerId="LiveId" clId="{7840C37D-FDDB-4314-A31E-446F31402874}" dt="2019-10-13T10:36:55.326" v="39" actId="478"/>
          <ac:spMkLst>
            <pc:docMk/>
            <pc:sldMk cId="3485697799" sldId="488"/>
            <ac:spMk id="3" creationId="{84CD5C51-800A-4456-A248-3A30CA5F2F4A}"/>
          </ac:spMkLst>
        </pc:spChg>
        <pc:spChg chg="add del">
          <ac:chgData name="Cristian Chilipirea" userId="34ab170da5908fc4" providerId="LiveId" clId="{7840C37D-FDDB-4314-A31E-446F31402874}" dt="2019-10-13T10:37:00.665" v="41"/>
          <ac:spMkLst>
            <pc:docMk/>
            <pc:sldMk cId="3485697799" sldId="488"/>
            <ac:spMk id="4" creationId="{350FD90D-6501-46ED-90E7-ABDFE7D0179C}"/>
          </ac:spMkLst>
        </pc:spChg>
        <pc:spChg chg="add mod">
          <ac:chgData name="Cristian Chilipirea" userId="34ab170da5908fc4" providerId="LiveId" clId="{7840C37D-FDDB-4314-A31E-446F31402874}" dt="2019-10-13T10:37:02.767" v="43" actId="1076"/>
          <ac:spMkLst>
            <pc:docMk/>
            <pc:sldMk cId="3485697799" sldId="488"/>
            <ac:spMk id="5" creationId="{5E6E2C07-456B-45FC-BF37-15B265DAA3F5}"/>
          </ac:spMkLst>
        </pc:spChg>
      </pc:sldChg>
      <pc:sldChg chg="del">
        <pc:chgData name="Cristian Chilipirea" userId="34ab170da5908fc4" providerId="LiveId" clId="{7840C37D-FDDB-4314-A31E-446F31402874}" dt="2019-10-13T10:35:42.495" v="3" actId="2696"/>
        <pc:sldMkLst>
          <pc:docMk/>
          <pc:sldMk cId="153538803" sldId="489"/>
        </pc:sldMkLst>
      </pc:sldChg>
      <pc:sldChg chg="addSp delSp modSp add">
        <pc:chgData name="Cristian Chilipirea" userId="34ab170da5908fc4" providerId="LiveId" clId="{7840C37D-FDDB-4314-A31E-446F31402874}" dt="2019-10-13T10:37:19.241" v="50" actId="1076"/>
        <pc:sldMkLst>
          <pc:docMk/>
          <pc:sldMk cId="3198136285" sldId="489"/>
        </pc:sldMkLst>
        <pc:spChg chg="mod">
          <ac:chgData name="Cristian Chilipirea" userId="34ab170da5908fc4" providerId="LiveId" clId="{7840C37D-FDDB-4314-A31E-446F31402874}" dt="2019-10-13T10:37:09.628" v="45"/>
          <ac:spMkLst>
            <pc:docMk/>
            <pc:sldMk cId="3198136285" sldId="489"/>
            <ac:spMk id="2" creationId="{0756F962-085C-4450-B3F4-A28FE1E7D9C7}"/>
          </ac:spMkLst>
        </pc:spChg>
        <pc:spChg chg="del">
          <ac:chgData name="Cristian Chilipirea" userId="34ab170da5908fc4" providerId="LiveId" clId="{7840C37D-FDDB-4314-A31E-446F31402874}" dt="2019-10-13T10:37:11.859" v="46" actId="478"/>
          <ac:spMkLst>
            <pc:docMk/>
            <pc:sldMk cId="3198136285" sldId="489"/>
            <ac:spMk id="3" creationId="{FD4AFBD4-E0BA-4E02-9F1C-BF7A7281A907}"/>
          </ac:spMkLst>
        </pc:spChg>
        <pc:spChg chg="add del">
          <ac:chgData name="Cristian Chilipirea" userId="34ab170da5908fc4" providerId="LiveId" clId="{7840C37D-FDDB-4314-A31E-446F31402874}" dt="2019-10-13T10:37:17.336" v="48"/>
          <ac:spMkLst>
            <pc:docMk/>
            <pc:sldMk cId="3198136285" sldId="489"/>
            <ac:spMk id="4" creationId="{A24B5529-596D-4C4B-A1F0-FA311930D820}"/>
          </ac:spMkLst>
        </pc:spChg>
        <pc:spChg chg="add mod">
          <ac:chgData name="Cristian Chilipirea" userId="34ab170da5908fc4" providerId="LiveId" clId="{7840C37D-FDDB-4314-A31E-446F31402874}" dt="2019-10-13T10:37:19.241" v="50" actId="1076"/>
          <ac:spMkLst>
            <pc:docMk/>
            <pc:sldMk cId="3198136285" sldId="489"/>
            <ac:spMk id="5" creationId="{B56D60DB-6879-47B2-9A9D-58C280166BF2}"/>
          </ac:spMkLst>
        </pc:spChg>
      </pc:sldChg>
      <pc:sldChg chg="addSp delSp modSp add">
        <pc:chgData name="Cristian Chilipirea" userId="34ab170da5908fc4" providerId="LiveId" clId="{7840C37D-FDDB-4314-A31E-446F31402874}" dt="2019-10-13T10:37:34.146" v="57" actId="1076"/>
        <pc:sldMkLst>
          <pc:docMk/>
          <pc:sldMk cId="1494177774" sldId="490"/>
        </pc:sldMkLst>
        <pc:spChg chg="mod">
          <ac:chgData name="Cristian Chilipirea" userId="34ab170da5908fc4" providerId="LiveId" clId="{7840C37D-FDDB-4314-A31E-446F31402874}" dt="2019-10-13T10:37:25.231" v="52"/>
          <ac:spMkLst>
            <pc:docMk/>
            <pc:sldMk cId="1494177774" sldId="490"/>
            <ac:spMk id="2" creationId="{F069374C-B1F3-4B6E-B5D5-14D7C137A2BF}"/>
          </ac:spMkLst>
        </pc:spChg>
        <pc:spChg chg="del">
          <ac:chgData name="Cristian Chilipirea" userId="34ab170da5908fc4" providerId="LiveId" clId="{7840C37D-FDDB-4314-A31E-446F31402874}" dt="2019-10-13T10:37:26.894" v="53" actId="478"/>
          <ac:spMkLst>
            <pc:docMk/>
            <pc:sldMk cId="1494177774" sldId="490"/>
            <ac:spMk id="3" creationId="{5E9CC154-E823-4D26-B288-229A773D8A5F}"/>
          </ac:spMkLst>
        </pc:spChg>
        <pc:spChg chg="add del">
          <ac:chgData name="Cristian Chilipirea" userId="34ab170da5908fc4" providerId="LiveId" clId="{7840C37D-FDDB-4314-A31E-446F31402874}" dt="2019-10-13T10:37:32.155" v="55"/>
          <ac:spMkLst>
            <pc:docMk/>
            <pc:sldMk cId="1494177774" sldId="490"/>
            <ac:spMk id="4" creationId="{6909C5D7-AACB-40F6-9CAC-B23EDEA766DA}"/>
          </ac:spMkLst>
        </pc:spChg>
        <pc:spChg chg="add mod">
          <ac:chgData name="Cristian Chilipirea" userId="34ab170da5908fc4" providerId="LiveId" clId="{7840C37D-FDDB-4314-A31E-446F31402874}" dt="2019-10-13T10:37:34.146" v="57" actId="1076"/>
          <ac:spMkLst>
            <pc:docMk/>
            <pc:sldMk cId="1494177774" sldId="490"/>
            <ac:spMk id="5" creationId="{C451349E-F407-4642-9D52-9B2510FEFE3F}"/>
          </ac:spMkLst>
        </pc:spChg>
      </pc:sldChg>
      <pc:sldChg chg="del">
        <pc:chgData name="Cristian Chilipirea" userId="34ab170da5908fc4" providerId="LiveId" clId="{7840C37D-FDDB-4314-A31E-446F31402874}" dt="2019-10-13T10:35:42.555" v="4" actId="2696"/>
        <pc:sldMkLst>
          <pc:docMk/>
          <pc:sldMk cId="4285981982" sldId="490"/>
        </pc:sldMkLst>
      </pc:sldChg>
      <pc:sldChg chg="addSp delSp modSp add">
        <pc:chgData name="Cristian Chilipirea" userId="34ab170da5908fc4" providerId="LiveId" clId="{7840C37D-FDDB-4314-A31E-446F31402874}" dt="2019-10-13T10:37:50.852" v="64" actId="1076"/>
        <pc:sldMkLst>
          <pc:docMk/>
          <pc:sldMk cId="504263197" sldId="491"/>
        </pc:sldMkLst>
        <pc:spChg chg="mod">
          <ac:chgData name="Cristian Chilipirea" userId="34ab170da5908fc4" providerId="LiveId" clId="{7840C37D-FDDB-4314-A31E-446F31402874}" dt="2019-10-13T10:37:40.299" v="59"/>
          <ac:spMkLst>
            <pc:docMk/>
            <pc:sldMk cId="504263197" sldId="491"/>
            <ac:spMk id="2" creationId="{8DD6C092-F0CB-4029-82ED-0C3298402A05}"/>
          </ac:spMkLst>
        </pc:spChg>
        <pc:spChg chg="del">
          <ac:chgData name="Cristian Chilipirea" userId="34ab170da5908fc4" providerId="LiveId" clId="{7840C37D-FDDB-4314-A31E-446F31402874}" dt="2019-10-13T10:37:42.235" v="60" actId="478"/>
          <ac:spMkLst>
            <pc:docMk/>
            <pc:sldMk cId="504263197" sldId="491"/>
            <ac:spMk id="3" creationId="{BBAEB694-7238-44AF-8379-6E3F9F621A2E}"/>
          </ac:spMkLst>
        </pc:spChg>
        <pc:spChg chg="add del">
          <ac:chgData name="Cristian Chilipirea" userId="34ab170da5908fc4" providerId="LiveId" clId="{7840C37D-FDDB-4314-A31E-446F31402874}" dt="2019-10-13T10:37:47.055" v="62"/>
          <ac:spMkLst>
            <pc:docMk/>
            <pc:sldMk cId="504263197" sldId="491"/>
            <ac:spMk id="4" creationId="{57EA311B-2E1A-4AC8-B0EC-DB1DD276F9DC}"/>
          </ac:spMkLst>
        </pc:spChg>
        <pc:spChg chg="add mod">
          <ac:chgData name="Cristian Chilipirea" userId="34ab170da5908fc4" providerId="LiveId" clId="{7840C37D-FDDB-4314-A31E-446F31402874}" dt="2019-10-13T10:37:50.852" v="64" actId="1076"/>
          <ac:spMkLst>
            <pc:docMk/>
            <pc:sldMk cId="504263197" sldId="491"/>
            <ac:spMk id="5" creationId="{7BA8441A-59DE-48FB-87E5-8DA7FA2C1129}"/>
          </ac:spMkLst>
        </pc:spChg>
      </pc:sldChg>
      <pc:sldChg chg="del">
        <pc:chgData name="Cristian Chilipirea" userId="34ab170da5908fc4" providerId="LiveId" clId="{7840C37D-FDDB-4314-A31E-446F31402874}" dt="2019-10-13T10:35:42.581" v="5" actId="2696"/>
        <pc:sldMkLst>
          <pc:docMk/>
          <pc:sldMk cId="568663443" sldId="491"/>
        </pc:sldMkLst>
      </pc:sldChg>
      <pc:sldChg chg="addSp delSp modSp add">
        <pc:chgData name="Cristian Chilipirea" userId="34ab170da5908fc4" providerId="LiveId" clId="{7840C37D-FDDB-4314-A31E-446F31402874}" dt="2019-10-13T10:38:04.998" v="71" actId="1076"/>
        <pc:sldMkLst>
          <pc:docMk/>
          <pc:sldMk cId="3412107781" sldId="492"/>
        </pc:sldMkLst>
        <pc:spChg chg="mod">
          <ac:chgData name="Cristian Chilipirea" userId="34ab170da5908fc4" providerId="LiveId" clId="{7840C37D-FDDB-4314-A31E-446F31402874}" dt="2019-10-13T10:37:56.283" v="66"/>
          <ac:spMkLst>
            <pc:docMk/>
            <pc:sldMk cId="3412107781" sldId="492"/>
            <ac:spMk id="2" creationId="{4983DA10-4C36-4C02-BA39-E8F832E166FD}"/>
          </ac:spMkLst>
        </pc:spChg>
        <pc:spChg chg="del">
          <ac:chgData name="Cristian Chilipirea" userId="34ab170da5908fc4" providerId="LiveId" clId="{7840C37D-FDDB-4314-A31E-446F31402874}" dt="2019-10-13T10:37:58.270" v="67" actId="478"/>
          <ac:spMkLst>
            <pc:docMk/>
            <pc:sldMk cId="3412107781" sldId="492"/>
            <ac:spMk id="3" creationId="{45649686-E1C1-475E-A2A6-55592DDDA63A}"/>
          </ac:spMkLst>
        </pc:spChg>
        <pc:spChg chg="add del">
          <ac:chgData name="Cristian Chilipirea" userId="34ab170da5908fc4" providerId="LiveId" clId="{7840C37D-FDDB-4314-A31E-446F31402874}" dt="2019-10-13T10:38:03.353" v="69"/>
          <ac:spMkLst>
            <pc:docMk/>
            <pc:sldMk cId="3412107781" sldId="492"/>
            <ac:spMk id="4" creationId="{3A0C54A6-1AC4-4751-862A-A0969DF80B7F}"/>
          </ac:spMkLst>
        </pc:spChg>
        <pc:spChg chg="add mod">
          <ac:chgData name="Cristian Chilipirea" userId="34ab170da5908fc4" providerId="LiveId" clId="{7840C37D-FDDB-4314-A31E-446F31402874}" dt="2019-10-13T10:38:04.998" v="71" actId="1076"/>
          <ac:spMkLst>
            <pc:docMk/>
            <pc:sldMk cId="3412107781" sldId="492"/>
            <ac:spMk id="5" creationId="{4E12F6DA-CACB-4010-92C9-84E96D247C9D}"/>
          </ac:spMkLst>
        </pc:spChg>
      </pc:sldChg>
      <pc:sldChg chg="del">
        <pc:chgData name="Cristian Chilipirea" userId="34ab170da5908fc4" providerId="LiveId" clId="{7840C37D-FDDB-4314-A31E-446F31402874}" dt="2019-10-13T10:35:42.617" v="6" actId="2696"/>
        <pc:sldMkLst>
          <pc:docMk/>
          <pc:sldMk cId="3792123901" sldId="492"/>
        </pc:sldMkLst>
      </pc:sldChg>
      <pc:sldChg chg="del">
        <pc:chgData name="Cristian Chilipirea" userId="34ab170da5908fc4" providerId="LiveId" clId="{7840C37D-FDDB-4314-A31E-446F31402874}" dt="2019-10-13T10:35:42.634" v="7" actId="2696"/>
        <pc:sldMkLst>
          <pc:docMk/>
          <pc:sldMk cId="1273241336" sldId="493"/>
        </pc:sldMkLst>
      </pc:sldChg>
      <pc:sldChg chg="addSp delSp modSp add">
        <pc:chgData name="Cristian Chilipirea" userId="34ab170da5908fc4" providerId="LiveId" clId="{7840C37D-FDDB-4314-A31E-446F31402874}" dt="2019-10-13T10:38:22.705" v="79" actId="1076"/>
        <pc:sldMkLst>
          <pc:docMk/>
          <pc:sldMk cId="1656319771" sldId="493"/>
        </pc:sldMkLst>
        <pc:spChg chg="mod">
          <ac:chgData name="Cristian Chilipirea" userId="34ab170da5908fc4" providerId="LiveId" clId="{7840C37D-FDDB-4314-A31E-446F31402874}" dt="2019-10-13T10:38:11.916" v="73"/>
          <ac:spMkLst>
            <pc:docMk/>
            <pc:sldMk cId="1656319771" sldId="493"/>
            <ac:spMk id="2" creationId="{1ABA2D4A-C3C8-44C9-8F5E-F9FD5EE2469E}"/>
          </ac:spMkLst>
        </pc:spChg>
        <pc:spChg chg="del">
          <ac:chgData name="Cristian Chilipirea" userId="34ab170da5908fc4" providerId="LiveId" clId="{7840C37D-FDDB-4314-A31E-446F31402874}" dt="2019-10-13T10:38:14.306" v="74" actId="478"/>
          <ac:spMkLst>
            <pc:docMk/>
            <pc:sldMk cId="1656319771" sldId="493"/>
            <ac:spMk id="3" creationId="{5F8A318E-453C-421B-949C-5F5D40B341A5}"/>
          </ac:spMkLst>
        </pc:spChg>
        <pc:spChg chg="add del">
          <ac:chgData name="Cristian Chilipirea" userId="34ab170da5908fc4" providerId="LiveId" clId="{7840C37D-FDDB-4314-A31E-446F31402874}" dt="2019-10-13T10:38:19.450" v="76"/>
          <ac:spMkLst>
            <pc:docMk/>
            <pc:sldMk cId="1656319771" sldId="493"/>
            <ac:spMk id="4" creationId="{92177670-26E8-486D-B048-57708FE16804}"/>
          </ac:spMkLst>
        </pc:spChg>
        <pc:spChg chg="add mod">
          <ac:chgData name="Cristian Chilipirea" userId="34ab170da5908fc4" providerId="LiveId" clId="{7840C37D-FDDB-4314-A31E-446F31402874}" dt="2019-10-13T10:38:22.705" v="79" actId="1076"/>
          <ac:spMkLst>
            <pc:docMk/>
            <pc:sldMk cId="1656319771" sldId="493"/>
            <ac:spMk id="5" creationId="{D0D67A6C-51AD-4E9E-8133-5DCC38B52A1E}"/>
          </ac:spMkLst>
        </pc:spChg>
      </pc:sldChg>
      <pc:sldChg chg="del">
        <pc:chgData name="Cristian Chilipirea" userId="34ab170da5908fc4" providerId="LiveId" clId="{7840C37D-FDDB-4314-A31E-446F31402874}" dt="2019-10-13T10:35:42.658" v="8" actId="2696"/>
        <pc:sldMkLst>
          <pc:docMk/>
          <pc:sldMk cId="3442169" sldId="494"/>
        </pc:sldMkLst>
      </pc:sldChg>
      <pc:sldChg chg="addSp delSp modSp add">
        <pc:chgData name="Cristian Chilipirea" userId="34ab170da5908fc4" providerId="LiveId" clId="{7840C37D-FDDB-4314-A31E-446F31402874}" dt="2019-10-13T10:38:38.457" v="85"/>
        <pc:sldMkLst>
          <pc:docMk/>
          <pc:sldMk cId="795707886" sldId="494"/>
        </pc:sldMkLst>
        <pc:spChg chg="mod">
          <ac:chgData name="Cristian Chilipirea" userId="34ab170da5908fc4" providerId="LiveId" clId="{7840C37D-FDDB-4314-A31E-446F31402874}" dt="2019-10-13T10:38:30.411" v="81"/>
          <ac:spMkLst>
            <pc:docMk/>
            <pc:sldMk cId="795707886" sldId="494"/>
            <ac:spMk id="2" creationId="{25231550-A2AE-4D2A-AEEF-F9162BD4F508}"/>
          </ac:spMkLst>
        </pc:spChg>
        <pc:spChg chg="del">
          <ac:chgData name="Cristian Chilipirea" userId="34ab170da5908fc4" providerId="LiveId" clId="{7840C37D-FDDB-4314-A31E-446F31402874}" dt="2019-10-13T10:38:32.666" v="82" actId="478"/>
          <ac:spMkLst>
            <pc:docMk/>
            <pc:sldMk cId="795707886" sldId="494"/>
            <ac:spMk id="3" creationId="{591CBCBE-C566-431F-B31B-4BFEB718761C}"/>
          </ac:spMkLst>
        </pc:spChg>
        <pc:spChg chg="add del">
          <ac:chgData name="Cristian Chilipirea" userId="34ab170da5908fc4" providerId="LiveId" clId="{7840C37D-FDDB-4314-A31E-446F31402874}" dt="2019-10-13T10:38:38.446" v="84"/>
          <ac:spMkLst>
            <pc:docMk/>
            <pc:sldMk cId="795707886" sldId="494"/>
            <ac:spMk id="4" creationId="{5B8AEF1F-A38C-4776-9736-0A158180F19C}"/>
          </ac:spMkLst>
        </pc:spChg>
        <pc:spChg chg="add">
          <ac:chgData name="Cristian Chilipirea" userId="34ab170da5908fc4" providerId="LiveId" clId="{7840C37D-FDDB-4314-A31E-446F31402874}" dt="2019-10-13T10:38:38.457" v="85"/>
          <ac:spMkLst>
            <pc:docMk/>
            <pc:sldMk cId="795707886" sldId="494"/>
            <ac:spMk id="5" creationId="{F57A2641-542F-4BB7-BC24-23965B96327A}"/>
          </ac:spMkLst>
        </pc:spChg>
      </pc:sldChg>
      <pc:sldChg chg="del">
        <pc:chgData name="Cristian Chilipirea" userId="34ab170da5908fc4" providerId="LiveId" clId="{7840C37D-FDDB-4314-A31E-446F31402874}" dt="2019-10-13T10:35:42.795" v="9" actId="2696"/>
        <pc:sldMkLst>
          <pc:docMk/>
          <pc:sldMk cId="83170459" sldId="495"/>
        </pc:sldMkLst>
      </pc:sldChg>
      <pc:sldChg chg="addSp delSp modSp add">
        <pc:chgData name="Cristian Chilipirea" userId="34ab170da5908fc4" providerId="LiveId" clId="{7840C37D-FDDB-4314-A31E-446F31402874}" dt="2019-10-13T10:38:54.340" v="91"/>
        <pc:sldMkLst>
          <pc:docMk/>
          <pc:sldMk cId="749517494" sldId="495"/>
        </pc:sldMkLst>
        <pc:spChg chg="mod">
          <ac:chgData name="Cristian Chilipirea" userId="34ab170da5908fc4" providerId="LiveId" clId="{7840C37D-FDDB-4314-A31E-446F31402874}" dt="2019-10-13T10:38:46.956" v="87"/>
          <ac:spMkLst>
            <pc:docMk/>
            <pc:sldMk cId="749517494" sldId="495"/>
            <ac:spMk id="2" creationId="{236A4D13-C8DF-42FE-B962-47411C924062}"/>
          </ac:spMkLst>
        </pc:spChg>
        <pc:spChg chg="del">
          <ac:chgData name="Cristian Chilipirea" userId="34ab170da5908fc4" providerId="LiveId" clId="{7840C37D-FDDB-4314-A31E-446F31402874}" dt="2019-10-13T10:38:48.922" v="88" actId="478"/>
          <ac:spMkLst>
            <pc:docMk/>
            <pc:sldMk cId="749517494" sldId="495"/>
            <ac:spMk id="3" creationId="{981CF91F-01D2-42EF-A2BC-01812B7F30F3}"/>
          </ac:spMkLst>
        </pc:spChg>
        <pc:spChg chg="add del">
          <ac:chgData name="Cristian Chilipirea" userId="34ab170da5908fc4" providerId="LiveId" clId="{7840C37D-FDDB-4314-A31E-446F31402874}" dt="2019-10-13T10:38:54.326" v="90"/>
          <ac:spMkLst>
            <pc:docMk/>
            <pc:sldMk cId="749517494" sldId="495"/>
            <ac:spMk id="4" creationId="{5DC2F815-7C4D-4DCC-867E-7FAD9122AD91}"/>
          </ac:spMkLst>
        </pc:spChg>
        <pc:spChg chg="add del">
          <ac:chgData name="Cristian Chilipirea" userId="34ab170da5908fc4" providerId="LiveId" clId="{7840C37D-FDDB-4314-A31E-446F31402874}" dt="2019-10-13T10:38:54.326" v="90"/>
          <ac:spMkLst>
            <pc:docMk/>
            <pc:sldMk cId="749517494" sldId="495"/>
            <ac:spMk id="5" creationId="{0B45776B-D3A1-4313-84A3-343D15DBA9CD}"/>
          </ac:spMkLst>
        </pc:spChg>
        <pc:spChg chg="add del">
          <ac:chgData name="Cristian Chilipirea" userId="34ab170da5908fc4" providerId="LiveId" clId="{7840C37D-FDDB-4314-A31E-446F31402874}" dt="2019-10-13T10:38:54.326" v="90"/>
          <ac:spMkLst>
            <pc:docMk/>
            <pc:sldMk cId="749517494" sldId="495"/>
            <ac:spMk id="7" creationId="{06266510-DFF6-4E90-A271-DBE4B7526BF1}"/>
          </ac:spMkLst>
        </pc:spChg>
        <pc:spChg chg="add del">
          <ac:chgData name="Cristian Chilipirea" userId="34ab170da5908fc4" providerId="LiveId" clId="{7840C37D-FDDB-4314-A31E-446F31402874}" dt="2019-10-13T10:38:54.326" v="90"/>
          <ac:spMkLst>
            <pc:docMk/>
            <pc:sldMk cId="749517494" sldId="495"/>
            <ac:spMk id="8" creationId="{34172BD6-503F-461A-A282-7A5A39DC39E9}"/>
          </ac:spMkLst>
        </pc:spChg>
        <pc:spChg chg="add del">
          <ac:chgData name="Cristian Chilipirea" userId="34ab170da5908fc4" providerId="LiveId" clId="{7840C37D-FDDB-4314-A31E-446F31402874}" dt="2019-10-13T10:38:54.326" v="90"/>
          <ac:spMkLst>
            <pc:docMk/>
            <pc:sldMk cId="749517494" sldId="495"/>
            <ac:spMk id="9" creationId="{A74806F9-8D8D-4C71-9F6A-2E576665FC57}"/>
          </ac:spMkLst>
        </pc:spChg>
        <pc:spChg chg="add del">
          <ac:chgData name="Cristian Chilipirea" userId="34ab170da5908fc4" providerId="LiveId" clId="{7840C37D-FDDB-4314-A31E-446F31402874}" dt="2019-10-13T10:38:54.326" v="90"/>
          <ac:spMkLst>
            <pc:docMk/>
            <pc:sldMk cId="749517494" sldId="495"/>
            <ac:spMk id="10" creationId="{56D8C2E8-1CF0-4BD4-B107-FCDF939E639E}"/>
          </ac:spMkLst>
        </pc:spChg>
        <pc:spChg chg="add del">
          <ac:chgData name="Cristian Chilipirea" userId="34ab170da5908fc4" providerId="LiveId" clId="{7840C37D-FDDB-4314-A31E-446F31402874}" dt="2019-10-13T10:38:54.326" v="90"/>
          <ac:spMkLst>
            <pc:docMk/>
            <pc:sldMk cId="749517494" sldId="495"/>
            <ac:spMk id="16" creationId="{6F167C53-959B-429F-A555-BA31FA5AF2EE}"/>
          </ac:spMkLst>
        </pc:spChg>
        <pc:spChg chg="add del">
          <ac:chgData name="Cristian Chilipirea" userId="34ab170da5908fc4" providerId="LiveId" clId="{7840C37D-FDDB-4314-A31E-446F31402874}" dt="2019-10-13T10:38:54.326" v="90"/>
          <ac:spMkLst>
            <pc:docMk/>
            <pc:sldMk cId="749517494" sldId="495"/>
            <ac:spMk id="17" creationId="{69134C06-C0FF-44FA-B629-495FDD55A219}"/>
          </ac:spMkLst>
        </pc:spChg>
        <pc:spChg chg="add del">
          <ac:chgData name="Cristian Chilipirea" userId="34ab170da5908fc4" providerId="LiveId" clId="{7840C37D-FDDB-4314-A31E-446F31402874}" dt="2019-10-13T10:38:54.326" v="90"/>
          <ac:spMkLst>
            <pc:docMk/>
            <pc:sldMk cId="749517494" sldId="495"/>
            <ac:spMk id="18" creationId="{F9AE13F8-4B4D-4AE8-B1AA-F7617D71E167}"/>
          </ac:spMkLst>
        </pc:spChg>
        <pc:spChg chg="add del">
          <ac:chgData name="Cristian Chilipirea" userId="34ab170da5908fc4" providerId="LiveId" clId="{7840C37D-FDDB-4314-A31E-446F31402874}" dt="2019-10-13T10:38:54.326" v="90"/>
          <ac:spMkLst>
            <pc:docMk/>
            <pc:sldMk cId="749517494" sldId="495"/>
            <ac:spMk id="19" creationId="{DFB64739-6320-4DC8-BB65-F6FA30B1D30C}"/>
          </ac:spMkLst>
        </pc:spChg>
        <pc:spChg chg="add del">
          <ac:chgData name="Cristian Chilipirea" userId="34ab170da5908fc4" providerId="LiveId" clId="{7840C37D-FDDB-4314-A31E-446F31402874}" dt="2019-10-13T10:38:54.326" v="90"/>
          <ac:spMkLst>
            <pc:docMk/>
            <pc:sldMk cId="749517494" sldId="495"/>
            <ac:spMk id="20" creationId="{08297447-4EE4-4C20-B17A-BEB908C4DD8B}"/>
          </ac:spMkLst>
        </pc:spChg>
        <pc:spChg chg="add">
          <ac:chgData name="Cristian Chilipirea" userId="34ab170da5908fc4" providerId="LiveId" clId="{7840C37D-FDDB-4314-A31E-446F31402874}" dt="2019-10-13T10:38:54.340" v="91"/>
          <ac:spMkLst>
            <pc:docMk/>
            <pc:sldMk cId="749517494" sldId="495"/>
            <ac:spMk id="21" creationId="{9EE33095-A6B5-438E-A81F-19906765626C}"/>
          </ac:spMkLst>
        </pc:spChg>
        <pc:spChg chg="add">
          <ac:chgData name="Cristian Chilipirea" userId="34ab170da5908fc4" providerId="LiveId" clId="{7840C37D-FDDB-4314-A31E-446F31402874}" dt="2019-10-13T10:38:54.340" v="91"/>
          <ac:spMkLst>
            <pc:docMk/>
            <pc:sldMk cId="749517494" sldId="495"/>
            <ac:spMk id="22" creationId="{075DBDDF-F510-40F4-96EC-8E566D1182D9}"/>
          </ac:spMkLst>
        </pc:spChg>
        <pc:spChg chg="add">
          <ac:chgData name="Cristian Chilipirea" userId="34ab170da5908fc4" providerId="LiveId" clId="{7840C37D-FDDB-4314-A31E-446F31402874}" dt="2019-10-13T10:38:54.340" v="91"/>
          <ac:spMkLst>
            <pc:docMk/>
            <pc:sldMk cId="749517494" sldId="495"/>
            <ac:spMk id="24" creationId="{BC702D62-AF4C-4D53-9719-1DAF7153C159}"/>
          </ac:spMkLst>
        </pc:spChg>
        <pc:spChg chg="add">
          <ac:chgData name="Cristian Chilipirea" userId="34ab170da5908fc4" providerId="LiveId" clId="{7840C37D-FDDB-4314-A31E-446F31402874}" dt="2019-10-13T10:38:54.340" v="91"/>
          <ac:spMkLst>
            <pc:docMk/>
            <pc:sldMk cId="749517494" sldId="495"/>
            <ac:spMk id="25" creationId="{5E415570-E7E4-4191-88D1-300ADDA577B6}"/>
          </ac:spMkLst>
        </pc:spChg>
        <pc:spChg chg="add">
          <ac:chgData name="Cristian Chilipirea" userId="34ab170da5908fc4" providerId="LiveId" clId="{7840C37D-FDDB-4314-A31E-446F31402874}" dt="2019-10-13T10:38:54.340" v="91"/>
          <ac:spMkLst>
            <pc:docMk/>
            <pc:sldMk cId="749517494" sldId="495"/>
            <ac:spMk id="26" creationId="{B5AE4EB9-65F2-40C7-8559-EA0CEB22B89E}"/>
          </ac:spMkLst>
        </pc:spChg>
        <pc:spChg chg="add">
          <ac:chgData name="Cristian Chilipirea" userId="34ab170da5908fc4" providerId="LiveId" clId="{7840C37D-FDDB-4314-A31E-446F31402874}" dt="2019-10-13T10:38:54.340" v="91"/>
          <ac:spMkLst>
            <pc:docMk/>
            <pc:sldMk cId="749517494" sldId="495"/>
            <ac:spMk id="27" creationId="{1ADCFC61-29A6-449A-A722-571824B8C6CC}"/>
          </ac:spMkLst>
        </pc:spChg>
        <pc:spChg chg="add">
          <ac:chgData name="Cristian Chilipirea" userId="34ab170da5908fc4" providerId="LiveId" clId="{7840C37D-FDDB-4314-A31E-446F31402874}" dt="2019-10-13T10:38:54.340" v="91"/>
          <ac:spMkLst>
            <pc:docMk/>
            <pc:sldMk cId="749517494" sldId="495"/>
            <ac:spMk id="33" creationId="{D734C4D0-188F-403E-8BAE-1EFEBD1C58C7}"/>
          </ac:spMkLst>
        </pc:spChg>
        <pc:spChg chg="add">
          <ac:chgData name="Cristian Chilipirea" userId="34ab170da5908fc4" providerId="LiveId" clId="{7840C37D-FDDB-4314-A31E-446F31402874}" dt="2019-10-13T10:38:54.340" v="91"/>
          <ac:spMkLst>
            <pc:docMk/>
            <pc:sldMk cId="749517494" sldId="495"/>
            <ac:spMk id="34" creationId="{1D86F3E4-5409-4960-9591-F858B9DC4F5A}"/>
          </ac:spMkLst>
        </pc:spChg>
        <pc:spChg chg="add">
          <ac:chgData name="Cristian Chilipirea" userId="34ab170da5908fc4" providerId="LiveId" clId="{7840C37D-FDDB-4314-A31E-446F31402874}" dt="2019-10-13T10:38:54.340" v="91"/>
          <ac:spMkLst>
            <pc:docMk/>
            <pc:sldMk cId="749517494" sldId="495"/>
            <ac:spMk id="35" creationId="{3671ED7E-6274-4050-9B53-97F4B92110D5}"/>
          </ac:spMkLst>
        </pc:spChg>
        <pc:spChg chg="add">
          <ac:chgData name="Cristian Chilipirea" userId="34ab170da5908fc4" providerId="LiveId" clId="{7840C37D-FDDB-4314-A31E-446F31402874}" dt="2019-10-13T10:38:54.340" v="91"/>
          <ac:spMkLst>
            <pc:docMk/>
            <pc:sldMk cId="749517494" sldId="495"/>
            <ac:spMk id="36" creationId="{3BACB218-D8BB-4150-A426-B19DFC20C7D6}"/>
          </ac:spMkLst>
        </pc:spChg>
        <pc:spChg chg="add">
          <ac:chgData name="Cristian Chilipirea" userId="34ab170da5908fc4" providerId="LiveId" clId="{7840C37D-FDDB-4314-A31E-446F31402874}" dt="2019-10-13T10:38:54.340" v="91"/>
          <ac:spMkLst>
            <pc:docMk/>
            <pc:sldMk cId="749517494" sldId="495"/>
            <ac:spMk id="37" creationId="{870825C0-3B06-405D-9484-032B54FBB2B2}"/>
          </ac:spMkLst>
        </pc:spChg>
        <pc:cxnChg chg="add del">
          <ac:chgData name="Cristian Chilipirea" userId="34ab170da5908fc4" providerId="LiveId" clId="{7840C37D-FDDB-4314-A31E-446F31402874}" dt="2019-10-13T10:38:54.326" v="90"/>
          <ac:cxnSpMkLst>
            <pc:docMk/>
            <pc:sldMk cId="749517494" sldId="495"/>
            <ac:cxnSpMk id="6" creationId="{FAECB82A-E57A-4DE5-9DE4-F1D076987457}"/>
          </ac:cxnSpMkLst>
        </pc:cxnChg>
        <pc:cxnChg chg="add del">
          <ac:chgData name="Cristian Chilipirea" userId="34ab170da5908fc4" providerId="LiveId" clId="{7840C37D-FDDB-4314-A31E-446F31402874}" dt="2019-10-13T10:38:54.326" v="90"/>
          <ac:cxnSpMkLst>
            <pc:docMk/>
            <pc:sldMk cId="749517494" sldId="495"/>
            <ac:cxnSpMk id="11" creationId="{3845C756-EDD7-4BDD-916D-DC099735B8B8}"/>
          </ac:cxnSpMkLst>
        </pc:cxnChg>
        <pc:cxnChg chg="add del">
          <ac:chgData name="Cristian Chilipirea" userId="34ab170da5908fc4" providerId="LiveId" clId="{7840C37D-FDDB-4314-A31E-446F31402874}" dt="2019-10-13T10:38:54.326" v="90"/>
          <ac:cxnSpMkLst>
            <pc:docMk/>
            <pc:sldMk cId="749517494" sldId="495"/>
            <ac:cxnSpMk id="12" creationId="{DFA5A400-4B5E-481F-B9B6-15F9CC20ABC0}"/>
          </ac:cxnSpMkLst>
        </pc:cxnChg>
        <pc:cxnChg chg="add del">
          <ac:chgData name="Cristian Chilipirea" userId="34ab170da5908fc4" providerId="LiveId" clId="{7840C37D-FDDB-4314-A31E-446F31402874}" dt="2019-10-13T10:38:54.326" v="90"/>
          <ac:cxnSpMkLst>
            <pc:docMk/>
            <pc:sldMk cId="749517494" sldId="495"/>
            <ac:cxnSpMk id="13" creationId="{9C582B8B-229B-4AFC-BCF6-1BD4B7DFFEDD}"/>
          </ac:cxnSpMkLst>
        </pc:cxnChg>
        <pc:cxnChg chg="add del">
          <ac:chgData name="Cristian Chilipirea" userId="34ab170da5908fc4" providerId="LiveId" clId="{7840C37D-FDDB-4314-A31E-446F31402874}" dt="2019-10-13T10:38:54.326" v="90"/>
          <ac:cxnSpMkLst>
            <pc:docMk/>
            <pc:sldMk cId="749517494" sldId="495"/>
            <ac:cxnSpMk id="14" creationId="{CD5CC683-1EAA-491D-A081-599314CB7493}"/>
          </ac:cxnSpMkLst>
        </pc:cxnChg>
        <pc:cxnChg chg="add del">
          <ac:chgData name="Cristian Chilipirea" userId="34ab170da5908fc4" providerId="LiveId" clId="{7840C37D-FDDB-4314-A31E-446F31402874}" dt="2019-10-13T10:38:54.326" v="90"/>
          <ac:cxnSpMkLst>
            <pc:docMk/>
            <pc:sldMk cId="749517494" sldId="495"/>
            <ac:cxnSpMk id="15" creationId="{FBCE4B8D-E6A2-4F39-BA3D-8BEE5A2D3EED}"/>
          </ac:cxnSpMkLst>
        </pc:cxnChg>
        <pc:cxnChg chg="add">
          <ac:chgData name="Cristian Chilipirea" userId="34ab170da5908fc4" providerId="LiveId" clId="{7840C37D-FDDB-4314-A31E-446F31402874}" dt="2019-10-13T10:38:54.340" v="91"/>
          <ac:cxnSpMkLst>
            <pc:docMk/>
            <pc:sldMk cId="749517494" sldId="495"/>
            <ac:cxnSpMk id="23" creationId="{43817789-E127-41C7-8B95-7F5425ED1F70}"/>
          </ac:cxnSpMkLst>
        </pc:cxnChg>
        <pc:cxnChg chg="add">
          <ac:chgData name="Cristian Chilipirea" userId="34ab170da5908fc4" providerId="LiveId" clId="{7840C37D-FDDB-4314-A31E-446F31402874}" dt="2019-10-13T10:38:54.340" v="91"/>
          <ac:cxnSpMkLst>
            <pc:docMk/>
            <pc:sldMk cId="749517494" sldId="495"/>
            <ac:cxnSpMk id="28" creationId="{344A531C-09BF-404C-A495-B1C453F11122}"/>
          </ac:cxnSpMkLst>
        </pc:cxnChg>
        <pc:cxnChg chg="add">
          <ac:chgData name="Cristian Chilipirea" userId="34ab170da5908fc4" providerId="LiveId" clId="{7840C37D-FDDB-4314-A31E-446F31402874}" dt="2019-10-13T10:38:54.340" v="91"/>
          <ac:cxnSpMkLst>
            <pc:docMk/>
            <pc:sldMk cId="749517494" sldId="495"/>
            <ac:cxnSpMk id="29" creationId="{DBF24BED-6BA1-4D43-B037-E5D5BD9EF08E}"/>
          </ac:cxnSpMkLst>
        </pc:cxnChg>
        <pc:cxnChg chg="add">
          <ac:chgData name="Cristian Chilipirea" userId="34ab170da5908fc4" providerId="LiveId" clId="{7840C37D-FDDB-4314-A31E-446F31402874}" dt="2019-10-13T10:38:54.340" v="91"/>
          <ac:cxnSpMkLst>
            <pc:docMk/>
            <pc:sldMk cId="749517494" sldId="495"/>
            <ac:cxnSpMk id="30" creationId="{C53C69BC-F46B-4723-A7F8-8DAA2D67AFBC}"/>
          </ac:cxnSpMkLst>
        </pc:cxnChg>
        <pc:cxnChg chg="add">
          <ac:chgData name="Cristian Chilipirea" userId="34ab170da5908fc4" providerId="LiveId" clId="{7840C37D-FDDB-4314-A31E-446F31402874}" dt="2019-10-13T10:38:54.340" v="91"/>
          <ac:cxnSpMkLst>
            <pc:docMk/>
            <pc:sldMk cId="749517494" sldId="495"/>
            <ac:cxnSpMk id="31" creationId="{603BAA6B-7240-4965-9AD1-3C942EA7C414}"/>
          </ac:cxnSpMkLst>
        </pc:cxnChg>
        <pc:cxnChg chg="add">
          <ac:chgData name="Cristian Chilipirea" userId="34ab170da5908fc4" providerId="LiveId" clId="{7840C37D-FDDB-4314-A31E-446F31402874}" dt="2019-10-13T10:38:54.340" v="91"/>
          <ac:cxnSpMkLst>
            <pc:docMk/>
            <pc:sldMk cId="749517494" sldId="495"/>
            <ac:cxnSpMk id="32" creationId="{FA6A0BAB-D7BC-42E5-B52D-380D85A31487}"/>
          </ac:cxnSpMkLst>
        </pc:cxnChg>
      </pc:sldChg>
      <pc:sldChg chg="del">
        <pc:chgData name="Cristian Chilipirea" userId="34ab170da5908fc4" providerId="LiveId" clId="{7840C37D-FDDB-4314-A31E-446F31402874}" dt="2019-10-13T10:35:42.851" v="10" actId="2696"/>
        <pc:sldMkLst>
          <pc:docMk/>
          <pc:sldMk cId="1630810243" sldId="496"/>
        </pc:sldMkLst>
      </pc:sldChg>
      <pc:sldChg chg="addSp delSp modSp add">
        <pc:chgData name="Cristian Chilipirea" userId="34ab170da5908fc4" providerId="LiveId" clId="{7840C37D-FDDB-4314-A31E-446F31402874}" dt="2019-10-13T10:40:32.427" v="123" actId="14100"/>
        <pc:sldMkLst>
          <pc:docMk/>
          <pc:sldMk cId="3721453940" sldId="496"/>
        </pc:sldMkLst>
        <pc:spChg chg="mod">
          <ac:chgData name="Cristian Chilipirea" userId="34ab170da5908fc4" providerId="LiveId" clId="{7840C37D-FDDB-4314-A31E-446F31402874}" dt="2019-10-13T10:38:59.968" v="93"/>
          <ac:spMkLst>
            <pc:docMk/>
            <pc:sldMk cId="3721453940" sldId="496"/>
            <ac:spMk id="2" creationId="{936A426B-680E-4B12-A181-3C5866398B75}"/>
          </ac:spMkLst>
        </pc:spChg>
        <pc:spChg chg="del">
          <ac:chgData name="Cristian Chilipirea" userId="34ab170da5908fc4" providerId="LiveId" clId="{7840C37D-FDDB-4314-A31E-446F31402874}" dt="2019-10-13T10:39:01.983" v="94" actId="478"/>
          <ac:spMkLst>
            <pc:docMk/>
            <pc:sldMk cId="3721453940" sldId="496"/>
            <ac:spMk id="3" creationId="{BE0F95DB-0D16-4829-A666-A909AA919F3C}"/>
          </ac:spMkLst>
        </pc:spChg>
        <pc:spChg chg="add del mod">
          <ac:chgData name="Cristian Chilipirea" userId="34ab170da5908fc4" providerId="LiveId" clId="{7840C37D-FDDB-4314-A31E-446F31402874}" dt="2019-10-13T10:39:13.371" v="98"/>
          <ac:spMkLst>
            <pc:docMk/>
            <pc:sldMk cId="3721453940" sldId="496"/>
            <ac:spMk id="19" creationId="{EA3271A5-B28D-45C6-AE1F-55EC23E0DC42}"/>
          </ac:spMkLst>
        </pc:spChg>
        <pc:spChg chg="add del mod">
          <ac:chgData name="Cristian Chilipirea" userId="34ab170da5908fc4" providerId="LiveId" clId="{7840C37D-FDDB-4314-A31E-446F31402874}" dt="2019-10-13T10:39:13.371" v="98"/>
          <ac:spMkLst>
            <pc:docMk/>
            <pc:sldMk cId="3721453940" sldId="496"/>
            <ac:spMk id="20" creationId="{F4E98286-B0D3-4177-BD34-8BE714CAF691}"/>
          </ac:spMkLst>
        </pc:spChg>
        <pc:spChg chg="add del mod">
          <ac:chgData name="Cristian Chilipirea" userId="34ab170da5908fc4" providerId="LiveId" clId="{7840C37D-FDDB-4314-A31E-446F31402874}" dt="2019-10-13T10:39:13.371" v="98"/>
          <ac:spMkLst>
            <pc:docMk/>
            <pc:sldMk cId="3721453940" sldId="496"/>
            <ac:spMk id="21" creationId="{AAFCD839-7B2A-4683-BED9-BD0FC63C6C8F}"/>
          </ac:spMkLst>
        </pc:spChg>
        <pc:spChg chg="add del mod">
          <ac:chgData name="Cristian Chilipirea" userId="34ab170da5908fc4" providerId="LiveId" clId="{7840C37D-FDDB-4314-A31E-446F31402874}" dt="2019-10-13T10:39:13.371" v="98"/>
          <ac:spMkLst>
            <pc:docMk/>
            <pc:sldMk cId="3721453940" sldId="496"/>
            <ac:spMk id="22" creationId="{FE4DE6C4-7F6C-4A52-8F36-1A42F6961935}"/>
          </ac:spMkLst>
        </pc:spChg>
        <pc:spChg chg="add del mod">
          <ac:chgData name="Cristian Chilipirea" userId="34ab170da5908fc4" providerId="LiveId" clId="{7840C37D-FDDB-4314-A31E-446F31402874}" dt="2019-10-13T10:39:13.371" v="98"/>
          <ac:spMkLst>
            <pc:docMk/>
            <pc:sldMk cId="3721453940" sldId="496"/>
            <ac:spMk id="23" creationId="{A861C047-3F94-4F91-83FF-492B3CC823B1}"/>
          </ac:spMkLst>
        </pc:spChg>
        <pc:spChg chg="add del mod">
          <ac:chgData name="Cristian Chilipirea" userId="34ab170da5908fc4" providerId="LiveId" clId="{7840C37D-FDDB-4314-A31E-446F31402874}" dt="2019-10-13T10:39:13.371" v="98"/>
          <ac:spMkLst>
            <pc:docMk/>
            <pc:sldMk cId="3721453940" sldId="496"/>
            <ac:spMk id="24" creationId="{2E18CB15-1975-4D3D-8C52-C2B89F9D59D9}"/>
          </ac:spMkLst>
        </pc:spChg>
        <pc:spChg chg="add del mod">
          <ac:chgData name="Cristian Chilipirea" userId="34ab170da5908fc4" providerId="LiveId" clId="{7840C37D-FDDB-4314-A31E-446F31402874}" dt="2019-10-13T10:39:13.371" v="98"/>
          <ac:spMkLst>
            <pc:docMk/>
            <pc:sldMk cId="3721453940" sldId="496"/>
            <ac:spMk id="25" creationId="{7FEE96AB-501C-4903-A8A8-EE56F361BFBC}"/>
          </ac:spMkLst>
        </pc:spChg>
        <pc:spChg chg="add del mod">
          <ac:chgData name="Cristian Chilipirea" userId="34ab170da5908fc4" providerId="LiveId" clId="{7840C37D-FDDB-4314-A31E-446F31402874}" dt="2019-10-13T10:39:13.371" v="98"/>
          <ac:spMkLst>
            <pc:docMk/>
            <pc:sldMk cId="3721453940" sldId="496"/>
            <ac:spMk id="26" creationId="{3EF05F3D-5282-4E70-8AD5-B7F6785DF402}"/>
          </ac:spMkLst>
        </pc:spChg>
        <pc:spChg chg="add del mod">
          <ac:chgData name="Cristian Chilipirea" userId="34ab170da5908fc4" providerId="LiveId" clId="{7840C37D-FDDB-4314-A31E-446F31402874}" dt="2019-10-13T10:39:13.371" v="98"/>
          <ac:spMkLst>
            <pc:docMk/>
            <pc:sldMk cId="3721453940" sldId="496"/>
            <ac:spMk id="27" creationId="{98532E44-45CF-42D7-A9CF-31356F801D52}"/>
          </ac:spMkLst>
        </pc:spChg>
        <pc:spChg chg="add del mod">
          <ac:chgData name="Cristian Chilipirea" userId="34ab170da5908fc4" providerId="LiveId" clId="{7840C37D-FDDB-4314-A31E-446F31402874}" dt="2019-10-13T10:39:13.371" v="98"/>
          <ac:spMkLst>
            <pc:docMk/>
            <pc:sldMk cId="3721453940" sldId="496"/>
            <ac:spMk id="28" creationId="{3C754473-1969-4F57-8838-A4A5735CC886}"/>
          </ac:spMkLst>
        </pc:spChg>
        <pc:spChg chg="add del mod">
          <ac:chgData name="Cristian Chilipirea" userId="34ab170da5908fc4" providerId="LiveId" clId="{7840C37D-FDDB-4314-A31E-446F31402874}" dt="2019-10-13T10:39:13.371" v="98"/>
          <ac:spMkLst>
            <pc:docMk/>
            <pc:sldMk cId="3721453940" sldId="496"/>
            <ac:spMk id="29" creationId="{936C5C68-853C-4891-ACF5-13C400C57296}"/>
          </ac:spMkLst>
        </pc:spChg>
        <pc:spChg chg="add del mod">
          <ac:chgData name="Cristian Chilipirea" userId="34ab170da5908fc4" providerId="LiveId" clId="{7840C37D-FDDB-4314-A31E-446F31402874}" dt="2019-10-13T10:39:13.371" v="98"/>
          <ac:spMkLst>
            <pc:docMk/>
            <pc:sldMk cId="3721453940" sldId="496"/>
            <ac:spMk id="30" creationId="{C957512D-D179-4CA7-81CE-F0F8C7EDD93A}"/>
          </ac:spMkLst>
        </pc:spChg>
        <pc:spChg chg="add del mod">
          <ac:chgData name="Cristian Chilipirea" userId="34ab170da5908fc4" providerId="LiveId" clId="{7840C37D-FDDB-4314-A31E-446F31402874}" dt="2019-10-13T10:39:13.371" v="98"/>
          <ac:spMkLst>
            <pc:docMk/>
            <pc:sldMk cId="3721453940" sldId="496"/>
            <ac:spMk id="31" creationId="{82246BF2-2FFE-4130-AC07-9826D9C18E4A}"/>
          </ac:spMkLst>
        </pc:spChg>
        <pc:spChg chg="add del mod">
          <ac:chgData name="Cristian Chilipirea" userId="34ab170da5908fc4" providerId="LiveId" clId="{7840C37D-FDDB-4314-A31E-446F31402874}" dt="2019-10-13T10:39:13.371" v="98"/>
          <ac:spMkLst>
            <pc:docMk/>
            <pc:sldMk cId="3721453940" sldId="496"/>
            <ac:spMk id="32" creationId="{652955F8-B336-4D5A-8FB7-6A43A12E909A}"/>
          </ac:spMkLst>
        </pc:spChg>
        <pc:spChg chg="add del mod">
          <ac:chgData name="Cristian Chilipirea" userId="34ab170da5908fc4" providerId="LiveId" clId="{7840C37D-FDDB-4314-A31E-446F31402874}" dt="2019-10-13T10:39:13.371" v="98"/>
          <ac:spMkLst>
            <pc:docMk/>
            <pc:sldMk cId="3721453940" sldId="496"/>
            <ac:spMk id="33" creationId="{5E89BE69-761F-4E26-97C3-9BC2557FC25C}"/>
          </ac:spMkLst>
        </pc:spChg>
        <pc:spChg chg="add del mod">
          <ac:chgData name="Cristian Chilipirea" userId="34ab170da5908fc4" providerId="LiveId" clId="{7840C37D-FDDB-4314-A31E-446F31402874}" dt="2019-10-13T10:39:13.371" v="98"/>
          <ac:spMkLst>
            <pc:docMk/>
            <pc:sldMk cId="3721453940" sldId="496"/>
            <ac:spMk id="34" creationId="{675EDC26-5046-4172-A153-94BDB1DC5FE7}"/>
          </ac:spMkLst>
        </pc:spChg>
        <pc:spChg chg="add del mod">
          <ac:chgData name="Cristian Chilipirea" userId="34ab170da5908fc4" providerId="LiveId" clId="{7840C37D-FDDB-4314-A31E-446F31402874}" dt="2019-10-13T10:39:13.371" v="98"/>
          <ac:spMkLst>
            <pc:docMk/>
            <pc:sldMk cId="3721453940" sldId="496"/>
            <ac:spMk id="35" creationId="{99D7830D-30BC-493A-926D-E554A5723AFF}"/>
          </ac:spMkLst>
        </pc:spChg>
        <pc:spChg chg="add del mod">
          <ac:chgData name="Cristian Chilipirea" userId="34ab170da5908fc4" providerId="LiveId" clId="{7840C37D-FDDB-4314-A31E-446F31402874}" dt="2019-10-13T10:39:13.371" v="98"/>
          <ac:spMkLst>
            <pc:docMk/>
            <pc:sldMk cId="3721453940" sldId="496"/>
            <ac:spMk id="36" creationId="{26B15C54-0397-4259-9D20-B88C613D23B2}"/>
          </ac:spMkLst>
        </pc:spChg>
        <pc:spChg chg="add del mod">
          <ac:chgData name="Cristian Chilipirea" userId="34ab170da5908fc4" providerId="LiveId" clId="{7840C37D-FDDB-4314-A31E-446F31402874}" dt="2019-10-13T10:39:13.371" v="98"/>
          <ac:spMkLst>
            <pc:docMk/>
            <pc:sldMk cId="3721453940" sldId="496"/>
            <ac:spMk id="37" creationId="{993B682F-9FE6-4346-8AE5-9A17E19DA5DE}"/>
          </ac:spMkLst>
        </pc:spChg>
        <pc:spChg chg="add del mod">
          <ac:chgData name="Cristian Chilipirea" userId="34ab170da5908fc4" providerId="LiveId" clId="{7840C37D-FDDB-4314-A31E-446F31402874}" dt="2019-10-13T10:39:13.371" v="98"/>
          <ac:spMkLst>
            <pc:docMk/>
            <pc:sldMk cId="3721453940" sldId="496"/>
            <ac:spMk id="38" creationId="{B1B09177-2D6E-47AA-BD3E-EC7BEE662C08}"/>
          </ac:spMkLst>
        </pc:spChg>
        <pc:spChg chg="add del mod">
          <ac:chgData name="Cristian Chilipirea" userId="34ab170da5908fc4" providerId="LiveId" clId="{7840C37D-FDDB-4314-A31E-446F31402874}" dt="2019-10-13T10:39:13.371" v="98"/>
          <ac:spMkLst>
            <pc:docMk/>
            <pc:sldMk cId="3721453940" sldId="496"/>
            <ac:spMk id="39" creationId="{6575E4B6-1AC0-47C7-8C8F-48145516CB20}"/>
          </ac:spMkLst>
        </pc:spChg>
        <pc:spChg chg="add del mod">
          <ac:chgData name="Cristian Chilipirea" userId="34ab170da5908fc4" providerId="LiveId" clId="{7840C37D-FDDB-4314-A31E-446F31402874}" dt="2019-10-13T10:39:13.371" v="98"/>
          <ac:spMkLst>
            <pc:docMk/>
            <pc:sldMk cId="3721453940" sldId="496"/>
            <ac:spMk id="40" creationId="{8CB4F762-E014-453A-9EAD-9F802F3AD10C}"/>
          </ac:spMkLst>
        </pc:spChg>
        <pc:spChg chg="add del mod">
          <ac:chgData name="Cristian Chilipirea" userId="34ab170da5908fc4" providerId="LiveId" clId="{7840C37D-FDDB-4314-A31E-446F31402874}" dt="2019-10-13T10:39:13.371" v="98"/>
          <ac:spMkLst>
            <pc:docMk/>
            <pc:sldMk cId="3721453940" sldId="496"/>
            <ac:spMk id="41" creationId="{34CDD7C8-2FA9-4B77-9402-101174D4AA15}"/>
          </ac:spMkLst>
        </pc:spChg>
        <pc:spChg chg="add del mod">
          <ac:chgData name="Cristian Chilipirea" userId="34ab170da5908fc4" providerId="LiveId" clId="{7840C37D-FDDB-4314-A31E-446F31402874}" dt="2019-10-13T10:39:13.371" v="98"/>
          <ac:spMkLst>
            <pc:docMk/>
            <pc:sldMk cId="3721453940" sldId="496"/>
            <ac:spMk id="42" creationId="{3E104B94-1046-4DE0-91B4-8D9D78AC1784}"/>
          </ac:spMkLst>
        </pc:spChg>
        <pc:spChg chg="add del mod">
          <ac:chgData name="Cristian Chilipirea" userId="34ab170da5908fc4" providerId="LiveId" clId="{7840C37D-FDDB-4314-A31E-446F31402874}" dt="2019-10-13T10:39:13.371" v="98"/>
          <ac:spMkLst>
            <pc:docMk/>
            <pc:sldMk cId="3721453940" sldId="496"/>
            <ac:spMk id="43" creationId="{C2CB256B-9676-4629-A737-07EAD2275680}"/>
          </ac:spMkLst>
        </pc:spChg>
        <pc:spChg chg="add del mod">
          <ac:chgData name="Cristian Chilipirea" userId="34ab170da5908fc4" providerId="LiveId" clId="{7840C37D-FDDB-4314-A31E-446F31402874}" dt="2019-10-13T10:39:13.371" v="98"/>
          <ac:spMkLst>
            <pc:docMk/>
            <pc:sldMk cId="3721453940" sldId="496"/>
            <ac:spMk id="44" creationId="{BF6B5B46-079F-4414-9750-A40E155A1A56}"/>
          </ac:spMkLst>
        </pc:spChg>
        <pc:spChg chg="add del mod">
          <ac:chgData name="Cristian Chilipirea" userId="34ab170da5908fc4" providerId="LiveId" clId="{7840C37D-FDDB-4314-A31E-446F31402874}" dt="2019-10-13T10:39:13.371" v="98"/>
          <ac:spMkLst>
            <pc:docMk/>
            <pc:sldMk cId="3721453940" sldId="496"/>
            <ac:spMk id="45" creationId="{FCA9281B-F29F-41DA-A7AB-545F22D56C4B}"/>
          </ac:spMkLst>
        </pc:spChg>
        <pc:spChg chg="add del mod">
          <ac:chgData name="Cristian Chilipirea" userId="34ab170da5908fc4" providerId="LiveId" clId="{7840C37D-FDDB-4314-A31E-446F31402874}" dt="2019-10-13T10:39:13.371" v="98"/>
          <ac:spMkLst>
            <pc:docMk/>
            <pc:sldMk cId="3721453940" sldId="496"/>
            <ac:spMk id="46" creationId="{C9529D11-54A2-4050-8A0A-F3B90BA277F9}"/>
          </ac:spMkLst>
        </pc:spChg>
        <pc:spChg chg="add del mod">
          <ac:chgData name="Cristian Chilipirea" userId="34ab170da5908fc4" providerId="LiveId" clId="{7840C37D-FDDB-4314-A31E-446F31402874}" dt="2019-10-13T10:39:13.371" v="98"/>
          <ac:spMkLst>
            <pc:docMk/>
            <pc:sldMk cId="3721453940" sldId="496"/>
            <ac:spMk id="47" creationId="{B6AFEBB2-B6C4-434F-B5A1-B608B6A40E69}"/>
          </ac:spMkLst>
        </pc:spChg>
        <pc:spChg chg="add del mod">
          <ac:chgData name="Cristian Chilipirea" userId="34ab170da5908fc4" providerId="LiveId" clId="{7840C37D-FDDB-4314-A31E-446F31402874}" dt="2019-10-13T10:39:13.371" v="98"/>
          <ac:spMkLst>
            <pc:docMk/>
            <pc:sldMk cId="3721453940" sldId="496"/>
            <ac:spMk id="48" creationId="{B6287254-3659-4EEE-B131-AA18EC400222}"/>
          </ac:spMkLst>
        </pc:spChg>
        <pc:spChg chg="add del mod">
          <ac:chgData name="Cristian Chilipirea" userId="34ab170da5908fc4" providerId="LiveId" clId="{7840C37D-FDDB-4314-A31E-446F31402874}" dt="2019-10-13T10:39:13.371" v="98"/>
          <ac:spMkLst>
            <pc:docMk/>
            <pc:sldMk cId="3721453940" sldId="496"/>
            <ac:spMk id="49" creationId="{A7CECAEE-B0A3-49E1-BB5D-B262C043B44E}"/>
          </ac:spMkLst>
        </pc:spChg>
        <pc:spChg chg="add del mod">
          <ac:chgData name="Cristian Chilipirea" userId="34ab170da5908fc4" providerId="LiveId" clId="{7840C37D-FDDB-4314-A31E-446F31402874}" dt="2019-10-13T10:39:13.371" v="98"/>
          <ac:spMkLst>
            <pc:docMk/>
            <pc:sldMk cId="3721453940" sldId="496"/>
            <ac:spMk id="50" creationId="{039C7F73-89C3-47CF-9B4A-066D22449C34}"/>
          </ac:spMkLst>
        </pc:spChg>
        <pc:spChg chg="add del mod">
          <ac:chgData name="Cristian Chilipirea" userId="34ab170da5908fc4" providerId="LiveId" clId="{7840C37D-FDDB-4314-A31E-446F31402874}" dt="2019-10-13T10:39:13.371" v="98"/>
          <ac:spMkLst>
            <pc:docMk/>
            <pc:sldMk cId="3721453940" sldId="496"/>
            <ac:spMk id="51" creationId="{D33DA36D-313C-4AA4-849E-9C1A2A214EFE}"/>
          </ac:spMkLst>
        </pc:spChg>
        <pc:spChg chg="add del">
          <ac:chgData name="Cristian Chilipirea" userId="34ab170da5908fc4" providerId="LiveId" clId="{7840C37D-FDDB-4314-A31E-446F31402874}" dt="2019-10-13T10:39:21.803" v="100"/>
          <ac:spMkLst>
            <pc:docMk/>
            <pc:sldMk cId="3721453940" sldId="496"/>
            <ac:spMk id="67" creationId="{7E0B9644-F9B8-4051-8C44-77D120EC6A1F}"/>
          </ac:spMkLst>
        </pc:spChg>
        <pc:spChg chg="add del">
          <ac:chgData name="Cristian Chilipirea" userId="34ab170da5908fc4" providerId="LiveId" clId="{7840C37D-FDDB-4314-A31E-446F31402874}" dt="2019-10-13T10:39:21.803" v="100"/>
          <ac:spMkLst>
            <pc:docMk/>
            <pc:sldMk cId="3721453940" sldId="496"/>
            <ac:spMk id="68" creationId="{53E2F7A3-D859-4FF5-A201-FB642D14FE0C}"/>
          </ac:spMkLst>
        </pc:spChg>
        <pc:spChg chg="add del">
          <ac:chgData name="Cristian Chilipirea" userId="34ab170da5908fc4" providerId="LiveId" clId="{7840C37D-FDDB-4314-A31E-446F31402874}" dt="2019-10-13T10:39:21.803" v="100"/>
          <ac:spMkLst>
            <pc:docMk/>
            <pc:sldMk cId="3721453940" sldId="496"/>
            <ac:spMk id="69" creationId="{8D537317-C6E2-43C2-883F-E95D3F6279FD}"/>
          </ac:spMkLst>
        </pc:spChg>
        <pc:spChg chg="add del">
          <ac:chgData name="Cristian Chilipirea" userId="34ab170da5908fc4" providerId="LiveId" clId="{7840C37D-FDDB-4314-A31E-446F31402874}" dt="2019-10-13T10:39:21.803" v="100"/>
          <ac:spMkLst>
            <pc:docMk/>
            <pc:sldMk cId="3721453940" sldId="496"/>
            <ac:spMk id="70" creationId="{1350307C-82D9-4C50-A880-D18AA00685D8}"/>
          </ac:spMkLst>
        </pc:spChg>
        <pc:spChg chg="add del">
          <ac:chgData name="Cristian Chilipirea" userId="34ab170da5908fc4" providerId="LiveId" clId="{7840C37D-FDDB-4314-A31E-446F31402874}" dt="2019-10-13T10:39:21.803" v="100"/>
          <ac:spMkLst>
            <pc:docMk/>
            <pc:sldMk cId="3721453940" sldId="496"/>
            <ac:spMk id="71" creationId="{ACE45BA8-DFFF-44EB-AAD5-2ABE3DCC3F38}"/>
          </ac:spMkLst>
        </pc:spChg>
        <pc:spChg chg="add del">
          <ac:chgData name="Cristian Chilipirea" userId="34ab170da5908fc4" providerId="LiveId" clId="{7840C37D-FDDB-4314-A31E-446F31402874}" dt="2019-10-13T10:39:21.803" v="100"/>
          <ac:spMkLst>
            <pc:docMk/>
            <pc:sldMk cId="3721453940" sldId="496"/>
            <ac:spMk id="72" creationId="{6BC3DF19-F918-4D5E-9CDC-4C3F38ED6639}"/>
          </ac:spMkLst>
        </pc:spChg>
        <pc:spChg chg="add del">
          <ac:chgData name="Cristian Chilipirea" userId="34ab170da5908fc4" providerId="LiveId" clId="{7840C37D-FDDB-4314-A31E-446F31402874}" dt="2019-10-13T10:39:21.803" v="100"/>
          <ac:spMkLst>
            <pc:docMk/>
            <pc:sldMk cId="3721453940" sldId="496"/>
            <ac:spMk id="73" creationId="{109CD476-D29D-4A13-AB7A-46AA3AE9587A}"/>
          </ac:spMkLst>
        </pc:spChg>
        <pc:spChg chg="add del">
          <ac:chgData name="Cristian Chilipirea" userId="34ab170da5908fc4" providerId="LiveId" clId="{7840C37D-FDDB-4314-A31E-446F31402874}" dt="2019-10-13T10:39:21.803" v="100"/>
          <ac:spMkLst>
            <pc:docMk/>
            <pc:sldMk cId="3721453940" sldId="496"/>
            <ac:spMk id="74" creationId="{34077488-9EC5-4225-B602-D946B22891C6}"/>
          </ac:spMkLst>
        </pc:spChg>
        <pc:spChg chg="add del">
          <ac:chgData name="Cristian Chilipirea" userId="34ab170da5908fc4" providerId="LiveId" clId="{7840C37D-FDDB-4314-A31E-446F31402874}" dt="2019-10-13T10:39:21.803" v="100"/>
          <ac:spMkLst>
            <pc:docMk/>
            <pc:sldMk cId="3721453940" sldId="496"/>
            <ac:spMk id="75" creationId="{D03DAFB7-B2FB-409B-9A96-069DE2CEACF5}"/>
          </ac:spMkLst>
        </pc:spChg>
        <pc:spChg chg="add del">
          <ac:chgData name="Cristian Chilipirea" userId="34ab170da5908fc4" providerId="LiveId" clId="{7840C37D-FDDB-4314-A31E-446F31402874}" dt="2019-10-13T10:39:21.803" v="100"/>
          <ac:spMkLst>
            <pc:docMk/>
            <pc:sldMk cId="3721453940" sldId="496"/>
            <ac:spMk id="76" creationId="{D0B528DF-14AC-45DB-9970-3434652E0D19}"/>
          </ac:spMkLst>
        </pc:spChg>
        <pc:spChg chg="add del">
          <ac:chgData name="Cristian Chilipirea" userId="34ab170da5908fc4" providerId="LiveId" clId="{7840C37D-FDDB-4314-A31E-446F31402874}" dt="2019-10-13T10:39:21.803" v="100"/>
          <ac:spMkLst>
            <pc:docMk/>
            <pc:sldMk cId="3721453940" sldId="496"/>
            <ac:spMk id="77" creationId="{98EDC578-C83F-406C-82F5-ED7DF197A139}"/>
          </ac:spMkLst>
        </pc:spChg>
        <pc:spChg chg="add del">
          <ac:chgData name="Cristian Chilipirea" userId="34ab170da5908fc4" providerId="LiveId" clId="{7840C37D-FDDB-4314-A31E-446F31402874}" dt="2019-10-13T10:39:21.803" v="100"/>
          <ac:spMkLst>
            <pc:docMk/>
            <pc:sldMk cId="3721453940" sldId="496"/>
            <ac:spMk id="78" creationId="{0B85ED3E-DC8A-4E30-A86A-C5E250DED684}"/>
          </ac:spMkLst>
        </pc:spChg>
        <pc:spChg chg="add del">
          <ac:chgData name="Cristian Chilipirea" userId="34ab170da5908fc4" providerId="LiveId" clId="{7840C37D-FDDB-4314-A31E-446F31402874}" dt="2019-10-13T10:39:21.803" v="100"/>
          <ac:spMkLst>
            <pc:docMk/>
            <pc:sldMk cId="3721453940" sldId="496"/>
            <ac:spMk id="79" creationId="{078FA66E-D00C-410E-B228-B0312C1A09E6}"/>
          </ac:spMkLst>
        </pc:spChg>
        <pc:spChg chg="add del">
          <ac:chgData name="Cristian Chilipirea" userId="34ab170da5908fc4" providerId="LiveId" clId="{7840C37D-FDDB-4314-A31E-446F31402874}" dt="2019-10-13T10:39:21.803" v="100"/>
          <ac:spMkLst>
            <pc:docMk/>
            <pc:sldMk cId="3721453940" sldId="496"/>
            <ac:spMk id="80" creationId="{2D370626-75B1-4C72-9453-3A6BE7E06F9E}"/>
          </ac:spMkLst>
        </pc:spChg>
        <pc:spChg chg="add del">
          <ac:chgData name="Cristian Chilipirea" userId="34ab170da5908fc4" providerId="LiveId" clId="{7840C37D-FDDB-4314-A31E-446F31402874}" dt="2019-10-13T10:39:21.803" v="100"/>
          <ac:spMkLst>
            <pc:docMk/>
            <pc:sldMk cId="3721453940" sldId="496"/>
            <ac:spMk id="81" creationId="{8BD23938-D941-4494-9A3C-35E633D553BE}"/>
          </ac:spMkLst>
        </pc:spChg>
        <pc:spChg chg="add del">
          <ac:chgData name="Cristian Chilipirea" userId="34ab170da5908fc4" providerId="LiveId" clId="{7840C37D-FDDB-4314-A31E-446F31402874}" dt="2019-10-13T10:39:21.803" v="100"/>
          <ac:spMkLst>
            <pc:docMk/>
            <pc:sldMk cId="3721453940" sldId="496"/>
            <ac:spMk id="82" creationId="{BB7F4513-4156-495D-BB1D-2AB430C84D55}"/>
          </ac:spMkLst>
        </pc:spChg>
        <pc:spChg chg="add del">
          <ac:chgData name="Cristian Chilipirea" userId="34ab170da5908fc4" providerId="LiveId" clId="{7840C37D-FDDB-4314-A31E-446F31402874}" dt="2019-10-13T10:39:21.803" v="100"/>
          <ac:spMkLst>
            <pc:docMk/>
            <pc:sldMk cId="3721453940" sldId="496"/>
            <ac:spMk id="83" creationId="{98C92547-E5AE-4D7B-9D64-32BFBD08714A}"/>
          </ac:spMkLst>
        </pc:spChg>
        <pc:spChg chg="add del">
          <ac:chgData name="Cristian Chilipirea" userId="34ab170da5908fc4" providerId="LiveId" clId="{7840C37D-FDDB-4314-A31E-446F31402874}" dt="2019-10-13T10:39:21.803" v="100"/>
          <ac:spMkLst>
            <pc:docMk/>
            <pc:sldMk cId="3721453940" sldId="496"/>
            <ac:spMk id="84" creationId="{16D84B81-B8B5-4EDF-88D3-30CF4AB3D838}"/>
          </ac:spMkLst>
        </pc:spChg>
        <pc:spChg chg="add del">
          <ac:chgData name="Cristian Chilipirea" userId="34ab170da5908fc4" providerId="LiveId" clId="{7840C37D-FDDB-4314-A31E-446F31402874}" dt="2019-10-13T10:39:21.803" v="100"/>
          <ac:spMkLst>
            <pc:docMk/>
            <pc:sldMk cId="3721453940" sldId="496"/>
            <ac:spMk id="85" creationId="{EE995609-A2B3-47F8-98B5-6D0A9D920966}"/>
          </ac:spMkLst>
        </pc:spChg>
        <pc:spChg chg="add del">
          <ac:chgData name="Cristian Chilipirea" userId="34ab170da5908fc4" providerId="LiveId" clId="{7840C37D-FDDB-4314-A31E-446F31402874}" dt="2019-10-13T10:39:21.803" v="100"/>
          <ac:spMkLst>
            <pc:docMk/>
            <pc:sldMk cId="3721453940" sldId="496"/>
            <ac:spMk id="86" creationId="{B49BDFB4-E3A0-4470-BCDC-84E5A696211D}"/>
          </ac:spMkLst>
        </pc:spChg>
        <pc:spChg chg="add del">
          <ac:chgData name="Cristian Chilipirea" userId="34ab170da5908fc4" providerId="LiveId" clId="{7840C37D-FDDB-4314-A31E-446F31402874}" dt="2019-10-13T10:39:21.803" v="100"/>
          <ac:spMkLst>
            <pc:docMk/>
            <pc:sldMk cId="3721453940" sldId="496"/>
            <ac:spMk id="87" creationId="{ECAC7F64-FADE-4F0D-B210-72E6602F9191}"/>
          </ac:spMkLst>
        </pc:spChg>
        <pc:spChg chg="add del">
          <ac:chgData name="Cristian Chilipirea" userId="34ab170da5908fc4" providerId="LiveId" clId="{7840C37D-FDDB-4314-A31E-446F31402874}" dt="2019-10-13T10:39:21.803" v="100"/>
          <ac:spMkLst>
            <pc:docMk/>
            <pc:sldMk cId="3721453940" sldId="496"/>
            <ac:spMk id="88" creationId="{BF63C7FF-C9E1-4992-B63C-4997EA4674FA}"/>
          </ac:spMkLst>
        </pc:spChg>
        <pc:spChg chg="add del">
          <ac:chgData name="Cristian Chilipirea" userId="34ab170da5908fc4" providerId="LiveId" clId="{7840C37D-FDDB-4314-A31E-446F31402874}" dt="2019-10-13T10:39:21.803" v="100"/>
          <ac:spMkLst>
            <pc:docMk/>
            <pc:sldMk cId="3721453940" sldId="496"/>
            <ac:spMk id="89" creationId="{FA8EFF2C-81C5-4E61-B2A2-8F6062CC888C}"/>
          </ac:spMkLst>
        </pc:spChg>
        <pc:spChg chg="add del">
          <ac:chgData name="Cristian Chilipirea" userId="34ab170da5908fc4" providerId="LiveId" clId="{7840C37D-FDDB-4314-A31E-446F31402874}" dt="2019-10-13T10:39:21.803" v="100"/>
          <ac:spMkLst>
            <pc:docMk/>
            <pc:sldMk cId="3721453940" sldId="496"/>
            <ac:spMk id="90" creationId="{52A77362-65FF-4206-9FCE-4AB0E63BF4CB}"/>
          </ac:spMkLst>
        </pc:spChg>
        <pc:spChg chg="add del">
          <ac:chgData name="Cristian Chilipirea" userId="34ab170da5908fc4" providerId="LiveId" clId="{7840C37D-FDDB-4314-A31E-446F31402874}" dt="2019-10-13T10:39:21.803" v="100"/>
          <ac:spMkLst>
            <pc:docMk/>
            <pc:sldMk cId="3721453940" sldId="496"/>
            <ac:spMk id="91" creationId="{F3828FF5-610C-435A-969C-AE892356FA7A}"/>
          </ac:spMkLst>
        </pc:spChg>
        <pc:spChg chg="add del">
          <ac:chgData name="Cristian Chilipirea" userId="34ab170da5908fc4" providerId="LiveId" clId="{7840C37D-FDDB-4314-A31E-446F31402874}" dt="2019-10-13T10:39:21.803" v="100"/>
          <ac:spMkLst>
            <pc:docMk/>
            <pc:sldMk cId="3721453940" sldId="496"/>
            <ac:spMk id="92" creationId="{FC246976-1893-4D25-B090-CDD8E4556168}"/>
          </ac:spMkLst>
        </pc:spChg>
        <pc:spChg chg="add del">
          <ac:chgData name="Cristian Chilipirea" userId="34ab170da5908fc4" providerId="LiveId" clId="{7840C37D-FDDB-4314-A31E-446F31402874}" dt="2019-10-13T10:39:21.803" v="100"/>
          <ac:spMkLst>
            <pc:docMk/>
            <pc:sldMk cId="3721453940" sldId="496"/>
            <ac:spMk id="93" creationId="{F668F3CB-EC4C-408C-9C3B-B220A2048C4C}"/>
          </ac:spMkLst>
        </pc:spChg>
        <pc:spChg chg="add del">
          <ac:chgData name="Cristian Chilipirea" userId="34ab170da5908fc4" providerId="LiveId" clId="{7840C37D-FDDB-4314-A31E-446F31402874}" dt="2019-10-13T10:39:21.803" v="100"/>
          <ac:spMkLst>
            <pc:docMk/>
            <pc:sldMk cId="3721453940" sldId="496"/>
            <ac:spMk id="94" creationId="{1C6E5228-AD87-41F2-9AD3-FFB350CA217F}"/>
          </ac:spMkLst>
        </pc:spChg>
        <pc:spChg chg="add del">
          <ac:chgData name="Cristian Chilipirea" userId="34ab170da5908fc4" providerId="LiveId" clId="{7840C37D-FDDB-4314-A31E-446F31402874}" dt="2019-10-13T10:39:21.803" v="100"/>
          <ac:spMkLst>
            <pc:docMk/>
            <pc:sldMk cId="3721453940" sldId="496"/>
            <ac:spMk id="95" creationId="{2AFFDF47-3115-40C2-A370-75E27FB5054A}"/>
          </ac:spMkLst>
        </pc:spChg>
        <pc:spChg chg="add del">
          <ac:chgData name="Cristian Chilipirea" userId="34ab170da5908fc4" providerId="LiveId" clId="{7840C37D-FDDB-4314-A31E-446F31402874}" dt="2019-10-13T10:39:21.803" v="100"/>
          <ac:spMkLst>
            <pc:docMk/>
            <pc:sldMk cId="3721453940" sldId="496"/>
            <ac:spMk id="96" creationId="{A5B4CD34-A461-4A24-9726-499339CA8550}"/>
          </ac:spMkLst>
        </pc:spChg>
        <pc:spChg chg="add del">
          <ac:chgData name="Cristian Chilipirea" userId="34ab170da5908fc4" providerId="LiveId" clId="{7840C37D-FDDB-4314-A31E-446F31402874}" dt="2019-10-13T10:39:21.803" v="100"/>
          <ac:spMkLst>
            <pc:docMk/>
            <pc:sldMk cId="3721453940" sldId="496"/>
            <ac:spMk id="97" creationId="{09BBBC47-3EF8-4514-B923-817A9E1B62C1}"/>
          </ac:spMkLst>
        </pc:spChg>
        <pc:spChg chg="add del">
          <ac:chgData name="Cristian Chilipirea" userId="34ab170da5908fc4" providerId="LiveId" clId="{7840C37D-FDDB-4314-A31E-446F31402874}" dt="2019-10-13T10:39:21.803" v="100"/>
          <ac:spMkLst>
            <pc:docMk/>
            <pc:sldMk cId="3721453940" sldId="496"/>
            <ac:spMk id="98" creationId="{413737D7-02A1-4D15-BE38-626DD261C17A}"/>
          </ac:spMkLst>
        </pc:spChg>
        <pc:spChg chg="add del">
          <ac:chgData name="Cristian Chilipirea" userId="34ab170da5908fc4" providerId="LiveId" clId="{7840C37D-FDDB-4314-A31E-446F31402874}" dt="2019-10-13T10:39:21.803" v="100"/>
          <ac:spMkLst>
            <pc:docMk/>
            <pc:sldMk cId="3721453940" sldId="496"/>
            <ac:spMk id="99" creationId="{0617EF0E-315B-4D28-9DB8-1F5DFC29CFEF}"/>
          </ac:spMkLst>
        </pc:spChg>
        <pc:spChg chg="add del">
          <ac:chgData name="Cristian Chilipirea" userId="34ab170da5908fc4" providerId="LiveId" clId="{7840C37D-FDDB-4314-A31E-446F31402874}" dt="2019-10-13T10:39:26.746" v="102"/>
          <ac:spMkLst>
            <pc:docMk/>
            <pc:sldMk cId="3721453940" sldId="496"/>
            <ac:spMk id="100" creationId="{8B88FE8B-1E62-4BBB-A07A-3122BB839A8C}"/>
          </ac:spMkLst>
        </pc:spChg>
        <pc:spChg chg="add mod">
          <ac:chgData name="Cristian Chilipirea" userId="34ab170da5908fc4" providerId="LiveId" clId="{7840C37D-FDDB-4314-A31E-446F31402874}" dt="2019-10-13T10:39:28.658" v="104" actId="1076"/>
          <ac:spMkLst>
            <pc:docMk/>
            <pc:sldMk cId="3721453940" sldId="496"/>
            <ac:spMk id="101" creationId="{C13A43DA-1734-4315-A91C-B1F4344721B3}"/>
          </ac:spMkLst>
        </pc:spChg>
        <pc:spChg chg="add del">
          <ac:chgData name="Cristian Chilipirea" userId="34ab170da5908fc4" providerId="LiveId" clId="{7840C37D-FDDB-4314-A31E-446F31402874}" dt="2019-10-13T10:39:45.139" v="106"/>
          <ac:spMkLst>
            <pc:docMk/>
            <pc:sldMk cId="3721453940" sldId="496"/>
            <ac:spMk id="117" creationId="{6EAC2950-BB3C-4119-95FC-A84041EE9678}"/>
          </ac:spMkLst>
        </pc:spChg>
        <pc:spChg chg="add del">
          <ac:chgData name="Cristian Chilipirea" userId="34ab170da5908fc4" providerId="LiveId" clId="{7840C37D-FDDB-4314-A31E-446F31402874}" dt="2019-10-13T10:39:45.139" v="106"/>
          <ac:spMkLst>
            <pc:docMk/>
            <pc:sldMk cId="3721453940" sldId="496"/>
            <ac:spMk id="118" creationId="{C3E2ABC4-E1CA-4C68-8A38-16CC5DB2219A}"/>
          </ac:spMkLst>
        </pc:spChg>
        <pc:spChg chg="add del">
          <ac:chgData name="Cristian Chilipirea" userId="34ab170da5908fc4" providerId="LiveId" clId="{7840C37D-FDDB-4314-A31E-446F31402874}" dt="2019-10-13T10:39:45.139" v="106"/>
          <ac:spMkLst>
            <pc:docMk/>
            <pc:sldMk cId="3721453940" sldId="496"/>
            <ac:spMk id="119" creationId="{976113ED-8340-4C0C-99F5-428031A005A7}"/>
          </ac:spMkLst>
        </pc:spChg>
        <pc:spChg chg="add del">
          <ac:chgData name="Cristian Chilipirea" userId="34ab170da5908fc4" providerId="LiveId" clId="{7840C37D-FDDB-4314-A31E-446F31402874}" dt="2019-10-13T10:39:45.139" v="106"/>
          <ac:spMkLst>
            <pc:docMk/>
            <pc:sldMk cId="3721453940" sldId="496"/>
            <ac:spMk id="120" creationId="{3F77BF76-CE63-4459-AA52-4199C5BE8EA6}"/>
          </ac:spMkLst>
        </pc:spChg>
        <pc:spChg chg="add del">
          <ac:chgData name="Cristian Chilipirea" userId="34ab170da5908fc4" providerId="LiveId" clId="{7840C37D-FDDB-4314-A31E-446F31402874}" dt="2019-10-13T10:39:45.139" v="106"/>
          <ac:spMkLst>
            <pc:docMk/>
            <pc:sldMk cId="3721453940" sldId="496"/>
            <ac:spMk id="121" creationId="{206AC448-5AF6-48CA-9AC1-0379FB0E0247}"/>
          </ac:spMkLst>
        </pc:spChg>
        <pc:spChg chg="add del">
          <ac:chgData name="Cristian Chilipirea" userId="34ab170da5908fc4" providerId="LiveId" clId="{7840C37D-FDDB-4314-A31E-446F31402874}" dt="2019-10-13T10:39:45.139" v="106"/>
          <ac:spMkLst>
            <pc:docMk/>
            <pc:sldMk cId="3721453940" sldId="496"/>
            <ac:spMk id="122" creationId="{1AC17CF0-A2FE-4231-8B5A-177D7D513780}"/>
          </ac:spMkLst>
        </pc:spChg>
        <pc:spChg chg="add del">
          <ac:chgData name="Cristian Chilipirea" userId="34ab170da5908fc4" providerId="LiveId" clId="{7840C37D-FDDB-4314-A31E-446F31402874}" dt="2019-10-13T10:39:45.139" v="106"/>
          <ac:spMkLst>
            <pc:docMk/>
            <pc:sldMk cId="3721453940" sldId="496"/>
            <ac:spMk id="123" creationId="{A40EC460-7640-4C5B-AE91-A06D1002E376}"/>
          </ac:spMkLst>
        </pc:spChg>
        <pc:spChg chg="add del">
          <ac:chgData name="Cristian Chilipirea" userId="34ab170da5908fc4" providerId="LiveId" clId="{7840C37D-FDDB-4314-A31E-446F31402874}" dt="2019-10-13T10:39:45.139" v="106"/>
          <ac:spMkLst>
            <pc:docMk/>
            <pc:sldMk cId="3721453940" sldId="496"/>
            <ac:spMk id="124" creationId="{0F464EA2-42D7-411A-88EC-1C80A4713779}"/>
          </ac:spMkLst>
        </pc:spChg>
        <pc:spChg chg="add del">
          <ac:chgData name="Cristian Chilipirea" userId="34ab170da5908fc4" providerId="LiveId" clId="{7840C37D-FDDB-4314-A31E-446F31402874}" dt="2019-10-13T10:39:45.139" v="106"/>
          <ac:spMkLst>
            <pc:docMk/>
            <pc:sldMk cId="3721453940" sldId="496"/>
            <ac:spMk id="125" creationId="{5F474A0D-5381-4355-83B1-3ED24B7E5621}"/>
          </ac:spMkLst>
        </pc:spChg>
        <pc:spChg chg="add del">
          <ac:chgData name="Cristian Chilipirea" userId="34ab170da5908fc4" providerId="LiveId" clId="{7840C37D-FDDB-4314-A31E-446F31402874}" dt="2019-10-13T10:39:45.139" v="106"/>
          <ac:spMkLst>
            <pc:docMk/>
            <pc:sldMk cId="3721453940" sldId="496"/>
            <ac:spMk id="126" creationId="{324A0D4C-5497-4F4C-B778-6BC8852B250C}"/>
          </ac:spMkLst>
        </pc:spChg>
        <pc:spChg chg="add del">
          <ac:chgData name="Cristian Chilipirea" userId="34ab170da5908fc4" providerId="LiveId" clId="{7840C37D-FDDB-4314-A31E-446F31402874}" dt="2019-10-13T10:39:45.139" v="106"/>
          <ac:spMkLst>
            <pc:docMk/>
            <pc:sldMk cId="3721453940" sldId="496"/>
            <ac:spMk id="127" creationId="{3905AEA6-2381-42F9-88A0-76F9B5708DD6}"/>
          </ac:spMkLst>
        </pc:spChg>
        <pc:spChg chg="add del">
          <ac:chgData name="Cristian Chilipirea" userId="34ab170da5908fc4" providerId="LiveId" clId="{7840C37D-FDDB-4314-A31E-446F31402874}" dt="2019-10-13T10:39:45.139" v="106"/>
          <ac:spMkLst>
            <pc:docMk/>
            <pc:sldMk cId="3721453940" sldId="496"/>
            <ac:spMk id="128" creationId="{8BA23C8C-6445-4581-8A0A-96E66A44705F}"/>
          </ac:spMkLst>
        </pc:spChg>
        <pc:spChg chg="add del">
          <ac:chgData name="Cristian Chilipirea" userId="34ab170da5908fc4" providerId="LiveId" clId="{7840C37D-FDDB-4314-A31E-446F31402874}" dt="2019-10-13T10:39:45.139" v="106"/>
          <ac:spMkLst>
            <pc:docMk/>
            <pc:sldMk cId="3721453940" sldId="496"/>
            <ac:spMk id="129" creationId="{7ACD031F-3A11-4FF2-9220-7A74E778C00E}"/>
          </ac:spMkLst>
        </pc:spChg>
        <pc:spChg chg="add del">
          <ac:chgData name="Cristian Chilipirea" userId="34ab170da5908fc4" providerId="LiveId" clId="{7840C37D-FDDB-4314-A31E-446F31402874}" dt="2019-10-13T10:39:45.139" v="106"/>
          <ac:spMkLst>
            <pc:docMk/>
            <pc:sldMk cId="3721453940" sldId="496"/>
            <ac:spMk id="130" creationId="{72F62E1F-5B00-419F-8688-9D793F82BF51}"/>
          </ac:spMkLst>
        </pc:spChg>
        <pc:spChg chg="add del">
          <ac:chgData name="Cristian Chilipirea" userId="34ab170da5908fc4" providerId="LiveId" clId="{7840C37D-FDDB-4314-A31E-446F31402874}" dt="2019-10-13T10:39:45.139" v="106"/>
          <ac:spMkLst>
            <pc:docMk/>
            <pc:sldMk cId="3721453940" sldId="496"/>
            <ac:spMk id="131" creationId="{5D301A31-76B1-4CC2-ADEF-4B743CC60DE3}"/>
          </ac:spMkLst>
        </pc:spChg>
        <pc:spChg chg="add del">
          <ac:chgData name="Cristian Chilipirea" userId="34ab170da5908fc4" providerId="LiveId" clId="{7840C37D-FDDB-4314-A31E-446F31402874}" dt="2019-10-13T10:39:45.139" v="106"/>
          <ac:spMkLst>
            <pc:docMk/>
            <pc:sldMk cId="3721453940" sldId="496"/>
            <ac:spMk id="132" creationId="{46EFA18F-A46B-4815-816F-CCFAE0B678E3}"/>
          </ac:spMkLst>
        </pc:spChg>
        <pc:spChg chg="add del">
          <ac:chgData name="Cristian Chilipirea" userId="34ab170da5908fc4" providerId="LiveId" clId="{7840C37D-FDDB-4314-A31E-446F31402874}" dt="2019-10-13T10:39:45.139" v="106"/>
          <ac:spMkLst>
            <pc:docMk/>
            <pc:sldMk cId="3721453940" sldId="496"/>
            <ac:spMk id="133" creationId="{557889DC-56C4-4E43-B1A1-3A40F4E37B74}"/>
          </ac:spMkLst>
        </pc:spChg>
        <pc:spChg chg="add del">
          <ac:chgData name="Cristian Chilipirea" userId="34ab170da5908fc4" providerId="LiveId" clId="{7840C37D-FDDB-4314-A31E-446F31402874}" dt="2019-10-13T10:39:45.139" v="106"/>
          <ac:spMkLst>
            <pc:docMk/>
            <pc:sldMk cId="3721453940" sldId="496"/>
            <ac:spMk id="134" creationId="{AEE1B100-BC73-46AC-B7F4-BB7E756C707F}"/>
          </ac:spMkLst>
        </pc:spChg>
        <pc:spChg chg="add del">
          <ac:chgData name="Cristian Chilipirea" userId="34ab170da5908fc4" providerId="LiveId" clId="{7840C37D-FDDB-4314-A31E-446F31402874}" dt="2019-10-13T10:39:45.139" v="106"/>
          <ac:spMkLst>
            <pc:docMk/>
            <pc:sldMk cId="3721453940" sldId="496"/>
            <ac:spMk id="135" creationId="{F2D16860-E7F8-4AB7-8536-BF3EBAF990DC}"/>
          </ac:spMkLst>
        </pc:spChg>
        <pc:spChg chg="add del">
          <ac:chgData name="Cristian Chilipirea" userId="34ab170da5908fc4" providerId="LiveId" clId="{7840C37D-FDDB-4314-A31E-446F31402874}" dt="2019-10-13T10:39:45.139" v="106"/>
          <ac:spMkLst>
            <pc:docMk/>
            <pc:sldMk cId="3721453940" sldId="496"/>
            <ac:spMk id="136" creationId="{2EF48C7A-F654-4E84-BBAC-36D059EF4A4D}"/>
          </ac:spMkLst>
        </pc:spChg>
        <pc:spChg chg="add del">
          <ac:chgData name="Cristian Chilipirea" userId="34ab170da5908fc4" providerId="LiveId" clId="{7840C37D-FDDB-4314-A31E-446F31402874}" dt="2019-10-13T10:39:45.139" v="106"/>
          <ac:spMkLst>
            <pc:docMk/>
            <pc:sldMk cId="3721453940" sldId="496"/>
            <ac:spMk id="137" creationId="{87EC8C3E-AD20-4327-9B62-5CDEC81E558F}"/>
          </ac:spMkLst>
        </pc:spChg>
        <pc:spChg chg="add del">
          <ac:chgData name="Cristian Chilipirea" userId="34ab170da5908fc4" providerId="LiveId" clId="{7840C37D-FDDB-4314-A31E-446F31402874}" dt="2019-10-13T10:39:45.139" v="106"/>
          <ac:spMkLst>
            <pc:docMk/>
            <pc:sldMk cId="3721453940" sldId="496"/>
            <ac:spMk id="138" creationId="{88A45067-D0FC-46B3-A282-F55303514B9B}"/>
          </ac:spMkLst>
        </pc:spChg>
        <pc:spChg chg="add del">
          <ac:chgData name="Cristian Chilipirea" userId="34ab170da5908fc4" providerId="LiveId" clId="{7840C37D-FDDB-4314-A31E-446F31402874}" dt="2019-10-13T10:39:45.139" v="106"/>
          <ac:spMkLst>
            <pc:docMk/>
            <pc:sldMk cId="3721453940" sldId="496"/>
            <ac:spMk id="139" creationId="{25568BE0-14FB-419E-B20E-6D02C16A61C3}"/>
          </ac:spMkLst>
        </pc:spChg>
        <pc:spChg chg="add del">
          <ac:chgData name="Cristian Chilipirea" userId="34ab170da5908fc4" providerId="LiveId" clId="{7840C37D-FDDB-4314-A31E-446F31402874}" dt="2019-10-13T10:39:45.139" v="106"/>
          <ac:spMkLst>
            <pc:docMk/>
            <pc:sldMk cId="3721453940" sldId="496"/>
            <ac:spMk id="140" creationId="{204B86B3-6AA0-49C3-8DFF-756D52A48341}"/>
          </ac:spMkLst>
        </pc:spChg>
        <pc:spChg chg="add del">
          <ac:chgData name="Cristian Chilipirea" userId="34ab170da5908fc4" providerId="LiveId" clId="{7840C37D-FDDB-4314-A31E-446F31402874}" dt="2019-10-13T10:39:45.139" v="106"/>
          <ac:spMkLst>
            <pc:docMk/>
            <pc:sldMk cId="3721453940" sldId="496"/>
            <ac:spMk id="141" creationId="{897D764E-FD69-4AFA-8935-61B4A3E28F74}"/>
          </ac:spMkLst>
        </pc:spChg>
        <pc:spChg chg="add del">
          <ac:chgData name="Cristian Chilipirea" userId="34ab170da5908fc4" providerId="LiveId" clId="{7840C37D-FDDB-4314-A31E-446F31402874}" dt="2019-10-13T10:39:45.139" v="106"/>
          <ac:spMkLst>
            <pc:docMk/>
            <pc:sldMk cId="3721453940" sldId="496"/>
            <ac:spMk id="142" creationId="{174245D5-32CE-40C8-90B0-0A12A61979D5}"/>
          </ac:spMkLst>
        </pc:spChg>
        <pc:spChg chg="add del">
          <ac:chgData name="Cristian Chilipirea" userId="34ab170da5908fc4" providerId="LiveId" clId="{7840C37D-FDDB-4314-A31E-446F31402874}" dt="2019-10-13T10:39:45.139" v="106"/>
          <ac:spMkLst>
            <pc:docMk/>
            <pc:sldMk cId="3721453940" sldId="496"/>
            <ac:spMk id="143" creationId="{92DDAD38-B14D-4EA4-925C-7E8890286905}"/>
          </ac:spMkLst>
        </pc:spChg>
        <pc:spChg chg="add del">
          <ac:chgData name="Cristian Chilipirea" userId="34ab170da5908fc4" providerId="LiveId" clId="{7840C37D-FDDB-4314-A31E-446F31402874}" dt="2019-10-13T10:39:45.139" v="106"/>
          <ac:spMkLst>
            <pc:docMk/>
            <pc:sldMk cId="3721453940" sldId="496"/>
            <ac:spMk id="144" creationId="{D1E8AD14-2B78-441F-80B0-E352D1240FF7}"/>
          </ac:spMkLst>
        </pc:spChg>
        <pc:spChg chg="add del">
          <ac:chgData name="Cristian Chilipirea" userId="34ab170da5908fc4" providerId="LiveId" clId="{7840C37D-FDDB-4314-A31E-446F31402874}" dt="2019-10-13T10:39:45.139" v="106"/>
          <ac:spMkLst>
            <pc:docMk/>
            <pc:sldMk cId="3721453940" sldId="496"/>
            <ac:spMk id="145" creationId="{93A93858-58A3-4F05-9213-C71F5F356AA3}"/>
          </ac:spMkLst>
        </pc:spChg>
        <pc:spChg chg="add del">
          <ac:chgData name="Cristian Chilipirea" userId="34ab170da5908fc4" providerId="LiveId" clId="{7840C37D-FDDB-4314-A31E-446F31402874}" dt="2019-10-13T10:39:45.139" v="106"/>
          <ac:spMkLst>
            <pc:docMk/>
            <pc:sldMk cId="3721453940" sldId="496"/>
            <ac:spMk id="146" creationId="{32D9B905-3976-4813-AB93-930D30473B5B}"/>
          </ac:spMkLst>
        </pc:spChg>
        <pc:spChg chg="add del">
          <ac:chgData name="Cristian Chilipirea" userId="34ab170da5908fc4" providerId="LiveId" clId="{7840C37D-FDDB-4314-A31E-446F31402874}" dt="2019-10-13T10:39:45.139" v="106"/>
          <ac:spMkLst>
            <pc:docMk/>
            <pc:sldMk cId="3721453940" sldId="496"/>
            <ac:spMk id="147" creationId="{4FED5577-595B-4C5B-9E86-130D6A666265}"/>
          </ac:spMkLst>
        </pc:spChg>
        <pc:spChg chg="add del">
          <ac:chgData name="Cristian Chilipirea" userId="34ab170da5908fc4" providerId="LiveId" clId="{7840C37D-FDDB-4314-A31E-446F31402874}" dt="2019-10-13T10:39:45.139" v="106"/>
          <ac:spMkLst>
            <pc:docMk/>
            <pc:sldMk cId="3721453940" sldId="496"/>
            <ac:spMk id="148" creationId="{42A8DC26-3E69-487E-AD83-36BDC9C01236}"/>
          </ac:spMkLst>
        </pc:spChg>
        <pc:spChg chg="add del">
          <ac:chgData name="Cristian Chilipirea" userId="34ab170da5908fc4" providerId="LiveId" clId="{7840C37D-FDDB-4314-A31E-446F31402874}" dt="2019-10-13T10:39:53.291" v="108"/>
          <ac:spMkLst>
            <pc:docMk/>
            <pc:sldMk cId="3721453940" sldId="496"/>
            <ac:spMk id="164" creationId="{4925446B-4576-4571-8E91-042EEC928D50}"/>
          </ac:spMkLst>
        </pc:spChg>
        <pc:spChg chg="add del">
          <ac:chgData name="Cristian Chilipirea" userId="34ab170da5908fc4" providerId="LiveId" clId="{7840C37D-FDDB-4314-A31E-446F31402874}" dt="2019-10-13T10:39:53.291" v="108"/>
          <ac:spMkLst>
            <pc:docMk/>
            <pc:sldMk cId="3721453940" sldId="496"/>
            <ac:spMk id="165" creationId="{9EE5D242-983F-460D-9D16-317836D8FB0F}"/>
          </ac:spMkLst>
        </pc:spChg>
        <pc:spChg chg="add del">
          <ac:chgData name="Cristian Chilipirea" userId="34ab170da5908fc4" providerId="LiveId" clId="{7840C37D-FDDB-4314-A31E-446F31402874}" dt="2019-10-13T10:39:53.291" v="108"/>
          <ac:spMkLst>
            <pc:docMk/>
            <pc:sldMk cId="3721453940" sldId="496"/>
            <ac:spMk id="166" creationId="{38F3163C-8172-42B1-B6DF-14577C03FAF6}"/>
          </ac:spMkLst>
        </pc:spChg>
        <pc:spChg chg="add del">
          <ac:chgData name="Cristian Chilipirea" userId="34ab170da5908fc4" providerId="LiveId" clId="{7840C37D-FDDB-4314-A31E-446F31402874}" dt="2019-10-13T10:39:53.291" v="108"/>
          <ac:spMkLst>
            <pc:docMk/>
            <pc:sldMk cId="3721453940" sldId="496"/>
            <ac:spMk id="167" creationId="{A293593D-704E-4776-A3B1-CEBA1A1FA20A}"/>
          </ac:spMkLst>
        </pc:spChg>
        <pc:spChg chg="add del">
          <ac:chgData name="Cristian Chilipirea" userId="34ab170da5908fc4" providerId="LiveId" clId="{7840C37D-FDDB-4314-A31E-446F31402874}" dt="2019-10-13T10:39:53.291" v="108"/>
          <ac:spMkLst>
            <pc:docMk/>
            <pc:sldMk cId="3721453940" sldId="496"/>
            <ac:spMk id="168" creationId="{C5781D0C-E7D0-4759-99CD-18A6D1A01BB3}"/>
          </ac:spMkLst>
        </pc:spChg>
        <pc:spChg chg="add del">
          <ac:chgData name="Cristian Chilipirea" userId="34ab170da5908fc4" providerId="LiveId" clId="{7840C37D-FDDB-4314-A31E-446F31402874}" dt="2019-10-13T10:39:53.291" v="108"/>
          <ac:spMkLst>
            <pc:docMk/>
            <pc:sldMk cId="3721453940" sldId="496"/>
            <ac:spMk id="169" creationId="{E90DB490-82C4-45B9-B67C-750816C35C74}"/>
          </ac:spMkLst>
        </pc:spChg>
        <pc:spChg chg="add del">
          <ac:chgData name="Cristian Chilipirea" userId="34ab170da5908fc4" providerId="LiveId" clId="{7840C37D-FDDB-4314-A31E-446F31402874}" dt="2019-10-13T10:39:53.291" v="108"/>
          <ac:spMkLst>
            <pc:docMk/>
            <pc:sldMk cId="3721453940" sldId="496"/>
            <ac:spMk id="170" creationId="{67E12F95-DCA8-4C24-A127-8820F0B3C1AA}"/>
          </ac:spMkLst>
        </pc:spChg>
        <pc:spChg chg="add del">
          <ac:chgData name="Cristian Chilipirea" userId="34ab170da5908fc4" providerId="LiveId" clId="{7840C37D-FDDB-4314-A31E-446F31402874}" dt="2019-10-13T10:39:53.291" v="108"/>
          <ac:spMkLst>
            <pc:docMk/>
            <pc:sldMk cId="3721453940" sldId="496"/>
            <ac:spMk id="171" creationId="{EC9C1506-A313-4EE8-89D7-5E787D49BDAC}"/>
          </ac:spMkLst>
        </pc:spChg>
        <pc:spChg chg="add del">
          <ac:chgData name="Cristian Chilipirea" userId="34ab170da5908fc4" providerId="LiveId" clId="{7840C37D-FDDB-4314-A31E-446F31402874}" dt="2019-10-13T10:39:53.291" v="108"/>
          <ac:spMkLst>
            <pc:docMk/>
            <pc:sldMk cId="3721453940" sldId="496"/>
            <ac:spMk id="172" creationId="{FAFA8AE3-DC3E-4188-9EB2-80FAF9EA8D24}"/>
          </ac:spMkLst>
        </pc:spChg>
        <pc:spChg chg="add del">
          <ac:chgData name="Cristian Chilipirea" userId="34ab170da5908fc4" providerId="LiveId" clId="{7840C37D-FDDB-4314-A31E-446F31402874}" dt="2019-10-13T10:39:53.291" v="108"/>
          <ac:spMkLst>
            <pc:docMk/>
            <pc:sldMk cId="3721453940" sldId="496"/>
            <ac:spMk id="173" creationId="{B7BD52BC-2C60-404D-BF5D-25A09666A4A9}"/>
          </ac:spMkLst>
        </pc:spChg>
        <pc:spChg chg="add del">
          <ac:chgData name="Cristian Chilipirea" userId="34ab170da5908fc4" providerId="LiveId" clId="{7840C37D-FDDB-4314-A31E-446F31402874}" dt="2019-10-13T10:39:53.291" v="108"/>
          <ac:spMkLst>
            <pc:docMk/>
            <pc:sldMk cId="3721453940" sldId="496"/>
            <ac:spMk id="174" creationId="{9F1C95E9-8F57-47CB-B7C3-AC04915037B6}"/>
          </ac:spMkLst>
        </pc:spChg>
        <pc:spChg chg="add del">
          <ac:chgData name="Cristian Chilipirea" userId="34ab170da5908fc4" providerId="LiveId" clId="{7840C37D-FDDB-4314-A31E-446F31402874}" dt="2019-10-13T10:39:53.291" v="108"/>
          <ac:spMkLst>
            <pc:docMk/>
            <pc:sldMk cId="3721453940" sldId="496"/>
            <ac:spMk id="175" creationId="{EDE04925-0507-4986-AE72-040B5B925E3D}"/>
          </ac:spMkLst>
        </pc:spChg>
        <pc:spChg chg="add del">
          <ac:chgData name="Cristian Chilipirea" userId="34ab170da5908fc4" providerId="LiveId" clId="{7840C37D-FDDB-4314-A31E-446F31402874}" dt="2019-10-13T10:39:53.291" v="108"/>
          <ac:spMkLst>
            <pc:docMk/>
            <pc:sldMk cId="3721453940" sldId="496"/>
            <ac:spMk id="176" creationId="{DF0CF097-D72B-47E3-9CD6-DE3C602E066F}"/>
          </ac:spMkLst>
        </pc:spChg>
        <pc:spChg chg="add del">
          <ac:chgData name="Cristian Chilipirea" userId="34ab170da5908fc4" providerId="LiveId" clId="{7840C37D-FDDB-4314-A31E-446F31402874}" dt="2019-10-13T10:39:53.291" v="108"/>
          <ac:spMkLst>
            <pc:docMk/>
            <pc:sldMk cId="3721453940" sldId="496"/>
            <ac:spMk id="177" creationId="{07A2C5C8-4CA2-4A2F-8F6D-654367091B9F}"/>
          </ac:spMkLst>
        </pc:spChg>
        <pc:spChg chg="add del">
          <ac:chgData name="Cristian Chilipirea" userId="34ab170da5908fc4" providerId="LiveId" clId="{7840C37D-FDDB-4314-A31E-446F31402874}" dt="2019-10-13T10:39:53.291" v="108"/>
          <ac:spMkLst>
            <pc:docMk/>
            <pc:sldMk cId="3721453940" sldId="496"/>
            <ac:spMk id="178" creationId="{A64237D1-7AAC-40F3-9A54-56082A5609D4}"/>
          </ac:spMkLst>
        </pc:spChg>
        <pc:spChg chg="add del">
          <ac:chgData name="Cristian Chilipirea" userId="34ab170da5908fc4" providerId="LiveId" clId="{7840C37D-FDDB-4314-A31E-446F31402874}" dt="2019-10-13T10:39:53.291" v="108"/>
          <ac:spMkLst>
            <pc:docMk/>
            <pc:sldMk cId="3721453940" sldId="496"/>
            <ac:spMk id="179" creationId="{2054D4EE-FCB4-4B97-A34D-4D75A512CA77}"/>
          </ac:spMkLst>
        </pc:spChg>
        <pc:spChg chg="add del">
          <ac:chgData name="Cristian Chilipirea" userId="34ab170da5908fc4" providerId="LiveId" clId="{7840C37D-FDDB-4314-A31E-446F31402874}" dt="2019-10-13T10:39:53.291" v="108"/>
          <ac:spMkLst>
            <pc:docMk/>
            <pc:sldMk cId="3721453940" sldId="496"/>
            <ac:spMk id="180" creationId="{1417691C-9165-47AC-B0A9-D582EC941B57}"/>
          </ac:spMkLst>
        </pc:spChg>
        <pc:spChg chg="add del">
          <ac:chgData name="Cristian Chilipirea" userId="34ab170da5908fc4" providerId="LiveId" clId="{7840C37D-FDDB-4314-A31E-446F31402874}" dt="2019-10-13T10:39:53.291" v="108"/>
          <ac:spMkLst>
            <pc:docMk/>
            <pc:sldMk cId="3721453940" sldId="496"/>
            <ac:spMk id="181" creationId="{661760ED-88BE-4373-A039-5472CE3F7B88}"/>
          </ac:spMkLst>
        </pc:spChg>
        <pc:spChg chg="add del">
          <ac:chgData name="Cristian Chilipirea" userId="34ab170da5908fc4" providerId="LiveId" clId="{7840C37D-FDDB-4314-A31E-446F31402874}" dt="2019-10-13T10:39:53.291" v="108"/>
          <ac:spMkLst>
            <pc:docMk/>
            <pc:sldMk cId="3721453940" sldId="496"/>
            <ac:spMk id="182" creationId="{7F9D570D-E9FF-49FA-AA40-1D947509122D}"/>
          </ac:spMkLst>
        </pc:spChg>
        <pc:spChg chg="add del">
          <ac:chgData name="Cristian Chilipirea" userId="34ab170da5908fc4" providerId="LiveId" clId="{7840C37D-FDDB-4314-A31E-446F31402874}" dt="2019-10-13T10:39:53.291" v="108"/>
          <ac:spMkLst>
            <pc:docMk/>
            <pc:sldMk cId="3721453940" sldId="496"/>
            <ac:spMk id="183" creationId="{9631E5D6-4582-4BB4-A599-EB33BFCAF6EB}"/>
          </ac:spMkLst>
        </pc:spChg>
        <pc:spChg chg="add del">
          <ac:chgData name="Cristian Chilipirea" userId="34ab170da5908fc4" providerId="LiveId" clId="{7840C37D-FDDB-4314-A31E-446F31402874}" dt="2019-10-13T10:39:53.291" v="108"/>
          <ac:spMkLst>
            <pc:docMk/>
            <pc:sldMk cId="3721453940" sldId="496"/>
            <ac:spMk id="184" creationId="{011C1C22-8A34-4588-B169-8C046895484D}"/>
          </ac:spMkLst>
        </pc:spChg>
        <pc:spChg chg="add del">
          <ac:chgData name="Cristian Chilipirea" userId="34ab170da5908fc4" providerId="LiveId" clId="{7840C37D-FDDB-4314-A31E-446F31402874}" dt="2019-10-13T10:39:53.291" v="108"/>
          <ac:spMkLst>
            <pc:docMk/>
            <pc:sldMk cId="3721453940" sldId="496"/>
            <ac:spMk id="185" creationId="{7A86914A-E71B-49AE-8AE3-5EE5798390A7}"/>
          </ac:spMkLst>
        </pc:spChg>
        <pc:spChg chg="add del">
          <ac:chgData name="Cristian Chilipirea" userId="34ab170da5908fc4" providerId="LiveId" clId="{7840C37D-FDDB-4314-A31E-446F31402874}" dt="2019-10-13T10:39:53.291" v="108"/>
          <ac:spMkLst>
            <pc:docMk/>
            <pc:sldMk cId="3721453940" sldId="496"/>
            <ac:spMk id="186" creationId="{1FF95990-3019-4FE9-B59E-F432881D9905}"/>
          </ac:spMkLst>
        </pc:spChg>
        <pc:spChg chg="add del">
          <ac:chgData name="Cristian Chilipirea" userId="34ab170da5908fc4" providerId="LiveId" clId="{7840C37D-FDDB-4314-A31E-446F31402874}" dt="2019-10-13T10:39:53.291" v="108"/>
          <ac:spMkLst>
            <pc:docMk/>
            <pc:sldMk cId="3721453940" sldId="496"/>
            <ac:spMk id="187" creationId="{6A40ACC1-5350-4918-93AD-4CC5E7C3CB3A}"/>
          </ac:spMkLst>
        </pc:spChg>
        <pc:spChg chg="add del">
          <ac:chgData name="Cristian Chilipirea" userId="34ab170da5908fc4" providerId="LiveId" clId="{7840C37D-FDDB-4314-A31E-446F31402874}" dt="2019-10-13T10:39:53.291" v="108"/>
          <ac:spMkLst>
            <pc:docMk/>
            <pc:sldMk cId="3721453940" sldId="496"/>
            <ac:spMk id="188" creationId="{5BB46A71-854E-4282-BA96-2D5DC3B3961F}"/>
          </ac:spMkLst>
        </pc:spChg>
        <pc:spChg chg="add del">
          <ac:chgData name="Cristian Chilipirea" userId="34ab170da5908fc4" providerId="LiveId" clId="{7840C37D-FDDB-4314-A31E-446F31402874}" dt="2019-10-13T10:39:53.291" v="108"/>
          <ac:spMkLst>
            <pc:docMk/>
            <pc:sldMk cId="3721453940" sldId="496"/>
            <ac:spMk id="189" creationId="{52D60978-C690-4C6F-BE36-A5E773693356}"/>
          </ac:spMkLst>
        </pc:spChg>
        <pc:spChg chg="add del">
          <ac:chgData name="Cristian Chilipirea" userId="34ab170da5908fc4" providerId="LiveId" clId="{7840C37D-FDDB-4314-A31E-446F31402874}" dt="2019-10-13T10:39:53.291" v="108"/>
          <ac:spMkLst>
            <pc:docMk/>
            <pc:sldMk cId="3721453940" sldId="496"/>
            <ac:spMk id="190" creationId="{E25BAA9B-9CA2-426F-B566-BF30F78120A9}"/>
          </ac:spMkLst>
        </pc:spChg>
        <pc:spChg chg="add del">
          <ac:chgData name="Cristian Chilipirea" userId="34ab170da5908fc4" providerId="LiveId" clId="{7840C37D-FDDB-4314-A31E-446F31402874}" dt="2019-10-13T10:39:53.291" v="108"/>
          <ac:spMkLst>
            <pc:docMk/>
            <pc:sldMk cId="3721453940" sldId="496"/>
            <ac:spMk id="191" creationId="{2B27941E-1E41-40D8-980A-64982D2D248F}"/>
          </ac:spMkLst>
        </pc:spChg>
        <pc:spChg chg="add del">
          <ac:chgData name="Cristian Chilipirea" userId="34ab170da5908fc4" providerId="LiveId" clId="{7840C37D-FDDB-4314-A31E-446F31402874}" dt="2019-10-13T10:39:53.291" v="108"/>
          <ac:spMkLst>
            <pc:docMk/>
            <pc:sldMk cId="3721453940" sldId="496"/>
            <ac:spMk id="192" creationId="{E76FA27E-1AEE-4B2D-AFC1-C54DFEA2EA32}"/>
          </ac:spMkLst>
        </pc:spChg>
        <pc:spChg chg="add del">
          <ac:chgData name="Cristian Chilipirea" userId="34ab170da5908fc4" providerId="LiveId" clId="{7840C37D-FDDB-4314-A31E-446F31402874}" dt="2019-10-13T10:39:53.291" v="108"/>
          <ac:spMkLst>
            <pc:docMk/>
            <pc:sldMk cId="3721453940" sldId="496"/>
            <ac:spMk id="193" creationId="{3F274CA6-AA7C-46BE-9780-C2424CAAAA2E}"/>
          </ac:spMkLst>
        </pc:spChg>
        <pc:spChg chg="add del">
          <ac:chgData name="Cristian Chilipirea" userId="34ab170da5908fc4" providerId="LiveId" clId="{7840C37D-FDDB-4314-A31E-446F31402874}" dt="2019-10-13T10:39:53.291" v="108"/>
          <ac:spMkLst>
            <pc:docMk/>
            <pc:sldMk cId="3721453940" sldId="496"/>
            <ac:spMk id="194" creationId="{89FD82F6-F1B8-4B4F-A55D-60C0FFB3D3DB}"/>
          </ac:spMkLst>
        </pc:spChg>
        <pc:spChg chg="add del">
          <ac:chgData name="Cristian Chilipirea" userId="34ab170da5908fc4" providerId="LiveId" clId="{7840C37D-FDDB-4314-A31E-446F31402874}" dt="2019-10-13T10:39:53.291" v="108"/>
          <ac:spMkLst>
            <pc:docMk/>
            <pc:sldMk cId="3721453940" sldId="496"/>
            <ac:spMk id="195" creationId="{611C0649-2CEC-4855-8EE5-20F4D67688EC}"/>
          </ac:spMkLst>
        </pc:spChg>
        <pc:spChg chg="add del">
          <ac:chgData name="Cristian Chilipirea" userId="34ab170da5908fc4" providerId="LiveId" clId="{7840C37D-FDDB-4314-A31E-446F31402874}" dt="2019-10-13T10:39:55.655" v="110"/>
          <ac:spMkLst>
            <pc:docMk/>
            <pc:sldMk cId="3721453940" sldId="496"/>
            <ac:spMk id="211" creationId="{D26E2B15-7FDD-44C5-BDB1-68C09E61B016}"/>
          </ac:spMkLst>
        </pc:spChg>
        <pc:spChg chg="add del">
          <ac:chgData name="Cristian Chilipirea" userId="34ab170da5908fc4" providerId="LiveId" clId="{7840C37D-FDDB-4314-A31E-446F31402874}" dt="2019-10-13T10:39:55.655" v="110"/>
          <ac:spMkLst>
            <pc:docMk/>
            <pc:sldMk cId="3721453940" sldId="496"/>
            <ac:spMk id="212" creationId="{1B4EBB5A-3678-4ED1-B775-6AA2ED834956}"/>
          </ac:spMkLst>
        </pc:spChg>
        <pc:spChg chg="add del">
          <ac:chgData name="Cristian Chilipirea" userId="34ab170da5908fc4" providerId="LiveId" clId="{7840C37D-FDDB-4314-A31E-446F31402874}" dt="2019-10-13T10:39:55.655" v="110"/>
          <ac:spMkLst>
            <pc:docMk/>
            <pc:sldMk cId="3721453940" sldId="496"/>
            <ac:spMk id="213" creationId="{48D439A9-45F0-4269-9E63-B6680531FB39}"/>
          </ac:spMkLst>
        </pc:spChg>
        <pc:spChg chg="add del">
          <ac:chgData name="Cristian Chilipirea" userId="34ab170da5908fc4" providerId="LiveId" clId="{7840C37D-FDDB-4314-A31E-446F31402874}" dt="2019-10-13T10:39:55.655" v="110"/>
          <ac:spMkLst>
            <pc:docMk/>
            <pc:sldMk cId="3721453940" sldId="496"/>
            <ac:spMk id="214" creationId="{3B9F1129-B3D8-4568-A572-479772508F17}"/>
          </ac:spMkLst>
        </pc:spChg>
        <pc:spChg chg="add del">
          <ac:chgData name="Cristian Chilipirea" userId="34ab170da5908fc4" providerId="LiveId" clId="{7840C37D-FDDB-4314-A31E-446F31402874}" dt="2019-10-13T10:39:55.655" v="110"/>
          <ac:spMkLst>
            <pc:docMk/>
            <pc:sldMk cId="3721453940" sldId="496"/>
            <ac:spMk id="215" creationId="{9786D1B4-2C45-4D7E-8492-41614439AFD8}"/>
          </ac:spMkLst>
        </pc:spChg>
        <pc:spChg chg="add del">
          <ac:chgData name="Cristian Chilipirea" userId="34ab170da5908fc4" providerId="LiveId" clId="{7840C37D-FDDB-4314-A31E-446F31402874}" dt="2019-10-13T10:39:55.655" v="110"/>
          <ac:spMkLst>
            <pc:docMk/>
            <pc:sldMk cId="3721453940" sldId="496"/>
            <ac:spMk id="216" creationId="{A9E389F5-9A34-4B8A-86CB-2692A7663DC0}"/>
          </ac:spMkLst>
        </pc:spChg>
        <pc:spChg chg="add del">
          <ac:chgData name="Cristian Chilipirea" userId="34ab170da5908fc4" providerId="LiveId" clId="{7840C37D-FDDB-4314-A31E-446F31402874}" dt="2019-10-13T10:39:55.655" v="110"/>
          <ac:spMkLst>
            <pc:docMk/>
            <pc:sldMk cId="3721453940" sldId="496"/>
            <ac:spMk id="217" creationId="{4E1D54E1-9986-4F11-A1D9-8DCA8ED35289}"/>
          </ac:spMkLst>
        </pc:spChg>
        <pc:spChg chg="add del">
          <ac:chgData name="Cristian Chilipirea" userId="34ab170da5908fc4" providerId="LiveId" clId="{7840C37D-FDDB-4314-A31E-446F31402874}" dt="2019-10-13T10:39:55.655" v="110"/>
          <ac:spMkLst>
            <pc:docMk/>
            <pc:sldMk cId="3721453940" sldId="496"/>
            <ac:spMk id="218" creationId="{2C694C46-6154-4093-B9C5-1E514726F337}"/>
          </ac:spMkLst>
        </pc:spChg>
        <pc:spChg chg="add del">
          <ac:chgData name="Cristian Chilipirea" userId="34ab170da5908fc4" providerId="LiveId" clId="{7840C37D-FDDB-4314-A31E-446F31402874}" dt="2019-10-13T10:39:55.655" v="110"/>
          <ac:spMkLst>
            <pc:docMk/>
            <pc:sldMk cId="3721453940" sldId="496"/>
            <ac:spMk id="219" creationId="{0BC18EFD-85CC-4429-8C20-2AECF0571936}"/>
          </ac:spMkLst>
        </pc:spChg>
        <pc:spChg chg="add del">
          <ac:chgData name="Cristian Chilipirea" userId="34ab170da5908fc4" providerId="LiveId" clId="{7840C37D-FDDB-4314-A31E-446F31402874}" dt="2019-10-13T10:39:55.655" v="110"/>
          <ac:spMkLst>
            <pc:docMk/>
            <pc:sldMk cId="3721453940" sldId="496"/>
            <ac:spMk id="220" creationId="{BB525ED3-0422-4094-A0F3-66DE7126CBAD}"/>
          </ac:spMkLst>
        </pc:spChg>
        <pc:spChg chg="add del">
          <ac:chgData name="Cristian Chilipirea" userId="34ab170da5908fc4" providerId="LiveId" clId="{7840C37D-FDDB-4314-A31E-446F31402874}" dt="2019-10-13T10:39:55.655" v="110"/>
          <ac:spMkLst>
            <pc:docMk/>
            <pc:sldMk cId="3721453940" sldId="496"/>
            <ac:spMk id="221" creationId="{49EA8DE5-C0B0-44A2-9D7D-3BF25E12DCCA}"/>
          </ac:spMkLst>
        </pc:spChg>
        <pc:spChg chg="add del">
          <ac:chgData name="Cristian Chilipirea" userId="34ab170da5908fc4" providerId="LiveId" clId="{7840C37D-FDDB-4314-A31E-446F31402874}" dt="2019-10-13T10:39:55.655" v="110"/>
          <ac:spMkLst>
            <pc:docMk/>
            <pc:sldMk cId="3721453940" sldId="496"/>
            <ac:spMk id="222" creationId="{A0A3DCD9-819A-4532-8B1D-7A72023FF7DA}"/>
          </ac:spMkLst>
        </pc:spChg>
        <pc:spChg chg="add del">
          <ac:chgData name="Cristian Chilipirea" userId="34ab170da5908fc4" providerId="LiveId" clId="{7840C37D-FDDB-4314-A31E-446F31402874}" dt="2019-10-13T10:39:55.655" v="110"/>
          <ac:spMkLst>
            <pc:docMk/>
            <pc:sldMk cId="3721453940" sldId="496"/>
            <ac:spMk id="223" creationId="{9B06E13E-403E-4147-B8C0-73E73D536D89}"/>
          </ac:spMkLst>
        </pc:spChg>
        <pc:spChg chg="add del">
          <ac:chgData name="Cristian Chilipirea" userId="34ab170da5908fc4" providerId="LiveId" clId="{7840C37D-FDDB-4314-A31E-446F31402874}" dt="2019-10-13T10:39:55.655" v="110"/>
          <ac:spMkLst>
            <pc:docMk/>
            <pc:sldMk cId="3721453940" sldId="496"/>
            <ac:spMk id="224" creationId="{3749EC38-640A-4B4F-B1AA-97544F247E01}"/>
          </ac:spMkLst>
        </pc:spChg>
        <pc:spChg chg="add del">
          <ac:chgData name="Cristian Chilipirea" userId="34ab170da5908fc4" providerId="LiveId" clId="{7840C37D-FDDB-4314-A31E-446F31402874}" dt="2019-10-13T10:39:55.655" v="110"/>
          <ac:spMkLst>
            <pc:docMk/>
            <pc:sldMk cId="3721453940" sldId="496"/>
            <ac:spMk id="225" creationId="{59E52A24-798C-4A59-A8ED-ECE3AD3953F3}"/>
          </ac:spMkLst>
        </pc:spChg>
        <pc:spChg chg="add del">
          <ac:chgData name="Cristian Chilipirea" userId="34ab170da5908fc4" providerId="LiveId" clId="{7840C37D-FDDB-4314-A31E-446F31402874}" dt="2019-10-13T10:39:55.655" v="110"/>
          <ac:spMkLst>
            <pc:docMk/>
            <pc:sldMk cId="3721453940" sldId="496"/>
            <ac:spMk id="226" creationId="{C3B50E74-2433-433B-9BAA-B8F760D936D0}"/>
          </ac:spMkLst>
        </pc:spChg>
        <pc:spChg chg="add del">
          <ac:chgData name="Cristian Chilipirea" userId="34ab170da5908fc4" providerId="LiveId" clId="{7840C37D-FDDB-4314-A31E-446F31402874}" dt="2019-10-13T10:39:55.655" v="110"/>
          <ac:spMkLst>
            <pc:docMk/>
            <pc:sldMk cId="3721453940" sldId="496"/>
            <ac:spMk id="227" creationId="{0470FDB1-93A0-475E-9F98-1AF3CD04CBC0}"/>
          </ac:spMkLst>
        </pc:spChg>
        <pc:spChg chg="add del">
          <ac:chgData name="Cristian Chilipirea" userId="34ab170da5908fc4" providerId="LiveId" clId="{7840C37D-FDDB-4314-A31E-446F31402874}" dt="2019-10-13T10:39:55.655" v="110"/>
          <ac:spMkLst>
            <pc:docMk/>
            <pc:sldMk cId="3721453940" sldId="496"/>
            <ac:spMk id="228" creationId="{AC61042F-116C-4679-8E7E-A5A4FA91006E}"/>
          </ac:spMkLst>
        </pc:spChg>
        <pc:spChg chg="add del">
          <ac:chgData name="Cristian Chilipirea" userId="34ab170da5908fc4" providerId="LiveId" clId="{7840C37D-FDDB-4314-A31E-446F31402874}" dt="2019-10-13T10:39:55.655" v="110"/>
          <ac:spMkLst>
            <pc:docMk/>
            <pc:sldMk cId="3721453940" sldId="496"/>
            <ac:spMk id="229" creationId="{809EB148-4A3A-4520-9AF9-CA38765A9DA1}"/>
          </ac:spMkLst>
        </pc:spChg>
        <pc:spChg chg="add del">
          <ac:chgData name="Cristian Chilipirea" userId="34ab170da5908fc4" providerId="LiveId" clId="{7840C37D-FDDB-4314-A31E-446F31402874}" dt="2019-10-13T10:39:55.655" v="110"/>
          <ac:spMkLst>
            <pc:docMk/>
            <pc:sldMk cId="3721453940" sldId="496"/>
            <ac:spMk id="230" creationId="{A5416141-C56F-4C15-BBA8-0CA36C97605B}"/>
          </ac:spMkLst>
        </pc:spChg>
        <pc:spChg chg="add del">
          <ac:chgData name="Cristian Chilipirea" userId="34ab170da5908fc4" providerId="LiveId" clId="{7840C37D-FDDB-4314-A31E-446F31402874}" dt="2019-10-13T10:39:55.655" v="110"/>
          <ac:spMkLst>
            <pc:docMk/>
            <pc:sldMk cId="3721453940" sldId="496"/>
            <ac:spMk id="231" creationId="{F69321E0-DF0C-4AAB-88DD-0DBA315E9426}"/>
          </ac:spMkLst>
        </pc:spChg>
        <pc:spChg chg="add del">
          <ac:chgData name="Cristian Chilipirea" userId="34ab170da5908fc4" providerId="LiveId" clId="{7840C37D-FDDB-4314-A31E-446F31402874}" dt="2019-10-13T10:39:55.655" v="110"/>
          <ac:spMkLst>
            <pc:docMk/>
            <pc:sldMk cId="3721453940" sldId="496"/>
            <ac:spMk id="232" creationId="{0458FB88-4655-43FD-83BB-38BCA21BF794}"/>
          </ac:spMkLst>
        </pc:spChg>
        <pc:spChg chg="add del">
          <ac:chgData name="Cristian Chilipirea" userId="34ab170da5908fc4" providerId="LiveId" clId="{7840C37D-FDDB-4314-A31E-446F31402874}" dt="2019-10-13T10:39:55.655" v="110"/>
          <ac:spMkLst>
            <pc:docMk/>
            <pc:sldMk cId="3721453940" sldId="496"/>
            <ac:spMk id="233" creationId="{8B3046C3-E80B-4B5A-8731-083553F4E261}"/>
          </ac:spMkLst>
        </pc:spChg>
        <pc:spChg chg="add del">
          <ac:chgData name="Cristian Chilipirea" userId="34ab170da5908fc4" providerId="LiveId" clId="{7840C37D-FDDB-4314-A31E-446F31402874}" dt="2019-10-13T10:39:55.655" v="110"/>
          <ac:spMkLst>
            <pc:docMk/>
            <pc:sldMk cId="3721453940" sldId="496"/>
            <ac:spMk id="234" creationId="{56F6B5D7-B63F-4D0A-847E-9CEBAD299384}"/>
          </ac:spMkLst>
        </pc:spChg>
        <pc:spChg chg="add del">
          <ac:chgData name="Cristian Chilipirea" userId="34ab170da5908fc4" providerId="LiveId" clId="{7840C37D-FDDB-4314-A31E-446F31402874}" dt="2019-10-13T10:39:55.655" v="110"/>
          <ac:spMkLst>
            <pc:docMk/>
            <pc:sldMk cId="3721453940" sldId="496"/>
            <ac:spMk id="235" creationId="{90E363C7-B74B-4EEF-9DBF-7E1CC7A64ACB}"/>
          </ac:spMkLst>
        </pc:spChg>
        <pc:spChg chg="add del">
          <ac:chgData name="Cristian Chilipirea" userId="34ab170da5908fc4" providerId="LiveId" clId="{7840C37D-FDDB-4314-A31E-446F31402874}" dt="2019-10-13T10:39:55.655" v="110"/>
          <ac:spMkLst>
            <pc:docMk/>
            <pc:sldMk cId="3721453940" sldId="496"/>
            <ac:spMk id="236" creationId="{3E074107-31CD-4EE7-9CE5-C91305A6408B}"/>
          </ac:spMkLst>
        </pc:spChg>
        <pc:spChg chg="add del">
          <ac:chgData name="Cristian Chilipirea" userId="34ab170da5908fc4" providerId="LiveId" clId="{7840C37D-FDDB-4314-A31E-446F31402874}" dt="2019-10-13T10:39:55.655" v="110"/>
          <ac:spMkLst>
            <pc:docMk/>
            <pc:sldMk cId="3721453940" sldId="496"/>
            <ac:spMk id="237" creationId="{C149A054-9849-4496-B2C2-C026252E4BBE}"/>
          </ac:spMkLst>
        </pc:spChg>
        <pc:spChg chg="add del">
          <ac:chgData name="Cristian Chilipirea" userId="34ab170da5908fc4" providerId="LiveId" clId="{7840C37D-FDDB-4314-A31E-446F31402874}" dt="2019-10-13T10:39:55.655" v="110"/>
          <ac:spMkLst>
            <pc:docMk/>
            <pc:sldMk cId="3721453940" sldId="496"/>
            <ac:spMk id="238" creationId="{453C07A8-A8B7-4EEF-9713-CEB816ADA59E}"/>
          </ac:spMkLst>
        </pc:spChg>
        <pc:spChg chg="add del">
          <ac:chgData name="Cristian Chilipirea" userId="34ab170da5908fc4" providerId="LiveId" clId="{7840C37D-FDDB-4314-A31E-446F31402874}" dt="2019-10-13T10:39:55.655" v="110"/>
          <ac:spMkLst>
            <pc:docMk/>
            <pc:sldMk cId="3721453940" sldId="496"/>
            <ac:spMk id="239" creationId="{DCF226D4-C3DA-4AF4-AA34-8C01D80EC515}"/>
          </ac:spMkLst>
        </pc:spChg>
        <pc:spChg chg="add del">
          <ac:chgData name="Cristian Chilipirea" userId="34ab170da5908fc4" providerId="LiveId" clId="{7840C37D-FDDB-4314-A31E-446F31402874}" dt="2019-10-13T10:39:55.655" v="110"/>
          <ac:spMkLst>
            <pc:docMk/>
            <pc:sldMk cId="3721453940" sldId="496"/>
            <ac:spMk id="240" creationId="{B4AE48F3-904E-4E2B-A7E2-7F831D68C00C}"/>
          </ac:spMkLst>
        </pc:spChg>
        <pc:spChg chg="add del">
          <ac:chgData name="Cristian Chilipirea" userId="34ab170da5908fc4" providerId="LiveId" clId="{7840C37D-FDDB-4314-A31E-446F31402874}" dt="2019-10-13T10:39:55.655" v="110"/>
          <ac:spMkLst>
            <pc:docMk/>
            <pc:sldMk cId="3721453940" sldId="496"/>
            <ac:spMk id="241" creationId="{4FABB613-50E5-40F1-9C50-0846168C36C8}"/>
          </ac:spMkLst>
        </pc:spChg>
        <pc:spChg chg="add del">
          <ac:chgData name="Cristian Chilipirea" userId="34ab170da5908fc4" providerId="LiveId" clId="{7840C37D-FDDB-4314-A31E-446F31402874}" dt="2019-10-13T10:39:55.655" v="110"/>
          <ac:spMkLst>
            <pc:docMk/>
            <pc:sldMk cId="3721453940" sldId="496"/>
            <ac:spMk id="242" creationId="{B0025002-75D0-4257-84DE-E1BCFDF8604D}"/>
          </ac:spMkLst>
        </pc:spChg>
        <pc:spChg chg="add del">
          <ac:chgData name="Cristian Chilipirea" userId="34ab170da5908fc4" providerId="LiveId" clId="{7840C37D-FDDB-4314-A31E-446F31402874}" dt="2019-10-13T10:40:00.222" v="112"/>
          <ac:spMkLst>
            <pc:docMk/>
            <pc:sldMk cId="3721453940" sldId="496"/>
            <ac:spMk id="249" creationId="{B74F7EAC-DF39-46C2-8B55-AD5C71CE4D1B}"/>
          </ac:spMkLst>
        </pc:spChg>
        <pc:spChg chg="add del">
          <ac:chgData name="Cristian Chilipirea" userId="34ab170da5908fc4" providerId="LiveId" clId="{7840C37D-FDDB-4314-A31E-446F31402874}" dt="2019-10-13T10:40:00.222" v="112"/>
          <ac:spMkLst>
            <pc:docMk/>
            <pc:sldMk cId="3721453940" sldId="496"/>
            <ac:spMk id="250" creationId="{DFCC6203-ECF1-4A07-AF39-3C9A48CFE996}"/>
          </ac:spMkLst>
        </pc:spChg>
        <pc:spChg chg="add del">
          <ac:chgData name="Cristian Chilipirea" userId="34ab170da5908fc4" providerId="LiveId" clId="{7840C37D-FDDB-4314-A31E-446F31402874}" dt="2019-10-13T10:40:00.222" v="112"/>
          <ac:spMkLst>
            <pc:docMk/>
            <pc:sldMk cId="3721453940" sldId="496"/>
            <ac:spMk id="251" creationId="{BFD74609-FE1C-43EC-9FF7-9A47309DB91B}"/>
          </ac:spMkLst>
        </pc:spChg>
        <pc:spChg chg="add del">
          <ac:chgData name="Cristian Chilipirea" userId="34ab170da5908fc4" providerId="LiveId" clId="{7840C37D-FDDB-4314-A31E-446F31402874}" dt="2019-10-13T10:40:00.222" v="112"/>
          <ac:spMkLst>
            <pc:docMk/>
            <pc:sldMk cId="3721453940" sldId="496"/>
            <ac:spMk id="252" creationId="{4C810E71-9BE6-4493-BC4A-E8A2C91A68B6}"/>
          </ac:spMkLst>
        </pc:spChg>
        <pc:spChg chg="add del">
          <ac:chgData name="Cristian Chilipirea" userId="34ab170da5908fc4" providerId="LiveId" clId="{7840C37D-FDDB-4314-A31E-446F31402874}" dt="2019-10-13T10:40:00.222" v="112"/>
          <ac:spMkLst>
            <pc:docMk/>
            <pc:sldMk cId="3721453940" sldId="496"/>
            <ac:spMk id="253" creationId="{625191A1-D60D-471D-81F1-DE8FF3B6DA91}"/>
          </ac:spMkLst>
        </pc:spChg>
        <pc:spChg chg="add del">
          <ac:chgData name="Cristian Chilipirea" userId="34ab170da5908fc4" providerId="LiveId" clId="{7840C37D-FDDB-4314-A31E-446F31402874}" dt="2019-10-13T10:40:00.222" v="112"/>
          <ac:spMkLst>
            <pc:docMk/>
            <pc:sldMk cId="3721453940" sldId="496"/>
            <ac:spMk id="254" creationId="{082BFB48-533E-442A-931D-15DE64ED91EE}"/>
          </ac:spMkLst>
        </pc:spChg>
        <pc:spChg chg="add del">
          <ac:chgData name="Cristian Chilipirea" userId="34ab170da5908fc4" providerId="LiveId" clId="{7840C37D-FDDB-4314-A31E-446F31402874}" dt="2019-10-13T10:40:00.222" v="112"/>
          <ac:spMkLst>
            <pc:docMk/>
            <pc:sldMk cId="3721453940" sldId="496"/>
            <ac:spMk id="255" creationId="{859A4DE9-8B75-43AE-9ABB-479BE322DB8B}"/>
          </ac:spMkLst>
        </pc:spChg>
        <pc:spChg chg="add del">
          <ac:chgData name="Cristian Chilipirea" userId="34ab170da5908fc4" providerId="LiveId" clId="{7840C37D-FDDB-4314-A31E-446F31402874}" dt="2019-10-13T10:40:00.222" v="112"/>
          <ac:spMkLst>
            <pc:docMk/>
            <pc:sldMk cId="3721453940" sldId="496"/>
            <ac:spMk id="256" creationId="{20F73F92-5237-4CB3-92F5-60F7F9E49DB2}"/>
          </ac:spMkLst>
        </pc:spChg>
        <pc:spChg chg="add del">
          <ac:chgData name="Cristian Chilipirea" userId="34ab170da5908fc4" providerId="LiveId" clId="{7840C37D-FDDB-4314-A31E-446F31402874}" dt="2019-10-13T10:40:00.222" v="112"/>
          <ac:spMkLst>
            <pc:docMk/>
            <pc:sldMk cId="3721453940" sldId="496"/>
            <ac:spMk id="257" creationId="{11E15B19-A558-45BD-AAB1-987DEE105758}"/>
          </ac:spMkLst>
        </pc:spChg>
        <pc:spChg chg="add del">
          <ac:chgData name="Cristian Chilipirea" userId="34ab170da5908fc4" providerId="LiveId" clId="{7840C37D-FDDB-4314-A31E-446F31402874}" dt="2019-10-13T10:40:00.222" v="112"/>
          <ac:spMkLst>
            <pc:docMk/>
            <pc:sldMk cId="3721453940" sldId="496"/>
            <ac:spMk id="258" creationId="{0A6D7E05-5526-4BB5-8B9D-922E72C3D93D}"/>
          </ac:spMkLst>
        </pc:spChg>
        <pc:spChg chg="add del">
          <ac:chgData name="Cristian Chilipirea" userId="34ab170da5908fc4" providerId="LiveId" clId="{7840C37D-FDDB-4314-A31E-446F31402874}" dt="2019-10-13T10:40:00.222" v="112"/>
          <ac:spMkLst>
            <pc:docMk/>
            <pc:sldMk cId="3721453940" sldId="496"/>
            <ac:spMk id="259" creationId="{75BACB52-59F8-46DC-9515-FFEA26080566}"/>
          </ac:spMkLst>
        </pc:spChg>
        <pc:spChg chg="add del">
          <ac:chgData name="Cristian Chilipirea" userId="34ab170da5908fc4" providerId="LiveId" clId="{7840C37D-FDDB-4314-A31E-446F31402874}" dt="2019-10-13T10:40:00.222" v="112"/>
          <ac:spMkLst>
            <pc:docMk/>
            <pc:sldMk cId="3721453940" sldId="496"/>
            <ac:spMk id="260" creationId="{35F7D3E3-6099-4B3B-8D57-171BD58F5FDF}"/>
          </ac:spMkLst>
        </pc:spChg>
        <pc:spChg chg="add del">
          <ac:chgData name="Cristian Chilipirea" userId="34ab170da5908fc4" providerId="LiveId" clId="{7840C37D-FDDB-4314-A31E-446F31402874}" dt="2019-10-13T10:40:00.222" v="112"/>
          <ac:spMkLst>
            <pc:docMk/>
            <pc:sldMk cId="3721453940" sldId="496"/>
            <ac:spMk id="261" creationId="{ED25EEBA-C634-426A-86CB-72589FCFA8DB}"/>
          </ac:spMkLst>
        </pc:spChg>
        <pc:spChg chg="add del">
          <ac:chgData name="Cristian Chilipirea" userId="34ab170da5908fc4" providerId="LiveId" clId="{7840C37D-FDDB-4314-A31E-446F31402874}" dt="2019-10-13T10:40:00.222" v="112"/>
          <ac:spMkLst>
            <pc:docMk/>
            <pc:sldMk cId="3721453940" sldId="496"/>
            <ac:spMk id="262" creationId="{25964C65-FEC7-4A30-ADCF-FB4DF68D30DC}"/>
          </ac:spMkLst>
        </pc:spChg>
        <pc:spChg chg="add del">
          <ac:chgData name="Cristian Chilipirea" userId="34ab170da5908fc4" providerId="LiveId" clId="{7840C37D-FDDB-4314-A31E-446F31402874}" dt="2019-10-13T10:40:00.222" v="112"/>
          <ac:spMkLst>
            <pc:docMk/>
            <pc:sldMk cId="3721453940" sldId="496"/>
            <ac:spMk id="263" creationId="{0A8959CD-76FF-4C93-B45B-BA0805F6B5E7}"/>
          </ac:spMkLst>
        </pc:spChg>
        <pc:spChg chg="add del">
          <ac:chgData name="Cristian Chilipirea" userId="34ab170da5908fc4" providerId="LiveId" clId="{7840C37D-FDDB-4314-A31E-446F31402874}" dt="2019-10-13T10:40:00.222" v="112"/>
          <ac:spMkLst>
            <pc:docMk/>
            <pc:sldMk cId="3721453940" sldId="496"/>
            <ac:spMk id="264" creationId="{C709225B-B22C-4FD4-8EFB-B77542D27FDF}"/>
          </ac:spMkLst>
        </pc:spChg>
        <pc:spChg chg="add del">
          <ac:chgData name="Cristian Chilipirea" userId="34ab170da5908fc4" providerId="LiveId" clId="{7840C37D-FDDB-4314-A31E-446F31402874}" dt="2019-10-13T10:40:00.222" v="112"/>
          <ac:spMkLst>
            <pc:docMk/>
            <pc:sldMk cId="3721453940" sldId="496"/>
            <ac:spMk id="265" creationId="{EB0B7F20-E752-4C61-B313-921EA0350492}"/>
          </ac:spMkLst>
        </pc:spChg>
        <pc:spChg chg="add del">
          <ac:chgData name="Cristian Chilipirea" userId="34ab170da5908fc4" providerId="LiveId" clId="{7840C37D-FDDB-4314-A31E-446F31402874}" dt="2019-10-13T10:40:00.222" v="112"/>
          <ac:spMkLst>
            <pc:docMk/>
            <pc:sldMk cId="3721453940" sldId="496"/>
            <ac:spMk id="266" creationId="{62A7614C-16A7-4EC6-BF49-74A58BC3EB59}"/>
          </ac:spMkLst>
        </pc:spChg>
        <pc:spChg chg="add del">
          <ac:chgData name="Cristian Chilipirea" userId="34ab170da5908fc4" providerId="LiveId" clId="{7840C37D-FDDB-4314-A31E-446F31402874}" dt="2019-10-13T10:40:00.222" v="112"/>
          <ac:spMkLst>
            <pc:docMk/>
            <pc:sldMk cId="3721453940" sldId="496"/>
            <ac:spMk id="267" creationId="{B0540401-91F9-4DA7-9FBB-47AACBB72161}"/>
          </ac:spMkLst>
        </pc:spChg>
        <pc:spChg chg="add del">
          <ac:chgData name="Cristian Chilipirea" userId="34ab170da5908fc4" providerId="LiveId" clId="{7840C37D-FDDB-4314-A31E-446F31402874}" dt="2019-10-13T10:40:00.222" v="112"/>
          <ac:spMkLst>
            <pc:docMk/>
            <pc:sldMk cId="3721453940" sldId="496"/>
            <ac:spMk id="268" creationId="{4E4EA786-AF16-4671-AEE7-C358B1ECB1AC}"/>
          </ac:spMkLst>
        </pc:spChg>
        <pc:spChg chg="add del">
          <ac:chgData name="Cristian Chilipirea" userId="34ab170da5908fc4" providerId="LiveId" clId="{7840C37D-FDDB-4314-A31E-446F31402874}" dt="2019-10-13T10:40:00.222" v="112"/>
          <ac:spMkLst>
            <pc:docMk/>
            <pc:sldMk cId="3721453940" sldId="496"/>
            <ac:spMk id="269" creationId="{73B2F7D1-3820-46A7-A8F1-7D5149CACD9A}"/>
          </ac:spMkLst>
        </pc:spChg>
        <pc:spChg chg="add del">
          <ac:chgData name="Cristian Chilipirea" userId="34ab170da5908fc4" providerId="LiveId" clId="{7840C37D-FDDB-4314-A31E-446F31402874}" dt="2019-10-13T10:40:00.222" v="112"/>
          <ac:spMkLst>
            <pc:docMk/>
            <pc:sldMk cId="3721453940" sldId="496"/>
            <ac:spMk id="270" creationId="{E8F04833-DFA7-4E3A-8A87-7D21D7B1CD17}"/>
          </ac:spMkLst>
        </pc:spChg>
        <pc:spChg chg="add del">
          <ac:chgData name="Cristian Chilipirea" userId="34ab170da5908fc4" providerId="LiveId" clId="{7840C37D-FDDB-4314-A31E-446F31402874}" dt="2019-10-13T10:40:00.222" v="112"/>
          <ac:spMkLst>
            <pc:docMk/>
            <pc:sldMk cId="3721453940" sldId="496"/>
            <ac:spMk id="271" creationId="{A6CF4EA9-AA8C-4069-ABC8-D9F9F298CC88}"/>
          </ac:spMkLst>
        </pc:spChg>
        <pc:spChg chg="add del">
          <ac:chgData name="Cristian Chilipirea" userId="34ab170da5908fc4" providerId="LiveId" clId="{7840C37D-FDDB-4314-A31E-446F31402874}" dt="2019-10-13T10:40:00.222" v="112"/>
          <ac:spMkLst>
            <pc:docMk/>
            <pc:sldMk cId="3721453940" sldId="496"/>
            <ac:spMk id="272" creationId="{694E6AE5-28C4-4AE6-9E79-7B726E9324DF}"/>
          </ac:spMkLst>
        </pc:spChg>
        <pc:spChg chg="add del">
          <ac:chgData name="Cristian Chilipirea" userId="34ab170da5908fc4" providerId="LiveId" clId="{7840C37D-FDDB-4314-A31E-446F31402874}" dt="2019-10-13T10:40:00.222" v="112"/>
          <ac:spMkLst>
            <pc:docMk/>
            <pc:sldMk cId="3721453940" sldId="496"/>
            <ac:spMk id="273" creationId="{54C141A2-F3B4-44D4-B054-2720265C3DB6}"/>
          </ac:spMkLst>
        </pc:spChg>
        <pc:spChg chg="add del">
          <ac:chgData name="Cristian Chilipirea" userId="34ab170da5908fc4" providerId="LiveId" clId="{7840C37D-FDDB-4314-A31E-446F31402874}" dt="2019-10-13T10:40:00.222" v="112"/>
          <ac:spMkLst>
            <pc:docMk/>
            <pc:sldMk cId="3721453940" sldId="496"/>
            <ac:spMk id="274" creationId="{F08616E2-B22B-4EC6-906B-959BF95D9807}"/>
          </ac:spMkLst>
        </pc:spChg>
        <pc:spChg chg="add del mod">
          <ac:chgData name="Cristian Chilipirea" userId="34ab170da5908fc4" providerId="LiveId" clId="{7840C37D-FDDB-4314-A31E-446F31402874}" dt="2019-10-13T10:40:16.374" v="116"/>
          <ac:spMkLst>
            <pc:docMk/>
            <pc:sldMk cId="3721453940" sldId="496"/>
            <ac:spMk id="290" creationId="{496E7F73-29BE-4744-9B5B-2CB6875FF5D9}"/>
          </ac:spMkLst>
        </pc:spChg>
        <pc:spChg chg="add del mod">
          <ac:chgData name="Cristian Chilipirea" userId="34ab170da5908fc4" providerId="LiveId" clId="{7840C37D-FDDB-4314-A31E-446F31402874}" dt="2019-10-13T10:40:16.374" v="116"/>
          <ac:spMkLst>
            <pc:docMk/>
            <pc:sldMk cId="3721453940" sldId="496"/>
            <ac:spMk id="291" creationId="{36D4CB45-B581-4FD4-B295-5BF4B07912E9}"/>
          </ac:spMkLst>
        </pc:spChg>
        <pc:spChg chg="add del mod">
          <ac:chgData name="Cristian Chilipirea" userId="34ab170da5908fc4" providerId="LiveId" clId="{7840C37D-FDDB-4314-A31E-446F31402874}" dt="2019-10-13T10:40:16.374" v="116"/>
          <ac:spMkLst>
            <pc:docMk/>
            <pc:sldMk cId="3721453940" sldId="496"/>
            <ac:spMk id="292" creationId="{08FF2DAB-FC4D-4578-A573-B5094F36D4BE}"/>
          </ac:spMkLst>
        </pc:spChg>
        <pc:spChg chg="add del mod">
          <ac:chgData name="Cristian Chilipirea" userId="34ab170da5908fc4" providerId="LiveId" clId="{7840C37D-FDDB-4314-A31E-446F31402874}" dt="2019-10-13T10:40:16.374" v="116"/>
          <ac:spMkLst>
            <pc:docMk/>
            <pc:sldMk cId="3721453940" sldId="496"/>
            <ac:spMk id="293" creationId="{C39F9163-7BCB-498E-90B5-B9FE8E510EB7}"/>
          </ac:spMkLst>
        </pc:spChg>
        <pc:spChg chg="add del mod">
          <ac:chgData name="Cristian Chilipirea" userId="34ab170da5908fc4" providerId="LiveId" clId="{7840C37D-FDDB-4314-A31E-446F31402874}" dt="2019-10-13T10:40:16.374" v="116"/>
          <ac:spMkLst>
            <pc:docMk/>
            <pc:sldMk cId="3721453940" sldId="496"/>
            <ac:spMk id="294" creationId="{F0310B07-C0E8-4359-9944-262D967C6D29}"/>
          </ac:spMkLst>
        </pc:spChg>
        <pc:spChg chg="add del mod">
          <ac:chgData name="Cristian Chilipirea" userId="34ab170da5908fc4" providerId="LiveId" clId="{7840C37D-FDDB-4314-A31E-446F31402874}" dt="2019-10-13T10:40:16.374" v="116"/>
          <ac:spMkLst>
            <pc:docMk/>
            <pc:sldMk cId="3721453940" sldId="496"/>
            <ac:spMk id="295" creationId="{D0454316-8C73-456F-94D9-07C23E225CE1}"/>
          </ac:spMkLst>
        </pc:spChg>
        <pc:spChg chg="add del mod">
          <ac:chgData name="Cristian Chilipirea" userId="34ab170da5908fc4" providerId="LiveId" clId="{7840C37D-FDDB-4314-A31E-446F31402874}" dt="2019-10-13T10:40:16.374" v="116"/>
          <ac:spMkLst>
            <pc:docMk/>
            <pc:sldMk cId="3721453940" sldId="496"/>
            <ac:spMk id="296" creationId="{B5B11F10-DA10-4CD1-82F1-4DCF0DEF8DC9}"/>
          </ac:spMkLst>
        </pc:spChg>
        <pc:spChg chg="add del mod">
          <ac:chgData name="Cristian Chilipirea" userId="34ab170da5908fc4" providerId="LiveId" clId="{7840C37D-FDDB-4314-A31E-446F31402874}" dt="2019-10-13T10:40:16.374" v="116"/>
          <ac:spMkLst>
            <pc:docMk/>
            <pc:sldMk cId="3721453940" sldId="496"/>
            <ac:spMk id="297" creationId="{234AD0DA-B5CD-4CC5-83E4-84043D6D1751}"/>
          </ac:spMkLst>
        </pc:spChg>
        <pc:spChg chg="add del mod">
          <ac:chgData name="Cristian Chilipirea" userId="34ab170da5908fc4" providerId="LiveId" clId="{7840C37D-FDDB-4314-A31E-446F31402874}" dt="2019-10-13T10:40:16.374" v="116"/>
          <ac:spMkLst>
            <pc:docMk/>
            <pc:sldMk cId="3721453940" sldId="496"/>
            <ac:spMk id="298" creationId="{B1CDDC4C-8108-4728-97E4-E6A5EFE1714D}"/>
          </ac:spMkLst>
        </pc:spChg>
        <pc:spChg chg="add del mod">
          <ac:chgData name="Cristian Chilipirea" userId="34ab170da5908fc4" providerId="LiveId" clId="{7840C37D-FDDB-4314-A31E-446F31402874}" dt="2019-10-13T10:40:16.374" v="116"/>
          <ac:spMkLst>
            <pc:docMk/>
            <pc:sldMk cId="3721453940" sldId="496"/>
            <ac:spMk id="299" creationId="{ECADD4C1-59B7-4334-822F-C0D955B95B23}"/>
          </ac:spMkLst>
        </pc:spChg>
        <pc:spChg chg="add del mod">
          <ac:chgData name="Cristian Chilipirea" userId="34ab170da5908fc4" providerId="LiveId" clId="{7840C37D-FDDB-4314-A31E-446F31402874}" dt="2019-10-13T10:40:16.374" v="116"/>
          <ac:spMkLst>
            <pc:docMk/>
            <pc:sldMk cId="3721453940" sldId="496"/>
            <ac:spMk id="300" creationId="{655BEF0C-3933-4000-9639-130069116C42}"/>
          </ac:spMkLst>
        </pc:spChg>
        <pc:spChg chg="add del mod">
          <ac:chgData name="Cristian Chilipirea" userId="34ab170da5908fc4" providerId="LiveId" clId="{7840C37D-FDDB-4314-A31E-446F31402874}" dt="2019-10-13T10:40:16.374" v="116"/>
          <ac:spMkLst>
            <pc:docMk/>
            <pc:sldMk cId="3721453940" sldId="496"/>
            <ac:spMk id="301" creationId="{FB803923-AE07-4956-9762-5E19E2D51730}"/>
          </ac:spMkLst>
        </pc:spChg>
        <pc:spChg chg="add del mod">
          <ac:chgData name="Cristian Chilipirea" userId="34ab170da5908fc4" providerId="LiveId" clId="{7840C37D-FDDB-4314-A31E-446F31402874}" dt="2019-10-13T10:40:16.374" v="116"/>
          <ac:spMkLst>
            <pc:docMk/>
            <pc:sldMk cId="3721453940" sldId="496"/>
            <ac:spMk id="302" creationId="{71417C89-2FD4-4079-9A4B-8B3C04B9CBFE}"/>
          </ac:spMkLst>
        </pc:spChg>
        <pc:spChg chg="add del mod">
          <ac:chgData name="Cristian Chilipirea" userId="34ab170da5908fc4" providerId="LiveId" clId="{7840C37D-FDDB-4314-A31E-446F31402874}" dt="2019-10-13T10:40:16.374" v="116"/>
          <ac:spMkLst>
            <pc:docMk/>
            <pc:sldMk cId="3721453940" sldId="496"/>
            <ac:spMk id="303" creationId="{D9B402F7-7FCB-4F2F-A8FB-851B83F2864A}"/>
          </ac:spMkLst>
        </pc:spChg>
        <pc:spChg chg="add del mod">
          <ac:chgData name="Cristian Chilipirea" userId="34ab170da5908fc4" providerId="LiveId" clId="{7840C37D-FDDB-4314-A31E-446F31402874}" dt="2019-10-13T10:40:16.374" v="116"/>
          <ac:spMkLst>
            <pc:docMk/>
            <pc:sldMk cId="3721453940" sldId="496"/>
            <ac:spMk id="304" creationId="{8BE97BC1-BEB5-4098-8822-E50CF2D37957}"/>
          </ac:spMkLst>
        </pc:spChg>
        <pc:spChg chg="add del mod">
          <ac:chgData name="Cristian Chilipirea" userId="34ab170da5908fc4" providerId="LiveId" clId="{7840C37D-FDDB-4314-A31E-446F31402874}" dt="2019-10-13T10:40:16.374" v="116"/>
          <ac:spMkLst>
            <pc:docMk/>
            <pc:sldMk cId="3721453940" sldId="496"/>
            <ac:spMk id="305" creationId="{4797B6AA-DE02-499B-8FC2-E4E9CB38FEB6}"/>
          </ac:spMkLst>
        </pc:spChg>
        <pc:spChg chg="add del mod">
          <ac:chgData name="Cristian Chilipirea" userId="34ab170da5908fc4" providerId="LiveId" clId="{7840C37D-FDDB-4314-A31E-446F31402874}" dt="2019-10-13T10:40:16.374" v="116"/>
          <ac:spMkLst>
            <pc:docMk/>
            <pc:sldMk cId="3721453940" sldId="496"/>
            <ac:spMk id="306" creationId="{61DA3869-9DDC-4421-B1D2-EBE347F0A8C4}"/>
          </ac:spMkLst>
        </pc:spChg>
        <pc:spChg chg="add del mod">
          <ac:chgData name="Cristian Chilipirea" userId="34ab170da5908fc4" providerId="LiveId" clId="{7840C37D-FDDB-4314-A31E-446F31402874}" dt="2019-10-13T10:40:16.374" v="116"/>
          <ac:spMkLst>
            <pc:docMk/>
            <pc:sldMk cId="3721453940" sldId="496"/>
            <ac:spMk id="307" creationId="{46F83F36-D40B-4AD9-B811-667F6E939B63}"/>
          </ac:spMkLst>
        </pc:spChg>
        <pc:spChg chg="add del mod">
          <ac:chgData name="Cristian Chilipirea" userId="34ab170da5908fc4" providerId="LiveId" clId="{7840C37D-FDDB-4314-A31E-446F31402874}" dt="2019-10-13T10:40:16.374" v="116"/>
          <ac:spMkLst>
            <pc:docMk/>
            <pc:sldMk cId="3721453940" sldId="496"/>
            <ac:spMk id="308" creationId="{AA120A81-513C-48ED-AE8A-7B9668B8A410}"/>
          </ac:spMkLst>
        </pc:spChg>
        <pc:spChg chg="add del mod">
          <ac:chgData name="Cristian Chilipirea" userId="34ab170da5908fc4" providerId="LiveId" clId="{7840C37D-FDDB-4314-A31E-446F31402874}" dt="2019-10-13T10:40:16.374" v="116"/>
          <ac:spMkLst>
            <pc:docMk/>
            <pc:sldMk cId="3721453940" sldId="496"/>
            <ac:spMk id="309" creationId="{9A25B34B-CAAC-48E6-933A-AD1C6237C08F}"/>
          </ac:spMkLst>
        </pc:spChg>
        <pc:spChg chg="add del mod">
          <ac:chgData name="Cristian Chilipirea" userId="34ab170da5908fc4" providerId="LiveId" clId="{7840C37D-FDDB-4314-A31E-446F31402874}" dt="2019-10-13T10:40:16.374" v="116"/>
          <ac:spMkLst>
            <pc:docMk/>
            <pc:sldMk cId="3721453940" sldId="496"/>
            <ac:spMk id="310" creationId="{894F6F22-A469-40D9-A5D5-393E3A258A68}"/>
          </ac:spMkLst>
        </pc:spChg>
        <pc:spChg chg="add del mod">
          <ac:chgData name="Cristian Chilipirea" userId="34ab170da5908fc4" providerId="LiveId" clId="{7840C37D-FDDB-4314-A31E-446F31402874}" dt="2019-10-13T10:40:16.374" v="116"/>
          <ac:spMkLst>
            <pc:docMk/>
            <pc:sldMk cId="3721453940" sldId="496"/>
            <ac:spMk id="311" creationId="{D373A849-ECC8-459E-ABD2-137E95007468}"/>
          </ac:spMkLst>
        </pc:spChg>
        <pc:spChg chg="add del mod">
          <ac:chgData name="Cristian Chilipirea" userId="34ab170da5908fc4" providerId="LiveId" clId="{7840C37D-FDDB-4314-A31E-446F31402874}" dt="2019-10-13T10:40:16.374" v="116"/>
          <ac:spMkLst>
            <pc:docMk/>
            <pc:sldMk cId="3721453940" sldId="496"/>
            <ac:spMk id="312" creationId="{8CC0B279-48E3-419E-AC1F-16132BD48528}"/>
          </ac:spMkLst>
        </pc:spChg>
        <pc:spChg chg="add del mod">
          <ac:chgData name="Cristian Chilipirea" userId="34ab170da5908fc4" providerId="LiveId" clId="{7840C37D-FDDB-4314-A31E-446F31402874}" dt="2019-10-13T10:40:16.374" v="116"/>
          <ac:spMkLst>
            <pc:docMk/>
            <pc:sldMk cId="3721453940" sldId="496"/>
            <ac:spMk id="313" creationId="{A75F6737-46AF-4A6A-8E68-0B70E316BECB}"/>
          </ac:spMkLst>
        </pc:spChg>
        <pc:spChg chg="add del mod">
          <ac:chgData name="Cristian Chilipirea" userId="34ab170da5908fc4" providerId="LiveId" clId="{7840C37D-FDDB-4314-A31E-446F31402874}" dt="2019-10-13T10:40:16.374" v="116"/>
          <ac:spMkLst>
            <pc:docMk/>
            <pc:sldMk cId="3721453940" sldId="496"/>
            <ac:spMk id="314" creationId="{77859769-A8A7-4240-A4C1-C732AAA93CC6}"/>
          </ac:spMkLst>
        </pc:spChg>
        <pc:spChg chg="add del mod">
          <ac:chgData name="Cristian Chilipirea" userId="34ab170da5908fc4" providerId="LiveId" clId="{7840C37D-FDDB-4314-A31E-446F31402874}" dt="2019-10-13T10:40:16.374" v="116"/>
          <ac:spMkLst>
            <pc:docMk/>
            <pc:sldMk cId="3721453940" sldId="496"/>
            <ac:spMk id="315" creationId="{6CB2507A-AF3B-4898-940B-4C4BCB0BBD6B}"/>
          </ac:spMkLst>
        </pc:spChg>
        <pc:spChg chg="add del mod">
          <ac:chgData name="Cristian Chilipirea" userId="34ab170da5908fc4" providerId="LiveId" clId="{7840C37D-FDDB-4314-A31E-446F31402874}" dt="2019-10-13T10:40:16.374" v="116"/>
          <ac:spMkLst>
            <pc:docMk/>
            <pc:sldMk cId="3721453940" sldId="496"/>
            <ac:spMk id="316" creationId="{7EE2BAFB-9054-4708-8A0E-2016088B3B2F}"/>
          </ac:spMkLst>
        </pc:spChg>
        <pc:spChg chg="add del mod">
          <ac:chgData name="Cristian Chilipirea" userId="34ab170da5908fc4" providerId="LiveId" clId="{7840C37D-FDDB-4314-A31E-446F31402874}" dt="2019-10-13T10:40:16.374" v="116"/>
          <ac:spMkLst>
            <pc:docMk/>
            <pc:sldMk cId="3721453940" sldId="496"/>
            <ac:spMk id="317" creationId="{1AD170A9-C666-4FB3-9CD7-C0665A30A9FB}"/>
          </ac:spMkLst>
        </pc:spChg>
        <pc:spChg chg="add del mod">
          <ac:chgData name="Cristian Chilipirea" userId="34ab170da5908fc4" providerId="LiveId" clId="{7840C37D-FDDB-4314-A31E-446F31402874}" dt="2019-10-13T10:40:16.374" v="116"/>
          <ac:spMkLst>
            <pc:docMk/>
            <pc:sldMk cId="3721453940" sldId="496"/>
            <ac:spMk id="318" creationId="{2BD8F9CF-EE68-4660-B0EB-C7F2D0B779EF}"/>
          </ac:spMkLst>
        </pc:spChg>
        <pc:spChg chg="add del mod">
          <ac:chgData name="Cristian Chilipirea" userId="34ab170da5908fc4" providerId="LiveId" clId="{7840C37D-FDDB-4314-A31E-446F31402874}" dt="2019-10-13T10:40:16.374" v="116"/>
          <ac:spMkLst>
            <pc:docMk/>
            <pc:sldMk cId="3721453940" sldId="496"/>
            <ac:spMk id="319" creationId="{9ADE167B-A6DB-45CE-AB34-C802980354FF}"/>
          </ac:spMkLst>
        </pc:spChg>
        <pc:spChg chg="add del mod">
          <ac:chgData name="Cristian Chilipirea" userId="34ab170da5908fc4" providerId="LiveId" clId="{7840C37D-FDDB-4314-A31E-446F31402874}" dt="2019-10-13T10:40:16.374" v="116"/>
          <ac:spMkLst>
            <pc:docMk/>
            <pc:sldMk cId="3721453940" sldId="496"/>
            <ac:spMk id="320" creationId="{EB384F37-5462-4B0E-B005-50247E49E587}"/>
          </ac:spMkLst>
        </pc:spChg>
        <pc:spChg chg="add del mod">
          <ac:chgData name="Cristian Chilipirea" userId="34ab170da5908fc4" providerId="LiveId" clId="{7840C37D-FDDB-4314-A31E-446F31402874}" dt="2019-10-13T10:40:16.374" v="116"/>
          <ac:spMkLst>
            <pc:docMk/>
            <pc:sldMk cId="3721453940" sldId="496"/>
            <ac:spMk id="321" creationId="{1F7C92B2-FD17-4BC7-BA1C-3B86A89000AA}"/>
          </ac:spMkLst>
        </pc:spChg>
        <pc:picChg chg="add mod">
          <ac:chgData name="Cristian Chilipirea" userId="34ab170da5908fc4" providerId="LiveId" clId="{7840C37D-FDDB-4314-A31E-446F31402874}" dt="2019-10-13T10:40:32.427" v="123" actId="14100"/>
          <ac:picMkLst>
            <pc:docMk/>
            <pc:sldMk cId="3721453940" sldId="496"/>
            <ac:picMk id="323" creationId="{96C69CB7-60E6-48AE-A8DF-281C95CA74C6}"/>
          </ac:picMkLst>
        </pc:picChg>
        <pc:cxnChg chg="add del mod">
          <ac:chgData name="Cristian Chilipirea" userId="34ab170da5908fc4" providerId="LiveId" clId="{7840C37D-FDDB-4314-A31E-446F31402874}" dt="2019-10-13T10:39:13.371" v="98"/>
          <ac:cxnSpMkLst>
            <pc:docMk/>
            <pc:sldMk cId="3721453940" sldId="496"/>
            <ac:cxnSpMk id="4" creationId="{186666B7-1355-463B-9E32-4DB2930CC442}"/>
          </ac:cxnSpMkLst>
        </pc:cxnChg>
        <pc:cxnChg chg="add del mod">
          <ac:chgData name="Cristian Chilipirea" userId="34ab170da5908fc4" providerId="LiveId" clId="{7840C37D-FDDB-4314-A31E-446F31402874}" dt="2019-10-13T10:39:13.371" v="98"/>
          <ac:cxnSpMkLst>
            <pc:docMk/>
            <pc:sldMk cId="3721453940" sldId="496"/>
            <ac:cxnSpMk id="5" creationId="{365D922F-F8B8-4B80-A45F-8AAEF131DE75}"/>
          </ac:cxnSpMkLst>
        </pc:cxnChg>
        <pc:cxnChg chg="add del mod">
          <ac:chgData name="Cristian Chilipirea" userId="34ab170da5908fc4" providerId="LiveId" clId="{7840C37D-FDDB-4314-A31E-446F31402874}" dt="2019-10-13T10:39:13.371" v="98"/>
          <ac:cxnSpMkLst>
            <pc:docMk/>
            <pc:sldMk cId="3721453940" sldId="496"/>
            <ac:cxnSpMk id="6" creationId="{D8F0D1BC-5DEF-44C2-A2A9-D4D66B6A54D8}"/>
          </ac:cxnSpMkLst>
        </pc:cxnChg>
        <pc:cxnChg chg="add del mod">
          <ac:chgData name="Cristian Chilipirea" userId="34ab170da5908fc4" providerId="LiveId" clId="{7840C37D-FDDB-4314-A31E-446F31402874}" dt="2019-10-13T10:39:13.371" v="98"/>
          <ac:cxnSpMkLst>
            <pc:docMk/>
            <pc:sldMk cId="3721453940" sldId="496"/>
            <ac:cxnSpMk id="7" creationId="{7B05C855-0BA8-44B1-A189-40599D302CFC}"/>
          </ac:cxnSpMkLst>
        </pc:cxnChg>
        <pc:cxnChg chg="add del mod">
          <ac:chgData name="Cristian Chilipirea" userId="34ab170da5908fc4" providerId="LiveId" clId="{7840C37D-FDDB-4314-A31E-446F31402874}" dt="2019-10-13T10:39:13.371" v="98"/>
          <ac:cxnSpMkLst>
            <pc:docMk/>
            <pc:sldMk cId="3721453940" sldId="496"/>
            <ac:cxnSpMk id="8" creationId="{05332599-200F-4583-9C2E-31A68F76CC88}"/>
          </ac:cxnSpMkLst>
        </pc:cxnChg>
        <pc:cxnChg chg="add del mod">
          <ac:chgData name="Cristian Chilipirea" userId="34ab170da5908fc4" providerId="LiveId" clId="{7840C37D-FDDB-4314-A31E-446F31402874}" dt="2019-10-13T10:39:13.371" v="98"/>
          <ac:cxnSpMkLst>
            <pc:docMk/>
            <pc:sldMk cId="3721453940" sldId="496"/>
            <ac:cxnSpMk id="9" creationId="{67292DB6-E970-452C-BAAB-9B502383B0F0}"/>
          </ac:cxnSpMkLst>
        </pc:cxnChg>
        <pc:cxnChg chg="add del mod">
          <ac:chgData name="Cristian Chilipirea" userId="34ab170da5908fc4" providerId="LiveId" clId="{7840C37D-FDDB-4314-A31E-446F31402874}" dt="2019-10-13T10:39:13.371" v="98"/>
          <ac:cxnSpMkLst>
            <pc:docMk/>
            <pc:sldMk cId="3721453940" sldId="496"/>
            <ac:cxnSpMk id="10" creationId="{05E7CBA1-13BA-4815-84A6-9DFDEDB695A1}"/>
          </ac:cxnSpMkLst>
        </pc:cxnChg>
        <pc:cxnChg chg="add del mod">
          <ac:chgData name="Cristian Chilipirea" userId="34ab170da5908fc4" providerId="LiveId" clId="{7840C37D-FDDB-4314-A31E-446F31402874}" dt="2019-10-13T10:39:13.371" v="98"/>
          <ac:cxnSpMkLst>
            <pc:docMk/>
            <pc:sldMk cId="3721453940" sldId="496"/>
            <ac:cxnSpMk id="11" creationId="{4C3AE525-44BB-4834-ABED-E57F520C7C1B}"/>
          </ac:cxnSpMkLst>
        </pc:cxnChg>
        <pc:cxnChg chg="add del mod">
          <ac:chgData name="Cristian Chilipirea" userId="34ab170da5908fc4" providerId="LiveId" clId="{7840C37D-FDDB-4314-A31E-446F31402874}" dt="2019-10-13T10:39:13.371" v="98"/>
          <ac:cxnSpMkLst>
            <pc:docMk/>
            <pc:sldMk cId="3721453940" sldId="496"/>
            <ac:cxnSpMk id="12" creationId="{3B41F9B3-8D89-4A61-9570-200960CE820E}"/>
          </ac:cxnSpMkLst>
        </pc:cxnChg>
        <pc:cxnChg chg="add del mod">
          <ac:chgData name="Cristian Chilipirea" userId="34ab170da5908fc4" providerId="LiveId" clId="{7840C37D-FDDB-4314-A31E-446F31402874}" dt="2019-10-13T10:39:13.371" v="98"/>
          <ac:cxnSpMkLst>
            <pc:docMk/>
            <pc:sldMk cId="3721453940" sldId="496"/>
            <ac:cxnSpMk id="13" creationId="{FEF315D8-4502-4B2B-AA8E-597583BAC210}"/>
          </ac:cxnSpMkLst>
        </pc:cxnChg>
        <pc:cxnChg chg="add del mod">
          <ac:chgData name="Cristian Chilipirea" userId="34ab170da5908fc4" providerId="LiveId" clId="{7840C37D-FDDB-4314-A31E-446F31402874}" dt="2019-10-13T10:39:13.371" v="98"/>
          <ac:cxnSpMkLst>
            <pc:docMk/>
            <pc:sldMk cId="3721453940" sldId="496"/>
            <ac:cxnSpMk id="14" creationId="{AEA1AB04-9A8C-4122-968D-7B45443C8206}"/>
          </ac:cxnSpMkLst>
        </pc:cxnChg>
        <pc:cxnChg chg="add del mod">
          <ac:chgData name="Cristian Chilipirea" userId="34ab170da5908fc4" providerId="LiveId" clId="{7840C37D-FDDB-4314-A31E-446F31402874}" dt="2019-10-13T10:39:13.371" v="98"/>
          <ac:cxnSpMkLst>
            <pc:docMk/>
            <pc:sldMk cId="3721453940" sldId="496"/>
            <ac:cxnSpMk id="15" creationId="{9381DC22-B5B3-4230-BEF5-25892047A029}"/>
          </ac:cxnSpMkLst>
        </pc:cxnChg>
        <pc:cxnChg chg="add del mod">
          <ac:chgData name="Cristian Chilipirea" userId="34ab170da5908fc4" providerId="LiveId" clId="{7840C37D-FDDB-4314-A31E-446F31402874}" dt="2019-10-13T10:39:13.371" v="98"/>
          <ac:cxnSpMkLst>
            <pc:docMk/>
            <pc:sldMk cId="3721453940" sldId="496"/>
            <ac:cxnSpMk id="16" creationId="{FF5A11DA-9C90-4912-88EA-F8553FA14AC9}"/>
          </ac:cxnSpMkLst>
        </pc:cxnChg>
        <pc:cxnChg chg="add del mod">
          <ac:chgData name="Cristian Chilipirea" userId="34ab170da5908fc4" providerId="LiveId" clId="{7840C37D-FDDB-4314-A31E-446F31402874}" dt="2019-10-13T10:39:13.371" v="98"/>
          <ac:cxnSpMkLst>
            <pc:docMk/>
            <pc:sldMk cId="3721453940" sldId="496"/>
            <ac:cxnSpMk id="17" creationId="{4B462168-C621-470F-801D-2EE6AFEB554D}"/>
          </ac:cxnSpMkLst>
        </pc:cxnChg>
        <pc:cxnChg chg="add del mod">
          <ac:chgData name="Cristian Chilipirea" userId="34ab170da5908fc4" providerId="LiveId" clId="{7840C37D-FDDB-4314-A31E-446F31402874}" dt="2019-10-13T10:39:13.371" v="98"/>
          <ac:cxnSpMkLst>
            <pc:docMk/>
            <pc:sldMk cId="3721453940" sldId="496"/>
            <ac:cxnSpMk id="18" creationId="{362DB53B-C632-4CDF-BFC4-BB5A26B480CD}"/>
          </ac:cxnSpMkLst>
        </pc:cxnChg>
        <pc:cxnChg chg="add del">
          <ac:chgData name="Cristian Chilipirea" userId="34ab170da5908fc4" providerId="LiveId" clId="{7840C37D-FDDB-4314-A31E-446F31402874}" dt="2019-10-13T10:39:21.803" v="100"/>
          <ac:cxnSpMkLst>
            <pc:docMk/>
            <pc:sldMk cId="3721453940" sldId="496"/>
            <ac:cxnSpMk id="52" creationId="{EB1373DC-F236-4212-9197-006167BC6DEA}"/>
          </ac:cxnSpMkLst>
        </pc:cxnChg>
        <pc:cxnChg chg="add del">
          <ac:chgData name="Cristian Chilipirea" userId="34ab170da5908fc4" providerId="LiveId" clId="{7840C37D-FDDB-4314-A31E-446F31402874}" dt="2019-10-13T10:39:21.803" v="100"/>
          <ac:cxnSpMkLst>
            <pc:docMk/>
            <pc:sldMk cId="3721453940" sldId="496"/>
            <ac:cxnSpMk id="53" creationId="{37F36749-F4C6-4702-8035-32A13633A773}"/>
          </ac:cxnSpMkLst>
        </pc:cxnChg>
        <pc:cxnChg chg="add del">
          <ac:chgData name="Cristian Chilipirea" userId="34ab170da5908fc4" providerId="LiveId" clId="{7840C37D-FDDB-4314-A31E-446F31402874}" dt="2019-10-13T10:39:21.803" v="100"/>
          <ac:cxnSpMkLst>
            <pc:docMk/>
            <pc:sldMk cId="3721453940" sldId="496"/>
            <ac:cxnSpMk id="54" creationId="{AC679754-CCF3-4083-9998-9792E5CB20F3}"/>
          </ac:cxnSpMkLst>
        </pc:cxnChg>
        <pc:cxnChg chg="add del">
          <ac:chgData name="Cristian Chilipirea" userId="34ab170da5908fc4" providerId="LiveId" clId="{7840C37D-FDDB-4314-A31E-446F31402874}" dt="2019-10-13T10:39:21.803" v="100"/>
          <ac:cxnSpMkLst>
            <pc:docMk/>
            <pc:sldMk cId="3721453940" sldId="496"/>
            <ac:cxnSpMk id="55" creationId="{5BD612EC-DBFB-46B3-B50B-ACEE0C9A6BB3}"/>
          </ac:cxnSpMkLst>
        </pc:cxnChg>
        <pc:cxnChg chg="add del">
          <ac:chgData name="Cristian Chilipirea" userId="34ab170da5908fc4" providerId="LiveId" clId="{7840C37D-FDDB-4314-A31E-446F31402874}" dt="2019-10-13T10:39:21.803" v="100"/>
          <ac:cxnSpMkLst>
            <pc:docMk/>
            <pc:sldMk cId="3721453940" sldId="496"/>
            <ac:cxnSpMk id="56" creationId="{B3B032F6-064A-40FB-A0B7-276EACE000F9}"/>
          </ac:cxnSpMkLst>
        </pc:cxnChg>
        <pc:cxnChg chg="add del">
          <ac:chgData name="Cristian Chilipirea" userId="34ab170da5908fc4" providerId="LiveId" clId="{7840C37D-FDDB-4314-A31E-446F31402874}" dt="2019-10-13T10:39:21.803" v="100"/>
          <ac:cxnSpMkLst>
            <pc:docMk/>
            <pc:sldMk cId="3721453940" sldId="496"/>
            <ac:cxnSpMk id="57" creationId="{8681C562-DDD6-4BF3-A89F-F12C05BE0971}"/>
          </ac:cxnSpMkLst>
        </pc:cxnChg>
        <pc:cxnChg chg="add del">
          <ac:chgData name="Cristian Chilipirea" userId="34ab170da5908fc4" providerId="LiveId" clId="{7840C37D-FDDB-4314-A31E-446F31402874}" dt="2019-10-13T10:39:21.803" v="100"/>
          <ac:cxnSpMkLst>
            <pc:docMk/>
            <pc:sldMk cId="3721453940" sldId="496"/>
            <ac:cxnSpMk id="58" creationId="{A1D595F0-0F47-4229-A811-37851684498E}"/>
          </ac:cxnSpMkLst>
        </pc:cxnChg>
        <pc:cxnChg chg="add del">
          <ac:chgData name="Cristian Chilipirea" userId="34ab170da5908fc4" providerId="LiveId" clId="{7840C37D-FDDB-4314-A31E-446F31402874}" dt="2019-10-13T10:39:21.803" v="100"/>
          <ac:cxnSpMkLst>
            <pc:docMk/>
            <pc:sldMk cId="3721453940" sldId="496"/>
            <ac:cxnSpMk id="59" creationId="{27710C32-8480-4ED8-8B44-AB25059BB53C}"/>
          </ac:cxnSpMkLst>
        </pc:cxnChg>
        <pc:cxnChg chg="add del">
          <ac:chgData name="Cristian Chilipirea" userId="34ab170da5908fc4" providerId="LiveId" clId="{7840C37D-FDDB-4314-A31E-446F31402874}" dt="2019-10-13T10:39:21.803" v="100"/>
          <ac:cxnSpMkLst>
            <pc:docMk/>
            <pc:sldMk cId="3721453940" sldId="496"/>
            <ac:cxnSpMk id="60" creationId="{37E29519-13A5-4D98-9C4F-53E59E0555ED}"/>
          </ac:cxnSpMkLst>
        </pc:cxnChg>
        <pc:cxnChg chg="add del">
          <ac:chgData name="Cristian Chilipirea" userId="34ab170da5908fc4" providerId="LiveId" clId="{7840C37D-FDDB-4314-A31E-446F31402874}" dt="2019-10-13T10:39:21.803" v="100"/>
          <ac:cxnSpMkLst>
            <pc:docMk/>
            <pc:sldMk cId="3721453940" sldId="496"/>
            <ac:cxnSpMk id="61" creationId="{DE39A383-67B6-4953-8B5C-C9FF07383804}"/>
          </ac:cxnSpMkLst>
        </pc:cxnChg>
        <pc:cxnChg chg="add del">
          <ac:chgData name="Cristian Chilipirea" userId="34ab170da5908fc4" providerId="LiveId" clId="{7840C37D-FDDB-4314-A31E-446F31402874}" dt="2019-10-13T10:39:21.803" v="100"/>
          <ac:cxnSpMkLst>
            <pc:docMk/>
            <pc:sldMk cId="3721453940" sldId="496"/>
            <ac:cxnSpMk id="62" creationId="{3C9B96D3-9901-4F36-B644-D70292E6AF2D}"/>
          </ac:cxnSpMkLst>
        </pc:cxnChg>
        <pc:cxnChg chg="add del">
          <ac:chgData name="Cristian Chilipirea" userId="34ab170da5908fc4" providerId="LiveId" clId="{7840C37D-FDDB-4314-A31E-446F31402874}" dt="2019-10-13T10:39:21.803" v="100"/>
          <ac:cxnSpMkLst>
            <pc:docMk/>
            <pc:sldMk cId="3721453940" sldId="496"/>
            <ac:cxnSpMk id="63" creationId="{9D326CBD-AC87-4802-B01C-F96FC2A5F715}"/>
          </ac:cxnSpMkLst>
        </pc:cxnChg>
        <pc:cxnChg chg="add del">
          <ac:chgData name="Cristian Chilipirea" userId="34ab170da5908fc4" providerId="LiveId" clId="{7840C37D-FDDB-4314-A31E-446F31402874}" dt="2019-10-13T10:39:21.803" v="100"/>
          <ac:cxnSpMkLst>
            <pc:docMk/>
            <pc:sldMk cId="3721453940" sldId="496"/>
            <ac:cxnSpMk id="64" creationId="{5E960BDB-FA88-4114-B419-DDF4DE4B776C}"/>
          </ac:cxnSpMkLst>
        </pc:cxnChg>
        <pc:cxnChg chg="add del">
          <ac:chgData name="Cristian Chilipirea" userId="34ab170da5908fc4" providerId="LiveId" clId="{7840C37D-FDDB-4314-A31E-446F31402874}" dt="2019-10-13T10:39:21.803" v="100"/>
          <ac:cxnSpMkLst>
            <pc:docMk/>
            <pc:sldMk cId="3721453940" sldId="496"/>
            <ac:cxnSpMk id="65" creationId="{F7D3B591-DBD8-47F8-AB79-A9916696E8A6}"/>
          </ac:cxnSpMkLst>
        </pc:cxnChg>
        <pc:cxnChg chg="add del">
          <ac:chgData name="Cristian Chilipirea" userId="34ab170da5908fc4" providerId="LiveId" clId="{7840C37D-FDDB-4314-A31E-446F31402874}" dt="2019-10-13T10:39:21.803" v="100"/>
          <ac:cxnSpMkLst>
            <pc:docMk/>
            <pc:sldMk cId="3721453940" sldId="496"/>
            <ac:cxnSpMk id="66" creationId="{44E85118-9A53-44EF-AFDF-4B6F24889153}"/>
          </ac:cxnSpMkLst>
        </pc:cxnChg>
        <pc:cxnChg chg="add del">
          <ac:chgData name="Cristian Chilipirea" userId="34ab170da5908fc4" providerId="LiveId" clId="{7840C37D-FDDB-4314-A31E-446F31402874}" dt="2019-10-13T10:39:45.139" v="106"/>
          <ac:cxnSpMkLst>
            <pc:docMk/>
            <pc:sldMk cId="3721453940" sldId="496"/>
            <ac:cxnSpMk id="102" creationId="{4A1F8DCC-4D20-403E-8925-AEBA134496BD}"/>
          </ac:cxnSpMkLst>
        </pc:cxnChg>
        <pc:cxnChg chg="add del">
          <ac:chgData name="Cristian Chilipirea" userId="34ab170da5908fc4" providerId="LiveId" clId="{7840C37D-FDDB-4314-A31E-446F31402874}" dt="2019-10-13T10:39:45.139" v="106"/>
          <ac:cxnSpMkLst>
            <pc:docMk/>
            <pc:sldMk cId="3721453940" sldId="496"/>
            <ac:cxnSpMk id="103" creationId="{3AB52728-3C0F-4DAC-8DE6-3C2165FFD5DB}"/>
          </ac:cxnSpMkLst>
        </pc:cxnChg>
        <pc:cxnChg chg="add del">
          <ac:chgData name="Cristian Chilipirea" userId="34ab170da5908fc4" providerId="LiveId" clId="{7840C37D-FDDB-4314-A31E-446F31402874}" dt="2019-10-13T10:39:45.139" v="106"/>
          <ac:cxnSpMkLst>
            <pc:docMk/>
            <pc:sldMk cId="3721453940" sldId="496"/>
            <ac:cxnSpMk id="104" creationId="{D543F112-492E-433C-A2B8-223F6BCA68EE}"/>
          </ac:cxnSpMkLst>
        </pc:cxnChg>
        <pc:cxnChg chg="add del">
          <ac:chgData name="Cristian Chilipirea" userId="34ab170da5908fc4" providerId="LiveId" clId="{7840C37D-FDDB-4314-A31E-446F31402874}" dt="2019-10-13T10:39:45.139" v="106"/>
          <ac:cxnSpMkLst>
            <pc:docMk/>
            <pc:sldMk cId="3721453940" sldId="496"/>
            <ac:cxnSpMk id="105" creationId="{419A28C1-F17A-4CD1-8680-8AF20F8F6E40}"/>
          </ac:cxnSpMkLst>
        </pc:cxnChg>
        <pc:cxnChg chg="add del">
          <ac:chgData name="Cristian Chilipirea" userId="34ab170da5908fc4" providerId="LiveId" clId="{7840C37D-FDDB-4314-A31E-446F31402874}" dt="2019-10-13T10:39:45.139" v="106"/>
          <ac:cxnSpMkLst>
            <pc:docMk/>
            <pc:sldMk cId="3721453940" sldId="496"/>
            <ac:cxnSpMk id="106" creationId="{615627CA-2901-4AF2-A0E7-81F03D911D40}"/>
          </ac:cxnSpMkLst>
        </pc:cxnChg>
        <pc:cxnChg chg="add del">
          <ac:chgData name="Cristian Chilipirea" userId="34ab170da5908fc4" providerId="LiveId" clId="{7840C37D-FDDB-4314-A31E-446F31402874}" dt="2019-10-13T10:39:45.139" v="106"/>
          <ac:cxnSpMkLst>
            <pc:docMk/>
            <pc:sldMk cId="3721453940" sldId="496"/>
            <ac:cxnSpMk id="107" creationId="{8130D1F6-5143-4713-BFC7-0E21EF12C79C}"/>
          </ac:cxnSpMkLst>
        </pc:cxnChg>
        <pc:cxnChg chg="add del">
          <ac:chgData name="Cristian Chilipirea" userId="34ab170da5908fc4" providerId="LiveId" clId="{7840C37D-FDDB-4314-A31E-446F31402874}" dt="2019-10-13T10:39:45.139" v="106"/>
          <ac:cxnSpMkLst>
            <pc:docMk/>
            <pc:sldMk cId="3721453940" sldId="496"/>
            <ac:cxnSpMk id="108" creationId="{0B7C1E60-A247-4DCD-ABA8-22138AC7E167}"/>
          </ac:cxnSpMkLst>
        </pc:cxnChg>
        <pc:cxnChg chg="add del">
          <ac:chgData name="Cristian Chilipirea" userId="34ab170da5908fc4" providerId="LiveId" clId="{7840C37D-FDDB-4314-A31E-446F31402874}" dt="2019-10-13T10:39:45.139" v="106"/>
          <ac:cxnSpMkLst>
            <pc:docMk/>
            <pc:sldMk cId="3721453940" sldId="496"/>
            <ac:cxnSpMk id="109" creationId="{BD9C7A55-7DF3-46CF-A422-5C7F7B263ACB}"/>
          </ac:cxnSpMkLst>
        </pc:cxnChg>
        <pc:cxnChg chg="add del">
          <ac:chgData name="Cristian Chilipirea" userId="34ab170da5908fc4" providerId="LiveId" clId="{7840C37D-FDDB-4314-A31E-446F31402874}" dt="2019-10-13T10:39:45.139" v="106"/>
          <ac:cxnSpMkLst>
            <pc:docMk/>
            <pc:sldMk cId="3721453940" sldId="496"/>
            <ac:cxnSpMk id="110" creationId="{BE0BDF53-7950-420B-869E-792F08C79502}"/>
          </ac:cxnSpMkLst>
        </pc:cxnChg>
        <pc:cxnChg chg="add del">
          <ac:chgData name="Cristian Chilipirea" userId="34ab170da5908fc4" providerId="LiveId" clId="{7840C37D-FDDB-4314-A31E-446F31402874}" dt="2019-10-13T10:39:45.139" v="106"/>
          <ac:cxnSpMkLst>
            <pc:docMk/>
            <pc:sldMk cId="3721453940" sldId="496"/>
            <ac:cxnSpMk id="111" creationId="{7159BA59-4BB3-4B48-8F69-57864DAC6A81}"/>
          </ac:cxnSpMkLst>
        </pc:cxnChg>
        <pc:cxnChg chg="add del">
          <ac:chgData name="Cristian Chilipirea" userId="34ab170da5908fc4" providerId="LiveId" clId="{7840C37D-FDDB-4314-A31E-446F31402874}" dt="2019-10-13T10:39:45.139" v="106"/>
          <ac:cxnSpMkLst>
            <pc:docMk/>
            <pc:sldMk cId="3721453940" sldId="496"/>
            <ac:cxnSpMk id="112" creationId="{9637EC30-8C2E-46B9-9FC7-8F6149A7078D}"/>
          </ac:cxnSpMkLst>
        </pc:cxnChg>
        <pc:cxnChg chg="add del">
          <ac:chgData name="Cristian Chilipirea" userId="34ab170da5908fc4" providerId="LiveId" clId="{7840C37D-FDDB-4314-A31E-446F31402874}" dt="2019-10-13T10:39:45.139" v="106"/>
          <ac:cxnSpMkLst>
            <pc:docMk/>
            <pc:sldMk cId="3721453940" sldId="496"/>
            <ac:cxnSpMk id="113" creationId="{B6D046DD-3E68-456D-A74E-13F7838CDC6B}"/>
          </ac:cxnSpMkLst>
        </pc:cxnChg>
        <pc:cxnChg chg="add del">
          <ac:chgData name="Cristian Chilipirea" userId="34ab170da5908fc4" providerId="LiveId" clId="{7840C37D-FDDB-4314-A31E-446F31402874}" dt="2019-10-13T10:39:45.139" v="106"/>
          <ac:cxnSpMkLst>
            <pc:docMk/>
            <pc:sldMk cId="3721453940" sldId="496"/>
            <ac:cxnSpMk id="114" creationId="{D56349B7-A75A-41E5-9935-9A4A252DA990}"/>
          </ac:cxnSpMkLst>
        </pc:cxnChg>
        <pc:cxnChg chg="add del">
          <ac:chgData name="Cristian Chilipirea" userId="34ab170da5908fc4" providerId="LiveId" clId="{7840C37D-FDDB-4314-A31E-446F31402874}" dt="2019-10-13T10:39:45.139" v="106"/>
          <ac:cxnSpMkLst>
            <pc:docMk/>
            <pc:sldMk cId="3721453940" sldId="496"/>
            <ac:cxnSpMk id="115" creationId="{245AE009-AD55-4946-878B-10D767716C97}"/>
          </ac:cxnSpMkLst>
        </pc:cxnChg>
        <pc:cxnChg chg="add del">
          <ac:chgData name="Cristian Chilipirea" userId="34ab170da5908fc4" providerId="LiveId" clId="{7840C37D-FDDB-4314-A31E-446F31402874}" dt="2019-10-13T10:39:45.139" v="106"/>
          <ac:cxnSpMkLst>
            <pc:docMk/>
            <pc:sldMk cId="3721453940" sldId="496"/>
            <ac:cxnSpMk id="116" creationId="{0E156053-062A-4224-B844-64A046D36F7C}"/>
          </ac:cxnSpMkLst>
        </pc:cxnChg>
        <pc:cxnChg chg="add del">
          <ac:chgData name="Cristian Chilipirea" userId="34ab170da5908fc4" providerId="LiveId" clId="{7840C37D-FDDB-4314-A31E-446F31402874}" dt="2019-10-13T10:39:53.291" v="108"/>
          <ac:cxnSpMkLst>
            <pc:docMk/>
            <pc:sldMk cId="3721453940" sldId="496"/>
            <ac:cxnSpMk id="149" creationId="{81C67DC5-59EB-45DF-944B-8B1B9BD52928}"/>
          </ac:cxnSpMkLst>
        </pc:cxnChg>
        <pc:cxnChg chg="add del">
          <ac:chgData name="Cristian Chilipirea" userId="34ab170da5908fc4" providerId="LiveId" clId="{7840C37D-FDDB-4314-A31E-446F31402874}" dt="2019-10-13T10:39:53.291" v="108"/>
          <ac:cxnSpMkLst>
            <pc:docMk/>
            <pc:sldMk cId="3721453940" sldId="496"/>
            <ac:cxnSpMk id="150" creationId="{BAD58DB8-CD11-47EC-8B52-341EE0B32E2B}"/>
          </ac:cxnSpMkLst>
        </pc:cxnChg>
        <pc:cxnChg chg="add del">
          <ac:chgData name="Cristian Chilipirea" userId="34ab170da5908fc4" providerId="LiveId" clId="{7840C37D-FDDB-4314-A31E-446F31402874}" dt="2019-10-13T10:39:53.291" v="108"/>
          <ac:cxnSpMkLst>
            <pc:docMk/>
            <pc:sldMk cId="3721453940" sldId="496"/>
            <ac:cxnSpMk id="151" creationId="{41154EC7-9734-43D4-BC56-F1A09F4FE5B8}"/>
          </ac:cxnSpMkLst>
        </pc:cxnChg>
        <pc:cxnChg chg="add del">
          <ac:chgData name="Cristian Chilipirea" userId="34ab170da5908fc4" providerId="LiveId" clId="{7840C37D-FDDB-4314-A31E-446F31402874}" dt="2019-10-13T10:39:53.291" v="108"/>
          <ac:cxnSpMkLst>
            <pc:docMk/>
            <pc:sldMk cId="3721453940" sldId="496"/>
            <ac:cxnSpMk id="152" creationId="{48E8F8A7-4BCF-4DC1-8E7D-C303E0E5E69E}"/>
          </ac:cxnSpMkLst>
        </pc:cxnChg>
        <pc:cxnChg chg="add del">
          <ac:chgData name="Cristian Chilipirea" userId="34ab170da5908fc4" providerId="LiveId" clId="{7840C37D-FDDB-4314-A31E-446F31402874}" dt="2019-10-13T10:39:53.291" v="108"/>
          <ac:cxnSpMkLst>
            <pc:docMk/>
            <pc:sldMk cId="3721453940" sldId="496"/>
            <ac:cxnSpMk id="153" creationId="{797D38CF-F211-429E-A37A-18BF5782DC55}"/>
          </ac:cxnSpMkLst>
        </pc:cxnChg>
        <pc:cxnChg chg="add del">
          <ac:chgData name="Cristian Chilipirea" userId="34ab170da5908fc4" providerId="LiveId" clId="{7840C37D-FDDB-4314-A31E-446F31402874}" dt="2019-10-13T10:39:53.291" v="108"/>
          <ac:cxnSpMkLst>
            <pc:docMk/>
            <pc:sldMk cId="3721453940" sldId="496"/>
            <ac:cxnSpMk id="154" creationId="{2E7FC920-9BAF-4353-9432-8C1219BC4503}"/>
          </ac:cxnSpMkLst>
        </pc:cxnChg>
        <pc:cxnChg chg="add del">
          <ac:chgData name="Cristian Chilipirea" userId="34ab170da5908fc4" providerId="LiveId" clId="{7840C37D-FDDB-4314-A31E-446F31402874}" dt="2019-10-13T10:39:53.291" v="108"/>
          <ac:cxnSpMkLst>
            <pc:docMk/>
            <pc:sldMk cId="3721453940" sldId="496"/>
            <ac:cxnSpMk id="155" creationId="{2036DDD4-6ABD-4830-8156-4A260BB48CF6}"/>
          </ac:cxnSpMkLst>
        </pc:cxnChg>
        <pc:cxnChg chg="add del">
          <ac:chgData name="Cristian Chilipirea" userId="34ab170da5908fc4" providerId="LiveId" clId="{7840C37D-FDDB-4314-A31E-446F31402874}" dt="2019-10-13T10:39:53.291" v="108"/>
          <ac:cxnSpMkLst>
            <pc:docMk/>
            <pc:sldMk cId="3721453940" sldId="496"/>
            <ac:cxnSpMk id="156" creationId="{712E2ECA-9EA6-4C4E-BA27-A36AB939AEA8}"/>
          </ac:cxnSpMkLst>
        </pc:cxnChg>
        <pc:cxnChg chg="add del">
          <ac:chgData name="Cristian Chilipirea" userId="34ab170da5908fc4" providerId="LiveId" clId="{7840C37D-FDDB-4314-A31E-446F31402874}" dt="2019-10-13T10:39:53.291" v="108"/>
          <ac:cxnSpMkLst>
            <pc:docMk/>
            <pc:sldMk cId="3721453940" sldId="496"/>
            <ac:cxnSpMk id="157" creationId="{B65B916A-1F72-43A4-990F-F6BE1FF7062B}"/>
          </ac:cxnSpMkLst>
        </pc:cxnChg>
        <pc:cxnChg chg="add del">
          <ac:chgData name="Cristian Chilipirea" userId="34ab170da5908fc4" providerId="LiveId" clId="{7840C37D-FDDB-4314-A31E-446F31402874}" dt="2019-10-13T10:39:53.291" v="108"/>
          <ac:cxnSpMkLst>
            <pc:docMk/>
            <pc:sldMk cId="3721453940" sldId="496"/>
            <ac:cxnSpMk id="158" creationId="{3CD7E4B0-6C97-4B67-9F19-1DD43F89FCE0}"/>
          </ac:cxnSpMkLst>
        </pc:cxnChg>
        <pc:cxnChg chg="add del">
          <ac:chgData name="Cristian Chilipirea" userId="34ab170da5908fc4" providerId="LiveId" clId="{7840C37D-FDDB-4314-A31E-446F31402874}" dt="2019-10-13T10:39:53.291" v="108"/>
          <ac:cxnSpMkLst>
            <pc:docMk/>
            <pc:sldMk cId="3721453940" sldId="496"/>
            <ac:cxnSpMk id="159" creationId="{C2ED8BD3-7780-4803-B39B-08270F70CB7D}"/>
          </ac:cxnSpMkLst>
        </pc:cxnChg>
        <pc:cxnChg chg="add del">
          <ac:chgData name="Cristian Chilipirea" userId="34ab170da5908fc4" providerId="LiveId" clId="{7840C37D-FDDB-4314-A31E-446F31402874}" dt="2019-10-13T10:39:53.291" v="108"/>
          <ac:cxnSpMkLst>
            <pc:docMk/>
            <pc:sldMk cId="3721453940" sldId="496"/>
            <ac:cxnSpMk id="160" creationId="{8775ADB8-E1F8-4DBA-8E62-671C6D0206CE}"/>
          </ac:cxnSpMkLst>
        </pc:cxnChg>
        <pc:cxnChg chg="add del">
          <ac:chgData name="Cristian Chilipirea" userId="34ab170da5908fc4" providerId="LiveId" clId="{7840C37D-FDDB-4314-A31E-446F31402874}" dt="2019-10-13T10:39:53.291" v="108"/>
          <ac:cxnSpMkLst>
            <pc:docMk/>
            <pc:sldMk cId="3721453940" sldId="496"/>
            <ac:cxnSpMk id="161" creationId="{61DB9113-DFFD-4605-A63D-0DEF7AD46284}"/>
          </ac:cxnSpMkLst>
        </pc:cxnChg>
        <pc:cxnChg chg="add del">
          <ac:chgData name="Cristian Chilipirea" userId="34ab170da5908fc4" providerId="LiveId" clId="{7840C37D-FDDB-4314-A31E-446F31402874}" dt="2019-10-13T10:39:53.291" v="108"/>
          <ac:cxnSpMkLst>
            <pc:docMk/>
            <pc:sldMk cId="3721453940" sldId="496"/>
            <ac:cxnSpMk id="162" creationId="{326AED14-C1CC-4B59-BFA7-9561DD8EB0A6}"/>
          </ac:cxnSpMkLst>
        </pc:cxnChg>
        <pc:cxnChg chg="add del">
          <ac:chgData name="Cristian Chilipirea" userId="34ab170da5908fc4" providerId="LiveId" clId="{7840C37D-FDDB-4314-A31E-446F31402874}" dt="2019-10-13T10:39:53.291" v="108"/>
          <ac:cxnSpMkLst>
            <pc:docMk/>
            <pc:sldMk cId="3721453940" sldId="496"/>
            <ac:cxnSpMk id="163" creationId="{917EA1AC-7152-4EEB-81DD-AB9B9F07B261}"/>
          </ac:cxnSpMkLst>
        </pc:cxnChg>
        <pc:cxnChg chg="add del">
          <ac:chgData name="Cristian Chilipirea" userId="34ab170da5908fc4" providerId="LiveId" clId="{7840C37D-FDDB-4314-A31E-446F31402874}" dt="2019-10-13T10:39:55.655" v="110"/>
          <ac:cxnSpMkLst>
            <pc:docMk/>
            <pc:sldMk cId="3721453940" sldId="496"/>
            <ac:cxnSpMk id="196" creationId="{E845DE0D-6D82-42F4-91DC-29DB11864DEA}"/>
          </ac:cxnSpMkLst>
        </pc:cxnChg>
        <pc:cxnChg chg="add del">
          <ac:chgData name="Cristian Chilipirea" userId="34ab170da5908fc4" providerId="LiveId" clId="{7840C37D-FDDB-4314-A31E-446F31402874}" dt="2019-10-13T10:39:55.655" v="110"/>
          <ac:cxnSpMkLst>
            <pc:docMk/>
            <pc:sldMk cId="3721453940" sldId="496"/>
            <ac:cxnSpMk id="197" creationId="{1A541924-3712-4A33-BA7E-BD2561DEE574}"/>
          </ac:cxnSpMkLst>
        </pc:cxnChg>
        <pc:cxnChg chg="add del">
          <ac:chgData name="Cristian Chilipirea" userId="34ab170da5908fc4" providerId="LiveId" clId="{7840C37D-FDDB-4314-A31E-446F31402874}" dt="2019-10-13T10:39:55.655" v="110"/>
          <ac:cxnSpMkLst>
            <pc:docMk/>
            <pc:sldMk cId="3721453940" sldId="496"/>
            <ac:cxnSpMk id="198" creationId="{BB3F0310-A30C-44FB-85F8-0248B0275ADF}"/>
          </ac:cxnSpMkLst>
        </pc:cxnChg>
        <pc:cxnChg chg="add del">
          <ac:chgData name="Cristian Chilipirea" userId="34ab170da5908fc4" providerId="LiveId" clId="{7840C37D-FDDB-4314-A31E-446F31402874}" dt="2019-10-13T10:39:55.655" v="110"/>
          <ac:cxnSpMkLst>
            <pc:docMk/>
            <pc:sldMk cId="3721453940" sldId="496"/>
            <ac:cxnSpMk id="199" creationId="{92A0A86F-1D05-4F1F-BE82-9C49F6F24441}"/>
          </ac:cxnSpMkLst>
        </pc:cxnChg>
        <pc:cxnChg chg="add del">
          <ac:chgData name="Cristian Chilipirea" userId="34ab170da5908fc4" providerId="LiveId" clId="{7840C37D-FDDB-4314-A31E-446F31402874}" dt="2019-10-13T10:39:55.655" v="110"/>
          <ac:cxnSpMkLst>
            <pc:docMk/>
            <pc:sldMk cId="3721453940" sldId="496"/>
            <ac:cxnSpMk id="200" creationId="{366BDB27-9A52-4BEA-970C-EDB3F9B57757}"/>
          </ac:cxnSpMkLst>
        </pc:cxnChg>
        <pc:cxnChg chg="add del">
          <ac:chgData name="Cristian Chilipirea" userId="34ab170da5908fc4" providerId="LiveId" clId="{7840C37D-FDDB-4314-A31E-446F31402874}" dt="2019-10-13T10:39:55.655" v="110"/>
          <ac:cxnSpMkLst>
            <pc:docMk/>
            <pc:sldMk cId="3721453940" sldId="496"/>
            <ac:cxnSpMk id="201" creationId="{B3933475-056A-4FDE-98A8-8305C87605A3}"/>
          </ac:cxnSpMkLst>
        </pc:cxnChg>
        <pc:cxnChg chg="add del">
          <ac:chgData name="Cristian Chilipirea" userId="34ab170da5908fc4" providerId="LiveId" clId="{7840C37D-FDDB-4314-A31E-446F31402874}" dt="2019-10-13T10:39:55.655" v="110"/>
          <ac:cxnSpMkLst>
            <pc:docMk/>
            <pc:sldMk cId="3721453940" sldId="496"/>
            <ac:cxnSpMk id="202" creationId="{6D10F4CF-5459-40D9-AB9F-F1158F8F0C31}"/>
          </ac:cxnSpMkLst>
        </pc:cxnChg>
        <pc:cxnChg chg="add del">
          <ac:chgData name="Cristian Chilipirea" userId="34ab170da5908fc4" providerId="LiveId" clId="{7840C37D-FDDB-4314-A31E-446F31402874}" dt="2019-10-13T10:39:55.655" v="110"/>
          <ac:cxnSpMkLst>
            <pc:docMk/>
            <pc:sldMk cId="3721453940" sldId="496"/>
            <ac:cxnSpMk id="203" creationId="{F3011EC3-7B8B-4CC3-A0B3-870787CCD91F}"/>
          </ac:cxnSpMkLst>
        </pc:cxnChg>
        <pc:cxnChg chg="add del">
          <ac:chgData name="Cristian Chilipirea" userId="34ab170da5908fc4" providerId="LiveId" clId="{7840C37D-FDDB-4314-A31E-446F31402874}" dt="2019-10-13T10:39:55.655" v="110"/>
          <ac:cxnSpMkLst>
            <pc:docMk/>
            <pc:sldMk cId="3721453940" sldId="496"/>
            <ac:cxnSpMk id="204" creationId="{E4C44301-66D2-457C-B94E-E342CA4D3F7D}"/>
          </ac:cxnSpMkLst>
        </pc:cxnChg>
        <pc:cxnChg chg="add del">
          <ac:chgData name="Cristian Chilipirea" userId="34ab170da5908fc4" providerId="LiveId" clId="{7840C37D-FDDB-4314-A31E-446F31402874}" dt="2019-10-13T10:39:55.655" v="110"/>
          <ac:cxnSpMkLst>
            <pc:docMk/>
            <pc:sldMk cId="3721453940" sldId="496"/>
            <ac:cxnSpMk id="205" creationId="{CF2D9592-506F-4BDC-8664-01642D6979BA}"/>
          </ac:cxnSpMkLst>
        </pc:cxnChg>
        <pc:cxnChg chg="add del">
          <ac:chgData name="Cristian Chilipirea" userId="34ab170da5908fc4" providerId="LiveId" clId="{7840C37D-FDDB-4314-A31E-446F31402874}" dt="2019-10-13T10:39:55.655" v="110"/>
          <ac:cxnSpMkLst>
            <pc:docMk/>
            <pc:sldMk cId="3721453940" sldId="496"/>
            <ac:cxnSpMk id="206" creationId="{E6D27C02-434C-42DF-A7AD-65C653D907B3}"/>
          </ac:cxnSpMkLst>
        </pc:cxnChg>
        <pc:cxnChg chg="add del">
          <ac:chgData name="Cristian Chilipirea" userId="34ab170da5908fc4" providerId="LiveId" clId="{7840C37D-FDDB-4314-A31E-446F31402874}" dt="2019-10-13T10:39:55.655" v="110"/>
          <ac:cxnSpMkLst>
            <pc:docMk/>
            <pc:sldMk cId="3721453940" sldId="496"/>
            <ac:cxnSpMk id="207" creationId="{F5F2D056-FDDF-423B-8020-BB727E426754}"/>
          </ac:cxnSpMkLst>
        </pc:cxnChg>
        <pc:cxnChg chg="add del">
          <ac:chgData name="Cristian Chilipirea" userId="34ab170da5908fc4" providerId="LiveId" clId="{7840C37D-FDDB-4314-A31E-446F31402874}" dt="2019-10-13T10:39:55.655" v="110"/>
          <ac:cxnSpMkLst>
            <pc:docMk/>
            <pc:sldMk cId="3721453940" sldId="496"/>
            <ac:cxnSpMk id="208" creationId="{BCFECD99-8108-4298-86D4-BE1802AE4535}"/>
          </ac:cxnSpMkLst>
        </pc:cxnChg>
        <pc:cxnChg chg="add del">
          <ac:chgData name="Cristian Chilipirea" userId="34ab170da5908fc4" providerId="LiveId" clId="{7840C37D-FDDB-4314-A31E-446F31402874}" dt="2019-10-13T10:39:55.655" v="110"/>
          <ac:cxnSpMkLst>
            <pc:docMk/>
            <pc:sldMk cId="3721453940" sldId="496"/>
            <ac:cxnSpMk id="209" creationId="{67D08597-0089-4B39-B3C6-ADE147BB9738}"/>
          </ac:cxnSpMkLst>
        </pc:cxnChg>
        <pc:cxnChg chg="add del">
          <ac:chgData name="Cristian Chilipirea" userId="34ab170da5908fc4" providerId="LiveId" clId="{7840C37D-FDDB-4314-A31E-446F31402874}" dt="2019-10-13T10:39:55.655" v="110"/>
          <ac:cxnSpMkLst>
            <pc:docMk/>
            <pc:sldMk cId="3721453940" sldId="496"/>
            <ac:cxnSpMk id="210" creationId="{CA66E0DC-DFE2-4AF8-8FF3-E4A0DAC2FA4D}"/>
          </ac:cxnSpMkLst>
        </pc:cxnChg>
        <pc:cxnChg chg="add del">
          <ac:chgData name="Cristian Chilipirea" userId="34ab170da5908fc4" providerId="LiveId" clId="{7840C37D-FDDB-4314-A31E-446F31402874}" dt="2019-10-13T10:40:00.222" v="112"/>
          <ac:cxnSpMkLst>
            <pc:docMk/>
            <pc:sldMk cId="3721453940" sldId="496"/>
            <ac:cxnSpMk id="243" creationId="{EE83F078-4B86-4932-A518-63A7DBAEBE8D}"/>
          </ac:cxnSpMkLst>
        </pc:cxnChg>
        <pc:cxnChg chg="add del">
          <ac:chgData name="Cristian Chilipirea" userId="34ab170da5908fc4" providerId="LiveId" clId="{7840C37D-FDDB-4314-A31E-446F31402874}" dt="2019-10-13T10:40:00.222" v="112"/>
          <ac:cxnSpMkLst>
            <pc:docMk/>
            <pc:sldMk cId="3721453940" sldId="496"/>
            <ac:cxnSpMk id="244" creationId="{687DBE70-0BE0-489E-80FD-0607D8CBD71A}"/>
          </ac:cxnSpMkLst>
        </pc:cxnChg>
        <pc:cxnChg chg="add del">
          <ac:chgData name="Cristian Chilipirea" userId="34ab170da5908fc4" providerId="LiveId" clId="{7840C37D-FDDB-4314-A31E-446F31402874}" dt="2019-10-13T10:40:00.222" v="112"/>
          <ac:cxnSpMkLst>
            <pc:docMk/>
            <pc:sldMk cId="3721453940" sldId="496"/>
            <ac:cxnSpMk id="245" creationId="{24BE3941-4F2C-49CE-9F2E-696E3335B277}"/>
          </ac:cxnSpMkLst>
        </pc:cxnChg>
        <pc:cxnChg chg="add del">
          <ac:chgData name="Cristian Chilipirea" userId="34ab170da5908fc4" providerId="LiveId" clId="{7840C37D-FDDB-4314-A31E-446F31402874}" dt="2019-10-13T10:40:00.222" v="112"/>
          <ac:cxnSpMkLst>
            <pc:docMk/>
            <pc:sldMk cId="3721453940" sldId="496"/>
            <ac:cxnSpMk id="246" creationId="{CB2AE414-F0AB-4564-B736-C75C37FFA4D1}"/>
          </ac:cxnSpMkLst>
        </pc:cxnChg>
        <pc:cxnChg chg="add del">
          <ac:chgData name="Cristian Chilipirea" userId="34ab170da5908fc4" providerId="LiveId" clId="{7840C37D-FDDB-4314-A31E-446F31402874}" dt="2019-10-13T10:40:00.222" v="112"/>
          <ac:cxnSpMkLst>
            <pc:docMk/>
            <pc:sldMk cId="3721453940" sldId="496"/>
            <ac:cxnSpMk id="247" creationId="{EFBE9FF8-DC62-4D8A-A464-1E99F7E2AE11}"/>
          </ac:cxnSpMkLst>
        </pc:cxnChg>
        <pc:cxnChg chg="add del">
          <ac:chgData name="Cristian Chilipirea" userId="34ab170da5908fc4" providerId="LiveId" clId="{7840C37D-FDDB-4314-A31E-446F31402874}" dt="2019-10-13T10:40:00.222" v="112"/>
          <ac:cxnSpMkLst>
            <pc:docMk/>
            <pc:sldMk cId="3721453940" sldId="496"/>
            <ac:cxnSpMk id="248" creationId="{4AE4AB36-44DC-49C8-824A-55451CAAA615}"/>
          </ac:cxnSpMkLst>
        </pc:cxnChg>
        <pc:cxnChg chg="add del mod">
          <ac:chgData name="Cristian Chilipirea" userId="34ab170da5908fc4" providerId="LiveId" clId="{7840C37D-FDDB-4314-A31E-446F31402874}" dt="2019-10-13T10:40:16.374" v="116"/>
          <ac:cxnSpMkLst>
            <pc:docMk/>
            <pc:sldMk cId="3721453940" sldId="496"/>
            <ac:cxnSpMk id="275" creationId="{8B826282-F360-4202-9B15-8096C5D566E0}"/>
          </ac:cxnSpMkLst>
        </pc:cxnChg>
        <pc:cxnChg chg="add del mod">
          <ac:chgData name="Cristian Chilipirea" userId="34ab170da5908fc4" providerId="LiveId" clId="{7840C37D-FDDB-4314-A31E-446F31402874}" dt="2019-10-13T10:40:16.374" v="116"/>
          <ac:cxnSpMkLst>
            <pc:docMk/>
            <pc:sldMk cId="3721453940" sldId="496"/>
            <ac:cxnSpMk id="276" creationId="{EEABC89E-F562-4F77-9C4E-CB14D7854095}"/>
          </ac:cxnSpMkLst>
        </pc:cxnChg>
        <pc:cxnChg chg="add del mod">
          <ac:chgData name="Cristian Chilipirea" userId="34ab170da5908fc4" providerId="LiveId" clId="{7840C37D-FDDB-4314-A31E-446F31402874}" dt="2019-10-13T10:40:16.374" v="116"/>
          <ac:cxnSpMkLst>
            <pc:docMk/>
            <pc:sldMk cId="3721453940" sldId="496"/>
            <ac:cxnSpMk id="277" creationId="{A2ADC268-1240-429B-857D-6C692343484C}"/>
          </ac:cxnSpMkLst>
        </pc:cxnChg>
        <pc:cxnChg chg="add del mod">
          <ac:chgData name="Cristian Chilipirea" userId="34ab170da5908fc4" providerId="LiveId" clId="{7840C37D-FDDB-4314-A31E-446F31402874}" dt="2019-10-13T10:40:16.374" v="116"/>
          <ac:cxnSpMkLst>
            <pc:docMk/>
            <pc:sldMk cId="3721453940" sldId="496"/>
            <ac:cxnSpMk id="278" creationId="{47D896A9-907A-4747-BBF8-B67E4BD3D593}"/>
          </ac:cxnSpMkLst>
        </pc:cxnChg>
        <pc:cxnChg chg="add del mod">
          <ac:chgData name="Cristian Chilipirea" userId="34ab170da5908fc4" providerId="LiveId" clId="{7840C37D-FDDB-4314-A31E-446F31402874}" dt="2019-10-13T10:40:16.374" v="116"/>
          <ac:cxnSpMkLst>
            <pc:docMk/>
            <pc:sldMk cId="3721453940" sldId="496"/>
            <ac:cxnSpMk id="279" creationId="{27525821-FEB5-42AA-B939-720A23A22095}"/>
          </ac:cxnSpMkLst>
        </pc:cxnChg>
        <pc:cxnChg chg="add del mod">
          <ac:chgData name="Cristian Chilipirea" userId="34ab170da5908fc4" providerId="LiveId" clId="{7840C37D-FDDB-4314-A31E-446F31402874}" dt="2019-10-13T10:40:16.374" v="116"/>
          <ac:cxnSpMkLst>
            <pc:docMk/>
            <pc:sldMk cId="3721453940" sldId="496"/>
            <ac:cxnSpMk id="280" creationId="{9B8C1571-C977-4DE5-8F4E-48927F3A469C}"/>
          </ac:cxnSpMkLst>
        </pc:cxnChg>
        <pc:cxnChg chg="add del mod">
          <ac:chgData name="Cristian Chilipirea" userId="34ab170da5908fc4" providerId="LiveId" clId="{7840C37D-FDDB-4314-A31E-446F31402874}" dt="2019-10-13T10:40:16.374" v="116"/>
          <ac:cxnSpMkLst>
            <pc:docMk/>
            <pc:sldMk cId="3721453940" sldId="496"/>
            <ac:cxnSpMk id="281" creationId="{334D8535-56ED-40AB-929C-A544B79B05DD}"/>
          </ac:cxnSpMkLst>
        </pc:cxnChg>
        <pc:cxnChg chg="add del mod">
          <ac:chgData name="Cristian Chilipirea" userId="34ab170da5908fc4" providerId="LiveId" clId="{7840C37D-FDDB-4314-A31E-446F31402874}" dt="2019-10-13T10:40:16.374" v="116"/>
          <ac:cxnSpMkLst>
            <pc:docMk/>
            <pc:sldMk cId="3721453940" sldId="496"/>
            <ac:cxnSpMk id="282" creationId="{2BE73F37-7A74-46D0-B3DB-56A7C6565AB8}"/>
          </ac:cxnSpMkLst>
        </pc:cxnChg>
        <pc:cxnChg chg="add del mod">
          <ac:chgData name="Cristian Chilipirea" userId="34ab170da5908fc4" providerId="LiveId" clId="{7840C37D-FDDB-4314-A31E-446F31402874}" dt="2019-10-13T10:40:16.374" v="116"/>
          <ac:cxnSpMkLst>
            <pc:docMk/>
            <pc:sldMk cId="3721453940" sldId="496"/>
            <ac:cxnSpMk id="283" creationId="{F74A5FBB-4838-46F1-AC0A-8E15E7F03BD8}"/>
          </ac:cxnSpMkLst>
        </pc:cxnChg>
        <pc:cxnChg chg="add del mod">
          <ac:chgData name="Cristian Chilipirea" userId="34ab170da5908fc4" providerId="LiveId" clId="{7840C37D-FDDB-4314-A31E-446F31402874}" dt="2019-10-13T10:40:16.374" v="116"/>
          <ac:cxnSpMkLst>
            <pc:docMk/>
            <pc:sldMk cId="3721453940" sldId="496"/>
            <ac:cxnSpMk id="284" creationId="{EDA415ED-C327-46E7-96F7-0FC333D06A79}"/>
          </ac:cxnSpMkLst>
        </pc:cxnChg>
        <pc:cxnChg chg="add del mod">
          <ac:chgData name="Cristian Chilipirea" userId="34ab170da5908fc4" providerId="LiveId" clId="{7840C37D-FDDB-4314-A31E-446F31402874}" dt="2019-10-13T10:40:16.374" v="116"/>
          <ac:cxnSpMkLst>
            <pc:docMk/>
            <pc:sldMk cId="3721453940" sldId="496"/>
            <ac:cxnSpMk id="285" creationId="{09193217-5D09-44EB-A313-3A4EAC37D3DE}"/>
          </ac:cxnSpMkLst>
        </pc:cxnChg>
        <pc:cxnChg chg="add del mod">
          <ac:chgData name="Cristian Chilipirea" userId="34ab170da5908fc4" providerId="LiveId" clId="{7840C37D-FDDB-4314-A31E-446F31402874}" dt="2019-10-13T10:40:16.374" v="116"/>
          <ac:cxnSpMkLst>
            <pc:docMk/>
            <pc:sldMk cId="3721453940" sldId="496"/>
            <ac:cxnSpMk id="286" creationId="{14146E96-C39D-4162-8D1D-CB64E6677460}"/>
          </ac:cxnSpMkLst>
        </pc:cxnChg>
        <pc:cxnChg chg="add del mod">
          <ac:chgData name="Cristian Chilipirea" userId="34ab170da5908fc4" providerId="LiveId" clId="{7840C37D-FDDB-4314-A31E-446F31402874}" dt="2019-10-13T10:40:16.374" v="116"/>
          <ac:cxnSpMkLst>
            <pc:docMk/>
            <pc:sldMk cId="3721453940" sldId="496"/>
            <ac:cxnSpMk id="287" creationId="{65ADC29D-4837-4124-82C2-AC29B2A9C856}"/>
          </ac:cxnSpMkLst>
        </pc:cxnChg>
        <pc:cxnChg chg="add del mod">
          <ac:chgData name="Cristian Chilipirea" userId="34ab170da5908fc4" providerId="LiveId" clId="{7840C37D-FDDB-4314-A31E-446F31402874}" dt="2019-10-13T10:40:16.374" v="116"/>
          <ac:cxnSpMkLst>
            <pc:docMk/>
            <pc:sldMk cId="3721453940" sldId="496"/>
            <ac:cxnSpMk id="288" creationId="{6909D523-9B3D-48D0-9F62-315B16B1E50E}"/>
          </ac:cxnSpMkLst>
        </pc:cxnChg>
        <pc:cxnChg chg="add del mod">
          <ac:chgData name="Cristian Chilipirea" userId="34ab170da5908fc4" providerId="LiveId" clId="{7840C37D-FDDB-4314-A31E-446F31402874}" dt="2019-10-13T10:40:16.374" v="116"/>
          <ac:cxnSpMkLst>
            <pc:docMk/>
            <pc:sldMk cId="3721453940" sldId="496"/>
            <ac:cxnSpMk id="289" creationId="{4573557D-C4A9-464C-809C-C927A12508DB}"/>
          </ac:cxnSpMkLst>
        </pc:cxnChg>
      </pc:sldChg>
      <pc:sldChg chg="del">
        <pc:chgData name="Cristian Chilipirea" userId="34ab170da5908fc4" providerId="LiveId" clId="{7840C37D-FDDB-4314-A31E-446F31402874}" dt="2019-10-13T10:35:43.326" v="11" actId="2696"/>
        <pc:sldMkLst>
          <pc:docMk/>
          <pc:sldMk cId="1486881486" sldId="497"/>
        </pc:sldMkLst>
      </pc:sldChg>
      <pc:sldChg chg="addSp delSp modSp add">
        <pc:chgData name="Cristian Chilipirea" userId="34ab170da5908fc4" providerId="LiveId" clId="{7840C37D-FDDB-4314-A31E-446F31402874}" dt="2019-10-13T10:40:54.692" v="130" actId="1076"/>
        <pc:sldMkLst>
          <pc:docMk/>
          <pc:sldMk cId="3219915166" sldId="497"/>
        </pc:sldMkLst>
        <pc:spChg chg="mod">
          <ac:chgData name="Cristian Chilipirea" userId="34ab170da5908fc4" providerId="LiveId" clId="{7840C37D-FDDB-4314-A31E-446F31402874}" dt="2019-10-13T10:40:42.019" v="125"/>
          <ac:spMkLst>
            <pc:docMk/>
            <pc:sldMk cId="3219915166" sldId="497"/>
            <ac:spMk id="2" creationId="{07F100E1-E127-44F3-B73F-CDB20A862E95}"/>
          </ac:spMkLst>
        </pc:spChg>
        <pc:spChg chg="del">
          <ac:chgData name="Cristian Chilipirea" userId="34ab170da5908fc4" providerId="LiveId" clId="{7840C37D-FDDB-4314-A31E-446F31402874}" dt="2019-10-13T10:40:43.786" v="126" actId="478"/>
          <ac:spMkLst>
            <pc:docMk/>
            <pc:sldMk cId="3219915166" sldId="497"/>
            <ac:spMk id="3" creationId="{97761BD7-6EC6-4794-B582-8E9739B85272}"/>
          </ac:spMkLst>
        </pc:spChg>
        <pc:spChg chg="add del">
          <ac:chgData name="Cristian Chilipirea" userId="34ab170da5908fc4" providerId="LiveId" clId="{7840C37D-FDDB-4314-A31E-446F31402874}" dt="2019-10-13T10:40:48.793" v="128"/>
          <ac:spMkLst>
            <pc:docMk/>
            <pc:sldMk cId="3219915166" sldId="497"/>
            <ac:spMk id="4" creationId="{3AE65DC9-66F8-4856-B2FD-0F72B183F023}"/>
          </ac:spMkLst>
        </pc:spChg>
        <pc:spChg chg="add del">
          <ac:chgData name="Cristian Chilipirea" userId="34ab170da5908fc4" providerId="LiveId" clId="{7840C37D-FDDB-4314-A31E-446F31402874}" dt="2019-10-13T10:40:48.793" v="128"/>
          <ac:spMkLst>
            <pc:docMk/>
            <pc:sldMk cId="3219915166" sldId="497"/>
            <ac:spMk id="5" creationId="{18D5110A-FD2A-48B8-8631-F323097C0553}"/>
          </ac:spMkLst>
        </pc:spChg>
        <pc:spChg chg="add del">
          <ac:chgData name="Cristian Chilipirea" userId="34ab170da5908fc4" providerId="LiveId" clId="{7840C37D-FDDB-4314-A31E-446F31402874}" dt="2019-10-13T10:40:48.793" v="128"/>
          <ac:spMkLst>
            <pc:docMk/>
            <pc:sldMk cId="3219915166" sldId="497"/>
            <ac:spMk id="6" creationId="{839E8424-C3B2-4876-A099-64CCFF70F821}"/>
          </ac:spMkLst>
        </pc:spChg>
        <pc:spChg chg="add del">
          <ac:chgData name="Cristian Chilipirea" userId="34ab170da5908fc4" providerId="LiveId" clId="{7840C37D-FDDB-4314-A31E-446F31402874}" dt="2019-10-13T10:40:48.793" v="128"/>
          <ac:spMkLst>
            <pc:docMk/>
            <pc:sldMk cId="3219915166" sldId="497"/>
            <ac:spMk id="8" creationId="{20F79559-5F76-46F8-B1E7-02BAF7D3F4EC}"/>
          </ac:spMkLst>
        </pc:spChg>
        <pc:spChg chg="add del">
          <ac:chgData name="Cristian Chilipirea" userId="34ab170da5908fc4" providerId="LiveId" clId="{7840C37D-FDDB-4314-A31E-446F31402874}" dt="2019-10-13T10:40:48.793" v="128"/>
          <ac:spMkLst>
            <pc:docMk/>
            <pc:sldMk cId="3219915166" sldId="497"/>
            <ac:spMk id="9" creationId="{14244A59-239A-4625-993B-06526AB66A18}"/>
          </ac:spMkLst>
        </pc:spChg>
        <pc:spChg chg="add del">
          <ac:chgData name="Cristian Chilipirea" userId="34ab170da5908fc4" providerId="LiveId" clId="{7840C37D-FDDB-4314-A31E-446F31402874}" dt="2019-10-13T10:40:48.793" v="128"/>
          <ac:spMkLst>
            <pc:docMk/>
            <pc:sldMk cId="3219915166" sldId="497"/>
            <ac:spMk id="11" creationId="{E806889E-3BC9-4AC2-A130-C833BDF4AE32}"/>
          </ac:spMkLst>
        </pc:spChg>
        <pc:spChg chg="add del">
          <ac:chgData name="Cristian Chilipirea" userId="34ab170da5908fc4" providerId="LiveId" clId="{7840C37D-FDDB-4314-A31E-446F31402874}" dt="2019-10-13T10:40:48.793" v="128"/>
          <ac:spMkLst>
            <pc:docMk/>
            <pc:sldMk cId="3219915166" sldId="497"/>
            <ac:spMk id="12" creationId="{423FBEB3-11CA-44C3-8019-6DF94AAF10C1}"/>
          </ac:spMkLst>
        </pc:spChg>
        <pc:spChg chg="add del">
          <ac:chgData name="Cristian Chilipirea" userId="34ab170da5908fc4" providerId="LiveId" clId="{7840C37D-FDDB-4314-A31E-446F31402874}" dt="2019-10-13T10:40:48.793" v="128"/>
          <ac:spMkLst>
            <pc:docMk/>
            <pc:sldMk cId="3219915166" sldId="497"/>
            <ac:spMk id="17" creationId="{2E2E7C86-7753-4416-BDFB-A014C9F23CFB}"/>
          </ac:spMkLst>
        </pc:spChg>
        <pc:spChg chg="add del">
          <ac:chgData name="Cristian Chilipirea" userId="34ab170da5908fc4" providerId="LiveId" clId="{7840C37D-FDDB-4314-A31E-446F31402874}" dt="2019-10-13T10:40:48.793" v="128"/>
          <ac:spMkLst>
            <pc:docMk/>
            <pc:sldMk cId="3219915166" sldId="497"/>
            <ac:spMk id="19" creationId="{4735EAAA-6898-41A1-8A2D-045D5CB4C67A}"/>
          </ac:spMkLst>
        </pc:spChg>
        <pc:spChg chg="add del">
          <ac:chgData name="Cristian Chilipirea" userId="34ab170da5908fc4" providerId="LiveId" clId="{7840C37D-FDDB-4314-A31E-446F31402874}" dt="2019-10-13T10:40:48.793" v="128"/>
          <ac:spMkLst>
            <pc:docMk/>
            <pc:sldMk cId="3219915166" sldId="497"/>
            <ac:spMk id="22" creationId="{E5FCFD5E-F184-4904-AE75-69DB3FC765E1}"/>
          </ac:spMkLst>
        </pc:spChg>
        <pc:spChg chg="add del">
          <ac:chgData name="Cristian Chilipirea" userId="34ab170da5908fc4" providerId="LiveId" clId="{7840C37D-FDDB-4314-A31E-446F31402874}" dt="2019-10-13T10:40:48.793" v="128"/>
          <ac:spMkLst>
            <pc:docMk/>
            <pc:sldMk cId="3219915166" sldId="497"/>
            <ac:spMk id="27" creationId="{691A615C-7EB9-4E54-AAA4-40BC04E6ABFB}"/>
          </ac:spMkLst>
        </pc:spChg>
        <pc:spChg chg="add del">
          <ac:chgData name="Cristian Chilipirea" userId="34ab170da5908fc4" providerId="LiveId" clId="{7840C37D-FDDB-4314-A31E-446F31402874}" dt="2019-10-13T10:40:48.793" v="128"/>
          <ac:spMkLst>
            <pc:docMk/>
            <pc:sldMk cId="3219915166" sldId="497"/>
            <ac:spMk id="31" creationId="{4819E81B-BDB7-4B66-A7C6-E4D200AED538}"/>
          </ac:spMkLst>
        </pc:spChg>
        <pc:spChg chg="add del">
          <ac:chgData name="Cristian Chilipirea" userId="34ab170da5908fc4" providerId="LiveId" clId="{7840C37D-FDDB-4314-A31E-446F31402874}" dt="2019-10-13T10:40:48.793" v="128"/>
          <ac:spMkLst>
            <pc:docMk/>
            <pc:sldMk cId="3219915166" sldId="497"/>
            <ac:spMk id="38" creationId="{18ECFD92-9A56-46C5-910C-2B161C175354}"/>
          </ac:spMkLst>
        </pc:spChg>
        <pc:spChg chg="add del">
          <ac:chgData name="Cristian Chilipirea" userId="34ab170da5908fc4" providerId="LiveId" clId="{7840C37D-FDDB-4314-A31E-446F31402874}" dt="2019-10-13T10:40:48.793" v="128"/>
          <ac:spMkLst>
            <pc:docMk/>
            <pc:sldMk cId="3219915166" sldId="497"/>
            <ac:spMk id="39" creationId="{62EA717B-4158-42A1-98B9-516B54AB00D1}"/>
          </ac:spMkLst>
        </pc:spChg>
        <pc:spChg chg="add del">
          <ac:chgData name="Cristian Chilipirea" userId="34ab170da5908fc4" providerId="LiveId" clId="{7840C37D-FDDB-4314-A31E-446F31402874}" dt="2019-10-13T10:40:48.793" v="128"/>
          <ac:spMkLst>
            <pc:docMk/>
            <pc:sldMk cId="3219915166" sldId="497"/>
            <ac:spMk id="40" creationId="{60D700AB-7E17-49BA-92FD-B65A2C6FD88F}"/>
          </ac:spMkLst>
        </pc:spChg>
        <pc:spChg chg="add del">
          <ac:chgData name="Cristian Chilipirea" userId="34ab170da5908fc4" providerId="LiveId" clId="{7840C37D-FDDB-4314-A31E-446F31402874}" dt="2019-10-13T10:40:48.793" v="128"/>
          <ac:spMkLst>
            <pc:docMk/>
            <pc:sldMk cId="3219915166" sldId="497"/>
            <ac:spMk id="42" creationId="{51723D75-D952-4D3A-8D81-B87F1D17594F}"/>
          </ac:spMkLst>
        </pc:spChg>
        <pc:spChg chg="add del">
          <ac:chgData name="Cristian Chilipirea" userId="34ab170da5908fc4" providerId="LiveId" clId="{7840C37D-FDDB-4314-A31E-446F31402874}" dt="2019-10-13T10:40:48.793" v="128"/>
          <ac:spMkLst>
            <pc:docMk/>
            <pc:sldMk cId="3219915166" sldId="497"/>
            <ac:spMk id="44" creationId="{1A1F3CF6-A0F7-4B17-9EB6-BB231A271A6D}"/>
          </ac:spMkLst>
        </pc:spChg>
        <pc:spChg chg="add del">
          <ac:chgData name="Cristian Chilipirea" userId="34ab170da5908fc4" providerId="LiveId" clId="{7840C37D-FDDB-4314-A31E-446F31402874}" dt="2019-10-13T10:40:48.793" v="128"/>
          <ac:spMkLst>
            <pc:docMk/>
            <pc:sldMk cId="3219915166" sldId="497"/>
            <ac:spMk id="52" creationId="{46949D58-1E0C-4E18-9BCD-1A5FBE33239B}"/>
          </ac:spMkLst>
        </pc:spChg>
        <pc:spChg chg="add del">
          <ac:chgData name="Cristian Chilipirea" userId="34ab170da5908fc4" providerId="LiveId" clId="{7840C37D-FDDB-4314-A31E-446F31402874}" dt="2019-10-13T10:40:48.793" v="128"/>
          <ac:spMkLst>
            <pc:docMk/>
            <pc:sldMk cId="3219915166" sldId="497"/>
            <ac:spMk id="53" creationId="{6D851551-9ABE-4779-A907-5D4DF592C82E}"/>
          </ac:spMkLst>
        </pc:spChg>
        <pc:spChg chg="add del">
          <ac:chgData name="Cristian Chilipirea" userId="34ab170da5908fc4" providerId="LiveId" clId="{7840C37D-FDDB-4314-A31E-446F31402874}" dt="2019-10-13T10:40:48.793" v="128"/>
          <ac:spMkLst>
            <pc:docMk/>
            <pc:sldMk cId="3219915166" sldId="497"/>
            <ac:spMk id="54" creationId="{3CCB1AD1-AEE8-4DFA-96CB-39CD936F6B10}"/>
          </ac:spMkLst>
        </pc:spChg>
        <pc:spChg chg="add del">
          <ac:chgData name="Cristian Chilipirea" userId="34ab170da5908fc4" providerId="LiveId" clId="{7840C37D-FDDB-4314-A31E-446F31402874}" dt="2019-10-13T10:40:48.793" v="128"/>
          <ac:spMkLst>
            <pc:docMk/>
            <pc:sldMk cId="3219915166" sldId="497"/>
            <ac:spMk id="55" creationId="{9314B97F-6E2D-4C81-BE85-A218639A31CF}"/>
          </ac:spMkLst>
        </pc:spChg>
        <pc:spChg chg="add del">
          <ac:chgData name="Cristian Chilipirea" userId="34ab170da5908fc4" providerId="LiveId" clId="{7840C37D-FDDB-4314-A31E-446F31402874}" dt="2019-10-13T10:40:48.793" v="128"/>
          <ac:spMkLst>
            <pc:docMk/>
            <pc:sldMk cId="3219915166" sldId="497"/>
            <ac:spMk id="56" creationId="{DAE496C1-6069-42F4-820D-423A2C1B91A5}"/>
          </ac:spMkLst>
        </pc:spChg>
        <pc:spChg chg="add del">
          <ac:chgData name="Cristian Chilipirea" userId="34ab170da5908fc4" providerId="LiveId" clId="{7840C37D-FDDB-4314-A31E-446F31402874}" dt="2019-10-13T10:40:48.793" v="128"/>
          <ac:spMkLst>
            <pc:docMk/>
            <pc:sldMk cId="3219915166" sldId="497"/>
            <ac:spMk id="57" creationId="{09AC928B-846B-4DCC-9A87-FB312529114E}"/>
          </ac:spMkLst>
        </pc:spChg>
        <pc:spChg chg="add del">
          <ac:chgData name="Cristian Chilipirea" userId="34ab170da5908fc4" providerId="LiveId" clId="{7840C37D-FDDB-4314-A31E-446F31402874}" dt="2019-10-13T10:40:48.793" v="128"/>
          <ac:spMkLst>
            <pc:docMk/>
            <pc:sldMk cId="3219915166" sldId="497"/>
            <ac:spMk id="58" creationId="{E43FB05D-EE9D-4F09-A264-22F0B7675116}"/>
          </ac:spMkLst>
        </pc:spChg>
        <pc:spChg chg="add del">
          <ac:chgData name="Cristian Chilipirea" userId="34ab170da5908fc4" providerId="LiveId" clId="{7840C37D-FDDB-4314-A31E-446F31402874}" dt="2019-10-13T10:40:48.793" v="128"/>
          <ac:spMkLst>
            <pc:docMk/>
            <pc:sldMk cId="3219915166" sldId="497"/>
            <ac:spMk id="59" creationId="{0686B47C-2533-4071-8BE9-B8C2E5FD2D29}"/>
          </ac:spMkLst>
        </pc:spChg>
        <pc:spChg chg="add mod">
          <ac:chgData name="Cristian Chilipirea" userId="34ab170da5908fc4" providerId="LiveId" clId="{7840C37D-FDDB-4314-A31E-446F31402874}" dt="2019-10-13T10:40:54.692" v="130" actId="1076"/>
          <ac:spMkLst>
            <pc:docMk/>
            <pc:sldMk cId="3219915166" sldId="497"/>
            <ac:spMk id="61" creationId="{73FEA4F5-BC27-4B12-A98B-8D9FDB08FB7F}"/>
          </ac:spMkLst>
        </pc:spChg>
        <pc:spChg chg="add mod">
          <ac:chgData name="Cristian Chilipirea" userId="34ab170da5908fc4" providerId="LiveId" clId="{7840C37D-FDDB-4314-A31E-446F31402874}" dt="2019-10-13T10:40:54.692" v="130" actId="1076"/>
          <ac:spMkLst>
            <pc:docMk/>
            <pc:sldMk cId="3219915166" sldId="497"/>
            <ac:spMk id="62" creationId="{AC52B874-89D7-4AF6-A70C-5876D9D49873}"/>
          </ac:spMkLst>
        </pc:spChg>
        <pc:spChg chg="add mod">
          <ac:chgData name="Cristian Chilipirea" userId="34ab170da5908fc4" providerId="LiveId" clId="{7840C37D-FDDB-4314-A31E-446F31402874}" dt="2019-10-13T10:40:54.692" v="130" actId="1076"/>
          <ac:spMkLst>
            <pc:docMk/>
            <pc:sldMk cId="3219915166" sldId="497"/>
            <ac:spMk id="63" creationId="{5DFC1F13-DD20-429A-8C21-397DEF4E1702}"/>
          </ac:spMkLst>
        </pc:spChg>
        <pc:spChg chg="add mod">
          <ac:chgData name="Cristian Chilipirea" userId="34ab170da5908fc4" providerId="LiveId" clId="{7840C37D-FDDB-4314-A31E-446F31402874}" dt="2019-10-13T10:40:54.692" v="130" actId="1076"/>
          <ac:spMkLst>
            <pc:docMk/>
            <pc:sldMk cId="3219915166" sldId="497"/>
            <ac:spMk id="65" creationId="{00303D1B-69B1-48C8-AE91-E01DD7431412}"/>
          </ac:spMkLst>
        </pc:spChg>
        <pc:spChg chg="add mod">
          <ac:chgData name="Cristian Chilipirea" userId="34ab170da5908fc4" providerId="LiveId" clId="{7840C37D-FDDB-4314-A31E-446F31402874}" dt="2019-10-13T10:40:54.692" v="130" actId="1076"/>
          <ac:spMkLst>
            <pc:docMk/>
            <pc:sldMk cId="3219915166" sldId="497"/>
            <ac:spMk id="66" creationId="{41A30147-D3CF-416A-B939-1C0AD2D706D9}"/>
          </ac:spMkLst>
        </pc:spChg>
        <pc:spChg chg="add mod">
          <ac:chgData name="Cristian Chilipirea" userId="34ab170da5908fc4" providerId="LiveId" clId="{7840C37D-FDDB-4314-A31E-446F31402874}" dt="2019-10-13T10:40:54.692" v="130" actId="1076"/>
          <ac:spMkLst>
            <pc:docMk/>
            <pc:sldMk cId="3219915166" sldId="497"/>
            <ac:spMk id="68" creationId="{38A07B37-A7D3-42E6-B344-F318C4D9F8F2}"/>
          </ac:spMkLst>
        </pc:spChg>
        <pc:spChg chg="add mod">
          <ac:chgData name="Cristian Chilipirea" userId="34ab170da5908fc4" providerId="LiveId" clId="{7840C37D-FDDB-4314-A31E-446F31402874}" dt="2019-10-13T10:40:54.692" v="130" actId="1076"/>
          <ac:spMkLst>
            <pc:docMk/>
            <pc:sldMk cId="3219915166" sldId="497"/>
            <ac:spMk id="69" creationId="{E339754A-6FBF-468A-95C5-6548DDBC9B22}"/>
          </ac:spMkLst>
        </pc:spChg>
        <pc:spChg chg="add mod">
          <ac:chgData name="Cristian Chilipirea" userId="34ab170da5908fc4" providerId="LiveId" clId="{7840C37D-FDDB-4314-A31E-446F31402874}" dt="2019-10-13T10:40:54.692" v="130" actId="1076"/>
          <ac:spMkLst>
            <pc:docMk/>
            <pc:sldMk cId="3219915166" sldId="497"/>
            <ac:spMk id="74" creationId="{A56EECC8-926E-4EF9-AC25-7C69BA1D5D2C}"/>
          </ac:spMkLst>
        </pc:spChg>
        <pc:spChg chg="add mod">
          <ac:chgData name="Cristian Chilipirea" userId="34ab170da5908fc4" providerId="LiveId" clId="{7840C37D-FDDB-4314-A31E-446F31402874}" dt="2019-10-13T10:40:54.692" v="130" actId="1076"/>
          <ac:spMkLst>
            <pc:docMk/>
            <pc:sldMk cId="3219915166" sldId="497"/>
            <ac:spMk id="76" creationId="{0DBB744D-0497-4129-967F-1DF292E39DA5}"/>
          </ac:spMkLst>
        </pc:spChg>
        <pc:spChg chg="add mod">
          <ac:chgData name="Cristian Chilipirea" userId="34ab170da5908fc4" providerId="LiveId" clId="{7840C37D-FDDB-4314-A31E-446F31402874}" dt="2019-10-13T10:40:54.692" v="130" actId="1076"/>
          <ac:spMkLst>
            <pc:docMk/>
            <pc:sldMk cId="3219915166" sldId="497"/>
            <ac:spMk id="79" creationId="{13B67B0F-B430-4729-94ED-C615897506AC}"/>
          </ac:spMkLst>
        </pc:spChg>
        <pc:spChg chg="add mod">
          <ac:chgData name="Cristian Chilipirea" userId="34ab170da5908fc4" providerId="LiveId" clId="{7840C37D-FDDB-4314-A31E-446F31402874}" dt="2019-10-13T10:40:54.692" v="130" actId="1076"/>
          <ac:spMkLst>
            <pc:docMk/>
            <pc:sldMk cId="3219915166" sldId="497"/>
            <ac:spMk id="84" creationId="{5B990458-0724-49B2-9C2F-2ADEC44717DD}"/>
          </ac:spMkLst>
        </pc:spChg>
        <pc:spChg chg="add mod">
          <ac:chgData name="Cristian Chilipirea" userId="34ab170da5908fc4" providerId="LiveId" clId="{7840C37D-FDDB-4314-A31E-446F31402874}" dt="2019-10-13T10:40:54.692" v="130" actId="1076"/>
          <ac:spMkLst>
            <pc:docMk/>
            <pc:sldMk cId="3219915166" sldId="497"/>
            <ac:spMk id="88" creationId="{5619F937-58CA-408F-8E14-991E0926C31B}"/>
          </ac:spMkLst>
        </pc:spChg>
        <pc:spChg chg="add mod">
          <ac:chgData name="Cristian Chilipirea" userId="34ab170da5908fc4" providerId="LiveId" clId="{7840C37D-FDDB-4314-A31E-446F31402874}" dt="2019-10-13T10:40:54.692" v="130" actId="1076"/>
          <ac:spMkLst>
            <pc:docMk/>
            <pc:sldMk cId="3219915166" sldId="497"/>
            <ac:spMk id="95" creationId="{84FE8E34-FF86-419A-B9B1-723912657131}"/>
          </ac:spMkLst>
        </pc:spChg>
        <pc:spChg chg="add mod">
          <ac:chgData name="Cristian Chilipirea" userId="34ab170da5908fc4" providerId="LiveId" clId="{7840C37D-FDDB-4314-A31E-446F31402874}" dt="2019-10-13T10:40:54.692" v="130" actId="1076"/>
          <ac:spMkLst>
            <pc:docMk/>
            <pc:sldMk cId="3219915166" sldId="497"/>
            <ac:spMk id="96" creationId="{7001B46C-DF11-40C6-B574-F14612A13CEB}"/>
          </ac:spMkLst>
        </pc:spChg>
        <pc:spChg chg="add mod">
          <ac:chgData name="Cristian Chilipirea" userId="34ab170da5908fc4" providerId="LiveId" clId="{7840C37D-FDDB-4314-A31E-446F31402874}" dt="2019-10-13T10:40:54.692" v="130" actId="1076"/>
          <ac:spMkLst>
            <pc:docMk/>
            <pc:sldMk cId="3219915166" sldId="497"/>
            <ac:spMk id="97" creationId="{E6F355B9-3A05-43F2-A79D-DE54EDE43951}"/>
          </ac:spMkLst>
        </pc:spChg>
        <pc:spChg chg="add mod">
          <ac:chgData name="Cristian Chilipirea" userId="34ab170da5908fc4" providerId="LiveId" clId="{7840C37D-FDDB-4314-A31E-446F31402874}" dt="2019-10-13T10:40:54.692" v="130" actId="1076"/>
          <ac:spMkLst>
            <pc:docMk/>
            <pc:sldMk cId="3219915166" sldId="497"/>
            <ac:spMk id="99" creationId="{4BE17BD6-C5E5-4A78-ABC0-21BC729A1BE2}"/>
          </ac:spMkLst>
        </pc:spChg>
        <pc:spChg chg="add mod">
          <ac:chgData name="Cristian Chilipirea" userId="34ab170da5908fc4" providerId="LiveId" clId="{7840C37D-FDDB-4314-A31E-446F31402874}" dt="2019-10-13T10:40:54.692" v="130" actId="1076"/>
          <ac:spMkLst>
            <pc:docMk/>
            <pc:sldMk cId="3219915166" sldId="497"/>
            <ac:spMk id="101" creationId="{B285A08B-4974-43FF-BF71-AB01A1A62301}"/>
          </ac:spMkLst>
        </pc:spChg>
        <pc:spChg chg="add mod">
          <ac:chgData name="Cristian Chilipirea" userId="34ab170da5908fc4" providerId="LiveId" clId="{7840C37D-FDDB-4314-A31E-446F31402874}" dt="2019-10-13T10:40:54.692" v="130" actId="1076"/>
          <ac:spMkLst>
            <pc:docMk/>
            <pc:sldMk cId="3219915166" sldId="497"/>
            <ac:spMk id="109" creationId="{B1F7A69C-5438-46E8-AFC3-A37F4045D734}"/>
          </ac:spMkLst>
        </pc:spChg>
        <pc:spChg chg="add mod">
          <ac:chgData name="Cristian Chilipirea" userId="34ab170da5908fc4" providerId="LiveId" clId="{7840C37D-FDDB-4314-A31E-446F31402874}" dt="2019-10-13T10:40:54.692" v="130" actId="1076"/>
          <ac:spMkLst>
            <pc:docMk/>
            <pc:sldMk cId="3219915166" sldId="497"/>
            <ac:spMk id="110" creationId="{B9E48B8C-D1D0-4E30-B3A2-6EBFBF4EC4FE}"/>
          </ac:spMkLst>
        </pc:spChg>
        <pc:spChg chg="add mod">
          <ac:chgData name="Cristian Chilipirea" userId="34ab170da5908fc4" providerId="LiveId" clId="{7840C37D-FDDB-4314-A31E-446F31402874}" dt="2019-10-13T10:40:54.692" v="130" actId="1076"/>
          <ac:spMkLst>
            <pc:docMk/>
            <pc:sldMk cId="3219915166" sldId="497"/>
            <ac:spMk id="111" creationId="{7F7A844F-BA16-49EF-A9AE-E0A62159F500}"/>
          </ac:spMkLst>
        </pc:spChg>
        <pc:spChg chg="add mod">
          <ac:chgData name="Cristian Chilipirea" userId="34ab170da5908fc4" providerId="LiveId" clId="{7840C37D-FDDB-4314-A31E-446F31402874}" dt="2019-10-13T10:40:54.692" v="130" actId="1076"/>
          <ac:spMkLst>
            <pc:docMk/>
            <pc:sldMk cId="3219915166" sldId="497"/>
            <ac:spMk id="112" creationId="{1F013A47-FBD4-4258-9826-476D39DF06EC}"/>
          </ac:spMkLst>
        </pc:spChg>
        <pc:spChg chg="add mod">
          <ac:chgData name="Cristian Chilipirea" userId="34ab170da5908fc4" providerId="LiveId" clId="{7840C37D-FDDB-4314-A31E-446F31402874}" dt="2019-10-13T10:40:54.692" v="130" actId="1076"/>
          <ac:spMkLst>
            <pc:docMk/>
            <pc:sldMk cId="3219915166" sldId="497"/>
            <ac:spMk id="113" creationId="{BE0A7FC6-9CF6-423B-AADF-7B276C807A5F}"/>
          </ac:spMkLst>
        </pc:spChg>
        <pc:spChg chg="add mod">
          <ac:chgData name="Cristian Chilipirea" userId="34ab170da5908fc4" providerId="LiveId" clId="{7840C37D-FDDB-4314-A31E-446F31402874}" dt="2019-10-13T10:40:54.692" v="130" actId="1076"/>
          <ac:spMkLst>
            <pc:docMk/>
            <pc:sldMk cId="3219915166" sldId="497"/>
            <ac:spMk id="114" creationId="{55743828-9609-467F-B356-0C819314103F}"/>
          </ac:spMkLst>
        </pc:spChg>
        <pc:spChg chg="add mod">
          <ac:chgData name="Cristian Chilipirea" userId="34ab170da5908fc4" providerId="LiveId" clId="{7840C37D-FDDB-4314-A31E-446F31402874}" dt="2019-10-13T10:40:54.692" v="130" actId="1076"/>
          <ac:spMkLst>
            <pc:docMk/>
            <pc:sldMk cId="3219915166" sldId="497"/>
            <ac:spMk id="115" creationId="{5ADF65A1-77FD-404B-9A95-D6C2E2734EC2}"/>
          </ac:spMkLst>
        </pc:spChg>
        <pc:spChg chg="add mod">
          <ac:chgData name="Cristian Chilipirea" userId="34ab170da5908fc4" providerId="LiveId" clId="{7840C37D-FDDB-4314-A31E-446F31402874}" dt="2019-10-13T10:40:54.692" v="130" actId="1076"/>
          <ac:spMkLst>
            <pc:docMk/>
            <pc:sldMk cId="3219915166" sldId="497"/>
            <ac:spMk id="116" creationId="{E9ADE4A7-06BB-4F03-BD88-6594ED5A098C}"/>
          </ac:spMkLst>
        </pc:spChg>
        <pc:cxnChg chg="add del">
          <ac:chgData name="Cristian Chilipirea" userId="34ab170da5908fc4" providerId="LiveId" clId="{7840C37D-FDDB-4314-A31E-446F31402874}" dt="2019-10-13T10:40:48.793" v="128"/>
          <ac:cxnSpMkLst>
            <pc:docMk/>
            <pc:sldMk cId="3219915166" sldId="497"/>
            <ac:cxnSpMk id="7" creationId="{8F780F77-D737-421E-B0C2-558B2FB54C0B}"/>
          </ac:cxnSpMkLst>
        </pc:cxnChg>
        <pc:cxnChg chg="add del">
          <ac:chgData name="Cristian Chilipirea" userId="34ab170da5908fc4" providerId="LiveId" clId="{7840C37D-FDDB-4314-A31E-446F31402874}" dt="2019-10-13T10:40:48.793" v="128"/>
          <ac:cxnSpMkLst>
            <pc:docMk/>
            <pc:sldMk cId="3219915166" sldId="497"/>
            <ac:cxnSpMk id="10" creationId="{0E6F85A5-9FB0-4738-AD39-73BCA083E559}"/>
          </ac:cxnSpMkLst>
        </pc:cxnChg>
        <pc:cxnChg chg="add del">
          <ac:chgData name="Cristian Chilipirea" userId="34ab170da5908fc4" providerId="LiveId" clId="{7840C37D-FDDB-4314-A31E-446F31402874}" dt="2019-10-13T10:40:48.793" v="128"/>
          <ac:cxnSpMkLst>
            <pc:docMk/>
            <pc:sldMk cId="3219915166" sldId="497"/>
            <ac:cxnSpMk id="13" creationId="{1AD9FF76-039F-44CD-AAEE-DE975E8B223D}"/>
          </ac:cxnSpMkLst>
        </pc:cxnChg>
        <pc:cxnChg chg="add del">
          <ac:chgData name="Cristian Chilipirea" userId="34ab170da5908fc4" providerId="LiveId" clId="{7840C37D-FDDB-4314-A31E-446F31402874}" dt="2019-10-13T10:40:48.793" v="128"/>
          <ac:cxnSpMkLst>
            <pc:docMk/>
            <pc:sldMk cId="3219915166" sldId="497"/>
            <ac:cxnSpMk id="14" creationId="{F484753F-98DD-47EE-8441-F964CFA8F63D}"/>
          </ac:cxnSpMkLst>
        </pc:cxnChg>
        <pc:cxnChg chg="add del">
          <ac:chgData name="Cristian Chilipirea" userId="34ab170da5908fc4" providerId="LiveId" clId="{7840C37D-FDDB-4314-A31E-446F31402874}" dt="2019-10-13T10:40:48.793" v="128"/>
          <ac:cxnSpMkLst>
            <pc:docMk/>
            <pc:sldMk cId="3219915166" sldId="497"/>
            <ac:cxnSpMk id="15" creationId="{DD264A85-4324-4215-A2EF-FFFF5EAB9400}"/>
          </ac:cxnSpMkLst>
        </pc:cxnChg>
        <pc:cxnChg chg="add del">
          <ac:chgData name="Cristian Chilipirea" userId="34ab170da5908fc4" providerId="LiveId" clId="{7840C37D-FDDB-4314-A31E-446F31402874}" dt="2019-10-13T10:40:48.793" v="128"/>
          <ac:cxnSpMkLst>
            <pc:docMk/>
            <pc:sldMk cId="3219915166" sldId="497"/>
            <ac:cxnSpMk id="16" creationId="{D4372988-0EEF-4461-BC40-C15C3D56077C}"/>
          </ac:cxnSpMkLst>
        </pc:cxnChg>
        <pc:cxnChg chg="add del">
          <ac:chgData name="Cristian Chilipirea" userId="34ab170da5908fc4" providerId="LiveId" clId="{7840C37D-FDDB-4314-A31E-446F31402874}" dt="2019-10-13T10:40:48.793" v="128"/>
          <ac:cxnSpMkLst>
            <pc:docMk/>
            <pc:sldMk cId="3219915166" sldId="497"/>
            <ac:cxnSpMk id="18" creationId="{2A4F878C-2466-4942-AB04-C36BB7D81F52}"/>
          </ac:cxnSpMkLst>
        </pc:cxnChg>
        <pc:cxnChg chg="add del">
          <ac:chgData name="Cristian Chilipirea" userId="34ab170da5908fc4" providerId="LiveId" clId="{7840C37D-FDDB-4314-A31E-446F31402874}" dt="2019-10-13T10:40:48.793" v="128"/>
          <ac:cxnSpMkLst>
            <pc:docMk/>
            <pc:sldMk cId="3219915166" sldId="497"/>
            <ac:cxnSpMk id="20" creationId="{4A441468-99BC-4C21-AF44-5729B87C369C}"/>
          </ac:cxnSpMkLst>
        </pc:cxnChg>
        <pc:cxnChg chg="add del">
          <ac:chgData name="Cristian Chilipirea" userId="34ab170da5908fc4" providerId="LiveId" clId="{7840C37D-FDDB-4314-A31E-446F31402874}" dt="2019-10-13T10:40:48.793" v="128"/>
          <ac:cxnSpMkLst>
            <pc:docMk/>
            <pc:sldMk cId="3219915166" sldId="497"/>
            <ac:cxnSpMk id="21" creationId="{D67F1BDB-7A71-4BAD-92BF-B9D1B36D6098}"/>
          </ac:cxnSpMkLst>
        </pc:cxnChg>
        <pc:cxnChg chg="add del">
          <ac:chgData name="Cristian Chilipirea" userId="34ab170da5908fc4" providerId="LiveId" clId="{7840C37D-FDDB-4314-A31E-446F31402874}" dt="2019-10-13T10:40:48.793" v="128"/>
          <ac:cxnSpMkLst>
            <pc:docMk/>
            <pc:sldMk cId="3219915166" sldId="497"/>
            <ac:cxnSpMk id="23" creationId="{F734E65F-8179-4723-B779-87FC7A515BFC}"/>
          </ac:cxnSpMkLst>
        </pc:cxnChg>
        <pc:cxnChg chg="add del">
          <ac:chgData name="Cristian Chilipirea" userId="34ab170da5908fc4" providerId="LiveId" clId="{7840C37D-FDDB-4314-A31E-446F31402874}" dt="2019-10-13T10:40:48.793" v="128"/>
          <ac:cxnSpMkLst>
            <pc:docMk/>
            <pc:sldMk cId="3219915166" sldId="497"/>
            <ac:cxnSpMk id="24" creationId="{E3CF0D65-3A16-4AC7-B25F-DB5A7D21C6E2}"/>
          </ac:cxnSpMkLst>
        </pc:cxnChg>
        <pc:cxnChg chg="add del">
          <ac:chgData name="Cristian Chilipirea" userId="34ab170da5908fc4" providerId="LiveId" clId="{7840C37D-FDDB-4314-A31E-446F31402874}" dt="2019-10-13T10:40:48.793" v="128"/>
          <ac:cxnSpMkLst>
            <pc:docMk/>
            <pc:sldMk cId="3219915166" sldId="497"/>
            <ac:cxnSpMk id="25" creationId="{759575E7-E2C7-441A-8C7E-1ABEC81A28F1}"/>
          </ac:cxnSpMkLst>
        </pc:cxnChg>
        <pc:cxnChg chg="add del">
          <ac:chgData name="Cristian Chilipirea" userId="34ab170da5908fc4" providerId="LiveId" clId="{7840C37D-FDDB-4314-A31E-446F31402874}" dt="2019-10-13T10:40:48.793" v="128"/>
          <ac:cxnSpMkLst>
            <pc:docMk/>
            <pc:sldMk cId="3219915166" sldId="497"/>
            <ac:cxnSpMk id="26" creationId="{61F6F054-4CE9-4503-8231-0D7EF6D9E2F4}"/>
          </ac:cxnSpMkLst>
        </pc:cxnChg>
        <pc:cxnChg chg="add del">
          <ac:chgData name="Cristian Chilipirea" userId="34ab170da5908fc4" providerId="LiveId" clId="{7840C37D-FDDB-4314-A31E-446F31402874}" dt="2019-10-13T10:40:48.793" v="128"/>
          <ac:cxnSpMkLst>
            <pc:docMk/>
            <pc:sldMk cId="3219915166" sldId="497"/>
            <ac:cxnSpMk id="28" creationId="{50B053F6-BF04-40F2-9100-D95E4671EBF1}"/>
          </ac:cxnSpMkLst>
        </pc:cxnChg>
        <pc:cxnChg chg="add del">
          <ac:chgData name="Cristian Chilipirea" userId="34ab170da5908fc4" providerId="LiveId" clId="{7840C37D-FDDB-4314-A31E-446F31402874}" dt="2019-10-13T10:40:48.793" v="128"/>
          <ac:cxnSpMkLst>
            <pc:docMk/>
            <pc:sldMk cId="3219915166" sldId="497"/>
            <ac:cxnSpMk id="29" creationId="{4C4B45CA-BD06-4C54-BD55-B842BED2BBC9}"/>
          </ac:cxnSpMkLst>
        </pc:cxnChg>
        <pc:cxnChg chg="add del">
          <ac:chgData name="Cristian Chilipirea" userId="34ab170da5908fc4" providerId="LiveId" clId="{7840C37D-FDDB-4314-A31E-446F31402874}" dt="2019-10-13T10:40:48.793" v="128"/>
          <ac:cxnSpMkLst>
            <pc:docMk/>
            <pc:sldMk cId="3219915166" sldId="497"/>
            <ac:cxnSpMk id="30" creationId="{B972853B-42DC-4285-A8C8-E5F849685CFB}"/>
          </ac:cxnSpMkLst>
        </pc:cxnChg>
        <pc:cxnChg chg="add del">
          <ac:chgData name="Cristian Chilipirea" userId="34ab170da5908fc4" providerId="LiveId" clId="{7840C37D-FDDB-4314-A31E-446F31402874}" dt="2019-10-13T10:40:48.793" v="128"/>
          <ac:cxnSpMkLst>
            <pc:docMk/>
            <pc:sldMk cId="3219915166" sldId="497"/>
            <ac:cxnSpMk id="32" creationId="{4E823D3D-926F-44E6-83DC-3F514114BC31}"/>
          </ac:cxnSpMkLst>
        </pc:cxnChg>
        <pc:cxnChg chg="add del">
          <ac:chgData name="Cristian Chilipirea" userId="34ab170da5908fc4" providerId="LiveId" clId="{7840C37D-FDDB-4314-A31E-446F31402874}" dt="2019-10-13T10:40:48.793" v="128"/>
          <ac:cxnSpMkLst>
            <pc:docMk/>
            <pc:sldMk cId="3219915166" sldId="497"/>
            <ac:cxnSpMk id="33" creationId="{1BBF14A6-BB9E-475C-8DBE-CF62201BB97A}"/>
          </ac:cxnSpMkLst>
        </pc:cxnChg>
        <pc:cxnChg chg="add del">
          <ac:chgData name="Cristian Chilipirea" userId="34ab170da5908fc4" providerId="LiveId" clId="{7840C37D-FDDB-4314-A31E-446F31402874}" dt="2019-10-13T10:40:48.793" v="128"/>
          <ac:cxnSpMkLst>
            <pc:docMk/>
            <pc:sldMk cId="3219915166" sldId="497"/>
            <ac:cxnSpMk id="34" creationId="{46F991E8-70E0-415C-82A4-F7522624860F}"/>
          </ac:cxnSpMkLst>
        </pc:cxnChg>
        <pc:cxnChg chg="add del">
          <ac:chgData name="Cristian Chilipirea" userId="34ab170da5908fc4" providerId="LiveId" clId="{7840C37D-FDDB-4314-A31E-446F31402874}" dt="2019-10-13T10:40:48.793" v="128"/>
          <ac:cxnSpMkLst>
            <pc:docMk/>
            <pc:sldMk cId="3219915166" sldId="497"/>
            <ac:cxnSpMk id="35" creationId="{EB6083DD-23AC-4B0C-8103-D1F595BA0931}"/>
          </ac:cxnSpMkLst>
        </pc:cxnChg>
        <pc:cxnChg chg="add del">
          <ac:chgData name="Cristian Chilipirea" userId="34ab170da5908fc4" providerId="LiveId" clId="{7840C37D-FDDB-4314-A31E-446F31402874}" dt="2019-10-13T10:40:48.793" v="128"/>
          <ac:cxnSpMkLst>
            <pc:docMk/>
            <pc:sldMk cId="3219915166" sldId="497"/>
            <ac:cxnSpMk id="36" creationId="{577A8AF1-6456-4BA4-BC6A-0C9454A36C77}"/>
          </ac:cxnSpMkLst>
        </pc:cxnChg>
        <pc:cxnChg chg="add del">
          <ac:chgData name="Cristian Chilipirea" userId="34ab170da5908fc4" providerId="LiveId" clId="{7840C37D-FDDB-4314-A31E-446F31402874}" dt="2019-10-13T10:40:48.793" v="128"/>
          <ac:cxnSpMkLst>
            <pc:docMk/>
            <pc:sldMk cId="3219915166" sldId="497"/>
            <ac:cxnSpMk id="37" creationId="{406C073E-DC53-485D-B934-D50A0167DAE0}"/>
          </ac:cxnSpMkLst>
        </pc:cxnChg>
        <pc:cxnChg chg="add del">
          <ac:chgData name="Cristian Chilipirea" userId="34ab170da5908fc4" providerId="LiveId" clId="{7840C37D-FDDB-4314-A31E-446F31402874}" dt="2019-10-13T10:40:48.793" v="128"/>
          <ac:cxnSpMkLst>
            <pc:docMk/>
            <pc:sldMk cId="3219915166" sldId="497"/>
            <ac:cxnSpMk id="41" creationId="{C163A819-033B-42D5-B640-1B8AD4763C39}"/>
          </ac:cxnSpMkLst>
        </pc:cxnChg>
        <pc:cxnChg chg="add del">
          <ac:chgData name="Cristian Chilipirea" userId="34ab170da5908fc4" providerId="LiveId" clId="{7840C37D-FDDB-4314-A31E-446F31402874}" dt="2019-10-13T10:40:48.793" v="128"/>
          <ac:cxnSpMkLst>
            <pc:docMk/>
            <pc:sldMk cId="3219915166" sldId="497"/>
            <ac:cxnSpMk id="43" creationId="{F7DBF86F-07F0-4F81-A7EE-B2A4192F459E}"/>
          </ac:cxnSpMkLst>
        </pc:cxnChg>
        <pc:cxnChg chg="add del">
          <ac:chgData name="Cristian Chilipirea" userId="34ab170da5908fc4" providerId="LiveId" clId="{7840C37D-FDDB-4314-A31E-446F31402874}" dt="2019-10-13T10:40:48.793" v="128"/>
          <ac:cxnSpMkLst>
            <pc:docMk/>
            <pc:sldMk cId="3219915166" sldId="497"/>
            <ac:cxnSpMk id="45" creationId="{C76E5342-48DA-470C-A077-7FC2E5246193}"/>
          </ac:cxnSpMkLst>
        </pc:cxnChg>
        <pc:cxnChg chg="add del">
          <ac:chgData name="Cristian Chilipirea" userId="34ab170da5908fc4" providerId="LiveId" clId="{7840C37D-FDDB-4314-A31E-446F31402874}" dt="2019-10-13T10:40:48.793" v="128"/>
          <ac:cxnSpMkLst>
            <pc:docMk/>
            <pc:sldMk cId="3219915166" sldId="497"/>
            <ac:cxnSpMk id="46" creationId="{42651BC7-CE67-4FFE-858D-F7BE6CA94443}"/>
          </ac:cxnSpMkLst>
        </pc:cxnChg>
        <pc:cxnChg chg="add del">
          <ac:chgData name="Cristian Chilipirea" userId="34ab170da5908fc4" providerId="LiveId" clId="{7840C37D-FDDB-4314-A31E-446F31402874}" dt="2019-10-13T10:40:48.793" v="128"/>
          <ac:cxnSpMkLst>
            <pc:docMk/>
            <pc:sldMk cId="3219915166" sldId="497"/>
            <ac:cxnSpMk id="47" creationId="{5A8A27A6-39C9-40E7-A6D5-6841540236F2}"/>
          </ac:cxnSpMkLst>
        </pc:cxnChg>
        <pc:cxnChg chg="add del">
          <ac:chgData name="Cristian Chilipirea" userId="34ab170da5908fc4" providerId="LiveId" clId="{7840C37D-FDDB-4314-A31E-446F31402874}" dt="2019-10-13T10:40:48.793" v="128"/>
          <ac:cxnSpMkLst>
            <pc:docMk/>
            <pc:sldMk cId="3219915166" sldId="497"/>
            <ac:cxnSpMk id="48" creationId="{9E48C6D5-D625-4849-A112-6E563029A06D}"/>
          </ac:cxnSpMkLst>
        </pc:cxnChg>
        <pc:cxnChg chg="add del">
          <ac:chgData name="Cristian Chilipirea" userId="34ab170da5908fc4" providerId="LiveId" clId="{7840C37D-FDDB-4314-A31E-446F31402874}" dt="2019-10-13T10:40:48.793" v="128"/>
          <ac:cxnSpMkLst>
            <pc:docMk/>
            <pc:sldMk cId="3219915166" sldId="497"/>
            <ac:cxnSpMk id="49" creationId="{F884ED80-6531-4680-9FB7-FB642DE5CEF7}"/>
          </ac:cxnSpMkLst>
        </pc:cxnChg>
        <pc:cxnChg chg="add del">
          <ac:chgData name="Cristian Chilipirea" userId="34ab170da5908fc4" providerId="LiveId" clId="{7840C37D-FDDB-4314-A31E-446F31402874}" dt="2019-10-13T10:40:48.793" v="128"/>
          <ac:cxnSpMkLst>
            <pc:docMk/>
            <pc:sldMk cId="3219915166" sldId="497"/>
            <ac:cxnSpMk id="50" creationId="{8911A827-ADE5-4200-8941-EF5D0931DF56}"/>
          </ac:cxnSpMkLst>
        </pc:cxnChg>
        <pc:cxnChg chg="add del">
          <ac:chgData name="Cristian Chilipirea" userId="34ab170da5908fc4" providerId="LiveId" clId="{7840C37D-FDDB-4314-A31E-446F31402874}" dt="2019-10-13T10:40:48.793" v="128"/>
          <ac:cxnSpMkLst>
            <pc:docMk/>
            <pc:sldMk cId="3219915166" sldId="497"/>
            <ac:cxnSpMk id="51" creationId="{C628FAF4-2FC5-433C-926C-D6B71CB40036}"/>
          </ac:cxnSpMkLst>
        </pc:cxnChg>
        <pc:cxnChg chg="add del">
          <ac:chgData name="Cristian Chilipirea" userId="34ab170da5908fc4" providerId="LiveId" clId="{7840C37D-FDDB-4314-A31E-446F31402874}" dt="2019-10-13T10:40:48.793" v="128"/>
          <ac:cxnSpMkLst>
            <pc:docMk/>
            <pc:sldMk cId="3219915166" sldId="497"/>
            <ac:cxnSpMk id="60" creationId="{1E802924-C1B9-4FC0-8198-82298451FC58}"/>
          </ac:cxnSpMkLst>
        </pc:cxnChg>
        <pc:cxnChg chg="add mod">
          <ac:chgData name="Cristian Chilipirea" userId="34ab170da5908fc4" providerId="LiveId" clId="{7840C37D-FDDB-4314-A31E-446F31402874}" dt="2019-10-13T10:40:54.692" v="130" actId="1076"/>
          <ac:cxnSpMkLst>
            <pc:docMk/>
            <pc:sldMk cId="3219915166" sldId="497"/>
            <ac:cxnSpMk id="64" creationId="{FB0AB696-C415-4F3B-88BC-7F399FD9342C}"/>
          </ac:cxnSpMkLst>
        </pc:cxnChg>
        <pc:cxnChg chg="add mod">
          <ac:chgData name="Cristian Chilipirea" userId="34ab170da5908fc4" providerId="LiveId" clId="{7840C37D-FDDB-4314-A31E-446F31402874}" dt="2019-10-13T10:40:54.692" v="130" actId="1076"/>
          <ac:cxnSpMkLst>
            <pc:docMk/>
            <pc:sldMk cId="3219915166" sldId="497"/>
            <ac:cxnSpMk id="67" creationId="{99FDA816-6870-48E0-9EB5-A12C3B09E409}"/>
          </ac:cxnSpMkLst>
        </pc:cxnChg>
        <pc:cxnChg chg="add mod">
          <ac:chgData name="Cristian Chilipirea" userId="34ab170da5908fc4" providerId="LiveId" clId="{7840C37D-FDDB-4314-A31E-446F31402874}" dt="2019-10-13T10:40:54.692" v="130" actId="1076"/>
          <ac:cxnSpMkLst>
            <pc:docMk/>
            <pc:sldMk cId="3219915166" sldId="497"/>
            <ac:cxnSpMk id="70" creationId="{E93FE558-8031-4178-9078-113146C90174}"/>
          </ac:cxnSpMkLst>
        </pc:cxnChg>
        <pc:cxnChg chg="add mod">
          <ac:chgData name="Cristian Chilipirea" userId="34ab170da5908fc4" providerId="LiveId" clId="{7840C37D-FDDB-4314-A31E-446F31402874}" dt="2019-10-13T10:40:54.692" v="130" actId="1076"/>
          <ac:cxnSpMkLst>
            <pc:docMk/>
            <pc:sldMk cId="3219915166" sldId="497"/>
            <ac:cxnSpMk id="71" creationId="{D68E7DA3-0EF7-407F-8020-70209EF0CA0C}"/>
          </ac:cxnSpMkLst>
        </pc:cxnChg>
        <pc:cxnChg chg="add mod">
          <ac:chgData name="Cristian Chilipirea" userId="34ab170da5908fc4" providerId="LiveId" clId="{7840C37D-FDDB-4314-A31E-446F31402874}" dt="2019-10-13T10:40:54.692" v="130" actId="1076"/>
          <ac:cxnSpMkLst>
            <pc:docMk/>
            <pc:sldMk cId="3219915166" sldId="497"/>
            <ac:cxnSpMk id="72" creationId="{8A6470F1-F4B1-4E48-8C66-D33B59D384E2}"/>
          </ac:cxnSpMkLst>
        </pc:cxnChg>
        <pc:cxnChg chg="add mod">
          <ac:chgData name="Cristian Chilipirea" userId="34ab170da5908fc4" providerId="LiveId" clId="{7840C37D-FDDB-4314-A31E-446F31402874}" dt="2019-10-13T10:40:54.692" v="130" actId="1076"/>
          <ac:cxnSpMkLst>
            <pc:docMk/>
            <pc:sldMk cId="3219915166" sldId="497"/>
            <ac:cxnSpMk id="73" creationId="{478C811B-D1CD-408C-AA6B-799CC500B5E1}"/>
          </ac:cxnSpMkLst>
        </pc:cxnChg>
        <pc:cxnChg chg="add mod">
          <ac:chgData name="Cristian Chilipirea" userId="34ab170da5908fc4" providerId="LiveId" clId="{7840C37D-FDDB-4314-A31E-446F31402874}" dt="2019-10-13T10:40:54.692" v="130" actId="1076"/>
          <ac:cxnSpMkLst>
            <pc:docMk/>
            <pc:sldMk cId="3219915166" sldId="497"/>
            <ac:cxnSpMk id="75" creationId="{79EEDE6A-FCC7-4DC7-9927-EA66C08E9B49}"/>
          </ac:cxnSpMkLst>
        </pc:cxnChg>
        <pc:cxnChg chg="add mod">
          <ac:chgData name="Cristian Chilipirea" userId="34ab170da5908fc4" providerId="LiveId" clId="{7840C37D-FDDB-4314-A31E-446F31402874}" dt="2019-10-13T10:40:54.692" v="130" actId="1076"/>
          <ac:cxnSpMkLst>
            <pc:docMk/>
            <pc:sldMk cId="3219915166" sldId="497"/>
            <ac:cxnSpMk id="77" creationId="{5D7BD586-4424-4041-BABB-ED967C358F0E}"/>
          </ac:cxnSpMkLst>
        </pc:cxnChg>
        <pc:cxnChg chg="add mod">
          <ac:chgData name="Cristian Chilipirea" userId="34ab170da5908fc4" providerId="LiveId" clId="{7840C37D-FDDB-4314-A31E-446F31402874}" dt="2019-10-13T10:40:54.692" v="130" actId="1076"/>
          <ac:cxnSpMkLst>
            <pc:docMk/>
            <pc:sldMk cId="3219915166" sldId="497"/>
            <ac:cxnSpMk id="78" creationId="{8C606A96-04D3-43CA-8959-022D8DD046B8}"/>
          </ac:cxnSpMkLst>
        </pc:cxnChg>
        <pc:cxnChg chg="add mod">
          <ac:chgData name="Cristian Chilipirea" userId="34ab170da5908fc4" providerId="LiveId" clId="{7840C37D-FDDB-4314-A31E-446F31402874}" dt="2019-10-13T10:40:54.692" v="130" actId="1076"/>
          <ac:cxnSpMkLst>
            <pc:docMk/>
            <pc:sldMk cId="3219915166" sldId="497"/>
            <ac:cxnSpMk id="80" creationId="{4FCE8DBE-EEF0-4495-8BC5-D7FF718EEC92}"/>
          </ac:cxnSpMkLst>
        </pc:cxnChg>
        <pc:cxnChg chg="add mod">
          <ac:chgData name="Cristian Chilipirea" userId="34ab170da5908fc4" providerId="LiveId" clId="{7840C37D-FDDB-4314-A31E-446F31402874}" dt="2019-10-13T10:40:54.692" v="130" actId="1076"/>
          <ac:cxnSpMkLst>
            <pc:docMk/>
            <pc:sldMk cId="3219915166" sldId="497"/>
            <ac:cxnSpMk id="81" creationId="{71FCE647-73AA-453D-9F7C-2E1DC8E73040}"/>
          </ac:cxnSpMkLst>
        </pc:cxnChg>
        <pc:cxnChg chg="add mod">
          <ac:chgData name="Cristian Chilipirea" userId="34ab170da5908fc4" providerId="LiveId" clId="{7840C37D-FDDB-4314-A31E-446F31402874}" dt="2019-10-13T10:40:54.692" v="130" actId="1076"/>
          <ac:cxnSpMkLst>
            <pc:docMk/>
            <pc:sldMk cId="3219915166" sldId="497"/>
            <ac:cxnSpMk id="82" creationId="{FF481711-03E7-47E0-84CC-4C8691172621}"/>
          </ac:cxnSpMkLst>
        </pc:cxnChg>
        <pc:cxnChg chg="add mod">
          <ac:chgData name="Cristian Chilipirea" userId="34ab170da5908fc4" providerId="LiveId" clId="{7840C37D-FDDB-4314-A31E-446F31402874}" dt="2019-10-13T10:40:54.692" v="130" actId="1076"/>
          <ac:cxnSpMkLst>
            <pc:docMk/>
            <pc:sldMk cId="3219915166" sldId="497"/>
            <ac:cxnSpMk id="83" creationId="{574FDBB6-8B30-4CDC-B0C5-90CA1736724E}"/>
          </ac:cxnSpMkLst>
        </pc:cxnChg>
        <pc:cxnChg chg="add mod">
          <ac:chgData name="Cristian Chilipirea" userId="34ab170da5908fc4" providerId="LiveId" clId="{7840C37D-FDDB-4314-A31E-446F31402874}" dt="2019-10-13T10:40:54.692" v="130" actId="1076"/>
          <ac:cxnSpMkLst>
            <pc:docMk/>
            <pc:sldMk cId="3219915166" sldId="497"/>
            <ac:cxnSpMk id="85" creationId="{71912590-5880-4A09-A126-2708EC2A957A}"/>
          </ac:cxnSpMkLst>
        </pc:cxnChg>
        <pc:cxnChg chg="add mod">
          <ac:chgData name="Cristian Chilipirea" userId="34ab170da5908fc4" providerId="LiveId" clId="{7840C37D-FDDB-4314-A31E-446F31402874}" dt="2019-10-13T10:40:54.692" v="130" actId="1076"/>
          <ac:cxnSpMkLst>
            <pc:docMk/>
            <pc:sldMk cId="3219915166" sldId="497"/>
            <ac:cxnSpMk id="86" creationId="{EEF7454C-A7EB-4358-A4A5-C97590470850}"/>
          </ac:cxnSpMkLst>
        </pc:cxnChg>
        <pc:cxnChg chg="add mod">
          <ac:chgData name="Cristian Chilipirea" userId="34ab170da5908fc4" providerId="LiveId" clId="{7840C37D-FDDB-4314-A31E-446F31402874}" dt="2019-10-13T10:40:54.692" v="130" actId="1076"/>
          <ac:cxnSpMkLst>
            <pc:docMk/>
            <pc:sldMk cId="3219915166" sldId="497"/>
            <ac:cxnSpMk id="87" creationId="{43E78667-C0C2-4E50-BFA0-2F10D7D2EA84}"/>
          </ac:cxnSpMkLst>
        </pc:cxnChg>
        <pc:cxnChg chg="add mod">
          <ac:chgData name="Cristian Chilipirea" userId="34ab170da5908fc4" providerId="LiveId" clId="{7840C37D-FDDB-4314-A31E-446F31402874}" dt="2019-10-13T10:40:54.692" v="130" actId="1076"/>
          <ac:cxnSpMkLst>
            <pc:docMk/>
            <pc:sldMk cId="3219915166" sldId="497"/>
            <ac:cxnSpMk id="89" creationId="{066F1129-DF8D-4F68-A59B-3711BB621655}"/>
          </ac:cxnSpMkLst>
        </pc:cxnChg>
        <pc:cxnChg chg="add mod">
          <ac:chgData name="Cristian Chilipirea" userId="34ab170da5908fc4" providerId="LiveId" clId="{7840C37D-FDDB-4314-A31E-446F31402874}" dt="2019-10-13T10:40:54.692" v="130" actId="1076"/>
          <ac:cxnSpMkLst>
            <pc:docMk/>
            <pc:sldMk cId="3219915166" sldId="497"/>
            <ac:cxnSpMk id="90" creationId="{33729554-7BA3-4E5C-B3BF-21397184BC5C}"/>
          </ac:cxnSpMkLst>
        </pc:cxnChg>
        <pc:cxnChg chg="add mod">
          <ac:chgData name="Cristian Chilipirea" userId="34ab170da5908fc4" providerId="LiveId" clId="{7840C37D-FDDB-4314-A31E-446F31402874}" dt="2019-10-13T10:40:54.692" v="130" actId="1076"/>
          <ac:cxnSpMkLst>
            <pc:docMk/>
            <pc:sldMk cId="3219915166" sldId="497"/>
            <ac:cxnSpMk id="91" creationId="{F6AEE321-094F-40C4-B2E4-33E7234F3368}"/>
          </ac:cxnSpMkLst>
        </pc:cxnChg>
        <pc:cxnChg chg="add mod">
          <ac:chgData name="Cristian Chilipirea" userId="34ab170da5908fc4" providerId="LiveId" clId="{7840C37D-FDDB-4314-A31E-446F31402874}" dt="2019-10-13T10:40:54.692" v="130" actId="1076"/>
          <ac:cxnSpMkLst>
            <pc:docMk/>
            <pc:sldMk cId="3219915166" sldId="497"/>
            <ac:cxnSpMk id="92" creationId="{1060AA8D-58D2-41BD-89C9-70A5DF112D83}"/>
          </ac:cxnSpMkLst>
        </pc:cxnChg>
        <pc:cxnChg chg="add mod">
          <ac:chgData name="Cristian Chilipirea" userId="34ab170da5908fc4" providerId="LiveId" clId="{7840C37D-FDDB-4314-A31E-446F31402874}" dt="2019-10-13T10:40:54.692" v="130" actId="1076"/>
          <ac:cxnSpMkLst>
            <pc:docMk/>
            <pc:sldMk cId="3219915166" sldId="497"/>
            <ac:cxnSpMk id="93" creationId="{C5F88A05-8F29-4449-929D-A4FDA4C06D96}"/>
          </ac:cxnSpMkLst>
        </pc:cxnChg>
        <pc:cxnChg chg="add mod">
          <ac:chgData name="Cristian Chilipirea" userId="34ab170da5908fc4" providerId="LiveId" clId="{7840C37D-FDDB-4314-A31E-446F31402874}" dt="2019-10-13T10:40:54.692" v="130" actId="1076"/>
          <ac:cxnSpMkLst>
            <pc:docMk/>
            <pc:sldMk cId="3219915166" sldId="497"/>
            <ac:cxnSpMk id="94" creationId="{E245B373-4584-438E-A05C-0CD6F28E1B60}"/>
          </ac:cxnSpMkLst>
        </pc:cxnChg>
        <pc:cxnChg chg="add mod">
          <ac:chgData name="Cristian Chilipirea" userId="34ab170da5908fc4" providerId="LiveId" clId="{7840C37D-FDDB-4314-A31E-446F31402874}" dt="2019-10-13T10:40:54.692" v="130" actId="1076"/>
          <ac:cxnSpMkLst>
            <pc:docMk/>
            <pc:sldMk cId="3219915166" sldId="497"/>
            <ac:cxnSpMk id="98" creationId="{81FA5F27-4E90-4B53-A572-FA0E6372924D}"/>
          </ac:cxnSpMkLst>
        </pc:cxnChg>
        <pc:cxnChg chg="add mod">
          <ac:chgData name="Cristian Chilipirea" userId="34ab170da5908fc4" providerId="LiveId" clId="{7840C37D-FDDB-4314-A31E-446F31402874}" dt="2019-10-13T10:40:54.692" v="130" actId="1076"/>
          <ac:cxnSpMkLst>
            <pc:docMk/>
            <pc:sldMk cId="3219915166" sldId="497"/>
            <ac:cxnSpMk id="100" creationId="{663D3D97-BCB1-4BAE-8ECE-EC10A7DA7FB6}"/>
          </ac:cxnSpMkLst>
        </pc:cxnChg>
        <pc:cxnChg chg="add mod">
          <ac:chgData name="Cristian Chilipirea" userId="34ab170da5908fc4" providerId="LiveId" clId="{7840C37D-FDDB-4314-A31E-446F31402874}" dt="2019-10-13T10:40:54.692" v="130" actId="1076"/>
          <ac:cxnSpMkLst>
            <pc:docMk/>
            <pc:sldMk cId="3219915166" sldId="497"/>
            <ac:cxnSpMk id="102" creationId="{B8E56C4A-FF6F-4C25-9F71-CD3BB39D052F}"/>
          </ac:cxnSpMkLst>
        </pc:cxnChg>
        <pc:cxnChg chg="add mod">
          <ac:chgData name="Cristian Chilipirea" userId="34ab170da5908fc4" providerId="LiveId" clId="{7840C37D-FDDB-4314-A31E-446F31402874}" dt="2019-10-13T10:40:54.692" v="130" actId="1076"/>
          <ac:cxnSpMkLst>
            <pc:docMk/>
            <pc:sldMk cId="3219915166" sldId="497"/>
            <ac:cxnSpMk id="103" creationId="{C3F04908-C888-42FB-B685-BCEDA81B24E1}"/>
          </ac:cxnSpMkLst>
        </pc:cxnChg>
        <pc:cxnChg chg="add mod">
          <ac:chgData name="Cristian Chilipirea" userId="34ab170da5908fc4" providerId="LiveId" clId="{7840C37D-FDDB-4314-A31E-446F31402874}" dt="2019-10-13T10:40:54.692" v="130" actId="1076"/>
          <ac:cxnSpMkLst>
            <pc:docMk/>
            <pc:sldMk cId="3219915166" sldId="497"/>
            <ac:cxnSpMk id="104" creationId="{34A455C8-8E83-4708-A0BD-86EDB02778EE}"/>
          </ac:cxnSpMkLst>
        </pc:cxnChg>
        <pc:cxnChg chg="add mod">
          <ac:chgData name="Cristian Chilipirea" userId="34ab170da5908fc4" providerId="LiveId" clId="{7840C37D-FDDB-4314-A31E-446F31402874}" dt="2019-10-13T10:40:54.692" v="130" actId="1076"/>
          <ac:cxnSpMkLst>
            <pc:docMk/>
            <pc:sldMk cId="3219915166" sldId="497"/>
            <ac:cxnSpMk id="105" creationId="{A2B21416-16E6-41E7-9D60-877BCC979F2D}"/>
          </ac:cxnSpMkLst>
        </pc:cxnChg>
        <pc:cxnChg chg="add mod">
          <ac:chgData name="Cristian Chilipirea" userId="34ab170da5908fc4" providerId="LiveId" clId="{7840C37D-FDDB-4314-A31E-446F31402874}" dt="2019-10-13T10:40:54.692" v="130" actId="1076"/>
          <ac:cxnSpMkLst>
            <pc:docMk/>
            <pc:sldMk cId="3219915166" sldId="497"/>
            <ac:cxnSpMk id="106" creationId="{D3BF9F11-12CD-46E0-9AF4-1E4BE9EA1213}"/>
          </ac:cxnSpMkLst>
        </pc:cxnChg>
        <pc:cxnChg chg="add mod">
          <ac:chgData name="Cristian Chilipirea" userId="34ab170da5908fc4" providerId="LiveId" clId="{7840C37D-FDDB-4314-A31E-446F31402874}" dt="2019-10-13T10:40:54.692" v="130" actId="1076"/>
          <ac:cxnSpMkLst>
            <pc:docMk/>
            <pc:sldMk cId="3219915166" sldId="497"/>
            <ac:cxnSpMk id="107" creationId="{EB6DA461-8F57-4CA6-BF17-779E2625C8B3}"/>
          </ac:cxnSpMkLst>
        </pc:cxnChg>
        <pc:cxnChg chg="add mod">
          <ac:chgData name="Cristian Chilipirea" userId="34ab170da5908fc4" providerId="LiveId" clId="{7840C37D-FDDB-4314-A31E-446F31402874}" dt="2019-10-13T10:40:54.692" v="130" actId="1076"/>
          <ac:cxnSpMkLst>
            <pc:docMk/>
            <pc:sldMk cId="3219915166" sldId="497"/>
            <ac:cxnSpMk id="108" creationId="{AC07CE99-9198-42B7-8BAF-619C02751320}"/>
          </ac:cxnSpMkLst>
        </pc:cxnChg>
        <pc:cxnChg chg="add mod">
          <ac:chgData name="Cristian Chilipirea" userId="34ab170da5908fc4" providerId="LiveId" clId="{7840C37D-FDDB-4314-A31E-446F31402874}" dt="2019-10-13T10:40:54.692" v="130" actId="1076"/>
          <ac:cxnSpMkLst>
            <pc:docMk/>
            <pc:sldMk cId="3219915166" sldId="497"/>
            <ac:cxnSpMk id="117" creationId="{6D2DF28D-129F-4457-A1C6-713D68F30423}"/>
          </ac:cxnSpMkLst>
        </pc:cxnChg>
      </pc:sldChg>
      <pc:sldChg chg="del">
        <pc:chgData name="Cristian Chilipirea" userId="34ab170da5908fc4" providerId="LiveId" clId="{7840C37D-FDDB-4314-A31E-446F31402874}" dt="2019-10-13T10:35:43.389" v="12" actId="2696"/>
        <pc:sldMkLst>
          <pc:docMk/>
          <pc:sldMk cId="2629326266" sldId="498"/>
        </pc:sldMkLst>
      </pc:sldChg>
      <pc:sldChg chg="addSp delSp modSp add">
        <pc:chgData name="Cristian Chilipirea" userId="34ab170da5908fc4" providerId="LiveId" clId="{7840C37D-FDDB-4314-A31E-446F31402874}" dt="2019-10-13T10:41:15.061" v="137" actId="1076"/>
        <pc:sldMkLst>
          <pc:docMk/>
          <pc:sldMk cId="2852432191" sldId="498"/>
        </pc:sldMkLst>
        <pc:spChg chg="mod">
          <ac:chgData name="Cristian Chilipirea" userId="34ab170da5908fc4" providerId="LiveId" clId="{7840C37D-FDDB-4314-A31E-446F31402874}" dt="2019-10-13T10:41:02.998" v="132"/>
          <ac:spMkLst>
            <pc:docMk/>
            <pc:sldMk cId="2852432191" sldId="498"/>
            <ac:spMk id="2" creationId="{A79EBED4-027B-426A-A350-DDD5F628FAE8}"/>
          </ac:spMkLst>
        </pc:spChg>
        <pc:spChg chg="del">
          <ac:chgData name="Cristian Chilipirea" userId="34ab170da5908fc4" providerId="LiveId" clId="{7840C37D-FDDB-4314-A31E-446F31402874}" dt="2019-10-13T10:41:05.154" v="133" actId="478"/>
          <ac:spMkLst>
            <pc:docMk/>
            <pc:sldMk cId="2852432191" sldId="498"/>
            <ac:spMk id="3" creationId="{E2A79A9D-00F0-4646-A59E-669F44EA10F0}"/>
          </ac:spMkLst>
        </pc:spChg>
        <pc:spChg chg="add del">
          <ac:chgData name="Cristian Chilipirea" userId="34ab170da5908fc4" providerId="LiveId" clId="{7840C37D-FDDB-4314-A31E-446F31402874}" dt="2019-10-13T10:41:13.348" v="135"/>
          <ac:spMkLst>
            <pc:docMk/>
            <pc:sldMk cId="2852432191" sldId="498"/>
            <ac:spMk id="4" creationId="{B536550B-DD7D-4014-8B73-AD665498B70D}"/>
          </ac:spMkLst>
        </pc:spChg>
        <pc:spChg chg="add mod">
          <ac:chgData name="Cristian Chilipirea" userId="34ab170da5908fc4" providerId="LiveId" clId="{7840C37D-FDDB-4314-A31E-446F31402874}" dt="2019-10-13T10:41:15.061" v="137" actId="1076"/>
          <ac:spMkLst>
            <pc:docMk/>
            <pc:sldMk cId="2852432191" sldId="498"/>
            <ac:spMk id="5" creationId="{62C9C3BE-D554-43FA-8FC8-7F41D35A5E1D}"/>
          </ac:spMkLst>
        </pc:spChg>
      </pc:sldChg>
      <pc:sldChg chg="addSp delSp modSp add">
        <pc:chgData name="Cristian Chilipirea" userId="34ab170da5908fc4" providerId="LiveId" clId="{7840C37D-FDDB-4314-A31E-446F31402874}" dt="2019-10-13T10:41:39.046" v="143"/>
        <pc:sldMkLst>
          <pc:docMk/>
          <pc:sldMk cId="1040693409" sldId="499"/>
        </pc:sldMkLst>
        <pc:spChg chg="mod">
          <ac:chgData name="Cristian Chilipirea" userId="34ab170da5908fc4" providerId="LiveId" clId="{7840C37D-FDDB-4314-A31E-446F31402874}" dt="2019-10-13T10:41:32.465" v="139"/>
          <ac:spMkLst>
            <pc:docMk/>
            <pc:sldMk cId="1040693409" sldId="499"/>
            <ac:spMk id="2" creationId="{8EACB673-A897-4014-89BD-D6928E462804}"/>
          </ac:spMkLst>
        </pc:spChg>
        <pc:spChg chg="del">
          <ac:chgData name="Cristian Chilipirea" userId="34ab170da5908fc4" providerId="LiveId" clId="{7840C37D-FDDB-4314-A31E-446F31402874}" dt="2019-10-13T10:41:34.138" v="140" actId="478"/>
          <ac:spMkLst>
            <pc:docMk/>
            <pc:sldMk cId="1040693409" sldId="499"/>
            <ac:spMk id="3" creationId="{7A576D76-D680-4AF9-919E-45786F00146B}"/>
          </ac:spMkLst>
        </pc:spChg>
        <pc:spChg chg="add del">
          <ac:chgData name="Cristian Chilipirea" userId="34ab170da5908fc4" providerId="LiveId" clId="{7840C37D-FDDB-4314-A31E-446F31402874}" dt="2019-10-13T10:41:39.034" v="142"/>
          <ac:spMkLst>
            <pc:docMk/>
            <pc:sldMk cId="1040693409" sldId="499"/>
            <ac:spMk id="4" creationId="{1AE47C11-CC87-456B-A0A8-387A5FC68F74}"/>
          </ac:spMkLst>
        </pc:spChg>
        <pc:spChg chg="add">
          <ac:chgData name="Cristian Chilipirea" userId="34ab170da5908fc4" providerId="LiveId" clId="{7840C37D-FDDB-4314-A31E-446F31402874}" dt="2019-10-13T10:41:39.046" v="143"/>
          <ac:spMkLst>
            <pc:docMk/>
            <pc:sldMk cId="1040693409" sldId="499"/>
            <ac:spMk id="5" creationId="{AD99BD12-9D26-4D22-83A7-548F3070BAD0}"/>
          </ac:spMkLst>
        </pc:spChg>
      </pc:sldChg>
      <pc:sldChg chg="del">
        <pc:chgData name="Cristian Chilipirea" userId="34ab170da5908fc4" providerId="LiveId" clId="{7840C37D-FDDB-4314-A31E-446F31402874}" dt="2019-10-13T10:35:43.543" v="13" actId="2696"/>
        <pc:sldMkLst>
          <pc:docMk/>
          <pc:sldMk cId="1164803092" sldId="499"/>
        </pc:sldMkLst>
      </pc:sldChg>
      <pc:sldChg chg="addSp delSp modSp add modAnim">
        <pc:chgData name="Cristian Chilipirea" userId="34ab170da5908fc4" providerId="LiveId" clId="{7840C37D-FDDB-4314-A31E-446F31402874}" dt="2019-10-13T10:41:54.373" v="150" actId="1076"/>
        <pc:sldMkLst>
          <pc:docMk/>
          <pc:sldMk cId="1222057455" sldId="500"/>
        </pc:sldMkLst>
        <pc:spChg chg="mod">
          <ac:chgData name="Cristian Chilipirea" userId="34ab170da5908fc4" providerId="LiveId" clId="{7840C37D-FDDB-4314-A31E-446F31402874}" dt="2019-10-13T10:41:45.927" v="145"/>
          <ac:spMkLst>
            <pc:docMk/>
            <pc:sldMk cId="1222057455" sldId="500"/>
            <ac:spMk id="2" creationId="{65DDB337-887F-471F-8CB4-1922EBD3E43F}"/>
          </ac:spMkLst>
        </pc:spChg>
        <pc:spChg chg="del">
          <ac:chgData name="Cristian Chilipirea" userId="34ab170da5908fc4" providerId="LiveId" clId="{7840C37D-FDDB-4314-A31E-446F31402874}" dt="2019-10-13T10:41:47.499" v="146" actId="478"/>
          <ac:spMkLst>
            <pc:docMk/>
            <pc:sldMk cId="1222057455" sldId="500"/>
            <ac:spMk id="3" creationId="{D2F3CAD2-7788-4F1D-807B-2D7D41CA5F54}"/>
          </ac:spMkLst>
        </pc:spChg>
        <pc:spChg chg="add del">
          <ac:chgData name="Cristian Chilipirea" userId="34ab170da5908fc4" providerId="LiveId" clId="{7840C37D-FDDB-4314-A31E-446F31402874}" dt="2019-10-13T10:41:52.601" v="148"/>
          <ac:spMkLst>
            <pc:docMk/>
            <pc:sldMk cId="1222057455" sldId="500"/>
            <ac:spMk id="4" creationId="{6BFEFBCA-B2FD-4E2C-8EAC-32FB4060B7CE}"/>
          </ac:spMkLst>
        </pc:spChg>
        <pc:spChg chg="add del">
          <ac:chgData name="Cristian Chilipirea" userId="34ab170da5908fc4" providerId="LiveId" clId="{7840C37D-FDDB-4314-A31E-446F31402874}" dt="2019-10-13T10:41:52.601" v="148"/>
          <ac:spMkLst>
            <pc:docMk/>
            <pc:sldMk cId="1222057455" sldId="500"/>
            <ac:spMk id="5" creationId="{6A41470D-165D-4FE5-BF7D-68D9062632B1}"/>
          </ac:spMkLst>
        </pc:spChg>
        <pc:spChg chg="add del">
          <ac:chgData name="Cristian Chilipirea" userId="34ab170da5908fc4" providerId="LiveId" clId="{7840C37D-FDDB-4314-A31E-446F31402874}" dt="2019-10-13T10:41:52.601" v="148"/>
          <ac:spMkLst>
            <pc:docMk/>
            <pc:sldMk cId="1222057455" sldId="500"/>
            <ac:spMk id="6" creationId="{E2147D2F-72BD-4899-9B83-086DEE4A1C1C}"/>
          </ac:spMkLst>
        </pc:spChg>
        <pc:spChg chg="add del">
          <ac:chgData name="Cristian Chilipirea" userId="34ab170da5908fc4" providerId="LiveId" clId="{7840C37D-FDDB-4314-A31E-446F31402874}" dt="2019-10-13T10:41:52.601" v="148"/>
          <ac:spMkLst>
            <pc:docMk/>
            <pc:sldMk cId="1222057455" sldId="500"/>
            <ac:spMk id="7" creationId="{AE9824A7-C6E2-4609-A3F7-EE3F390DF83E}"/>
          </ac:spMkLst>
        </pc:spChg>
        <pc:spChg chg="add mod">
          <ac:chgData name="Cristian Chilipirea" userId="34ab170da5908fc4" providerId="LiveId" clId="{7840C37D-FDDB-4314-A31E-446F31402874}" dt="2019-10-13T10:41:54.373" v="150" actId="1076"/>
          <ac:spMkLst>
            <pc:docMk/>
            <pc:sldMk cId="1222057455" sldId="500"/>
            <ac:spMk id="8" creationId="{0D7A76AF-D71F-4C4C-9DA8-E1D44A615A06}"/>
          </ac:spMkLst>
        </pc:spChg>
        <pc:spChg chg="add mod">
          <ac:chgData name="Cristian Chilipirea" userId="34ab170da5908fc4" providerId="LiveId" clId="{7840C37D-FDDB-4314-A31E-446F31402874}" dt="2019-10-13T10:41:54.373" v="150" actId="1076"/>
          <ac:spMkLst>
            <pc:docMk/>
            <pc:sldMk cId="1222057455" sldId="500"/>
            <ac:spMk id="9" creationId="{4EA60229-8222-4779-8770-6701031868E8}"/>
          </ac:spMkLst>
        </pc:spChg>
        <pc:spChg chg="add mod">
          <ac:chgData name="Cristian Chilipirea" userId="34ab170da5908fc4" providerId="LiveId" clId="{7840C37D-FDDB-4314-A31E-446F31402874}" dt="2019-10-13T10:41:54.373" v="150" actId="1076"/>
          <ac:spMkLst>
            <pc:docMk/>
            <pc:sldMk cId="1222057455" sldId="500"/>
            <ac:spMk id="10" creationId="{D26291B3-18C2-4048-89E8-E3892F9593E0}"/>
          </ac:spMkLst>
        </pc:spChg>
        <pc:spChg chg="add mod">
          <ac:chgData name="Cristian Chilipirea" userId="34ab170da5908fc4" providerId="LiveId" clId="{7840C37D-FDDB-4314-A31E-446F31402874}" dt="2019-10-13T10:41:54.373" v="150" actId="1076"/>
          <ac:spMkLst>
            <pc:docMk/>
            <pc:sldMk cId="1222057455" sldId="500"/>
            <ac:spMk id="11" creationId="{187BDA1F-805B-4286-BFDE-E8CD39642314}"/>
          </ac:spMkLst>
        </pc:spChg>
      </pc:sldChg>
      <pc:sldChg chg="del">
        <pc:chgData name="Cristian Chilipirea" userId="34ab170da5908fc4" providerId="LiveId" clId="{7840C37D-FDDB-4314-A31E-446F31402874}" dt="2019-10-13T10:35:43.699" v="14" actId="2696"/>
        <pc:sldMkLst>
          <pc:docMk/>
          <pc:sldMk cId="3143592503" sldId="500"/>
        </pc:sldMkLst>
      </pc:sldChg>
      <pc:sldChg chg="del">
        <pc:chgData name="Cristian Chilipirea" userId="34ab170da5908fc4" providerId="LiveId" clId="{7840C37D-FDDB-4314-A31E-446F31402874}" dt="2019-10-13T10:35:43.995" v="15" actId="2696"/>
        <pc:sldMkLst>
          <pc:docMk/>
          <pc:sldMk cId="323294095" sldId="501"/>
        </pc:sldMkLst>
      </pc:sldChg>
      <pc:sldChg chg="addSp delSp modSp add">
        <pc:chgData name="Cristian Chilipirea" userId="34ab170da5908fc4" providerId="LiveId" clId="{7840C37D-FDDB-4314-A31E-446F31402874}" dt="2019-10-13T10:42:09.527" v="157" actId="1076"/>
        <pc:sldMkLst>
          <pc:docMk/>
          <pc:sldMk cId="1370954122" sldId="501"/>
        </pc:sldMkLst>
        <pc:spChg chg="mod">
          <ac:chgData name="Cristian Chilipirea" userId="34ab170da5908fc4" providerId="LiveId" clId="{7840C37D-FDDB-4314-A31E-446F31402874}" dt="2019-10-13T10:42:01.150" v="152"/>
          <ac:spMkLst>
            <pc:docMk/>
            <pc:sldMk cId="1370954122" sldId="501"/>
            <ac:spMk id="2" creationId="{FCD8D7C3-B2D4-464A-93D2-306DAEE61052}"/>
          </ac:spMkLst>
        </pc:spChg>
        <pc:spChg chg="del">
          <ac:chgData name="Cristian Chilipirea" userId="34ab170da5908fc4" providerId="LiveId" clId="{7840C37D-FDDB-4314-A31E-446F31402874}" dt="2019-10-13T10:42:02.638" v="153" actId="478"/>
          <ac:spMkLst>
            <pc:docMk/>
            <pc:sldMk cId="1370954122" sldId="501"/>
            <ac:spMk id="3" creationId="{91295558-10F1-4F35-801E-62AAE743EAE2}"/>
          </ac:spMkLst>
        </pc:spChg>
        <pc:spChg chg="add del">
          <ac:chgData name="Cristian Chilipirea" userId="34ab170da5908fc4" providerId="LiveId" clId="{7840C37D-FDDB-4314-A31E-446F31402874}" dt="2019-10-13T10:42:07.706" v="155"/>
          <ac:spMkLst>
            <pc:docMk/>
            <pc:sldMk cId="1370954122" sldId="501"/>
            <ac:spMk id="4" creationId="{525FB0BA-E52D-4436-8DD2-4EF5B6F48BBA}"/>
          </ac:spMkLst>
        </pc:spChg>
        <pc:spChg chg="add mod">
          <ac:chgData name="Cristian Chilipirea" userId="34ab170da5908fc4" providerId="LiveId" clId="{7840C37D-FDDB-4314-A31E-446F31402874}" dt="2019-10-13T10:42:09.527" v="157" actId="1076"/>
          <ac:spMkLst>
            <pc:docMk/>
            <pc:sldMk cId="1370954122" sldId="501"/>
            <ac:spMk id="5" creationId="{3CAC4DB6-2390-4792-90F0-23BFA021EB70}"/>
          </ac:spMkLst>
        </pc:spChg>
      </pc:sldChg>
      <pc:sldChg chg="del">
        <pc:chgData name="Cristian Chilipirea" userId="34ab170da5908fc4" providerId="LiveId" clId="{7840C37D-FDDB-4314-A31E-446F31402874}" dt="2019-10-13T10:35:44.437" v="16" actId="2696"/>
        <pc:sldMkLst>
          <pc:docMk/>
          <pc:sldMk cId="920455380" sldId="502"/>
        </pc:sldMkLst>
      </pc:sldChg>
      <pc:sldChg chg="addSp delSp modSp add">
        <pc:chgData name="Cristian Chilipirea" userId="34ab170da5908fc4" providerId="LiveId" clId="{7840C37D-FDDB-4314-A31E-446F31402874}" dt="2019-10-13T10:42:29.193" v="164" actId="1076"/>
        <pc:sldMkLst>
          <pc:docMk/>
          <pc:sldMk cId="3482124003" sldId="502"/>
        </pc:sldMkLst>
        <pc:spChg chg="mod">
          <ac:chgData name="Cristian Chilipirea" userId="34ab170da5908fc4" providerId="LiveId" clId="{7840C37D-FDDB-4314-A31E-446F31402874}" dt="2019-10-13T10:42:19.930" v="159"/>
          <ac:spMkLst>
            <pc:docMk/>
            <pc:sldMk cId="3482124003" sldId="502"/>
            <ac:spMk id="2" creationId="{E0DFFF9E-33CC-4D62-9F23-EFBE19AA0042}"/>
          </ac:spMkLst>
        </pc:spChg>
        <pc:spChg chg="del">
          <ac:chgData name="Cristian Chilipirea" userId="34ab170da5908fc4" providerId="LiveId" clId="{7840C37D-FDDB-4314-A31E-446F31402874}" dt="2019-10-13T10:42:21.330" v="160" actId="478"/>
          <ac:spMkLst>
            <pc:docMk/>
            <pc:sldMk cId="3482124003" sldId="502"/>
            <ac:spMk id="3" creationId="{441B2C41-B72A-4069-B6F7-8FC0F2350E85}"/>
          </ac:spMkLst>
        </pc:spChg>
        <pc:spChg chg="add del">
          <ac:chgData name="Cristian Chilipirea" userId="34ab170da5908fc4" providerId="LiveId" clId="{7840C37D-FDDB-4314-A31E-446F31402874}" dt="2019-10-13T10:42:26.745" v="162"/>
          <ac:spMkLst>
            <pc:docMk/>
            <pc:sldMk cId="3482124003" sldId="502"/>
            <ac:spMk id="4" creationId="{5CD26E6C-CAC0-44F3-90E3-D0B61511EEEE}"/>
          </ac:spMkLst>
        </pc:spChg>
        <pc:spChg chg="add mod">
          <ac:chgData name="Cristian Chilipirea" userId="34ab170da5908fc4" providerId="LiveId" clId="{7840C37D-FDDB-4314-A31E-446F31402874}" dt="2019-10-13T10:42:29.193" v="164" actId="1076"/>
          <ac:spMkLst>
            <pc:docMk/>
            <pc:sldMk cId="3482124003" sldId="502"/>
            <ac:spMk id="5" creationId="{1FF0704A-BCD1-47FF-9B9B-F96D38C8A276}"/>
          </ac:spMkLst>
        </pc:spChg>
      </pc:sldChg>
      <pc:sldChg chg="del">
        <pc:chgData name="Cristian Chilipirea" userId="34ab170da5908fc4" providerId="LiveId" clId="{7840C37D-FDDB-4314-A31E-446F31402874}" dt="2019-10-13T10:35:44.686" v="17" actId="2696"/>
        <pc:sldMkLst>
          <pc:docMk/>
          <pc:sldMk cId="632472671" sldId="503"/>
        </pc:sldMkLst>
      </pc:sldChg>
      <pc:sldChg chg="addSp delSp modSp add modAnim">
        <pc:chgData name="Cristian Chilipirea" userId="34ab170da5908fc4" providerId="LiveId" clId="{7840C37D-FDDB-4314-A31E-446F31402874}" dt="2019-10-13T10:42:43.941" v="170"/>
        <pc:sldMkLst>
          <pc:docMk/>
          <pc:sldMk cId="2685857901" sldId="503"/>
        </pc:sldMkLst>
        <pc:spChg chg="mod">
          <ac:chgData name="Cristian Chilipirea" userId="34ab170da5908fc4" providerId="LiveId" clId="{7840C37D-FDDB-4314-A31E-446F31402874}" dt="2019-10-13T10:42:36.107" v="166"/>
          <ac:spMkLst>
            <pc:docMk/>
            <pc:sldMk cId="2685857901" sldId="503"/>
            <ac:spMk id="2" creationId="{C2DDFD47-AE15-40E4-AB6A-E70B5FD241E7}"/>
          </ac:spMkLst>
        </pc:spChg>
        <pc:spChg chg="del">
          <ac:chgData name="Cristian Chilipirea" userId="34ab170da5908fc4" providerId="LiveId" clId="{7840C37D-FDDB-4314-A31E-446F31402874}" dt="2019-10-13T10:42:37.962" v="167" actId="478"/>
          <ac:spMkLst>
            <pc:docMk/>
            <pc:sldMk cId="2685857901" sldId="503"/>
            <ac:spMk id="3" creationId="{1E3F274B-8CB4-43DA-8FF3-21C9EF60AA92}"/>
          </ac:spMkLst>
        </pc:spChg>
        <pc:spChg chg="add del">
          <ac:chgData name="Cristian Chilipirea" userId="34ab170da5908fc4" providerId="LiveId" clId="{7840C37D-FDDB-4314-A31E-446F31402874}" dt="2019-10-13T10:42:43.909" v="169"/>
          <ac:spMkLst>
            <pc:docMk/>
            <pc:sldMk cId="2685857901" sldId="503"/>
            <ac:spMk id="4" creationId="{FC3E4AFE-E3E5-4451-AECB-FB4B2A629159}"/>
          </ac:spMkLst>
        </pc:spChg>
        <pc:spChg chg="add del">
          <ac:chgData name="Cristian Chilipirea" userId="34ab170da5908fc4" providerId="LiveId" clId="{7840C37D-FDDB-4314-A31E-446F31402874}" dt="2019-10-13T10:42:43.909" v="169"/>
          <ac:spMkLst>
            <pc:docMk/>
            <pc:sldMk cId="2685857901" sldId="503"/>
            <ac:spMk id="5" creationId="{4B4F9221-15E0-4F2C-81BC-D33FC5F12A3E}"/>
          </ac:spMkLst>
        </pc:spChg>
        <pc:spChg chg="add del">
          <ac:chgData name="Cristian Chilipirea" userId="34ab170da5908fc4" providerId="LiveId" clId="{7840C37D-FDDB-4314-A31E-446F31402874}" dt="2019-10-13T10:42:43.909" v="169"/>
          <ac:spMkLst>
            <pc:docMk/>
            <pc:sldMk cId="2685857901" sldId="503"/>
            <ac:spMk id="6" creationId="{46088826-6C59-45B6-BBA0-03336D0072CC}"/>
          </ac:spMkLst>
        </pc:spChg>
        <pc:spChg chg="add del">
          <ac:chgData name="Cristian Chilipirea" userId="34ab170da5908fc4" providerId="LiveId" clId="{7840C37D-FDDB-4314-A31E-446F31402874}" dt="2019-10-13T10:42:43.909" v="169"/>
          <ac:spMkLst>
            <pc:docMk/>
            <pc:sldMk cId="2685857901" sldId="503"/>
            <ac:spMk id="7" creationId="{CBAD20D2-9627-42E8-9AD7-2FBD7F351168}"/>
          </ac:spMkLst>
        </pc:spChg>
        <pc:spChg chg="add del">
          <ac:chgData name="Cristian Chilipirea" userId="34ab170da5908fc4" providerId="LiveId" clId="{7840C37D-FDDB-4314-A31E-446F31402874}" dt="2019-10-13T10:42:43.909" v="169"/>
          <ac:spMkLst>
            <pc:docMk/>
            <pc:sldMk cId="2685857901" sldId="503"/>
            <ac:spMk id="8" creationId="{326D6F02-2AD8-4254-9935-89E557CF5C4C}"/>
          </ac:spMkLst>
        </pc:spChg>
        <pc:spChg chg="add del">
          <ac:chgData name="Cristian Chilipirea" userId="34ab170da5908fc4" providerId="LiveId" clId="{7840C37D-FDDB-4314-A31E-446F31402874}" dt="2019-10-13T10:42:43.909" v="169"/>
          <ac:spMkLst>
            <pc:docMk/>
            <pc:sldMk cId="2685857901" sldId="503"/>
            <ac:spMk id="9" creationId="{46074464-9096-42AB-B000-534DC0399431}"/>
          </ac:spMkLst>
        </pc:spChg>
        <pc:spChg chg="add del">
          <ac:chgData name="Cristian Chilipirea" userId="34ab170da5908fc4" providerId="LiveId" clId="{7840C37D-FDDB-4314-A31E-446F31402874}" dt="2019-10-13T10:42:43.909" v="169"/>
          <ac:spMkLst>
            <pc:docMk/>
            <pc:sldMk cId="2685857901" sldId="503"/>
            <ac:spMk id="10" creationId="{A996CD6E-1A51-4EE7-A15F-81BAF678DF2F}"/>
          </ac:spMkLst>
        </pc:spChg>
        <pc:spChg chg="add del">
          <ac:chgData name="Cristian Chilipirea" userId="34ab170da5908fc4" providerId="LiveId" clId="{7840C37D-FDDB-4314-A31E-446F31402874}" dt="2019-10-13T10:42:43.909" v="169"/>
          <ac:spMkLst>
            <pc:docMk/>
            <pc:sldMk cId="2685857901" sldId="503"/>
            <ac:spMk id="11" creationId="{7E75E32F-1A34-4330-82CD-D447A2F64371}"/>
          </ac:spMkLst>
        </pc:spChg>
        <pc:spChg chg="add del">
          <ac:chgData name="Cristian Chilipirea" userId="34ab170da5908fc4" providerId="LiveId" clId="{7840C37D-FDDB-4314-A31E-446F31402874}" dt="2019-10-13T10:42:43.909" v="169"/>
          <ac:spMkLst>
            <pc:docMk/>
            <pc:sldMk cId="2685857901" sldId="503"/>
            <ac:spMk id="12" creationId="{F5990AFC-112A-4915-88F4-DD7589C1015B}"/>
          </ac:spMkLst>
        </pc:spChg>
        <pc:spChg chg="add del">
          <ac:chgData name="Cristian Chilipirea" userId="34ab170da5908fc4" providerId="LiveId" clId="{7840C37D-FDDB-4314-A31E-446F31402874}" dt="2019-10-13T10:42:43.909" v="169"/>
          <ac:spMkLst>
            <pc:docMk/>
            <pc:sldMk cId="2685857901" sldId="503"/>
            <ac:spMk id="13" creationId="{A40685E6-C7CE-4AED-BA5B-84F12C44CBDD}"/>
          </ac:spMkLst>
        </pc:spChg>
        <pc:spChg chg="add del">
          <ac:chgData name="Cristian Chilipirea" userId="34ab170da5908fc4" providerId="LiveId" clId="{7840C37D-FDDB-4314-A31E-446F31402874}" dt="2019-10-13T10:42:43.909" v="169"/>
          <ac:spMkLst>
            <pc:docMk/>
            <pc:sldMk cId="2685857901" sldId="503"/>
            <ac:spMk id="14" creationId="{409142D1-91A3-4DE4-9FC1-B986CAE581AA}"/>
          </ac:spMkLst>
        </pc:spChg>
        <pc:spChg chg="add del">
          <ac:chgData name="Cristian Chilipirea" userId="34ab170da5908fc4" providerId="LiveId" clId="{7840C37D-FDDB-4314-A31E-446F31402874}" dt="2019-10-13T10:42:43.909" v="169"/>
          <ac:spMkLst>
            <pc:docMk/>
            <pc:sldMk cId="2685857901" sldId="503"/>
            <ac:spMk id="15" creationId="{940D67C8-5C27-4E17-8FF0-C2BD9E2706F8}"/>
          </ac:spMkLst>
        </pc:spChg>
        <pc:spChg chg="add del">
          <ac:chgData name="Cristian Chilipirea" userId="34ab170da5908fc4" providerId="LiveId" clId="{7840C37D-FDDB-4314-A31E-446F31402874}" dt="2019-10-13T10:42:43.909" v="169"/>
          <ac:spMkLst>
            <pc:docMk/>
            <pc:sldMk cId="2685857901" sldId="503"/>
            <ac:spMk id="16" creationId="{527D4EE9-C667-49C2-B77E-BB32F57192C1}"/>
          </ac:spMkLst>
        </pc:spChg>
        <pc:spChg chg="add del">
          <ac:chgData name="Cristian Chilipirea" userId="34ab170da5908fc4" providerId="LiveId" clId="{7840C37D-FDDB-4314-A31E-446F31402874}" dt="2019-10-13T10:42:43.909" v="169"/>
          <ac:spMkLst>
            <pc:docMk/>
            <pc:sldMk cId="2685857901" sldId="503"/>
            <ac:spMk id="17" creationId="{016A4F26-B1DA-4460-86B6-3FA8201E7C02}"/>
          </ac:spMkLst>
        </pc:spChg>
        <pc:spChg chg="add del">
          <ac:chgData name="Cristian Chilipirea" userId="34ab170da5908fc4" providerId="LiveId" clId="{7840C37D-FDDB-4314-A31E-446F31402874}" dt="2019-10-13T10:42:43.909" v="169"/>
          <ac:spMkLst>
            <pc:docMk/>
            <pc:sldMk cId="2685857901" sldId="503"/>
            <ac:spMk id="55" creationId="{9F8F1F24-5E06-47AC-BD25-AFE5462B283F}"/>
          </ac:spMkLst>
        </pc:spChg>
        <pc:spChg chg="add del">
          <ac:chgData name="Cristian Chilipirea" userId="34ab170da5908fc4" providerId="LiveId" clId="{7840C37D-FDDB-4314-A31E-446F31402874}" dt="2019-10-13T10:42:43.909" v="169"/>
          <ac:spMkLst>
            <pc:docMk/>
            <pc:sldMk cId="2685857901" sldId="503"/>
            <ac:spMk id="56" creationId="{D1B532A3-C29C-479F-9C35-E9D39ABAB838}"/>
          </ac:spMkLst>
        </pc:spChg>
        <pc:spChg chg="add del">
          <ac:chgData name="Cristian Chilipirea" userId="34ab170da5908fc4" providerId="LiveId" clId="{7840C37D-FDDB-4314-A31E-446F31402874}" dt="2019-10-13T10:42:43.909" v="169"/>
          <ac:spMkLst>
            <pc:docMk/>
            <pc:sldMk cId="2685857901" sldId="503"/>
            <ac:spMk id="57" creationId="{EEFE2881-0736-4DB7-9C73-1178F353CC8C}"/>
          </ac:spMkLst>
        </pc:spChg>
        <pc:spChg chg="add del">
          <ac:chgData name="Cristian Chilipirea" userId="34ab170da5908fc4" providerId="LiveId" clId="{7840C37D-FDDB-4314-A31E-446F31402874}" dt="2019-10-13T10:42:43.909" v="169"/>
          <ac:spMkLst>
            <pc:docMk/>
            <pc:sldMk cId="2685857901" sldId="503"/>
            <ac:spMk id="58" creationId="{3878116E-B073-40CE-9E7C-8FE24DCED54C}"/>
          </ac:spMkLst>
        </pc:spChg>
        <pc:spChg chg="add del">
          <ac:chgData name="Cristian Chilipirea" userId="34ab170da5908fc4" providerId="LiveId" clId="{7840C37D-FDDB-4314-A31E-446F31402874}" dt="2019-10-13T10:42:43.909" v="169"/>
          <ac:spMkLst>
            <pc:docMk/>
            <pc:sldMk cId="2685857901" sldId="503"/>
            <ac:spMk id="59" creationId="{EB97254A-6EF9-4A50-9CBE-C144FAD484FF}"/>
          </ac:spMkLst>
        </pc:spChg>
        <pc:spChg chg="add del">
          <ac:chgData name="Cristian Chilipirea" userId="34ab170da5908fc4" providerId="LiveId" clId="{7840C37D-FDDB-4314-A31E-446F31402874}" dt="2019-10-13T10:42:43.909" v="169"/>
          <ac:spMkLst>
            <pc:docMk/>
            <pc:sldMk cId="2685857901" sldId="503"/>
            <ac:spMk id="60" creationId="{68A49A2D-11F9-4409-808D-B742613E8660}"/>
          </ac:spMkLst>
        </pc:spChg>
        <pc:spChg chg="add del">
          <ac:chgData name="Cristian Chilipirea" userId="34ab170da5908fc4" providerId="LiveId" clId="{7840C37D-FDDB-4314-A31E-446F31402874}" dt="2019-10-13T10:42:43.909" v="169"/>
          <ac:spMkLst>
            <pc:docMk/>
            <pc:sldMk cId="2685857901" sldId="503"/>
            <ac:spMk id="61" creationId="{782FCF54-D087-4730-91B1-D46CAE0F11A7}"/>
          </ac:spMkLst>
        </pc:spChg>
        <pc:spChg chg="add del">
          <ac:chgData name="Cristian Chilipirea" userId="34ab170da5908fc4" providerId="LiveId" clId="{7840C37D-FDDB-4314-A31E-446F31402874}" dt="2019-10-13T10:42:43.909" v="169"/>
          <ac:spMkLst>
            <pc:docMk/>
            <pc:sldMk cId="2685857901" sldId="503"/>
            <ac:spMk id="62" creationId="{E288059F-DB16-4820-BE63-A7EAB8B701FE}"/>
          </ac:spMkLst>
        </pc:spChg>
        <pc:spChg chg="add del">
          <ac:chgData name="Cristian Chilipirea" userId="34ab170da5908fc4" providerId="LiveId" clId="{7840C37D-FDDB-4314-A31E-446F31402874}" dt="2019-10-13T10:42:43.909" v="169"/>
          <ac:spMkLst>
            <pc:docMk/>
            <pc:sldMk cId="2685857901" sldId="503"/>
            <ac:spMk id="63" creationId="{EB4D4C84-2532-40CE-97E0-F2CFD363A348}"/>
          </ac:spMkLst>
        </pc:spChg>
        <pc:spChg chg="add del">
          <ac:chgData name="Cristian Chilipirea" userId="34ab170da5908fc4" providerId="LiveId" clId="{7840C37D-FDDB-4314-A31E-446F31402874}" dt="2019-10-13T10:42:43.909" v="169"/>
          <ac:spMkLst>
            <pc:docMk/>
            <pc:sldMk cId="2685857901" sldId="503"/>
            <ac:spMk id="64" creationId="{E56CC573-3B9C-448A-9CB1-C4FF1C185CCC}"/>
          </ac:spMkLst>
        </pc:spChg>
        <pc:spChg chg="add del">
          <ac:chgData name="Cristian Chilipirea" userId="34ab170da5908fc4" providerId="LiveId" clId="{7840C37D-FDDB-4314-A31E-446F31402874}" dt="2019-10-13T10:42:43.909" v="169"/>
          <ac:spMkLst>
            <pc:docMk/>
            <pc:sldMk cId="2685857901" sldId="503"/>
            <ac:spMk id="65" creationId="{F1119544-6ADA-462B-BEAA-75A5D63D7FB9}"/>
          </ac:spMkLst>
        </pc:spChg>
        <pc:spChg chg="add del">
          <ac:chgData name="Cristian Chilipirea" userId="34ab170da5908fc4" providerId="LiveId" clId="{7840C37D-FDDB-4314-A31E-446F31402874}" dt="2019-10-13T10:42:43.909" v="169"/>
          <ac:spMkLst>
            <pc:docMk/>
            <pc:sldMk cId="2685857901" sldId="503"/>
            <ac:spMk id="66" creationId="{2EA299CE-40D5-4068-A4D8-13BCB0485A3A}"/>
          </ac:spMkLst>
        </pc:spChg>
        <pc:spChg chg="add del">
          <ac:chgData name="Cristian Chilipirea" userId="34ab170da5908fc4" providerId="LiveId" clId="{7840C37D-FDDB-4314-A31E-446F31402874}" dt="2019-10-13T10:42:43.909" v="169"/>
          <ac:spMkLst>
            <pc:docMk/>
            <pc:sldMk cId="2685857901" sldId="503"/>
            <ac:spMk id="67" creationId="{0A925390-9818-4645-8CE0-F420EC12B1AC}"/>
          </ac:spMkLst>
        </pc:spChg>
        <pc:spChg chg="add del">
          <ac:chgData name="Cristian Chilipirea" userId="34ab170da5908fc4" providerId="LiveId" clId="{7840C37D-FDDB-4314-A31E-446F31402874}" dt="2019-10-13T10:42:43.909" v="169"/>
          <ac:spMkLst>
            <pc:docMk/>
            <pc:sldMk cId="2685857901" sldId="503"/>
            <ac:spMk id="68" creationId="{C63262DD-04E7-4362-8E39-69733A023C5B}"/>
          </ac:spMkLst>
        </pc:spChg>
        <pc:spChg chg="add del">
          <ac:chgData name="Cristian Chilipirea" userId="34ab170da5908fc4" providerId="LiveId" clId="{7840C37D-FDDB-4314-A31E-446F31402874}" dt="2019-10-13T10:42:43.909" v="169"/>
          <ac:spMkLst>
            <pc:docMk/>
            <pc:sldMk cId="2685857901" sldId="503"/>
            <ac:spMk id="69" creationId="{46294F55-0F63-4F10-86D3-18342E9BA1CA}"/>
          </ac:spMkLst>
        </pc:spChg>
        <pc:spChg chg="add del">
          <ac:chgData name="Cristian Chilipirea" userId="34ab170da5908fc4" providerId="LiveId" clId="{7840C37D-FDDB-4314-A31E-446F31402874}" dt="2019-10-13T10:42:43.909" v="169"/>
          <ac:spMkLst>
            <pc:docMk/>
            <pc:sldMk cId="2685857901" sldId="503"/>
            <ac:spMk id="70" creationId="{27761178-EBBC-4ABC-89E5-2F8B33760B84}"/>
          </ac:spMkLst>
        </pc:spChg>
        <pc:spChg chg="add del">
          <ac:chgData name="Cristian Chilipirea" userId="34ab170da5908fc4" providerId="LiveId" clId="{7840C37D-FDDB-4314-A31E-446F31402874}" dt="2019-10-13T10:42:43.909" v="169"/>
          <ac:spMkLst>
            <pc:docMk/>
            <pc:sldMk cId="2685857901" sldId="503"/>
            <ac:spMk id="71" creationId="{77147EA3-1019-4460-A24D-757D565EA5A6}"/>
          </ac:spMkLst>
        </pc:spChg>
        <pc:spChg chg="add del">
          <ac:chgData name="Cristian Chilipirea" userId="34ab170da5908fc4" providerId="LiveId" clId="{7840C37D-FDDB-4314-A31E-446F31402874}" dt="2019-10-13T10:42:43.909" v="169"/>
          <ac:spMkLst>
            <pc:docMk/>
            <pc:sldMk cId="2685857901" sldId="503"/>
            <ac:spMk id="72" creationId="{D3259AE0-F0CF-4E2B-95E9-31DD74161968}"/>
          </ac:spMkLst>
        </pc:spChg>
        <pc:spChg chg="add del">
          <ac:chgData name="Cristian Chilipirea" userId="34ab170da5908fc4" providerId="LiveId" clId="{7840C37D-FDDB-4314-A31E-446F31402874}" dt="2019-10-13T10:42:43.909" v="169"/>
          <ac:spMkLst>
            <pc:docMk/>
            <pc:sldMk cId="2685857901" sldId="503"/>
            <ac:spMk id="73" creationId="{C2709F2D-13FA-417C-BA07-4DA3F65B5392}"/>
          </ac:spMkLst>
        </pc:spChg>
        <pc:spChg chg="add del">
          <ac:chgData name="Cristian Chilipirea" userId="34ab170da5908fc4" providerId="LiveId" clId="{7840C37D-FDDB-4314-A31E-446F31402874}" dt="2019-10-13T10:42:43.909" v="169"/>
          <ac:spMkLst>
            <pc:docMk/>
            <pc:sldMk cId="2685857901" sldId="503"/>
            <ac:spMk id="87" creationId="{EDB1E73B-3A0C-47E1-AAAE-E50DA1CC8325}"/>
          </ac:spMkLst>
        </pc:spChg>
        <pc:spChg chg="add del">
          <ac:chgData name="Cristian Chilipirea" userId="34ab170da5908fc4" providerId="LiveId" clId="{7840C37D-FDDB-4314-A31E-446F31402874}" dt="2019-10-13T10:42:43.909" v="169"/>
          <ac:spMkLst>
            <pc:docMk/>
            <pc:sldMk cId="2685857901" sldId="503"/>
            <ac:spMk id="88" creationId="{CE46B186-5CFF-49B1-9436-EEB32777F58A}"/>
          </ac:spMkLst>
        </pc:spChg>
        <pc:spChg chg="add del">
          <ac:chgData name="Cristian Chilipirea" userId="34ab170da5908fc4" providerId="LiveId" clId="{7840C37D-FDDB-4314-A31E-446F31402874}" dt="2019-10-13T10:42:43.909" v="169"/>
          <ac:spMkLst>
            <pc:docMk/>
            <pc:sldMk cId="2685857901" sldId="503"/>
            <ac:spMk id="89" creationId="{952ECF48-1FC0-4389-94E6-C60A9DBD6756}"/>
          </ac:spMkLst>
        </pc:spChg>
        <pc:spChg chg="add del">
          <ac:chgData name="Cristian Chilipirea" userId="34ab170da5908fc4" providerId="LiveId" clId="{7840C37D-FDDB-4314-A31E-446F31402874}" dt="2019-10-13T10:42:43.909" v="169"/>
          <ac:spMkLst>
            <pc:docMk/>
            <pc:sldMk cId="2685857901" sldId="503"/>
            <ac:spMk id="90" creationId="{DF0AA185-A213-49D8-A01D-6CCBAAF9BD69}"/>
          </ac:spMkLst>
        </pc:spChg>
        <pc:spChg chg="add del">
          <ac:chgData name="Cristian Chilipirea" userId="34ab170da5908fc4" providerId="LiveId" clId="{7840C37D-FDDB-4314-A31E-446F31402874}" dt="2019-10-13T10:42:43.909" v="169"/>
          <ac:spMkLst>
            <pc:docMk/>
            <pc:sldMk cId="2685857901" sldId="503"/>
            <ac:spMk id="91" creationId="{FB6AA880-6EF7-43A6-9BA4-0E90BFF8152C}"/>
          </ac:spMkLst>
        </pc:spChg>
        <pc:spChg chg="add del">
          <ac:chgData name="Cristian Chilipirea" userId="34ab170da5908fc4" providerId="LiveId" clId="{7840C37D-FDDB-4314-A31E-446F31402874}" dt="2019-10-13T10:42:43.909" v="169"/>
          <ac:spMkLst>
            <pc:docMk/>
            <pc:sldMk cId="2685857901" sldId="503"/>
            <ac:spMk id="92" creationId="{2F933E5C-D928-4261-B842-E06DA23A8AA9}"/>
          </ac:spMkLst>
        </pc:spChg>
        <pc:spChg chg="add del">
          <ac:chgData name="Cristian Chilipirea" userId="34ab170da5908fc4" providerId="LiveId" clId="{7840C37D-FDDB-4314-A31E-446F31402874}" dt="2019-10-13T10:42:43.909" v="169"/>
          <ac:spMkLst>
            <pc:docMk/>
            <pc:sldMk cId="2685857901" sldId="503"/>
            <ac:spMk id="93" creationId="{B6923AC9-3588-4A17-93A3-A84434B7B9E4}"/>
          </ac:spMkLst>
        </pc:spChg>
        <pc:spChg chg="add del">
          <ac:chgData name="Cristian Chilipirea" userId="34ab170da5908fc4" providerId="LiveId" clId="{7840C37D-FDDB-4314-A31E-446F31402874}" dt="2019-10-13T10:42:43.909" v="169"/>
          <ac:spMkLst>
            <pc:docMk/>
            <pc:sldMk cId="2685857901" sldId="503"/>
            <ac:spMk id="94" creationId="{FBF4E3A1-13DE-44B4-9851-DECCCE02D972}"/>
          </ac:spMkLst>
        </pc:spChg>
        <pc:spChg chg="add del">
          <ac:chgData name="Cristian Chilipirea" userId="34ab170da5908fc4" providerId="LiveId" clId="{7840C37D-FDDB-4314-A31E-446F31402874}" dt="2019-10-13T10:42:43.909" v="169"/>
          <ac:spMkLst>
            <pc:docMk/>
            <pc:sldMk cId="2685857901" sldId="503"/>
            <ac:spMk id="95" creationId="{EC2EC09D-328E-4208-B789-C45EA5310ADC}"/>
          </ac:spMkLst>
        </pc:spChg>
        <pc:spChg chg="add del">
          <ac:chgData name="Cristian Chilipirea" userId="34ab170da5908fc4" providerId="LiveId" clId="{7840C37D-FDDB-4314-A31E-446F31402874}" dt="2019-10-13T10:42:43.909" v="169"/>
          <ac:spMkLst>
            <pc:docMk/>
            <pc:sldMk cId="2685857901" sldId="503"/>
            <ac:spMk id="96" creationId="{9F037F91-166C-4AE0-8F92-C3268C2DA310}"/>
          </ac:spMkLst>
        </pc:spChg>
        <pc:spChg chg="add del">
          <ac:chgData name="Cristian Chilipirea" userId="34ab170da5908fc4" providerId="LiveId" clId="{7840C37D-FDDB-4314-A31E-446F31402874}" dt="2019-10-13T10:42:43.909" v="169"/>
          <ac:spMkLst>
            <pc:docMk/>
            <pc:sldMk cId="2685857901" sldId="503"/>
            <ac:spMk id="97" creationId="{491E315D-2B14-4E17-8728-EE548D728B86}"/>
          </ac:spMkLst>
        </pc:spChg>
        <pc:spChg chg="add del">
          <ac:chgData name="Cristian Chilipirea" userId="34ab170da5908fc4" providerId="LiveId" clId="{7840C37D-FDDB-4314-A31E-446F31402874}" dt="2019-10-13T10:42:43.909" v="169"/>
          <ac:spMkLst>
            <pc:docMk/>
            <pc:sldMk cId="2685857901" sldId="503"/>
            <ac:spMk id="98" creationId="{735F6AF5-941E-44B0-9528-C67733D489BE}"/>
          </ac:spMkLst>
        </pc:spChg>
        <pc:spChg chg="add del">
          <ac:chgData name="Cristian Chilipirea" userId="34ab170da5908fc4" providerId="LiveId" clId="{7840C37D-FDDB-4314-A31E-446F31402874}" dt="2019-10-13T10:42:43.909" v="169"/>
          <ac:spMkLst>
            <pc:docMk/>
            <pc:sldMk cId="2685857901" sldId="503"/>
            <ac:spMk id="99" creationId="{2F71DF88-F6AD-4FB4-9984-F70DE6D97C41}"/>
          </ac:spMkLst>
        </pc:spChg>
        <pc:spChg chg="add del">
          <ac:chgData name="Cristian Chilipirea" userId="34ab170da5908fc4" providerId="LiveId" clId="{7840C37D-FDDB-4314-A31E-446F31402874}" dt="2019-10-13T10:42:43.909" v="169"/>
          <ac:spMkLst>
            <pc:docMk/>
            <pc:sldMk cId="2685857901" sldId="503"/>
            <ac:spMk id="100" creationId="{45C716AB-37BA-4230-A5EF-C61EF07C06A6}"/>
          </ac:spMkLst>
        </pc:spChg>
        <pc:spChg chg="add">
          <ac:chgData name="Cristian Chilipirea" userId="34ab170da5908fc4" providerId="LiveId" clId="{7840C37D-FDDB-4314-A31E-446F31402874}" dt="2019-10-13T10:42:43.941" v="170"/>
          <ac:spMkLst>
            <pc:docMk/>
            <pc:sldMk cId="2685857901" sldId="503"/>
            <ac:spMk id="101" creationId="{4C09669E-EB4E-44B5-AE11-A2DB34CA088A}"/>
          </ac:spMkLst>
        </pc:spChg>
        <pc:spChg chg="add">
          <ac:chgData name="Cristian Chilipirea" userId="34ab170da5908fc4" providerId="LiveId" clId="{7840C37D-FDDB-4314-A31E-446F31402874}" dt="2019-10-13T10:42:43.941" v="170"/>
          <ac:spMkLst>
            <pc:docMk/>
            <pc:sldMk cId="2685857901" sldId="503"/>
            <ac:spMk id="102" creationId="{849A2F72-922F-43D9-870F-BC6AF00777A4}"/>
          </ac:spMkLst>
        </pc:spChg>
        <pc:spChg chg="add">
          <ac:chgData name="Cristian Chilipirea" userId="34ab170da5908fc4" providerId="LiveId" clId="{7840C37D-FDDB-4314-A31E-446F31402874}" dt="2019-10-13T10:42:43.941" v="170"/>
          <ac:spMkLst>
            <pc:docMk/>
            <pc:sldMk cId="2685857901" sldId="503"/>
            <ac:spMk id="103" creationId="{E15F7DD8-FC66-4370-804C-B37CBE7B433C}"/>
          </ac:spMkLst>
        </pc:spChg>
        <pc:spChg chg="add">
          <ac:chgData name="Cristian Chilipirea" userId="34ab170da5908fc4" providerId="LiveId" clId="{7840C37D-FDDB-4314-A31E-446F31402874}" dt="2019-10-13T10:42:43.941" v="170"/>
          <ac:spMkLst>
            <pc:docMk/>
            <pc:sldMk cId="2685857901" sldId="503"/>
            <ac:spMk id="104" creationId="{64302202-7308-428B-BB4A-8CA583E3E448}"/>
          </ac:spMkLst>
        </pc:spChg>
        <pc:spChg chg="add">
          <ac:chgData name="Cristian Chilipirea" userId="34ab170da5908fc4" providerId="LiveId" clId="{7840C37D-FDDB-4314-A31E-446F31402874}" dt="2019-10-13T10:42:43.941" v="170"/>
          <ac:spMkLst>
            <pc:docMk/>
            <pc:sldMk cId="2685857901" sldId="503"/>
            <ac:spMk id="105" creationId="{7F9BBACB-AD01-4693-90A9-DE92AADFFA64}"/>
          </ac:spMkLst>
        </pc:spChg>
        <pc:spChg chg="add">
          <ac:chgData name="Cristian Chilipirea" userId="34ab170da5908fc4" providerId="LiveId" clId="{7840C37D-FDDB-4314-A31E-446F31402874}" dt="2019-10-13T10:42:43.941" v="170"/>
          <ac:spMkLst>
            <pc:docMk/>
            <pc:sldMk cId="2685857901" sldId="503"/>
            <ac:spMk id="106" creationId="{95B6250E-3887-49ED-BABE-125A8C7A14B7}"/>
          </ac:spMkLst>
        </pc:spChg>
        <pc:spChg chg="add">
          <ac:chgData name="Cristian Chilipirea" userId="34ab170da5908fc4" providerId="LiveId" clId="{7840C37D-FDDB-4314-A31E-446F31402874}" dt="2019-10-13T10:42:43.941" v="170"/>
          <ac:spMkLst>
            <pc:docMk/>
            <pc:sldMk cId="2685857901" sldId="503"/>
            <ac:spMk id="107" creationId="{35BC2780-E478-4F45-B8D6-AD3E054089C2}"/>
          </ac:spMkLst>
        </pc:spChg>
        <pc:spChg chg="add">
          <ac:chgData name="Cristian Chilipirea" userId="34ab170da5908fc4" providerId="LiveId" clId="{7840C37D-FDDB-4314-A31E-446F31402874}" dt="2019-10-13T10:42:43.941" v="170"/>
          <ac:spMkLst>
            <pc:docMk/>
            <pc:sldMk cId="2685857901" sldId="503"/>
            <ac:spMk id="108" creationId="{5508CCA5-CBBE-4F0E-A515-0A20B4901249}"/>
          </ac:spMkLst>
        </pc:spChg>
        <pc:spChg chg="add">
          <ac:chgData name="Cristian Chilipirea" userId="34ab170da5908fc4" providerId="LiveId" clId="{7840C37D-FDDB-4314-A31E-446F31402874}" dt="2019-10-13T10:42:43.941" v="170"/>
          <ac:spMkLst>
            <pc:docMk/>
            <pc:sldMk cId="2685857901" sldId="503"/>
            <ac:spMk id="109" creationId="{704C908B-9E78-4D0D-B607-FE5D5A2CB5F5}"/>
          </ac:spMkLst>
        </pc:spChg>
        <pc:spChg chg="add">
          <ac:chgData name="Cristian Chilipirea" userId="34ab170da5908fc4" providerId="LiveId" clId="{7840C37D-FDDB-4314-A31E-446F31402874}" dt="2019-10-13T10:42:43.941" v="170"/>
          <ac:spMkLst>
            <pc:docMk/>
            <pc:sldMk cId="2685857901" sldId="503"/>
            <ac:spMk id="110" creationId="{FB793E28-12DE-4B03-9CC8-40D56E8B1BBF}"/>
          </ac:spMkLst>
        </pc:spChg>
        <pc:spChg chg="add">
          <ac:chgData name="Cristian Chilipirea" userId="34ab170da5908fc4" providerId="LiveId" clId="{7840C37D-FDDB-4314-A31E-446F31402874}" dt="2019-10-13T10:42:43.941" v="170"/>
          <ac:spMkLst>
            <pc:docMk/>
            <pc:sldMk cId="2685857901" sldId="503"/>
            <ac:spMk id="111" creationId="{5104916D-0213-4A72-A3D0-D7D71C1AA7F3}"/>
          </ac:spMkLst>
        </pc:spChg>
        <pc:spChg chg="add">
          <ac:chgData name="Cristian Chilipirea" userId="34ab170da5908fc4" providerId="LiveId" clId="{7840C37D-FDDB-4314-A31E-446F31402874}" dt="2019-10-13T10:42:43.941" v="170"/>
          <ac:spMkLst>
            <pc:docMk/>
            <pc:sldMk cId="2685857901" sldId="503"/>
            <ac:spMk id="112" creationId="{999251C8-959C-4985-806E-3BD81B6073C2}"/>
          </ac:spMkLst>
        </pc:spChg>
        <pc:spChg chg="add">
          <ac:chgData name="Cristian Chilipirea" userId="34ab170da5908fc4" providerId="LiveId" clId="{7840C37D-FDDB-4314-A31E-446F31402874}" dt="2019-10-13T10:42:43.941" v="170"/>
          <ac:spMkLst>
            <pc:docMk/>
            <pc:sldMk cId="2685857901" sldId="503"/>
            <ac:spMk id="113" creationId="{4DE95C82-EAA1-4DC0-8AB4-13A4D75ACA2D}"/>
          </ac:spMkLst>
        </pc:spChg>
        <pc:spChg chg="add">
          <ac:chgData name="Cristian Chilipirea" userId="34ab170da5908fc4" providerId="LiveId" clId="{7840C37D-FDDB-4314-A31E-446F31402874}" dt="2019-10-13T10:42:43.941" v="170"/>
          <ac:spMkLst>
            <pc:docMk/>
            <pc:sldMk cId="2685857901" sldId="503"/>
            <ac:spMk id="114" creationId="{A7A284C3-8F4F-4286-9259-3B344D7EB4F5}"/>
          </ac:spMkLst>
        </pc:spChg>
        <pc:spChg chg="add">
          <ac:chgData name="Cristian Chilipirea" userId="34ab170da5908fc4" providerId="LiveId" clId="{7840C37D-FDDB-4314-A31E-446F31402874}" dt="2019-10-13T10:42:43.941" v="170"/>
          <ac:spMkLst>
            <pc:docMk/>
            <pc:sldMk cId="2685857901" sldId="503"/>
            <ac:spMk id="152" creationId="{A0063ECE-CAC8-4B75-B608-C327BA862C19}"/>
          </ac:spMkLst>
        </pc:spChg>
        <pc:spChg chg="add">
          <ac:chgData name="Cristian Chilipirea" userId="34ab170da5908fc4" providerId="LiveId" clId="{7840C37D-FDDB-4314-A31E-446F31402874}" dt="2019-10-13T10:42:43.941" v="170"/>
          <ac:spMkLst>
            <pc:docMk/>
            <pc:sldMk cId="2685857901" sldId="503"/>
            <ac:spMk id="153" creationId="{DB9DA68E-07E7-4EDD-AAAB-3A4D9040ACA8}"/>
          </ac:spMkLst>
        </pc:spChg>
        <pc:spChg chg="add">
          <ac:chgData name="Cristian Chilipirea" userId="34ab170da5908fc4" providerId="LiveId" clId="{7840C37D-FDDB-4314-A31E-446F31402874}" dt="2019-10-13T10:42:43.941" v="170"/>
          <ac:spMkLst>
            <pc:docMk/>
            <pc:sldMk cId="2685857901" sldId="503"/>
            <ac:spMk id="154" creationId="{A16D3F74-A3C8-48CD-8865-9C166ACE3B17}"/>
          </ac:spMkLst>
        </pc:spChg>
        <pc:spChg chg="add">
          <ac:chgData name="Cristian Chilipirea" userId="34ab170da5908fc4" providerId="LiveId" clId="{7840C37D-FDDB-4314-A31E-446F31402874}" dt="2019-10-13T10:42:43.941" v="170"/>
          <ac:spMkLst>
            <pc:docMk/>
            <pc:sldMk cId="2685857901" sldId="503"/>
            <ac:spMk id="155" creationId="{546A09AD-8AA2-4184-AA7B-727CA7BA7C3C}"/>
          </ac:spMkLst>
        </pc:spChg>
        <pc:spChg chg="add">
          <ac:chgData name="Cristian Chilipirea" userId="34ab170da5908fc4" providerId="LiveId" clId="{7840C37D-FDDB-4314-A31E-446F31402874}" dt="2019-10-13T10:42:43.941" v="170"/>
          <ac:spMkLst>
            <pc:docMk/>
            <pc:sldMk cId="2685857901" sldId="503"/>
            <ac:spMk id="156" creationId="{1D7FFB66-6953-4CE4-BE5F-44E5C8B7DE9D}"/>
          </ac:spMkLst>
        </pc:spChg>
        <pc:spChg chg="add">
          <ac:chgData name="Cristian Chilipirea" userId="34ab170da5908fc4" providerId="LiveId" clId="{7840C37D-FDDB-4314-A31E-446F31402874}" dt="2019-10-13T10:42:43.941" v="170"/>
          <ac:spMkLst>
            <pc:docMk/>
            <pc:sldMk cId="2685857901" sldId="503"/>
            <ac:spMk id="157" creationId="{9F5FC786-37E0-4307-BE17-D2F61C8F8348}"/>
          </ac:spMkLst>
        </pc:spChg>
        <pc:spChg chg="add">
          <ac:chgData name="Cristian Chilipirea" userId="34ab170da5908fc4" providerId="LiveId" clId="{7840C37D-FDDB-4314-A31E-446F31402874}" dt="2019-10-13T10:42:43.941" v="170"/>
          <ac:spMkLst>
            <pc:docMk/>
            <pc:sldMk cId="2685857901" sldId="503"/>
            <ac:spMk id="158" creationId="{340F4E94-F437-447D-8477-AF0252D39367}"/>
          </ac:spMkLst>
        </pc:spChg>
        <pc:spChg chg="add">
          <ac:chgData name="Cristian Chilipirea" userId="34ab170da5908fc4" providerId="LiveId" clId="{7840C37D-FDDB-4314-A31E-446F31402874}" dt="2019-10-13T10:42:43.941" v="170"/>
          <ac:spMkLst>
            <pc:docMk/>
            <pc:sldMk cId="2685857901" sldId="503"/>
            <ac:spMk id="159" creationId="{CD9B81EE-911D-4851-8803-23126A996D36}"/>
          </ac:spMkLst>
        </pc:spChg>
        <pc:spChg chg="add">
          <ac:chgData name="Cristian Chilipirea" userId="34ab170da5908fc4" providerId="LiveId" clId="{7840C37D-FDDB-4314-A31E-446F31402874}" dt="2019-10-13T10:42:43.941" v="170"/>
          <ac:spMkLst>
            <pc:docMk/>
            <pc:sldMk cId="2685857901" sldId="503"/>
            <ac:spMk id="160" creationId="{F520715C-F762-4C31-856C-D134264F71F5}"/>
          </ac:spMkLst>
        </pc:spChg>
        <pc:spChg chg="add">
          <ac:chgData name="Cristian Chilipirea" userId="34ab170da5908fc4" providerId="LiveId" clId="{7840C37D-FDDB-4314-A31E-446F31402874}" dt="2019-10-13T10:42:43.941" v="170"/>
          <ac:spMkLst>
            <pc:docMk/>
            <pc:sldMk cId="2685857901" sldId="503"/>
            <ac:spMk id="161" creationId="{68938723-40C7-4FB2-8B02-DE73CBF1BD15}"/>
          </ac:spMkLst>
        </pc:spChg>
        <pc:spChg chg="add">
          <ac:chgData name="Cristian Chilipirea" userId="34ab170da5908fc4" providerId="LiveId" clId="{7840C37D-FDDB-4314-A31E-446F31402874}" dt="2019-10-13T10:42:43.941" v="170"/>
          <ac:spMkLst>
            <pc:docMk/>
            <pc:sldMk cId="2685857901" sldId="503"/>
            <ac:spMk id="162" creationId="{B5A32E12-B32A-403C-AD12-BB8B42D58B2A}"/>
          </ac:spMkLst>
        </pc:spChg>
        <pc:spChg chg="add">
          <ac:chgData name="Cristian Chilipirea" userId="34ab170da5908fc4" providerId="LiveId" clId="{7840C37D-FDDB-4314-A31E-446F31402874}" dt="2019-10-13T10:42:43.941" v="170"/>
          <ac:spMkLst>
            <pc:docMk/>
            <pc:sldMk cId="2685857901" sldId="503"/>
            <ac:spMk id="163" creationId="{A1908F7E-5667-4DF9-895C-EDC0BF0032DC}"/>
          </ac:spMkLst>
        </pc:spChg>
        <pc:spChg chg="add">
          <ac:chgData name="Cristian Chilipirea" userId="34ab170da5908fc4" providerId="LiveId" clId="{7840C37D-FDDB-4314-A31E-446F31402874}" dt="2019-10-13T10:42:43.941" v="170"/>
          <ac:spMkLst>
            <pc:docMk/>
            <pc:sldMk cId="2685857901" sldId="503"/>
            <ac:spMk id="164" creationId="{4CC73D28-CC30-45C3-A170-49B5633B236D}"/>
          </ac:spMkLst>
        </pc:spChg>
        <pc:spChg chg="add">
          <ac:chgData name="Cristian Chilipirea" userId="34ab170da5908fc4" providerId="LiveId" clId="{7840C37D-FDDB-4314-A31E-446F31402874}" dt="2019-10-13T10:42:43.941" v="170"/>
          <ac:spMkLst>
            <pc:docMk/>
            <pc:sldMk cId="2685857901" sldId="503"/>
            <ac:spMk id="165" creationId="{36F59A01-2E59-4D29-8A62-9764E262BF54}"/>
          </ac:spMkLst>
        </pc:spChg>
        <pc:spChg chg="add">
          <ac:chgData name="Cristian Chilipirea" userId="34ab170da5908fc4" providerId="LiveId" clId="{7840C37D-FDDB-4314-A31E-446F31402874}" dt="2019-10-13T10:42:43.941" v="170"/>
          <ac:spMkLst>
            <pc:docMk/>
            <pc:sldMk cId="2685857901" sldId="503"/>
            <ac:spMk id="166" creationId="{31E3409E-EAC1-4ABA-9F8B-135C117CCADF}"/>
          </ac:spMkLst>
        </pc:spChg>
        <pc:spChg chg="add">
          <ac:chgData name="Cristian Chilipirea" userId="34ab170da5908fc4" providerId="LiveId" clId="{7840C37D-FDDB-4314-A31E-446F31402874}" dt="2019-10-13T10:42:43.941" v="170"/>
          <ac:spMkLst>
            <pc:docMk/>
            <pc:sldMk cId="2685857901" sldId="503"/>
            <ac:spMk id="167" creationId="{74FA552A-136E-430C-9470-7B1AF99A380B}"/>
          </ac:spMkLst>
        </pc:spChg>
        <pc:spChg chg="add">
          <ac:chgData name="Cristian Chilipirea" userId="34ab170da5908fc4" providerId="LiveId" clId="{7840C37D-FDDB-4314-A31E-446F31402874}" dt="2019-10-13T10:42:43.941" v="170"/>
          <ac:spMkLst>
            <pc:docMk/>
            <pc:sldMk cId="2685857901" sldId="503"/>
            <ac:spMk id="168" creationId="{E3894CD2-72A4-4108-B7BC-5F81F8E27C31}"/>
          </ac:spMkLst>
        </pc:spChg>
        <pc:spChg chg="add">
          <ac:chgData name="Cristian Chilipirea" userId="34ab170da5908fc4" providerId="LiveId" clId="{7840C37D-FDDB-4314-A31E-446F31402874}" dt="2019-10-13T10:42:43.941" v="170"/>
          <ac:spMkLst>
            <pc:docMk/>
            <pc:sldMk cId="2685857901" sldId="503"/>
            <ac:spMk id="169" creationId="{0FEB6469-E2D7-43CB-B998-5FB283BCF4A0}"/>
          </ac:spMkLst>
        </pc:spChg>
        <pc:spChg chg="add">
          <ac:chgData name="Cristian Chilipirea" userId="34ab170da5908fc4" providerId="LiveId" clId="{7840C37D-FDDB-4314-A31E-446F31402874}" dt="2019-10-13T10:42:43.941" v="170"/>
          <ac:spMkLst>
            <pc:docMk/>
            <pc:sldMk cId="2685857901" sldId="503"/>
            <ac:spMk id="170" creationId="{637A60FC-2167-4F3D-8DF6-984DB56ACC1E}"/>
          </ac:spMkLst>
        </pc:spChg>
        <pc:spChg chg="add">
          <ac:chgData name="Cristian Chilipirea" userId="34ab170da5908fc4" providerId="LiveId" clId="{7840C37D-FDDB-4314-A31E-446F31402874}" dt="2019-10-13T10:42:43.941" v="170"/>
          <ac:spMkLst>
            <pc:docMk/>
            <pc:sldMk cId="2685857901" sldId="503"/>
            <ac:spMk id="184" creationId="{941EC7EF-B9ED-4A0E-9982-4614074ADB22}"/>
          </ac:spMkLst>
        </pc:spChg>
        <pc:spChg chg="add">
          <ac:chgData name="Cristian Chilipirea" userId="34ab170da5908fc4" providerId="LiveId" clId="{7840C37D-FDDB-4314-A31E-446F31402874}" dt="2019-10-13T10:42:43.941" v="170"/>
          <ac:spMkLst>
            <pc:docMk/>
            <pc:sldMk cId="2685857901" sldId="503"/>
            <ac:spMk id="185" creationId="{D85DE90E-67A6-4F24-B09E-47C6494FC5A0}"/>
          </ac:spMkLst>
        </pc:spChg>
        <pc:spChg chg="add">
          <ac:chgData name="Cristian Chilipirea" userId="34ab170da5908fc4" providerId="LiveId" clId="{7840C37D-FDDB-4314-A31E-446F31402874}" dt="2019-10-13T10:42:43.941" v="170"/>
          <ac:spMkLst>
            <pc:docMk/>
            <pc:sldMk cId="2685857901" sldId="503"/>
            <ac:spMk id="186" creationId="{A48AB503-22BA-4315-B5CB-3F8CC19F82AF}"/>
          </ac:spMkLst>
        </pc:spChg>
        <pc:spChg chg="add">
          <ac:chgData name="Cristian Chilipirea" userId="34ab170da5908fc4" providerId="LiveId" clId="{7840C37D-FDDB-4314-A31E-446F31402874}" dt="2019-10-13T10:42:43.941" v="170"/>
          <ac:spMkLst>
            <pc:docMk/>
            <pc:sldMk cId="2685857901" sldId="503"/>
            <ac:spMk id="187" creationId="{E12528E4-AF78-4AEB-8458-B9B7FE366B8B}"/>
          </ac:spMkLst>
        </pc:spChg>
        <pc:spChg chg="add">
          <ac:chgData name="Cristian Chilipirea" userId="34ab170da5908fc4" providerId="LiveId" clId="{7840C37D-FDDB-4314-A31E-446F31402874}" dt="2019-10-13T10:42:43.941" v="170"/>
          <ac:spMkLst>
            <pc:docMk/>
            <pc:sldMk cId="2685857901" sldId="503"/>
            <ac:spMk id="188" creationId="{B96BABB2-9658-47E1-91D5-59ACC4DAF9F1}"/>
          </ac:spMkLst>
        </pc:spChg>
        <pc:spChg chg="add">
          <ac:chgData name="Cristian Chilipirea" userId="34ab170da5908fc4" providerId="LiveId" clId="{7840C37D-FDDB-4314-A31E-446F31402874}" dt="2019-10-13T10:42:43.941" v="170"/>
          <ac:spMkLst>
            <pc:docMk/>
            <pc:sldMk cId="2685857901" sldId="503"/>
            <ac:spMk id="189" creationId="{A8C70746-378F-475A-B36C-29F2775673C8}"/>
          </ac:spMkLst>
        </pc:spChg>
        <pc:spChg chg="add">
          <ac:chgData name="Cristian Chilipirea" userId="34ab170da5908fc4" providerId="LiveId" clId="{7840C37D-FDDB-4314-A31E-446F31402874}" dt="2019-10-13T10:42:43.941" v="170"/>
          <ac:spMkLst>
            <pc:docMk/>
            <pc:sldMk cId="2685857901" sldId="503"/>
            <ac:spMk id="190" creationId="{E427E9FE-A7DB-427B-8058-C186CBC7A9C5}"/>
          </ac:spMkLst>
        </pc:spChg>
        <pc:spChg chg="add">
          <ac:chgData name="Cristian Chilipirea" userId="34ab170da5908fc4" providerId="LiveId" clId="{7840C37D-FDDB-4314-A31E-446F31402874}" dt="2019-10-13T10:42:43.941" v="170"/>
          <ac:spMkLst>
            <pc:docMk/>
            <pc:sldMk cId="2685857901" sldId="503"/>
            <ac:spMk id="191" creationId="{92BD0033-C275-4ED9-A5EE-9560FE218123}"/>
          </ac:spMkLst>
        </pc:spChg>
        <pc:spChg chg="add">
          <ac:chgData name="Cristian Chilipirea" userId="34ab170da5908fc4" providerId="LiveId" clId="{7840C37D-FDDB-4314-A31E-446F31402874}" dt="2019-10-13T10:42:43.941" v="170"/>
          <ac:spMkLst>
            <pc:docMk/>
            <pc:sldMk cId="2685857901" sldId="503"/>
            <ac:spMk id="192" creationId="{6C7C3E3F-DCAE-4FBD-B51A-A2D458226F59}"/>
          </ac:spMkLst>
        </pc:spChg>
        <pc:spChg chg="add">
          <ac:chgData name="Cristian Chilipirea" userId="34ab170da5908fc4" providerId="LiveId" clId="{7840C37D-FDDB-4314-A31E-446F31402874}" dt="2019-10-13T10:42:43.941" v="170"/>
          <ac:spMkLst>
            <pc:docMk/>
            <pc:sldMk cId="2685857901" sldId="503"/>
            <ac:spMk id="193" creationId="{E7AA7366-60BD-4343-B9D9-254CC760765F}"/>
          </ac:spMkLst>
        </pc:spChg>
        <pc:spChg chg="add">
          <ac:chgData name="Cristian Chilipirea" userId="34ab170da5908fc4" providerId="LiveId" clId="{7840C37D-FDDB-4314-A31E-446F31402874}" dt="2019-10-13T10:42:43.941" v="170"/>
          <ac:spMkLst>
            <pc:docMk/>
            <pc:sldMk cId="2685857901" sldId="503"/>
            <ac:spMk id="194" creationId="{8A144FAF-A976-4CB7-B9A1-BEEBD131C8C6}"/>
          </ac:spMkLst>
        </pc:spChg>
        <pc:spChg chg="add">
          <ac:chgData name="Cristian Chilipirea" userId="34ab170da5908fc4" providerId="LiveId" clId="{7840C37D-FDDB-4314-A31E-446F31402874}" dt="2019-10-13T10:42:43.941" v="170"/>
          <ac:spMkLst>
            <pc:docMk/>
            <pc:sldMk cId="2685857901" sldId="503"/>
            <ac:spMk id="195" creationId="{42EDE23B-C9EC-4518-A358-E70D51C8901C}"/>
          </ac:spMkLst>
        </pc:spChg>
        <pc:spChg chg="add">
          <ac:chgData name="Cristian Chilipirea" userId="34ab170da5908fc4" providerId="LiveId" clId="{7840C37D-FDDB-4314-A31E-446F31402874}" dt="2019-10-13T10:42:43.941" v="170"/>
          <ac:spMkLst>
            <pc:docMk/>
            <pc:sldMk cId="2685857901" sldId="503"/>
            <ac:spMk id="196" creationId="{97A7A224-053F-41A3-B72D-3059B84AE954}"/>
          </ac:spMkLst>
        </pc:spChg>
        <pc:spChg chg="add">
          <ac:chgData name="Cristian Chilipirea" userId="34ab170da5908fc4" providerId="LiveId" clId="{7840C37D-FDDB-4314-A31E-446F31402874}" dt="2019-10-13T10:42:43.941" v="170"/>
          <ac:spMkLst>
            <pc:docMk/>
            <pc:sldMk cId="2685857901" sldId="503"/>
            <ac:spMk id="197" creationId="{A6EA72A9-15FE-4246-B03B-965BA98A9EAD}"/>
          </ac:spMkLst>
        </pc:spChg>
        <pc:cxnChg chg="add del">
          <ac:chgData name="Cristian Chilipirea" userId="34ab170da5908fc4" providerId="LiveId" clId="{7840C37D-FDDB-4314-A31E-446F31402874}" dt="2019-10-13T10:42:43.909" v="169"/>
          <ac:cxnSpMkLst>
            <pc:docMk/>
            <pc:sldMk cId="2685857901" sldId="503"/>
            <ac:cxnSpMk id="18" creationId="{6941185D-4F11-4271-A4ED-CF230170680C}"/>
          </ac:cxnSpMkLst>
        </pc:cxnChg>
        <pc:cxnChg chg="add del">
          <ac:chgData name="Cristian Chilipirea" userId="34ab170da5908fc4" providerId="LiveId" clId="{7840C37D-FDDB-4314-A31E-446F31402874}" dt="2019-10-13T10:42:43.909" v="169"/>
          <ac:cxnSpMkLst>
            <pc:docMk/>
            <pc:sldMk cId="2685857901" sldId="503"/>
            <ac:cxnSpMk id="19" creationId="{DCACE4CC-8F76-4AC9-A45A-79E6C2C75F8D}"/>
          </ac:cxnSpMkLst>
        </pc:cxnChg>
        <pc:cxnChg chg="add del">
          <ac:chgData name="Cristian Chilipirea" userId="34ab170da5908fc4" providerId="LiveId" clId="{7840C37D-FDDB-4314-A31E-446F31402874}" dt="2019-10-13T10:42:43.909" v="169"/>
          <ac:cxnSpMkLst>
            <pc:docMk/>
            <pc:sldMk cId="2685857901" sldId="503"/>
            <ac:cxnSpMk id="20" creationId="{C8334E26-572E-45C2-B132-893DB5EF156A}"/>
          </ac:cxnSpMkLst>
        </pc:cxnChg>
        <pc:cxnChg chg="add del">
          <ac:chgData name="Cristian Chilipirea" userId="34ab170da5908fc4" providerId="LiveId" clId="{7840C37D-FDDB-4314-A31E-446F31402874}" dt="2019-10-13T10:42:43.909" v="169"/>
          <ac:cxnSpMkLst>
            <pc:docMk/>
            <pc:sldMk cId="2685857901" sldId="503"/>
            <ac:cxnSpMk id="21" creationId="{5C91B993-8400-421D-A04C-09CC2CB76AC7}"/>
          </ac:cxnSpMkLst>
        </pc:cxnChg>
        <pc:cxnChg chg="add del">
          <ac:chgData name="Cristian Chilipirea" userId="34ab170da5908fc4" providerId="LiveId" clId="{7840C37D-FDDB-4314-A31E-446F31402874}" dt="2019-10-13T10:42:43.909" v="169"/>
          <ac:cxnSpMkLst>
            <pc:docMk/>
            <pc:sldMk cId="2685857901" sldId="503"/>
            <ac:cxnSpMk id="22" creationId="{37968C8A-27AE-4055-81D0-49B7854AA118}"/>
          </ac:cxnSpMkLst>
        </pc:cxnChg>
        <pc:cxnChg chg="add del">
          <ac:chgData name="Cristian Chilipirea" userId="34ab170da5908fc4" providerId="LiveId" clId="{7840C37D-FDDB-4314-A31E-446F31402874}" dt="2019-10-13T10:42:43.909" v="169"/>
          <ac:cxnSpMkLst>
            <pc:docMk/>
            <pc:sldMk cId="2685857901" sldId="503"/>
            <ac:cxnSpMk id="23" creationId="{FE8042A5-583F-49F6-985C-539066161B1A}"/>
          </ac:cxnSpMkLst>
        </pc:cxnChg>
        <pc:cxnChg chg="add del">
          <ac:chgData name="Cristian Chilipirea" userId="34ab170da5908fc4" providerId="LiveId" clId="{7840C37D-FDDB-4314-A31E-446F31402874}" dt="2019-10-13T10:42:43.909" v="169"/>
          <ac:cxnSpMkLst>
            <pc:docMk/>
            <pc:sldMk cId="2685857901" sldId="503"/>
            <ac:cxnSpMk id="24" creationId="{3F2DA0A9-2FCF-441F-BA5F-B1317DFF49BF}"/>
          </ac:cxnSpMkLst>
        </pc:cxnChg>
        <pc:cxnChg chg="add del">
          <ac:chgData name="Cristian Chilipirea" userId="34ab170da5908fc4" providerId="LiveId" clId="{7840C37D-FDDB-4314-A31E-446F31402874}" dt="2019-10-13T10:42:43.909" v="169"/>
          <ac:cxnSpMkLst>
            <pc:docMk/>
            <pc:sldMk cId="2685857901" sldId="503"/>
            <ac:cxnSpMk id="25" creationId="{61DDC34E-1B9C-4B93-9346-32CD7EEC1FC5}"/>
          </ac:cxnSpMkLst>
        </pc:cxnChg>
        <pc:cxnChg chg="add del">
          <ac:chgData name="Cristian Chilipirea" userId="34ab170da5908fc4" providerId="LiveId" clId="{7840C37D-FDDB-4314-A31E-446F31402874}" dt="2019-10-13T10:42:43.909" v="169"/>
          <ac:cxnSpMkLst>
            <pc:docMk/>
            <pc:sldMk cId="2685857901" sldId="503"/>
            <ac:cxnSpMk id="26" creationId="{488728F8-4876-4CF3-A8F9-6E2FAB8B0EA0}"/>
          </ac:cxnSpMkLst>
        </pc:cxnChg>
        <pc:cxnChg chg="add del">
          <ac:chgData name="Cristian Chilipirea" userId="34ab170da5908fc4" providerId="LiveId" clId="{7840C37D-FDDB-4314-A31E-446F31402874}" dt="2019-10-13T10:42:43.909" v="169"/>
          <ac:cxnSpMkLst>
            <pc:docMk/>
            <pc:sldMk cId="2685857901" sldId="503"/>
            <ac:cxnSpMk id="27" creationId="{719967F8-98CD-46EE-8C63-3C8549F2C6A5}"/>
          </ac:cxnSpMkLst>
        </pc:cxnChg>
        <pc:cxnChg chg="add del">
          <ac:chgData name="Cristian Chilipirea" userId="34ab170da5908fc4" providerId="LiveId" clId="{7840C37D-FDDB-4314-A31E-446F31402874}" dt="2019-10-13T10:42:43.909" v="169"/>
          <ac:cxnSpMkLst>
            <pc:docMk/>
            <pc:sldMk cId="2685857901" sldId="503"/>
            <ac:cxnSpMk id="28" creationId="{D8D0B53C-2FA2-4F92-B75C-8FB87012F60C}"/>
          </ac:cxnSpMkLst>
        </pc:cxnChg>
        <pc:cxnChg chg="add del">
          <ac:chgData name="Cristian Chilipirea" userId="34ab170da5908fc4" providerId="LiveId" clId="{7840C37D-FDDB-4314-A31E-446F31402874}" dt="2019-10-13T10:42:43.909" v="169"/>
          <ac:cxnSpMkLst>
            <pc:docMk/>
            <pc:sldMk cId="2685857901" sldId="503"/>
            <ac:cxnSpMk id="29" creationId="{AC8BD9F7-A7F4-41EE-B383-FADA548CB3EB}"/>
          </ac:cxnSpMkLst>
        </pc:cxnChg>
        <pc:cxnChg chg="add del">
          <ac:chgData name="Cristian Chilipirea" userId="34ab170da5908fc4" providerId="LiveId" clId="{7840C37D-FDDB-4314-A31E-446F31402874}" dt="2019-10-13T10:42:43.909" v="169"/>
          <ac:cxnSpMkLst>
            <pc:docMk/>
            <pc:sldMk cId="2685857901" sldId="503"/>
            <ac:cxnSpMk id="30" creationId="{3B3305BC-2B96-46B7-A204-CDB90BCA9AD4}"/>
          </ac:cxnSpMkLst>
        </pc:cxnChg>
        <pc:cxnChg chg="add del">
          <ac:chgData name="Cristian Chilipirea" userId="34ab170da5908fc4" providerId="LiveId" clId="{7840C37D-FDDB-4314-A31E-446F31402874}" dt="2019-10-13T10:42:43.909" v="169"/>
          <ac:cxnSpMkLst>
            <pc:docMk/>
            <pc:sldMk cId="2685857901" sldId="503"/>
            <ac:cxnSpMk id="31" creationId="{F0581892-AA59-4353-86D0-B89FCA2441DC}"/>
          </ac:cxnSpMkLst>
        </pc:cxnChg>
        <pc:cxnChg chg="add del">
          <ac:chgData name="Cristian Chilipirea" userId="34ab170da5908fc4" providerId="LiveId" clId="{7840C37D-FDDB-4314-A31E-446F31402874}" dt="2019-10-13T10:42:43.909" v="169"/>
          <ac:cxnSpMkLst>
            <pc:docMk/>
            <pc:sldMk cId="2685857901" sldId="503"/>
            <ac:cxnSpMk id="32" creationId="{A11029DE-4A5A-4A0F-B5C2-23D8761A2E63}"/>
          </ac:cxnSpMkLst>
        </pc:cxnChg>
        <pc:cxnChg chg="add del">
          <ac:chgData name="Cristian Chilipirea" userId="34ab170da5908fc4" providerId="LiveId" clId="{7840C37D-FDDB-4314-A31E-446F31402874}" dt="2019-10-13T10:42:43.909" v="169"/>
          <ac:cxnSpMkLst>
            <pc:docMk/>
            <pc:sldMk cId="2685857901" sldId="503"/>
            <ac:cxnSpMk id="33" creationId="{3D4D39CB-C27A-4E80-8DE5-585109B14288}"/>
          </ac:cxnSpMkLst>
        </pc:cxnChg>
        <pc:cxnChg chg="add del">
          <ac:chgData name="Cristian Chilipirea" userId="34ab170da5908fc4" providerId="LiveId" clId="{7840C37D-FDDB-4314-A31E-446F31402874}" dt="2019-10-13T10:42:43.909" v="169"/>
          <ac:cxnSpMkLst>
            <pc:docMk/>
            <pc:sldMk cId="2685857901" sldId="503"/>
            <ac:cxnSpMk id="34" creationId="{C0BBACD8-03C5-4D7F-A1FF-54994382F043}"/>
          </ac:cxnSpMkLst>
        </pc:cxnChg>
        <pc:cxnChg chg="add del">
          <ac:chgData name="Cristian Chilipirea" userId="34ab170da5908fc4" providerId="LiveId" clId="{7840C37D-FDDB-4314-A31E-446F31402874}" dt="2019-10-13T10:42:43.909" v="169"/>
          <ac:cxnSpMkLst>
            <pc:docMk/>
            <pc:sldMk cId="2685857901" sldId="503"/>
            <ac:cxnSpMk id="35" creationId="{3FF3D809-1312-4212-90F9-09124D7695A9}"/>
          </ac:cxnSpMkLst>
        </pc:cxnChg>
        <pc:cxnChg chg="add del">
          <ac:chgData name="Cristian Chilipirea" userId="34ab170da5908fc4" providerId="LiveId" clId="{7840C37D-FDDB-4314-A31E-446F31402874}" dt="2019-10-13T10:42:43.909" v="169"/>
          <ac:cxnSpMkLst>
            <pc:docMk/>
            <pc:sldMk cId="2685857901" sldId="503"/>
            <ac:cxnSpMk id="36" creationId="{1A5879E0-CA77-4D8B-9A1D-8A3101920B9A}"/>
          </ac:cxnSpMkLst>
        </pc:cxnChg>
        <pc:cxnChg chg="add del">
          <ac:chgData name="Cristian Chilipirea" userId="34ab170da5908fc4" providerId="LiveId" clId="{7840C37D-FDDB-4314-A31E-446F31402874}" dt="2019-10-13T10:42:43.909" v="169"/>
          <ac:cxnSpMkLst>
            <pc:docMk/>
            <pc:sldMk cId="2685857901" sldId="503"/>
            <ac:cxnSpMk id="37" creationId="{5E0D3F2D-39E1-4300-8B75-2404A6FC704D}"/>
          </ac:cxnSpMkLst>
        </pc:cxnChg>
        <pc:cxnChg chg="add del">
          <ac:chgData name="Cristian Chilipirea" userId="34ab170da5908fc4" providerId="LiveId" clId="{7840C37D-FDDB-4314-A31E-446F31402874}" dt="2019-10-13T10:42:43.909" v="169"/>
          <ac:cxnSpMkLst>
            <pc:docMk/>
            <pc:sldMk cId="2685857901" sldId="503"/>
            <ac:cxnSpMk id="38" creationId="{935EE922-61D1-4C1C-BB92-56C1B37E7886}"/>
          </ac:cxnSpMkLst>
        </pc:cxnChg>
        <pc:cxnChg chg="add del">
          <ac:chgData name="Cristian Chilipirea" userId="34ab170da5908fc4" providerId="LiveId" clId="{7840C37D-FDDB-4314-A31E-446F31402874}" dt="2019-10-13T10:42:43.909" v="169"/>
          <ac:cxnSpMkLst>
            <pc:docMk/>
            <pc:sldMk cId="2685857901" sldId="503"/>
            <ac:cxnSpMk id="39" creationId="{26D34B13-272B-41F5-A418-E907126E6F82}"/>
          </ac:cxnSpMkLst>
        </pc:cxnChg>
        <pc:cxnChg chg="add del">
          <ac:chgData name="Cristian Chilipirea" userId="34ab170da5908fc4" providerId="LiveId" clId="{7840C37D-FDDB-4314-A31E-446F31402874}" dt="2019-10-13T10:42:43.909" v="169"/>
          <ac:cxnSpMkLst>
            <pc:docMk/>
            <pc:sldMk cId="2685857901" sldId="503"/>
            <ac:cxnSpMk id="40" creationId="{DB228459-F27B-4EFC-AF2B-335279E47A77}"/>
          </ac:cxnSpMkLst>
        </pc:cxnChg>
        <pc:cxnChg chg="add del">
          <ac:chgData name="Cristian Chilipirea" userId="34ab170da5908fc4" providerId="LiveId" clId="{7840C37D-FDDB-4314-A31E-446F31402874}" dt="2019-10-13T10:42:43.909" v="169"/>
          <ac:cxnSpMkLst>
            <pc:docMk/>
            <pc:sldMk cId="2685857901" sldId="503"/>
            <ac:cxnSpMk id="41" creationId="{35B7259B-6539-4837-B5F8-3266A603F163}"/>
          </ac:cxnSpMkLst>
        </pc:cxnChg>
        <pc:cxnChg chg="add del">
          <ac:chgData name="Cristian Chilipirea" userId="34ab170da5908fc4" providerId="LiveId" clId="{7840C37D-FDDB-4314-A31E-446F31402874}" dt="2019-10-13T10:42:43.909" v="169"/>
          <ac:cxnSpMkLst>
            <pc:docMk/>
            <pc:sldMk cId="2685857901" sldId="503"/>
            <ac:cxnSpMk id="42" creationId="{736FD250-6B2B-4754-AA09-DCF4D247DFAB}"/>
          </ac:cxnSpMkLst>
        </pc:cxnChg>
        <pc:cxnChg chg="add del">
          <ac:chgData name="Cristian Chilipirea" userId="34ab170da5908fc4" providerId="LiveId" clId="{7840C37D-FDDB-4314-A31E-446F31402874}" dt="2019-10-13T10:42:43.909" v="169"/>
          <ac:cxnSpMkLst>
            <pc:docMk/>
            <pc:sldMk cId="2685857901" sldId="503"/>
            <ac:cxnSpMk id="43" creationId="{AC83B5DD-118B-47D3-BFA3-291004CA1728}"/>
          </ac:cxnSpMkLst>
        </pc:cxnChg>
        <pc:cxnChg chg="add del">
          <ac:chgData name="Cristian Chilipirea" userId="34ab170da5908fc4" providerId="LiveId" clId="{7840C37D-FDDB-4314-A31E-446F31402874}" dt="2019-10-13T10:42:43.909" v="169"/>
          <ac:cxnSpMkLst>
            <pc:docMk/>
            <pc:sldMk cId="2685857901" sldId="503"/>
            <ac:cxnSpMk id="44" creationId="{D8585831-BB3C-4DE6-AEB9-0B5BDEAA744C}"/>
          </ac:cxnSpMkLst>
        </pc:cxnChg>
        <pc:cxnChg chg="add del">
          <ac:chgData name="Cristian Chilipirea" userId="34ab170da5908fc4" providerId="LiveId" clId="{7840C37D-FDDB-4314-A31E-446F31402874}" dt="2019-10-13T10:42:43.909" v="169"/>
          <ac:cxnSpMkLst>
            <pc:docMk/>
            <pc:sldMk cId="2685857901" sldId="503"/>
            <ac:cxnSpMk id="45" creationId="{513B5809-5529-4911-8D8D-C8B33AF17A00}"/>
          </ac:cxnSpMkLst>
        </pc:cxnChg>
        <pc:cxnChg chg="add del">
          <ac:chgData name="Cristian Chilipirea" userId="34ab170da5908fc4" providerId="LiveId" clId="{7840C37D-FDDB-4314-A31E-446F31402874}" dt="2019-10-13T10:42:43.909" v="169"/>
          <ac:cxnSpMkLst>
            <pc:docMk/>
            <pc:sldMk cId="2685857901" sldId="503"/>
            <ac:cxnSpMk id="46" creationId="{FD5AACF0-7175-4F78-884C-03440F492C5F}"/>
          </ac:cxnSpMkLst>
        </pc:cxnChg>
        <pc:cxnChg chg="add del">
          <ac:chgData name="Cristian Chilipirea" userId="34ab170da5908fc4" providerId="LiveId" clId="{7840C37D-FDDB-4314-A31E-446F31402874}" dt="2019-10-13T10:42:43.909" v="169"/>
          <ac:cxnSpMkLst>
            <pc:docMk/>
            <pc:sldMk cId="2685857901" sldId="503"/>
            <ac:cxnSpMk id="47" creationId="{E35069DC-4C3F-4567-B6D8-A2430BBB01F2}"/>
          </ac:cxnSpMkLst>
        </pc:cxnChg>
        <pc:cxnChg chg="add del">
          <ac:chgData name="Cristian Chilipirea" userId="34ab170da5908fc4" providerId="LiveId" clId="{7840C37D-FDDB-4314-A31E-446F31402874}" dt="2019-10-13T10:42:43.909" v="169"/>
          <ac:cxnSpMkLst>
            <pc:docMk/>
            <pc:sldMk cId="2685857901" sldId="503"/>
            <ac:cxnSpMk id="48" creationId="{77A60689-3546-463E-965B-C3C463F909E7}"/>
          </ac:cxnSpMkLst>
        </pc:cxnChg>
        <pc:cxnChg chg="add del">
          <ac:chgData name="Cristian Chilipirea" userId="34ab170da5908fc4" providerId="LiveId" clId="{7840C37D-FDDB-4314-A31E-446F31402874}" dt="2019-10-13T10:42:43.909" v="169"/>
          <ac:cxnSpMkLst>
            <pc:docMk/>
            <pc:sldMk cId="2685857901" sldId="503"/>
            <ac:cxnSpMk id="49" creationId="{63E1F03A-5705-4B8C-84C4-81E8CAC46C73}"/>
          </ac:cxnSpMkLst>
        </pc:cxnChg>
        <pc:cxnChg chg="add del">
          <ac:chgData name="Cristian Chilipirea" userId="34ab170da5908fc4" providerId="LiveId" clId="{7840C37D-FDDB-4314-A31E-446F31402874}" dt="2019-10-13T10:42:43.909" v="169"/>
          <ac:cxnSpMkLst>
            <pc:docMk/>
            <pc:sldMk cId="2685857901" sldId="503"/>
            <ac:cxnSpMk id="50" creationId="{E72CFA8E-3DE2-4E5B-BA0B-C0EE41052B3F}"/>
          </ac:cxnSpMkLst>
        </pc:cxnChg>
        <pc:cxnChg chg="add del">
          <ac:chgData name="Cristian Chilipirea" userId="34ab170da5908fc4" providerId="LiveId" clId="{7840C37D-FDDB-4314-A31E-446F31402874}" dt="2019-10-13T10:42:43.909" v="169"/>
          <ac:cxnSpMkLst>
            <pc:docMk/>
            <pc:sldMk cId="2685857901" sldId="503"/>
            <ac:cxnSpMk id="51" creationId="{88DC1791-A956-4F5A-9567-6080F3FF5B0D}"/>
          </ac:cxnSpMkLst>
        </pc:cxnChg>
        <pc:cxnChg chg="add del">
          <ac:chgData name="Cristian Chilipirea" userId="34ab170da5908fc4" providerId="LiveId" clId="{7840C37D-FDDB-4314-A31E-446F31402874}" dt="2019-10-13T10:42:43.909" v="169"/>
          <ac:cxnSpMkLst>
            <pc:docMk/>
            <pc:sldMk cId="2685857901" sldId="503"/>
            <ac:cxnSpMk id="52" creationId="{6138845A-35B5-436F-A911-1210D91C68F8}"/>
          </ac:cxnSpMkLst>
        </pc:cxnChg>
        <pc:cxnChg chg="add del">
          <ac:chgData name="Cristian Chilipirea" userId="34ab170da5908fc4" providerId="LiveId" clId="{7840C37D-FDDB-4314-A31E-446F31402874}" dt="2019-10-13T10:42:43.909" v="169"/>
          <ac:cxnSpMkLst>
            <pc:docMk/>
            <pc:sldMk cId="2685857901" sldId="503"/>
            <ac:cxnSpMk id="53" creationId="{7718309E-56F6-45D1-A09C-915E660788EC}"/>
          </ac:cxnSpMkLst>
        </pc:cxnChg>
        <pc:cxnChg chg="add del">
          <ac:chgData name="Cristian Chilipirea" userId="34ab170da5908fc4" providerId="LiveId" clId="{7840C37D-FDDB-4314-A31E-446F31402874}" dt="2019-10-13T10:42:43.909" v="169"/>
          <ac:cxnSpMkLst>
            <pc:docMk/>
            <pc:sldMk cId="2685857901" sldId="503"/>
            <ac:cxnSpMk id="54" creationId="{BA2C7519-9F60-40C3-9A1E-8CC34CC3AC20}"/>
          </ac:cxnSpMkLst>
        </pc:cxnChg>
        <pc:cxnChg chg="add del">
          <ac:chgData name="Cristian Chilipirea" userId="34ab170da5908fc4" providerId="LiveId" clId="{7840C37D-FDDB-4314-A31E-446F31402874}" dt="2019-10-13T10:42:43.909" v="169"/>
          <ac:cxnSpMkLst>
            <pc:docMk/>
            <pc:sldMk cId="2685857901" sldId="503"/>
            <ac:cxnSpMk id="74" creationId="{1C2BFB83-580D-4A69-8B92-EDC4C464B498}"/>
          </ac:cxnSpMkLst>
        </pc:cxnChg>
        <pc:cxnChg chg="add del">
          <ac:chgData name="Cristian Chilipirea" userId="34ab170da5908fc4" providerId="LiveId" clId="{7840C37D-FDDB-4314-A31E-446F31402874}" dt="2019-10-13T10:42:43.909" v="169"/>
          <ac:cxnSpMkLst>
            <pc:docMk/>
            <pc:sldMk cId="2685857901" sldId="503"/>
            <ac:cxnSpMk id="75" creationId="{2484C8B3-5B68-4479-98F5-98B920819E79}"/>
          </ac:cxnSpMkLst>
        </pc:cxnChg>
        <pc:cxnChg chg="add del">
          <ac:chgData name="Cristian Chilipirea" userId="34ab170da5908fc4" providerId="LiveId" clId="{7840C37D-FDDB-4314-A31E-446F31402874}" dt="2019-10-13T10:42:43.909" v="169"/>
          <ac:cxnSpMkLst>
            <pc:docMk/>
            <pc:sldMk cId="2685857901" sldId="503"/>
            <ac:cxnSpMk id="76" creationId="{8D321F15-F448-4B9B-8B7E-D263C0DE3E53}"/>
          </ac:cxnSpMkLst>
        </pc:cxnChg>
        <pc:cxnChg chg="add del">
          <ac:chgData name="Cristian Chilipirea" userId="34ab170da5908fc4" providerId="LiveId" clId="{7840C37D-FDDB-4314-A31E-446F31402874}" dt="2019-10-13T10:42:43.909" v="169"/>
          <ac:cxnSpMkLst>
            <pc:docMk/>
            <pc:sldMk cId="2685857901" sldId="503"/>
            <ac:cxnSpMk id="77" creationId="{37B7B2BD-E17B-42D3-B65E-3253AA62AD8C}"/>
          </ac:cxnSpMkLst>
        </pc:cxnChg>
        <pc:cxnChg chg="add del">
          <ac:chgData name="Cristian Chilipirea" userId="34ab170da5908fc4" providerId="LiveId" clId="{7840C37D-FDDB-4314-A31E-446F31402874}" dt="2019-10-13T10:42:43.909" v="169"/>
          <ac:cxnSpMkLst>
            <pc:docMk/>
            <pc:sldMk cId="2685857901" sldId="503"/>
            <ac:cxnSpMk id="78" creationId="{70CE5F4C-8E36-48E6-9D8D-47AE93CFC649}"/>
          </ac:cxnSpMkLst>
        </pc:cxnChg>
        <pc:cxnChg chg="add del">
          <ac:chgData name="Cristian Chilipirea" userId="34ab170da5908fc4" providerId="LiveId" clId="{7840C37D-FDDB-4314-A31E-446F31402874}" dt="2019-10-13T10:42:43.909" v="169"/>
          <ac:cxnSpMkLst>
            <pc:docMk/>
            <pc:sldMk cId="2685857901" sldId="503"/>
            <ac:cxnSpMk id="79" creationId="{C27AE595-B612-418E-A38B-B378E8742230}"/>
          </ac:cxnSpMkLst>
        </pc:cxnChg>
        <pc:cxnChg chg="add del">
          <ac:chgData name="Cristian Chilipirea" userId="34ab170da5908fc4" providerId="LiveId" clId="{7840C37D-FDDB-4314-A31E-446F31402874}" dt="2019-10-13T10:42:43.909" v="169"/>
          <ac:cxnSpMkLst>
            <pc:docMk/>
            <pc:sldMk cId="2685857901" sldId="503"/>
            <ac:cxnSpMk id="80" creationId="{9DF2F4E8-173C-414A-A622-2AF818420027}"/>
          </ac:cxnSpMkLst>
        </pc:cxnChg>
        <pc:cxnChg chg="add del">
          <ac:chgData name="Cristian Chilipirea" userId="34ab170da5908fc4" providerId="LiveId" clId="{7840C37D-FDDB-4314-A31E-446F31402874}" dt="2019-10-13T10:42:43.909" v="169"/>
          <ac:cxnSpMkLst>
            <pc:docMk/>
            <pc:sldMk cId="2685857901" sldId="503"/>
            <ac:cxnSpMk id="81" creationId="{AEC9B1F1-3560-4BE9-9F81-0B18ED35CF77}"/>
          </ac:cxnSpMkLst>
        </pc:cxnChg>
        <pc:cxnChg chg="add del">
          <ac:chgData name="Cristian Chilipirea" userId="34ab170da5908fc4" providerId="LiveId" clId="{7840C37D-FDDB-4314-A31E-446F31402874}" dt="2019-10-13T10:42:43.909" v="169"/>
          <ac:cxnSpMkLst>
            <pc:docMk/>
            <pc:sldMk cId="2685857901" sldId="503"/>
            <ac:cxnSpMk id="82" creationId="{DC531B3C-0557-4504-94F3-B45C3BC15353}"/>
          </ac:cxnSpMkLst>
        </pc:cxnChg>
        <pc:cxnChg chg="add del">
          <ac:chgData name="Cristian Chilipirea" userId="34ab170da5908fc4" providerId="LiveId" clId="{7840C37D-FDDB-4314-A31E-446F31402874}" dt="2019-10-13T10:42:43.909" v="169"/>
          <ac:cxnSpMkLst>
            <pc:docMk/>
            <pc:sldMk cId="2685857901" sldId="503"/>
            <ac:cxnSpMk id="83" creationId="{01104891-453D-42AC-A0D3-6C3EABAE3474}"/>
          </ac:cxnSpMkLst>
        </pc:cxnChg>
        <pc:cxnChg chg="add del">
          <ac:chgData name="Cristian Chilipirea" userId="34ab170da5908fc4" providerId="LiveId" clId="{7840C37D-FDDB-4314-A31E-446F31402874}" dt="2019-10-13T10:42:43.909" v="169"/>
          <ac:cxnSpMkLst>
            <pc:docMk/>
            <pc:sldMk cId="2685857901" sldId="503"/>
            <ac:cxnSpMk id="84" creationId="{2F708E58-A06A-44A6-8268-B383651977A0}"/>
          </ac:cxnSpMkLst>
        </pc:cxnChg>
        <pc:cxnChg chg="add del">
          <ac:chgData name="Cristian Chilipirea" userId="34ab170da5908fc4" providerId="LiveId" clId="{7840C37D-FDDB-4314-A31E-446F31402874}" dt="2019-10-13T10:42:43.909" v="169"/>
          <ac:cxnSpMkLst>
            <pc:docMk/>
            <pc:sldMk cId="2685857901" sldId="503"/>
            <ac:cxnSpMk id="85" creationId="{C7100EA0-3EB2-4965-B6B6-EF352040E548}"/>
          </ac:cxnSpMkLst>
        </pc:cxnChg>
        <pc:cxnChg chg="add del">
          <ac:chgData name="Cristian Chilipirea" userId="34ab170da5908fc4" providerId="LiveId" clId="{7840C37D-FDDB-4314-A31E-446F31402874}" dt="2019-10-13T10:42:43.909" v="169"/>
          <ac:cxnSpMkLst>
            <pc:docMk/>
            <pc:sldMk cId="2685857901" sldId="503"/>
            <ac:cxnSpMk id="86" creationId="{D3469892-DD73-453E-A8DA-02C9A07211AF}"/>
          </ac:cxnSpMkLst>
        </pc:cxnChg>
        <pc:cxnChg chg="add">
          <ac:chgData name="Cristian Chilipirea" userId="34ab170da5908fc4" providerId="LiveId" clId="{7840C37D-FDDB-4314-A31E-446F31402874}" dt="2019-10-13T10:42:43.941" v="170"/>
          <ac:cxnSpMkLst>
            <pc:docMk/>
            <pc:sldMk cId="2685857901" sldId="503"/>
            <ac:cxnSpMk id="115" creationId="{3083F452-AA26-4E38-B9A7-C7DE3B64DCBF}"/>
          </ac:cxnSpMkLst>
        </pc:cxnChg>
        <pc:cxnChg chg="add">
          <ac:chgData name="Cristian Chilipirea" userId="34ab170da5908fc4" providerId="LiveId" clId="{7840C37D-FDDB-4314-A31E-446F31402874}" dt="2019-10-13T10:42:43.941" v="170"/>
          <ac:cxnSpMkLst>
            <pc:docMk/>
            <pc:sldMk cId="2685857901" sldId="503"/>
            <ac:cxnSpMk id="116" creationId="{38A5995C-BEC9-4BAE-ACCB-22301D690CD6}"/>
          </ac:cxnSpMkLst>
        </pc:cxnChg>
        <pc:cxnChg chg="add">
          <ac:chgData name="Cristian Chilipirea" userId="34ab170da5908fc4" providerId="LiveId" clId="{7840C37D-FDDB-4314-A31E-446F31402874}" dt="2019-10-13T10:42:43.941" v="170"/>
          <ac:cxnSpMkLst>
            <pc:docMk/>
            <pc:sldMk cId="2685857901" sldId="503"/>
            <ac:cxnSpMk id="117" creationId="{AC0E5593-A3FB-425A-9FE8-910EBFB3A038}"/>
          </ac:cxnSpMkLst>
        </pc:cxnChg>
        <pc:cxnChg chg="add">
          <ac:chgData name="Cristian Chilipirea" userId="34ab170da5908fc4" providerId="LiveId" clId="{7840C37D-FDDB-4314-A31E-446F31402874}" dt="2019-10-13T10:42:43.941" v="170"/>
          <ac:cxnSpMkLst>
            <pc:docMk/>
            <pc:sldMk cId="2685857901" sldId="503"/>
            <ac:cxnSpMk id="118" creationId="{27AC9D71-EE49-4068-B3D2-99730B299FE1}"/>
          </ac:cxnSpMkLst>
        </pc:cxnChg>
        <pc:cxnChg chg="add">
          <ac:chgData name="Cristian Chilipirea" userId="34ab170da5908fc4" providerId="LiveId" clId="{7840C37D-FDDB-4314-A31E-446F31402874}" dt="2019-10-13T10:42:43.941" v="170"/>
          <ac:cxnSpMkLst>
            <pc:docMk/>
            <pc:sldMk cId="2685857901" sldId="503"/>
            <ac:cxnSpMk id="119" creationId="{C496C585-E141-46C8-ACF8-5E166FA88BBF}"/>
          </ac:cxnSpMkLst>
        </pc:cxnChg>
        <pc:cxnChg chg="add">
          <ac:chgData name="Cristian Chilipirea" userId="34ab170da5908fc4" providerId="LiveId" clId="{7840C37D-FDDB-4314-A31E-446F31402874}" dt="2019-10-13T10:42:43.941" v="170"/>
          <ac:cxnSpMkLst>
            <pc:docMk/>
            <pc:sldMk cId="2685857901" sldId="503"/>
            <ac:cxnSpMk id="120" creationId="{58E86F25-0541-42A1-8E2C-ECE68835955B}"/>
          </ac:cxnSpMkLst>
        </pc:cxnChg>
        <pc:cxnChg chg="add">
          <ac:chgData name="Cristian Chilipirea" userId="34ab170da5908fc4" providerId="LiveId" clId="{7840C37D-FDDB-4314-A31E-446F31402874}" dt="2019-10-13T10:42:43.941" v="170"/>
          <ac:cxnSpMkLst>
            <pc:docMk/>
            <pc:sldMk cId="2685857901" sldId="503"/>
            <ac:cxnSpMk id="121" creationId="{7EFA5347-B646-4915-8175-7A6BB78E5C17}"/>
          </ac:cxnSpMkLst>
        </pc:cxnChg>
        <pc:cxnChg chg="add">
          <ac:chgData name="Cristian Chilipirea" userId="34ab170da5908fc4" providerId="LiveId" clId="{7840C37D-FDDB-4314-A31E-446F31402874}" dt="2019-10-13T10:42:43.941" v="170"/>
          <ac:cxnSpMkLst>
            <pc:docMk/>
            <pc:sldMk cId="2685857901" sldId="503"/>
            <ac:cxnSpMk id="122" creationId="{CE9E3B45-C7B5-411E-AE67-E1C04A3B013B}"/>
          </ac:cxnSpMkLst>
        </pc:cxnChg>
        <pc:cxnChg chg="add">
          <ac:chgData name="Cristian Chilipirea" userId="34ab170da5908fc4" providerId="LiveId" clId="{7840C37D-FDDB-4314-A31E-446F31402874}" dt="2019-10-13T10:42:43.941" v="170"/>
          <ac:cxnSpMkLst>
            <pc:docMk/>
            <pc:sldMk cId="2685857901" sldId="503"/>
            <ac:cxnSpMk id="123" creationId="{6594C8A4-1183-4EBA-8E30-5F14DAC1323B}"/>
          </ac:cxnSpMkLst>
        </pc:cxnChg>
        <pc:cxnChg chg="add">
          <ac:chgData name="Cristian Chilipirea" userId="34ab170da5908fc4" providerId="LiveId" clId="{7840C37D-FDDB-4314-A31E-446F31402874}" dt="2019-10-13T10:42:43.941" v="170"/>
          <ac:cxnSpMkLst>
            <pc:docMk/>
            <pc:sldMk cId="2685857901" sldId="503"/>
            <ac:cxnSpMk id="124" creationId="{6B46D3BF-E902-483A-81DA-1973CD52C142}"/>
          </ac:cxnSpMkLst>
        </pc:cxnChg>
        <pc:cxnChg chg="add">
          <ac:chgData name="Cristian Chilipirea" userId="34ab170da5908fc4" providerId="LiveId" clId="{7840C37D-FDDB-4314-A31E-446F31402874}" dt="2019-10-13T10:42:43.941" v="170"/>
          <ac:cxnSpMkLst>
            <pc:docMk/>
            <pc:sldMk cId="2685857901" sldId="503"/>
            <ac:cxnSpMk id="125" creationId="{85137CFE-DDE9-491C-8A71-114838F9AF48}"/>
          </ac:cxnSpMkLst>
        </pc:cxnChg>
        <pc:cxnChg chg="add">
          <ac:chgData name="Cristian Chilipirea" userId="34ab170da5908fc4" providerId="LiveId" clId="{7840C37D-FDDB-4314-A31E-446F31402874}" dt="2019-10-13T10:42:43.941" v="170"/>
          <ac:cxnSpMkLst>
            <pc:docMk/>
            <pc:sldMk cId="2685857901" sldId="503"/>
            <ac:cxnSpMk id="126" creationId="{0FDBAC67-B465-4964-8C8B-22AB105CF7DE}"/>
          </ac:cxnSpMkLst>
        </pc:cxnChg>
        <pc:cxnChg chg="add">
          <ac:chgData name="Cristian Chilipirea" userId="34ab170da5908fc4" providerId="LiveId" clId="{7840C37D-FDDB-4314-A31E-446F31402874}" dt="2019-10-13T10:42:43.941" v="170"/>
          <ac:cxnSpMkLst>
            <pc:docMk/>
            <pc:sldMk cId="2685857901" sldId="503"/>
            <ac:cxnSpMk id="127" creationId="{0EFCD876-D448-4218-8233-BBD8E58A3A0B}"/>
          </ac:cxnSpMkLst>
        </pc:cxnChg>
        <pc:cxnChg chg="add">
          <ac:chgData name="Cristian Chilipirea" userId="34ab170da5908fc4" providerId="LiveId" clId="{7840C37D-FDDB-4314-A31E-446F31402874}" dt="2019-10-13T10:42:43.941" v="170"/>
          <ac:cxnSpMkLst>
            <pc:docMk/>
            <pc:sldMk cId="2685857901" sldId="503"/>
            <ac:cxnSpMk id="128" creationId="{A2CA2AE7-ED00-4511-BC81-AEF90F56E77C}"/>
          </ac:cxnSpMkLst>
        </pc:cxnChg>
        <pc:cxnChg chg="add">
          <ac:chgData name="Cristian Chilipirea" userId="34ab170da5908fc4" providerId="LiveId" clId="{7840C37D-FDDB-4314-A31E-446F31402874}" dt="2019-10-13T10:42:43.941" v="170"/>
          <ac:cxnSpMkLst>
            <pc:docMk/>
            <pc:sldMk cId="2685857901" sldId="503"/>
            <ac:cxnSpMk id="129" creationId="{E7D0CDE4-3E92-49A0-BBDC-7C3BC7C17CBD}"/>
          </ac:cxnSpMkLst>
        </pc:cxnChg>
        <pc:cxnChg chg="add">
          <ac:chgData name="Cristian Chilipirea" userId="34ab170da5908fc4" providerId="LiveId" clId="{7840C37D-FDDB-4314-A31E-446F31402874}" dt="2019-10-13T10:42:43.941" v="170"/>
          <ac:cxnSpMkLst>
            <pc:docMk/>
            <pc:sldMk cId="2685857901" sldId="503"/>
            <ac:cxnSpMk id="130" creationId="{33F8544C-5559-4C2C-81CB-66CE6875E829}"/>
          </ac:cxnSpMkLst>
        </pc:cxnChg>
        <pc:cxnChg chg="add">
          <ac:chgData name="Cristian Chilipirea" userId="34ab170da5908fc4" providerId="LiveId" clId="{7840C37D-FDDB-4314-A31E-446F31402874}" dt="2019-10-13T10:42:43.941" v="170"/>
          <ac:cxnSpMkLst>
            <pc:docMk/>
            <pc:sldMk cId="2685857901" sldId="503"/>
            <ac:cxnSpMk id="131" creationId="{3AA62F5D-DDE0-44D9-BA61-935276329897}"/>
          </ac:cxnSpMkLst>
        </pc:cxnChg>
        <pc:cxnChg chg="add">
          <ac:chgData name="Cristian Chilipirea" userId="34ab170da5908fc4" providerId="LiveId" clId="{7840C37D-FDDB-4314-A31E-446F31402874}" dt="2019-10-13T10:42:43.941" v="170"/>
          <ac:cxnSpMkLst>
            <pc:docMk/>
            <pc:sldMk cId="2685857901" sldId="503"/>
            <ac:cxnSpMk id="132" creationId="{C4A7C5B3-1082-4839-8CA8-952F02D2B38D}"/>
          </ac:cxnSpMkLst>
        </pc:cxnChg>
        <pc:cxnChg chg="add">
          <ac:chgData name="Cristian Chilipirea" userId="34ab170da5908fc4" providerId="LiveId" clId="{7840C37D-FDDB-4314-A31E-446F31402874}" dt="2019-10-13T10:42:43.941" v="170"/>
          <ac:cxnSpMkLst>
            <pc:docMk/>
            <pc:sldMk cId="2685857901" sldId="503"/>
            <ac:cxnSpMk id="133" creationId="{4CB4B0E7-7AD6-4711-861B-5655007221A3}"/>
          </ac:cxnSpMkLst>
        </pc:cxnChg>
        <pc:cxnChg chg="add">
          <ac:chgData name="Cristian Chilipirea" userId="34ab170da5908fc4" providerId="LiveId" clId="{7840C37D-FDDB-4314-A31E-446F31402874}" dt="2019-10-13T10:42:43.941" v="170"/>
          <ac:cxnSpMkLst>
            <pc:docMk/>
            <pc:sldMk cId="2685857901" sldId="503"/>
            <ac:cxnSpMk id="134" creationId="{FBC23479-7F10-4764-8A3F-9959C06C0ACD}"/>
          </ac:cxnSpMkLst>
        </pc:cxnChg>
        <pc:cxnChg chg="add">
          <ac:chgData name="Cristian Chilipirea" userId="34ab170da5908fc4" providerId="LiveId" clId="{7840C37D-FDDB-4314-A31E-446F31402874}" dt="2019-10-13T10:42:43.941" v="170"/>
          <ac:cxnSpMkLst>
            <pc:docMk/>
            <pc:sldMk cId="2685857901" sldId="503"/>
            <ac:cxnSpMk id="135" creationId="{6E8FB094-F557-4A4B-A222-D00005441DF3}"/>
          </ac:cxnSpMkLst>
        </pc:cxnChg>
        <pc:cxnChg chg="add">
          <ac:chgData name="Cristian Chilipirea" userId="34ab170da5908fc4" providerId="LiveId" clId="{7840C37D-FDDB-4314-A31E-446F31402874}" dt="2019-10-13T10:42:43.941" v="170"/>
          <ac:cxnSpMkLst>
            <pc:docMk/>
            <pc:sldMk cId="2685857901" sldId="503"/>
            <ac:cxnSpMk id="136" creationId="{5D870779-5B04-4FBC-9DAB-C16EF013F582}"/>
          </ac:cxnSpMkLst>
        </pc:cxnChg>
        <pc:cxnChg chg="add">
          <ac:chgData name="Cristian Chilipirea" userId="34ab170da5908fc4" providerId="LiveId" clId="{7840C37D-FDDB-4314-A31E-446F31402874}" dt="2019-10-13T10:42:43.941" v="170"/>
          <ac:cxnSpMkLst>
            <pc:docMk/>
            <pc:sldMk cId="2685857901" sldId="503"/>
            <ac:cxnSpMk id="137" creationId="{66A73E94-D2AD-4929-B845-A929228F5099}"/>
          </ac:cxnSpMkLst>
        </pc:cxnChg>
        <pc:cxnChg chg="add">
          <ac:chgData name="Cristian Chilipirea" userId="34ab170da5908fc4" providerId="LiveId" clId="{7840C37D-FDDB-4314-A31E-446F31402874}" dt="2019-10-13T10:42:43.941" v="170"/>
          <ac:cxnSpMkLst>
            <pc:docMk/>
            <pc:sldMk cId="2685857901" sldId="503"/>
            <ac:cxnSpMk id="138" creationId="{E35D28DC-34E0-4EA6-BC97-4B8C57403E07}"/>
          </ac:cxnSpMkLst>
        </pc:cxnChg>
        <pc:cxnChg chg="add">
          <ac:chgData name="Cristian Chilipirea" userId="34ab170da5908fc4" providerId="LiveId" clId="{7840C37D-FDDB-4314-A31E-446F31402874}" dt="2019-10-13T10:42:43.941" v="170"/>
          <ac:cxnSpMkLst>
            <pc:docMk/>
            <pc:sldMk cId="2685857901" sldId="503"/>
            <ac:cxnSpMk id="139" creationId="{0F267D22-562B-4061-8D32-1126E86259C9}"/>
          </ac:cxnSpMkLst>
        </pc:cxnChg>
        <pc:cxnChg chg="add">
          <ac:chgData name="Cristian Chilipirea" userId="34ab170da5908fc4" providerId="LiveId" clId="{7840C37D-FDDB-4314-A31E-446F31402874}" dt="2019-10-13T10:42:43.941" v="170"/>
          <ac:cxnSpMkLst>
            <pc:docMk/>
            <pc:sldMk cId="2685857901" sldId="503"/>
            <ac:cxnSpMk id="140" creationId="{B7A2B6BC-6086-43C6-8F7F-E12FDEA1C249}"/>
          </ac:cxnSpMkLst>
        </pc:cxnChg>
        <pc:cxnChg chg="add">
          <ac:chgData name="Cristian Chilipirea" userId="34ab170da5908fc4" providerId="LiveId" clId="{7840C37D-FDDB-4314-A31E-446F31402874}" dt="2019-10-13T10:42:43.941" v="170"/>
          <ac:cxnSpMkLst>
            <pc:docMk/>
            <pc:sldMk cId="2685857901" sldId="503"/>
            <ac:cxnSpMk id="141" creationId="{352C64C7-64C8-490E-8318-C325791F86D2}"/>
          </ac:cxnSpMkLst>
        </pc:cxnChg>
        <pc:cxnChg chg="add">
          <ac:chgData name="Cristian Chilipirea" userId="34ab170da5908fc4" providerId="LiveId" clId="{7840C37D-FDDB-4314-A31E-446F31402874}" dt="2019-10-13T10:42:43.941" v="170"/>
          <ac:cxnSpMkLst>
            <pc:docMk/>
            <pc:sldMk cId="2685857901" sldId="503"/>
            <ac:cxnSpMk id="142" creationId="{F4547B67-6713-4B8A-B158-8CA353BEDEA9}"/>
          </ac:cxnSpMkLst>
        </pc:cxnChg>
        <pc:cxnChg chg="add">
          <ac:chgData name="Cristian Chilipirea" userId="34ab170da5908fc4" providerId="LiveId" clId="{7840C37D-FDDB-4314-A31E-446F31402874}" dt="2019-10-13T10:42:43.941" v="170"/>
          <ac:cxnSpMkLst>
            <pc:docMk/>
            <pc:sldMk cId="2685857901" sldId="503"/>
            <ac:cxnSpMk id="143" creationId="{294DA0A3-D705-491C-8AD7-BD1F54C9868A}"/>
          </ac:cxnSpMkLst>
        </pc:cxnChg>
        <pc:cxnChg chg="add">
          <ac:chgData name="Cristian Chilipirea" userId="34ab170da5908fc4" providerId="LiveId" clId="{7840C37D-FDDB-4314-A31E-446F31402874}" dt="2019-10-13T10:42:43.941" v="170"/>
          <ac:cxnSpMkLst>
            <pc:docMk/>
            <pc:sldMk cId="2685857901" sldId="503"/>
            <ac:cxnSpMk id="144" creationId="{DA151F7D-7B06-443D-AA81-696693D2954D}"/>
          </ac:cxnSpMkLst>
        </pc:cxnChg>
        <pc:cxnChg chg="add">
          <ac:chgData name="Cristian Chilipirea" userId="34ab170da5908fc4" providerId="LiveId" clId="{7840C37D-FDDB-4314-A31E-446F31402874}" dt="2019-10-13T10:42:43.941" v="170"/>
          <ac:cxnSpMkLst>
            <pc:docMk/>
            <pc:sldMk cId="2685857901" sldId="503"/>
            <ac:cxnSpMk id="145" creationId="{EFBF1323-A2EF-46BB-B1F4-B825E404D125}"/>
          </ac:cxnSpMkLst>
        </pc:cxnChg>
        <pc:cxnChg chg="add">
          <ac:chgData name="Cristian Chilipirea" userId="34ab170da5908fc4" providerId="LiveId" clId="{7840C37D-FDDB-4314-A31E-446F31402874}" dt="2019-10-13T10:42:43.941" v="170"/>
          <ac:cxnSpMkLst>
            <pc:docMk/>
            <pc:sldMk cId="2685857901" sldId="503"/>
            <ac:cxnSpMk id="146" creationId="{D57A8CE5-5098-4A89-999F-DB70E3DCBDA7}"/>
          </ac:cxnSpMkLst>
        </pc:cxnChg>
        <pc:cxnChg chg="add">
          <ac:chgData name="Cristian Chilipirea" userId="34ab170da5908fc4" providerId="LiveId" clId="{7840C37D-FDDB-4314-A31E-446F31402874}" dt="2019-10-13T10:42:43.941" v="170"/>
          <ac:cxnSpMkLst>
            <pc:docMk/>
            <pc:sldMk cId="2685857901" sldId="503"/>
            <ac:cxnSpMk id="147" creationId="{B7082FC0-1DC4-4FEC-8D07-F7DA38B4F792}"/>
          </ac:cxnSpMkLst>
        </pc:cxnChg>
        <pc:cxnChg chg="add">
          <ac:chgData name="Cristian Chilipirea" userId="34ab170da5908fc4" providerId="LiveId" clId="{7840C37D-FDDB-4314-A31E-446F31402874}" dt="2019-10-13T10:42:43.941" v="170"/>
          <ac:cxnSpMkLst>
            <pc:docMk/>
            <pc:sldMk cId="2685857901" sldId="503"/>
            <ac:cxnSpMk id="148" creationId="{F5F01360-AA74-40D9-832E-704A943C0C32}"/>
          </ac:cxnSpMkLst>
        </pc:cxnChg>
        <pc:cxnChg chg="add">
          <ac:chgData name="Cristian Chilipirea" userId="34ab170da5908fc4" providerId="LiveId" clId="{7840C37D-FDDB-4314-A31E-446F31402874}" dt="2019-10-13T10:42:43.941" v="170"/>
          <ac:cxnSpMkLst>
            <pc:docMk/>
            <pc:sldMk cId="2685857901" sldId="503"/>
            <ac:cxnSpMk id="149" creationId="{7AA82F90-BB47-43BD-B857-E6D80DB5B9DA}"/>
          </ac:cxnSpMkLst>
        </pc:cxnChg>
        <pc:cxnChg chg="add">
          <ac:chgData name="Cristian Chilipirea" userId="34ab170da5908fc4" providerId="LiveId" clId="{7840C37D-FDDB-4314-A31E-446F31402874}" dt="2019-10-13T10:42:43.941" v="170"/>
          <ac:cxnSpMkLst>
            <pc:docMk/>
            <pc:sldMk cId="2685857901" sldId="503"/>
            <ac:cxnSpMk id="150" creationId="{5107414E-F953-47BB-A846-6AC01DCF00BE}"/>
          </ac:cxnSpMkLst>
        </pc:cxnChg>
        <pc:cxnChg chg="add">
          <ac:chgData name="Cristian Chilipirea" userId="34ab170da5908fc4" providerId="LiveId" clId="{7840C37D-FDDB-4314-A31E-446F31402874}" dt="2019-10-13T10:42:43.941" v="170"/>
          <ac:cxnSpMkLst>
            <pc:docMk/>
            <pc:sldMk cId="2685857901" sldId="503"/>
            <ac:cxnSpMk id="151" creationId="{270FE286-2246-4C48-A3D1-5AE08ED70AC0}"/>
          </ac:cxnSpMkLst>
        </pc:cxnChg>
        <pc:cxnChg chg="add">
          <ac:chgData name="Cristian Chilipirea" userId="34ab170da5908fc4" providerId="LiveId" clId="{7840C37D-FDDB-4314-A31E-446F31402874}" dt="2019-10-13T10:42:43.941" v="170"/>
          <ac:cxnSpMkLst>
            <pc:docMk/>
            <pc:sldMk cId="2685857901" sldId="503"/>
            <ac:cxnSpMk id="171" creationId="{667E0D63-8F8C-483F-87F0-E13D570DEEC4}"/>
          </ac:cxnSpMkLst>
        </pc:cxnChg>
        <pc:cxnChg chg="add">
          <ac:chgData name="Cristian Chilipirea" userId="34ab170da5908fc4" providerId="LiveId" clId="{7840C37D-FDDB-4314-A31E-446F31402874}" dt="2019-10-13T10:42:43.941" v="170"/>
          <ac:cxnSpMkLst>
            <pc:docMk/>
            <pc:sldMk cId="2685857901" sldId="503"/>
            <ac:cxnSpMk id="172" creationId="{86499E4A-48D2-4AEA-92C5-56E489A6BE06}"/>
          </ac:cxnSpMkLst>
        </pc:cxnChg>
        <pc:cxnChg chg="add">
          <ac:chgData name="Cristian Chilipirea" userId="34ab170da5908fc4" providerId="LiveId" clId="{7840C37D-FDDB-4314-A31E-446F31402874}" dt="2019-10-13T10:42:43.941" v="170"/>
          <ac:cxnSpMkLst>
            <pc:docMk/>
            <pc:sldMk cId="2685857901" sldId="503"/>
            <ac:cxnSpMk id="173" creationId="{16D014E5-C31D-4C94-AF63-7772A54F707A}"/>
          </ac:cxnSpMkLst>
        </pc:cxnChg>
        <pc:cxnChg chg="add">
          <ac:chgData name="Cristian Chilipirea" userId="34ab170da5908fc4" providerId="LiveId" clId="{7840C37D-FDDB-4314-A31E-446F31402874}" dt="2019-10-13T10:42:43.941" v="170"/>
          <ac:cxnSpMkLst>
            <pc:docMk/>
            <pc:sldMk cId="2685857901" sldId="503"/>
            <ac:cxnSpMk id="174" creationId="{0BF5DC5A-4506-4EBF-B24E-C1762D43B8BA}"/>
          </ac:cxnSpMkLst>
        </pc:cxnChg>
        <pc:cxnChg chg="add">
          <ac:chgData name="Cristian Chilipirea" userId="34ab170da5908fc4" providerId="LiveId" clId="{7840C37D-FDDB-4314-A31E-446F31402874}" dt="2019-10-13T10:42:43.941" v="170"/>
          <ac:cxnSpMkLst>
            <pc:docMk/>
            <pc:sldMk cId="2685857901" sldId="503"/>
            <ac:cxnSpMk id="175" creationId="{09AB7AC8-21CA-473F-BB26-3F7F83111519}"/>
          </ac:cxnSpMkLst>
        </pc:cxnChg>
        <pc:cxnChg chg="add">
          <ac:chgData name="Cristian Chilipirea" userId="34ab170da5908fc4" providerId="LiveId" clId="{7840C37D-FDDB-4314-A31E-446F31402874}" dt="2019-10-13T10:42:43.941" v="170"/>
          <ac:cxnSpMkLst>
            <pc:docMk/>
            <pc:sldMk cId="2685857901" sldId="503"/>
            <ac:cxnSpMk id="176" creationId="{FC706097-A419-49FC-A590-0C4B38DEDA19}"/>
          </ac:cxnSpMkLst>
        </pc:cxnChg>
        <pc:cxnChg chg="add">
          <ac:chgData name="Cristian Chilipirea" userId="34ab170da5908fc4" providerId="LiveId" clId="{7840C37D-FDDB-4314-A31E-446F31402874}" dt="2019-10-13T10:42:43.941" v="170"/>
          <ac:cxnSpMkLst>
            <pc:docMk/>
            <pc:sldMk cId="2685857901" sldId="503"/>
            <ac:cxnSpMk id="177" creationId="{29BFAEB4-5296-48D4-9C5C-EF80F783DEDF}"/>
          </ac:cxnSpMkLst>
        </pc:cxnChg>
        <pc:cxnChg chg="add">
          <ac:chgData name="Cristian Chilipirea" userId="34ab170da5908fc4" providerId="LiveId" clId="{7840C37D-FDDB-4314-A31E-446F31402874}" dt="2019-10-13T10:42:43.941" v="170"/>
          <ac:cxnSpMkLst>
            <pc:docMk/>
            <pc:sldMk cId="2685857901" sldId="503"/>
            <ac:cxnSpMk id="178" creationId="{F30AD678-7A0E-4ED6-B348-3FBF3C832B31}"/>
          </ac:cxnSpMkLst>
        </pc:cxnChg>
        <pc:cxnChg chg="add">
          <ac:chgData name="Cristian Chilipirea" userId="34ab170da5908fc4" providerId="LiveId" clId="{7840C37D-FDDB-4314-A31E-446F31402874}" dt="2019-10-13T10:42:43.941" v="170"/>
          <ac:cxnSpMkLst>
            <pc:docMk/>
            <pc:sldMk cId="2685857901" sldId="503"/>
            <ac:cxnSpMk id="179" creationId="{DA9625EB-AE92-4348-BAEB-6760744FC0E1}"/>
          </ac:cxnSpMkLst>
        </pc:cxnChg>
        <pc:cxnChg chg="add">
          <ac:chgData name="Cristian Chilipirea" userId="34ab170da5908fc4" providerId="LiveId" clId="{7840C37D-FDDB-4314-A31E-446F31402874}" dt="2019-10-13T10:42:43.941" v="170"/>
          <ac:cxnSpMkLst>
            <pc:docMk/>
            <pc:sldMk cId="2685857901" sldId="503"/>
            <ac:cxnSpMk id="180" creationId="{0A9071F1-C4DA-4D94-9FB8-F5865AE737D4}"/>
          </ac:cxnSpMkLst>
        </pc:cxnChg>
        <pc:cxnChg chg="add">
          <ac:chgData name="Cristian Chilipirea" userId="34ab170da5908fc4" providerId="LiveId" clId="{7840C37D-FDDB-4314-A31E-446F31402874}" dt="2019-10-13T10:42:43.941" v="170"/>
          <ac:cxnSpMkLst>
            <pc:docMk/>
            <pc:sldMk cId="2685857901" sldId="503"/>
            <ac:cxnSpMk id="181" creationId="{017324D1-14D9-4355-9E09-88BD68A499CF}"/>
          </ac:cxnSpMkLst>
        </pc:cxnChg>
        <pc:cxnChg chg="add">
          <ac:chgData name="Cristian Chilipirea" userId="34ab170da5908fc4" providerId="LiveId" clId="{7840C37D-FDDB-4314-A31E-446F31402874}" dt="2019-10-13T10:42:43.941" v="170"/>
          <ac:cxnSpMkLst>
            <pc:docMk/>
            <pc:sldMk cId="2685857901" sldId="503"/>
            <ac:cxnSpMk id="182" creationId="{AAFBF521-47D5-4CA4-BE50-3D095EC79DE7}"/>
          </ac:cxnSpMkLst>
        </pc:cxnChg>
        <pc:cxnChg chg="add">
          <ac:chgData name="Cristian Chilipirea" userId="34ab170da5908fc4" providerId="LiveId" clId="{7840C37D-FDDB-4314-A31E-446F31402874}" dt="2019-10-13T10:42:43.941" v="170"/>
          <ac:cxnSpMkLst>
            <pc:docMk/>
            <pc:sldMk cId="2685857901" sldId="503"/>
            <ac:cxnSpMk id="183" creationId="{20F2484D-719F-4E8D-B78A-F3227E48F4F6}"/>
          </ac:cxnSpMkLst>
        </pc:cxnChg>
      </pc:sldChg>
      <pc:sldChg chg="addSp delSp modSp add modAnim">
        <pc:chgData name="Cristian Chilipirea" userId="34ab170da5908fc4" providerId="LiveId" clId="{7840C37D-FDDB-4314-A31E-446F31402874}" dt="2019-10-13T10:42:58.398" v="177" actId="1076"/>
        <pc:sldMkLst>
          <pc:docMk/>
          <pc:sldMk cId="495438960" sldId="504"/>
        </pc:sldMkLst>
        <pc:spChg chg="mod">
          <ac:chgData name="Cristian Chilipirea" userId="34ab170da5908fc4" providerId="LiveId" clId="{7840C37D-FDDB-4314-A31E-446F31402874}" dt="2019-10-13T10:42:50.207" v="172"/>
          <ac:spMkLst>
            <pc:docMk/>
            <pc:sldMk cId="495438960" sldId="504"/>
            <ac:spMk id="2" creationId="{358F1F3B-A619-47BF-9564-AFDB2CC63D2D}"/>
          </ac:spMkLst>
        </pc:spChg>
        <pc:spChg chg="del">
          <ac:chgData name="Cristian Chilipirea" userId="34ab170da5908fc4" providerId="LiveId" clId="{7840C37D-FDDB-4314-A31E-446F31402874}" dt="2019-10-13T10:42:51.502" v="173" actId="478"/>
          <ac:spMkLst>
            <pc:docMk/>
            <pc:sldMk cId="495438960" sldId="504"/>
            <ac:spMk id="3" creationId="{E4C64999-E768-4831-8F39-9B0858ABDF05}"/>
          </ac:spMkLst>
        </pc:spChg>
        <pc:spChg chg="add del">
          <ac:chgData name="Cristian Chilipirea" userId="34ab170da5908fc4" providerId="LiveId" clId="{7840C37D-FDDB-4314-A31E-446F31402874}" dt="2019-10-13T10:42:56.563" v="175"/>
          <ac:spMkLst>
            <pc:docMk/>
            <pc:sldMk cId="495438960" sldId="504"/>
            <ac:spMk id="4" creationId="{84259C86-2DE2-4240-99CF-BC1759101506}"/>
          </ac:spMkLst>
        </pc:spChg>
        <pc:spChg chg="add del">
          <ac:chgData name="Cristian Chilipirea" userId="34ab170da5908fc4" providerId="LiveId" clId="{7840C37D-FDDB-4314-A31E-446F31402874}" dt="2019-10-13T10:42:56.563" v="175"/>
          <ac:spMkLst>
            <pc:docMk/>
            <pc:sldMk cId="495438960" sldId="504"/>
            <ac:spMk id="5" creationId="{3902CBD5-8FB7-494F-A4ED-1224FFB5A404}"/>
          </ac:spMkLst>
        </pc:spChg>
        <pc:spChg chg="add del">
          <ac:chgData name="Cristian Chilipirea" userId="34ab170da5908fc4" providerId="LiveId" clId="{7840C37D-FDDB-4314-A31E-446F31402874}" dt="2019-10-13T10:42:56.563" v="175"/>
          <ac:spMkLst>
            <pc:docMk/>
            <pc:sldMk cId="495438960" sldId="504"/>
            <ac:spMk id="29" creationId="{D8BCFCDF-CFC3-4992-8F6B-CCAF6DDCE6E3}"/>
          </ac:spMkLst>
        </pc:spChg>
        <pc:spChg chg="add del">
          <ac:chgData name="Cristian Chilipirea" userId="34ab170da5908fc4" providerId="LiveId" clId="{7840C37D-FDDB-4314-A31E-446F31402874}" dt="2019-10-13T10:42:56.563" v="175"/>
          <ac:spMkLst>
            <pc:docMk/>
            <pc:sldMk cId="495438960" sldId="504"/>
            <ac:spMk id="30" creationId="{0615CC7B-A335-4380-ADD6-BFBA4F75232B}"/>
          </ac:spMkLst>
        </pc:spChg>
        <pc:spChg chg="add del">
          <ac:chgData name="Cristian Chilipirea" userId="34ab170da5908fc4" providerId="LiveId" clId="{7840C37D-FDDB-4314-A31E-446F31402874}" dt="2019-10-13T10:42:56.563" v="175"/>
          <ac:spMkLst>
            <pc:docMk/>
            <pc:sldMk cId="495438960" sldId="504"/>
            <ac:spMk id="31" creationId="{2BE6B0D6-ADE8-434E-8D2E-137C3C9B6A94}"/>
          </ac:spMkLst>
        </pc:spChg>
        <pc:spChg chg="add del">
          <ac:chgData name="Cristian Chilipirea" userId="34ab170da5908fc4" providerId="LiveId" clId="{7840C37D-FDDB-4314-A31E-446F31402874}" dt="2019-10-13T10:42:56.563" v="175"/>
          <ac:spMkLst>
            <pc:docMk/>
            <pc:sldMk cId="495438960" sldId="504"/>
            <ac:spMk id="32" creationId="{7AD0C373-E8F7-43DE-ADC3-0F88FF861CBF}"/>
          </ac:spMkLst>
        </pc:spChg>
        <pc:spChg chg="add del">
          <ac:chgData name="Cristian Chilipirea" userId="34ab170da5908fc4" providerId="LiveId" clId="{7840C37D-FDDB-4314-A31E-446F31402874}" dt="2019-10-13T10:42:56.563" v="175"/>
          <ac:spMkLst>
            <pc:docMk/>
            <pc:sldMk cId="495438960" sldId="504"/>
            <ac:spMk id="33" creationId="{3D348788-B9DC-48BC-AD16-2E525ABEAF80}"/>
          </ac:spMkLst>
        </pc:spChg>
        <pc:spChg chg="add del">
          <ac:chgData name="Cristian Chilipirea" userId="34ab170da5908fc4" providerId="LiveId" clId="{7840C37D-FDDB-4314-A31E-446F31402874}" dt="2019-10-13T10:42:56.563" v="175"/>
          <ac:spMkLst>
            <pc:docMk/>
            <pc:sldMk cId="495438960" sldId="504"/>
            <ac:spMk id="34" creationId="{A08D2BB6-D1F1-4B10-BEEC-2FFE8441F3EF}"/>
          </ac:spMkLst>
        </pc:spChg>
        <pc:spChg chg="add del">
          <ac:chgData name="Cristian Chilipirea" userId="34ab170da5908fc4" providerId="LiveId" clId="{7840C37D-FDDB-4314-A31E-446F31402874}" dt="2019-10-13T10:42:56.563" v="175"/>
          <ac:spMkLst>
            <pc:docMk/>
            <pc:sldMk cId="495438960" sldId="504"/>
            <ac:spMk id="35" creationId="{376FAACC-E85F-4009-B015-AD12A80180E3}"/>
          </ac:spMkLst>
        </pc:spChg>
        <pc:spChg chg="add del">
          <ac:chgData name="Cristian Chilipirea" userId="34ab170da5908fc4" providerId="LiveId" clId="{7840C37D-FDDB-4314-A31E-446F31402874}" dt="2019-10-13T10:42:56.563" v="175"/>
          <ac:spMkLst>
            <pc:docMk/>
            <pc:sldMk cId="495438960" sldId="504"/>
            <ac:spMk id="36" creationId="{FAC77F1C-C039-49BE-B144-BE0CE9679476}"/>
          </ac:spMkLst>
        </pc:spChg>
        <pc:spChg chg="add del">
          <ac:chgData name="Cristian Chilipirea" userId="34ab170da5908fc4" providerId="LiveId" clId="{7840C37D-FDDB-4314-A31E-446F31402874}" dt="2019-10-13T10:42:56.563" v="175"/>
          <ac:spMkLst>
            <pc:docMk/>
            <pc:sldMk cId="495438960" sldId="504"/>
            <ac:spMk id="37" creationId="{8FDF9473-14E2-4EA3-B2AE-60124AE17404}"/>
          </ac:spMkLst>
        </pc:spChg>
        <pc:spChg chg="add del">
          <ac:chgData name="Cristian Chilipirea" userId="34ab170da5908fc4" providerId="LiveId" clId="{7840C37D-FDDB-4314-A31E-446F31402874}" dt="2019-10-13T10:42:56.563" v="175"/>
          <ac:spMkLst>
            <pc:docMk/>
            <pc:sldMk cId="495438960" sldId="504"/>
            <ac:spMk id="38" creationId="{36FE3B0A-11E2-49C5-B81A-FA70C745A9DA}"/>
          </ac:spMkLst>
        </pc:spChg>
        <pc:spChg chg="add del">
          <ac:chgData name="Cristian Chilipirea" userId="34ab170da5908fc4" providerId="LiveId" clId="{7840C37D-FDDB-4314-A31E-446F31402874}" dt="2019-10-13T10:42:56.563" v="175"/>
          <ac:spMkLst>
            <pc:docMk/>
            <pc:sldMk cId="495438960" sldId="504"/>
            <ac:spMk id="39" creationId="{3272CAAD-B00E-4C00-8004-64CB38ED9F8C}"/>
          </ac:spMkLst>
        </pc:spChg>
        <pc:spChg chg="add del">
          <ac:chgData name="Cristian Chilipirea" userId="34ab170da5908fc4" providerId="LiveId" clId="{7840C37D-FDDB-4314-A31E-446F31402874}" dt="2019-10-13T10:42:56.563" v="175"/>
          <ac:spMkLst>
            <pc:docMk/>
            <pc:sldMk cId="495438960" sldId="504"/>
            <ac:spMk id="40" creationId="{45C8E9D2-FB94-4BE2-84B6-53DE941A0727}"/>
          </ac:spMkLst>
        </pc:spChg>
        <pc:spChg chg="add del">
          <ac:chgData name="Cristian Chilipirea" userId="34ab170da5908fc4" providerId="LiveId" clId="{7840C37D-FDDB-4314-A31E-446F31402874}" dt="2019-10-13T10:42:56.563" v="175"/>
          <ac:spMkLst>
            <pc:docMk/>
            <pc:sldMk cId="495438960" sldId="504"/>
            <ac:spMk id="41" creationId="{65588C56-23B5-43C6-B98B-E65C8C295718}"/>
          </ac:spMkLst>
        </pc:spChg>
        <pc:spChg chg="add del">
          <ac:chgData name="Cristian Chilipirea" userId="34ab170da5908fc4" providerId="LiveId" clId="{7840C37D-FDDB-4314-A31E-446F31402874}" dt="2019-10-13T10:42:56.563" v="175"/>
          <ac:spMkLst>
            <pc:docMk/>
            <pc:sldMk cId="495438960" sldId="504"/>
            <ac:spMk id="42" creationId="{D12CAB50-D3CA-4224-80AA-AEF137DF3D97}"/>
          </ac:spMkLst>
        </pc:spChg>
        <pc:spChg chg="add del">
          <ac:chgData name="Cristian Chilipirea" userId="34ab170da5908fc4" providerId="LiveId" clId="{7840C37D-FDDB-4314-A31E-446F31402874}" dt="2019-10-13T10:42:56.563" v="175"/>
          <ac:spMkLst>
            <pc:docMk/>
            <pc:sldMk cId="495438960" sldId="504"/>
            <ac:spMk id="43" creationId="{FFDD6F4A-8BD7-4088-A446-030A095F144A}"/>
          </ac:spMkLst>
        </pc:spChg>
        <pc:spChg chg="add del">
          <ac:chgData name="Cristian Chilipirea" userId="34ab170da5908fc4" providerId="LiveId" clId="{7840C37D-FDDB-4314-A31E-446F31402874}" dt="2019-10-13T10:42:56.563" v="175"/>
          <ac:spMkLst>
            <pc:docMk/>
            <pc:sldMk cId="495438960" sldId="504"/>
            <ac:spMk id="44" creationId="{6B50A758-903F-4B51-9273-5FDE3258E168}"/>
          </ac:spMkLst>
        </pc:spChg>
        <pc:spChg chg="add del">
          <ac:chgData name="Cristian Chilipirea" userId="34ab170da5908fc4" providerId="LiveId" clId="{7840C37D-FDDB-4314-A31E-446F31402874}" dt="2019-10-13T10:42:56.563" v="175"/>
          <ac:spMkLst>
            <pc:docMk/>
            <pc:sldMk cId="495438960" sldId="504"/>
            <ac:spMk id="45" creationId="{A6D42512-9FE5-4D47-B015-0E712874BFA1}"/>
          </ac:spMkLst>
        </pc:spChg>
        <pc:spChg chg="add del">
          <ac:chgData name="Cristian Chilipirea" userId="34ab170da5908fc4" providerId="LiveId" clId="{7840C37D-FDDB-4314-A31E-446F31402874}" dt="2019-10-13T10:42:56.563" v="175"/>
          <ac:spMkLst>
            <pc:docMk/>
            <pc:sldMk cId="495438960" sldId="504"/>
            <ac:spMk id="46" creationId="{E291F93C-753A-4954-92EB-2C6A4C2DAF19}"/>
          </ac:spMkLst>
        </pc:spChg>
        <pc:spChg chg="add del">
          <ac:chgData name="Cristian Chilipirea" userId="34ab170da5908fc4" providerId="LiveId" clId="{7840C37D-FDDB-4314-A31E-446F31402874}" dt="2019-10-13T10:42:56.563" v="175"/>
          <ac:spMkLst>
            <pc:docMk/>
            <pc:sldMk cId="495438960" sldId="504"/>
            <ac:spMk id="47" creationId="{289EDDD7-22C7-4A6F-A061-C66364FC1A20}"/>
          </ac:spMkLst>
        </pc:spChg>
        <pc:spChg chg="add del">
          <ac:chgData name="Cristian Chilipirea" userId="34ab170da5908fc4" providerId="LiveId" clId="{7840C37D-FDDB-4314-A31E-446F31402874}" dt="2019-10-13T10:42:56.563" v="175"/>
          <ac:spMkLst>
            <pc:docMk/>
            <pc:sldMk cId="495438960" sldId="504"/>
            <ac:spMk id="48" creationId="{81E7AC71-0762-4A6E-9435-D5136FE82D62}"/>
          </ac:spMkLst>
        </pc:spChg>
        <pc:spChg chg="add del">
          <ac:chgData name="Cristian Chilipirea" userId="34ab170da5908fc4" providerId="LiveId" clId="{7840C37D-FDDB-4314-A31E-446F31402874}" dt="2019-10-13T10:42:56.563" v="175"/>
          <ac:spMkLst>
            <pc:docMk/>
            <pc:sldMk cId="495438960" sldId="504"/>
            <ac:spMk id="49" creationId="{2B6AB412-34F3-4636-8782-9CF047CA899F}"/>
          </ac:spMkLst>
        </pc:spChg>
        <pc:spChg chg="add del">
          <ac:chgData name="Cristian Chilipirea" userId="34ab170da5908fc4" providerId="LiveId" clId="{7840C37D-FDDB-4314-A31E-446F31402874}" dt="2019-10-13T10:42:56.563" v="175"/>
          <ac:spMkLst>
            <pc:docMk/>
            <pc:sldMk cId="495438960" sldId="504"/>
            <ac:spMk id="50" creationId="{FC7B9089-819A-4C3F-8176-DBF3E206AD30}"/>
          </ac:spMkLst>
        </pc:spChg>
        <pc:spChg chg="add del">
          <ac:chgData name="Cristian Chilipirea" userId="34ab170da5908fc4" providerId="LiveId" clId="{7840C37D-FDDB-4314-A31E-446F31402874}" dt="2019-10-13T10:42:56.563" v="175"/>
          <ac:spMkLst>
            <pc:docMk/>
            <pc:sldMk cId="495438960" sldId="504"/>
            <ac:spMk id="51" creationId="{C8CF72EE-427F-4232-967B-E39230C5348B}"/>
          </ac:spMkLst>
        </pc:spChg>
        <pc:spChg chg="add del">
          <ac:chgData name="Cristian Chilipirea" userId="34ab170da5908fc4" providerId="LiveId" clId="{7840C37D-FDDB-4314-A31E-446F31402874}" dt="2019-10-13T10:42:56.563" v="175"/>
          <ac:spMkLst>
            <pc:docMk/>
            <pc:sldMk cId="495438960" sldId="504"/>
            <ac:spMk id="52" creationId="{388ADBF7-F8BE-4332-8F2D-1E6A935B8AEE}"/>
          </ac:spMkLst>
        </pc:spChg>
        <pc:spChg chg="add del">
          <ac:chgData name="Cristian Chilipirea" userId="34ab170da5908fc4" providerId="LiveId" clId="{7840C37D-FDDB-4314-A31E-446F31402874}" dt="2019-10-13T10:42:56.563" v="175"/>
          <ac:spMkLst>
            <pc:docMk/>
            <pc:sldMk cId="495438960" sldId="504"/>
            <ac:spMk id="53" creationId="{D8F878DA-9491-4612-A1AF-519B46B7F988}"/>
          </ac:spMkLst>
        </pc:spChg>
        <pc:spChg chg="add mod">
          <ac:chgData name="Cristian Chilipirea" userId="34ab170da5908fc4" providerId="LiveId" clId="{7840C37D-FDDB-4314-A31E-446F31402874}" dt="2019-10-13T10:42:58.398" v="177" actId="1076"/>
          <ac:spMkLst>
            <pc:docMk/>
            <pc:sldMk cId="495438960" sldId="504"/>
            <ac:spMk id="54" creationId="{6C93BA17-EC05-4C99-95B5-E3ECEA1E677A}"/>
          </ac:spMkLst>
        </pc:spChg>
        <pc:spChg chg="add mod">
          <ac:chgData name="Cristian Chilipirea" userId="34ab170da5908fc4" providerId="LiveId" clId="{7840C37D-FDDB-4314-A31E-446F31402874}" dt="2019-10-13T10:42:58.398" v="177" actId="1076"/>
          <ac:spMkLst>
            <pc:docMk/>
            <pc:sldMk cId="495438960" sldId="504"/>
            <ac:spMk id="55" creationId="{C08961EC-05D5-4737-85E9-FDCD7336CC9D}"/>
          </ac:spMkLst>
        </pc:spChg>
        <pc:spChg chg="add mod">
          <ac:chgData name="Cristian Chilipirea" userId="34ab170da5908fc4" providerId="LiveId" clId="{7840C37D-FDDB-4314-A31E-446F31402874}" dt="2019-10-13T10:42:58.398" v="177" actId="1076"/>
          <ac:spMkLst>
            <pc:docMk/>
            <pc:sldMk cId="495438960" sldId="504"/>
            <ac:spMk id="79" creationId="{D72BE2E7-0BA9-486E-94CD-7C9E7410929D}"/>
          </ac:spMkLst>
        </pc:spChg>
        <pc:spChg chg="add mod">
          <ac:chgData name="Cristian Chilipirea" userId="34ab170da5908fc4" providerId="LiveId" clId="{7840C37D-FDDB-4314-A31E-446F31402874}" dt="2019-10-13T10:42:58.398" v="177" actId="1076"/>
          <ac:spMkLst>
            <pc:docMk/>
            <pc:sldMk cId="495438960" sldId="504"/>
            <ac:spMk id="80" creationId="{C28DAFE9-ECFC-467B-AD11-FB049E03A1F6}"/>
          </ac:spMkLst>
        </pc:spChg>
        <pc:spChg chg="add mod">
          <ac:chgData name="Cristian Chilipirea" userId="34ab170da5908fc4" providerId="LiveId" clId="{7840C37D-FDDB-4314-A31E-446F31402874}" dt="2019-10-13T10:42:58.398" v="177" actId="1076"/>
          <ac:spMkLst>
            <pc:docMk/>
            <pc:sldMk cId="495438960" sldId="504"/>
            <ac:spMk id="81" creationId="{013A7ACB-00FE-4FA9-B7BB-FE5AA4E6DA94}"/>
          </ac:spMkLst>
        </pc:spChg>
        <pc:spChg chg="add mod">
          <ac:chgData name="Cristian Chilipirea" userId="34ab170da5908fc4" providerId="LiveId" clId="{7840C37D-FDDB-4314-A31E-446F31402874}" dt="2019-10-13T10:42:58.398" v="177" actId="1076"/>
          <ac:spMkLst>
            <pc:docMk/>
            <pc:sldMk cId="495438960" sldId="504"/>
            <ac:spMk id="82" creationId="{948B5333-B2FE-49AB-975E-F661EB7D2C8B}"/>
          </ac:spMkLst>
        </pc:spChg>
        <pc:spChg chg="add mod">
          <ac:chgData name="Cristian Chilipirea" userId="34ab170da5908fc4" providerId="LiveId" clId="{7840C37D-FDDB-4314-A31E-446F31402874}" dt="2019-10-13T10:42:58.398" v="177" actId="1076"/>
          <ac:spMkLst>
            <pc:docMk/>
            <pc:sldMk cId="495438960" sldId="504"/>
            <ac:spMk id="83" creationId="{607144D5-1336-4BAA-A50A-8079F24B91EB}"/>
          </ac:spMkLst>
        </pc:spChg>
        <pc:spChg chg="add mod">
          <ac:chgData name="Cristian Chilipirea" userId="34ab170da5908fc4" providerId="LiveId" clId="{7840C37D-FDDB-4314-A31E-446F31402874}" dt="2019-10-13T10:42:58.398" v="177" actId="1076"/>
          <ac:spMkLst>
            <pc:docMk/>
            <pc:sldMk cId="495438960" sldId="504"/>
            <ac:spMk id="84" creationId="{CF09C026-0105-4783-A1F3-FFE2A7CF8443}"/>
          </ac:spMkLst>
        </pc:spChg>
        <pc:spChg chg="add mod">
          <ac:chgData name="Cristian Chilipirea" userId="34ab170da5908fc4" providerId="LiveId" clId="{7840C37D-FDDB-4314-A31E-446F31402874}" dt="2019-10-13T10:42:58.398" v="177" actId="1076"/>
          <ac:spMkLst>
            <pc:docMk/>
            <pc:sldMk cId="495438960" sldId="504"/>
            <ac:spMk id="85" creationId="{7E0154E0-3749-44BB-A9A2-6E6D82F5CBED}"/>
          </ac:spMkLst>
        </pc:spChg>
        <pc:spChg chg="add mod">
          <ac:chgData name="Cristian Chilipirea" userId="34ab170da5908fc4" providerId="LiveId" clId="{7840C37D-FDDB-4314-A31E-446F31402874}" dt="2019-10-13T10:42:58.398" v="177" actId="1076"/>
          <ac:spMkLst>
            <pc:docMk/>
            <pc:sldMk cId="495438960" sldId="504"/>
            <ac:spMk id="86" creationId="{22366747-04F8-4143-A9AC-87FA76AE566A}"/>
          </ac:spMkLst>
        </pc:spChg>
        <pc:spChg chg="add mod">
          <ac:chgData name="Cristian Chilipirea" userId="34ab170da5908fc4" providerId="LiveId" clId="{7840C37D-FDDB-4314-A31E-446F31402874}" dt="2019-10-13T10:42:58.398" v="177" actId="1076"/>
          <ac:spMkLst>
            <pc:docMk/>
            <pc:sldMk cId="495438960" sldId="504"/>
            <ac:spMk id="87" creationId="{51848756-656C-428B-B7CB-CCDFFF6F1308}"/>
          </ac:spMkLst>
        </pc:spChg>
        <pc:spChg chg="add mod">
          <ac:chgData name="Cristian Chilipirea" userId="34ab170da5908fc4" providerId="LiveId" clId="{7840C37D-FDDB-4314-A31E-446F31402874}" dt="2019-10-13T10:42:58.398" v="177" actId="1076"/>
          <ac:spMkLst>
            <pc:docMk/>
            <pc:sldMk cId="495438960" sldId="504"/>
            <ac:spMk id="88" creationId="{FA74693A-EDD8-45C0-AB8D-0CF638BE3BB5}"/>
          </ac:spMkLst>
        </pc:spChg>
        <pc:spChg chg="add mod">
          <ac:chgData name="Cristian Chilipirea" userId="34ab170da5908fc4" providerId="LiveId" clId="{7840C37D-FDDB-4314-A31E-446F31402874}" dt="2019-10-13T10:42:58.398" v="177" actId="1076"/>
          <ac:spMkLst>
            <pc:docMk/>
            <pc:sldMk cId="495438960" sldId="504"/>
            <ac:spMk id="89" creationId="{F041BBB3-7071-4896-BCB8-404D2115BC42}"/>
          </ac:spMkLst>
        </pc:spChg>
        <pc:spChg chg="add mod">
          <ac:chgData name="Cristian Chilipirea" userId="34ab170da5908fc4" providerId="LiveId" clId="{7840C37D-FDDB-4314-A31E-446F31402874}" dt="2019-10-13T10:42:58.398" v="177" actId="1076"/>
          <ac:spMkLst>
            <pc:docMk/>
            <pc:sldMk cId="495438960" sldId="504"/>
            <ac:spMk id="90" creationId="{6BB63220-742D-492A-937C-DD267DA9CE7C}"/>
          </ac:spMkLst>
        </pc:spChg>
        <pc:spChg chg="add mod">
          <ac:chgData name="Cristian Chilipirea" userId="34ab170da5908fc4" providerId="LiveId" clId="{7840C37D-FDDB-4314-A31E-446F31402874}" dt="2019-10-13T10:42:58.398" v="177" actId="1076"/>
          <ac:spMkLst>
            <pc:docMk/>
            <pc:sldMk cId="495438960" sldId="504"/>
            <ac:spMk id="91" creationId="{28D6D9F6-1D8D-45CA-B93D-5487A8598C79}"/>
          </ac:spMkLst>
        </pc:spChg>
        <pc:spChg chg="add mod">
          <ac:chgData name="Cristian Chilipirea" userId="34ab170da5908fc4" providerId="LiveId" clId="{7840C37D-FDDB-4314-A31E-446F31402874}" dt="2019-10-13T10:42:58.398" v="177" actId="1076"/>
          <ac:spMkLst>
            <pc:docMk/>
            <pc:sldMk cId="495438960" sldId="504"/>
            <ac:spMk id="92" creationId="{C65CCFB9-9E10-4559-BA60-CDF83AA34018}"/>
          </ac:spMkLst>
        </pc:spChg>
        <pc:spChg chg="add mod">
          <ac:chgData name="Cristian Chilipirea" userId="34ab170da5908fc4" providerId="LiveId" clId="{7840C37D-FDDB-4314-A31E-446F31402874}" dt="2019-10-13T10:42:58.398" v="177" actId="1076"/>
          <ac:spMkLst>
            <pc:docMk/>
            <pc:sldMk cId="495438960" sldId="504"/>
            <ac:spMk id="93" creationId="{E86C818F-9D75-4FE4-B06F-1F03B77AF158}"/>
          </ac:spMkLst>
        </pc:spChg>
        <pc:spChg chg="add mod">
          <ac:chgData name="Cristian Chilipirea" userId="34ab170da5908fc4" providerId="LiveId" clId="{7840C37D-FDDB-4314-A31E-446F31402874}" dt="2019-10-13T10:42:58.398" v="177" actId="1076"/>
          <ac:spMkLst>
            <pc:docMk/>
            <pc:sldMk cId="495438960" sldId="504"/>
            <ac:spMk id="94" creationId="{752C1EC9-B2C1-48AD-92C7-0CC4B8AD753F}"/>
          </ac:spMkLst>
        </pc:spChg>
        <pc:spChg chg="add mod">
          <ac:chgData name="Cristian Chilipirea" userId="34ab170da5908fc4" providerId="LiveId" clId="{7840C37D-FDDB-4314-A31E-446F31402874}" dt="2019-10-13T10:42:58.398" v="177" actId="1076"/>
          <ac:spMkLst>
            <pc:docMk/>
            <pc:sldMk cId="495438960" sldId="504"/>
            <ac:spMk id="95" creationId="{98247662-BE81-4501-A81E-AB2C9915CA02}"/>
          </ac:spMkLst>
        </pc:spChg>
        <pc:spChg chg="add mod">
          <ac:chgData name="Cristian Chilipirea" userId="34ab170da5908fc4" providerId="LiveId" clId="{7840C37D-FDDB-4314-A31E-446F31402874}" dt="2019-10-13T10:42:58.398" v="177" actId="1076"/>
          <ac:spMkLst>
            <pc:docMk/>
            <pc:sldMk cId="495438960" sldId="504"/>
            <ac:spMk id="96" creationId="{6E7AD997-2ECA-4164-BF7E-927007FC3AED}"/>
          </ac:spMkLst>
        </pc:spChg>
        <pc:spChg chg="add mod">
          <ac:chgData name="Cristian Chilipirea" userId="34ab170da5908fc4" providerId="LiveId" clId="{7840C37D-FDDB-4314-A31E-446F31402874}" dt="2019-10-13T10:42:58.398" v="177" actId="1076"/>
          <ac:spMkLst>
            <pc:docMk/>
            <pc:sldMk cId="495438960" sldId="504"/>
            <ac:spMk id="97" creationId="{3F482257-785F-49B6-971B-51E889212BE4}"/>
          </ac:spMkLst>
        </pc:spChg>
        <pc:spChg chg="add mod">
          <ac:chgData name="Cristian Chilipirea" userId="34ab170da5908fc4" providerId="LiveId" clId="{7840C37D-FDDB-4314-A31E-446F31402874}" dt="2019-10-13T10:42:58.398" v="177" actId="1076"/>
          <ac:spMkLst>
            <pc:docMk/>
            <pc:sldMk cId="495438960" sldId="504"/>
            <ac:spMk id="98" creationId="{8A1CCA4F-9A8D-4F67-94F0-731EB673F485}"/>
          </ac:spMkLst>
        </pc:spChg>
        <pc:spChg chg="add mod">
          <ac:chgData name="Cristian Chilipirea" userId="34ab170da5908fc4" providerId="LiveId" clId="{7840C37D-FDDB-4314-A31E-446F31402874}" dt="2019-10-13T10:42:58.398" v="177" actId="1076"/>
          <ac:spMkLst>
            <pc:docMk/>
            <pc:sldMk cId="495438960" sldId="504"/>
            <ac:spMk id="99" creationId="{BE765AEC-4E14-4452-B566-95AAFAB7F6E5}"/>
          </ac:spMkLst>
        </pc:spChg>
        <pc:spChg chg="add mod">
          <ac:chgData name="Cristian Chilipirea" userId="34ab170da5908fc4" providerId="LiveId" clId="{7840C37D-FDDB-4314-A31E-446F31402874}" dt="2019-10-13T10:42:58.398" v="177" actId="1076"/>
          <ac:spMkLst>
            <pc:docMk/>
            <pc:sldMk cId="495438960" sldId="504"/>
            <ac:spMk id="100" creationId="{DB8B5C5E-2A3C-4311-BBC5-9A1DFAA439EA}"/>
          </ac:spMkLst>
        </pc:spChg>
        <pc:spChg chg="add mod">
          <ac:chgData name="Cristian Chilipirea" userId="34ab170da5908fc4" providerId="LiveId" clId="{7840C37D-FDDB-4314-A31E-446F31402874}" dt="2019-10-13T10:42:58.398" v="177" actId="1076"/>
          <ac:spMkLst>
            <pc:docMk/>
            <pc:sldMk cId="495438960" sldId="504"/>
            <ac:spMk id="101" creationId="{F643F57C-7A30-48A8-91CF-B96823A4C199}"/>
          </ac:spMkLst>
        </pc:spChg>
        <pc:spChg chg="add mod">
          <ac:chgData name="Cristian Chilipirea" userId="34ab170da5908fc4" providerId="LiveId" clId="{7840C37D-FDDB-4314-A31E-446F31402874}" dt="2019-10-13T10:42:58.398" v="177" actId="1076"/>
          <ac:spMkLst>
            <pc:docMk/>
            <pc:sldMk cId="495438960" sldId="504"/>
            <ac:spMk id="102" creationId="{020913AC-7EC7-45E3-B614-D2BCCD7DBA23}"/>
          </ac:spMkLst>
        </pc:spChg>
        <pc:spChg chg="add mod">
          <ac:chgData name="Cristian Chilipirea" userId="34ab170da5908fc4" providerId="LiveId" clId="{7840C37D-FDDB-4314-A31E-446F31402874}" dt="2019-10-13T10:42:58.398" v="177" actId="1076"/>
          <ac:spMkLst>
            <pc:docMk/>
            <pc:sldMk cId="495438960" sldId="504"/>
            <ac:spMk id="103" creationId="{4783DF21-22BD-48D7-AE0B-E5E15BBC6719}"/>
          </ac:spMkLst>
        </pc:spChg>
        <pc:cxnChg chg="add del">
          <ac:chgData name="Cristian Chilipirea" userId="34ab170da5908fc4" providerId="LiveId" clId="{7840C37D-FDDB-4314-A31E-446F31402874}" dt="2019-10-13T10:42:56.563" v="175"/>
          <ac:cxnSpMkLst>
            <pc:docMk/>
            <pc:sldMk cId="495438960" sldId="504"/>
            <ac:cxnSpMk id="6" creationId="{C15E9828-77E6-42D5-98DE-74BC8FBDF445}"/>
          </ac:cxnSpMkLst>
        </pc:cxnChg>
        <pc:cxnChg chg="add del">
          <ac:chgData name="Cristian Chilipirea" userId="34ab170da5908fc4" providerId="LiveId" clId="{7840C37D-FDDB-4314-A31E-446F31402874}" dt="2019-10-13T10:42:56.563" v="175"/>
          <ac:cxnSpMkLst>
            <pc:docMk/>
            <pc:sldMk cId="495438960" sldId="504"/>
            <ac:cxnSpMk id="7" creationId="{441D0F15-92E2-4177-BAD7-01CCF5DC8B2C}"/>
          </ac:cxnSpMkLst>
        </pc:cxnChg>
        <pc:cxnChg chg="add del">
          <ac:chgData name="Cristian Chilipirea" userId="34ab170da5908fc4" providerId="LiveId" clId="{7840C37D-FDDB-4314-A31E-446F31402874}" dt="2019-10-13T10:42:56.563" v="175"/>
          <ac:cxnSpMkLst>
            <pc:docMk/>
            <pc:sldMk cId="495438960" sldId="504"/>
            <ac:cxnSpMk id="8" creationId="{C335BB8A-F713-49E4-B0A5-974B7BC19EB4}"/>
          </ac:cxnSpMkLst>
        </pc:cxnChg>
        <pc:cxnChg chg="add del">
          <ac:chgData name="Cristian Chilipirea" userId="34ab170da5908fc4" providerId="LiveId" clId="{7840C37D-FDDB-4314-A31E-446F31402874}" dt="2019-10-13T10:42:56.563" v="175"/>
          <ac:cxnSpMkLst>
            <pc:docMk/>
            <pc:sldMk cId="495438960" sldId="504"/>
            <ac:cxnSpMk id="9" creationId="{10839E64-DD80-4C18-A9E3-E49EB0954263}"/>
          </ac:cxnSpMkLst>
        </pc:cxnChg>
        <pc:cxnChg chg="add del">
          <ac:chgData name="Cristian Chilipirea" userId="34ab170da5908fc4" providerId="LiveId" clId="{7840C37D-FDDB-4314-A31E-446F31402874}" dt="2019-10-13T10:42:56.563" v="175"/>
          <ac:cxnSpMkLst>
            <pc:docMk/>
            <pc:sldMk cId="495438960" sldId="504"/>
            <ac:cxnSpMk id="10" creationId="{5A3537E6-58BC-451C-9565-AADB92C8A7C7}"/>
          </ac:cxnSpMkLst>
        </pc:cxnChg>
        <pc:cxnChg chg="add del">
          <ac:chgData name="Cristian Chilipirea" userId="34ab170da5908fc4" providerId="LiveId" clId="{7840C37D-FDDB-4314-A31E-446F31402874}" dt="2019-10-13T10:42:56.563" v="175"/>
          <ac:cxnSpMkLst>
            <pc:docMk/>
            <pc:sldMk cId="495438960" sldId="504"/>
            <ac:cxnSpMk id="11" creationId="{0FFF46DD-C0B4-40CF-90C8-D2F6D3BB25A6}"/>
          </ac:cxnSpMkLst>
        </pc:cxnChg>
        <pc:cxnChg chg="add del">
          <ac:chgData name="Cristian Chilipirea" userId="34ab170da5908fc4" providerId="LiveId" clId="{7840C37D-FDDB-4314-A31E-446F31402874}" dt="2019-10-13T10:42:56.563" v="175"/>
          <ac:cxnSpMkLst>
            <pc:docMk/>
            <pc:sldMk cId="495438960" sldId="504"/>
            <ac:cxnSpMk id="12" creationId="{D1BC58AC-F763-4AFF-9DE6-28E88BAAC913}"/>
          </ac:cxnSpMkLst>
        </pc:cxnChg>
        <pc:cxnChg chg="add del">
          <ac:chgData name="Cristian Chilipirea" userId="34ab170da5908fc4" providerId="LiveId" clId="{7840C37D-FDDB-4314-A31E-446F31402874}" dt="2019-10-13T10:42:56.563" v="175"/>
          <ac:cxnSpMkLst>
            <pc:docMk/>
            <pc:sldMk cId="495438960" sldId="504"/>
            <ac:cxnSpMk id="13" creationId="{7E998AF2-F4C1-45BB-BC71-F1108DAF6B6A}"/>
          </ac:cxnSpMkLst>
        </pc:cxnChg>
        <pc:cxnChg chg="add del">
          <ac:chgData name="Cristian Chilipirea" userId="34ab170da5908fc4" providerId="LiveId" clId="{7840C37D-FDDB-4314-A31E-446F31402874}" dt="2019-10-13T10:42:56.563" v="175"/>
          <ac:cxnSpMkLst>
            <pc:docMk/>
            <pc:sldMk cId="495438960" sldId="504"/>
            <ac:cxnSpMk id="14" creationId="{3A86BC21-7B14-4E9D-B805-18AAEDEB4F93}"/>
          </ac:cxnSpMkLst>
        </pc:cxnChg>
        <pc:cxnChg chg="add del">
          <ac:chgData name="Cristian Chilipirea" userId="34ab170da5908fc4" providerId="LiveId" clId="{7840C37D-FDDB-4314-A31E-446F31402874}" dt="2019-10-13T10:42:56.563" v="175"/>
          <ac:cxnSpMkLst>
            <pc:docMk/>
            <pc:sldMk cId="495438960" sldId="504"/>
            <ac:cxnSpMk id="15" creationId="{8F2ED45C-6DFD-4185-81BB-EFD3060F3C8A}"/>
          </ac:cxnSpMkLst>
        </pc:cxnChg>
        <pc:cxnChg chg="add del">
          <ac:chgData name="Cristian Chilipirea" userId="34ab170da5908fc4" providerId="LiveId" clId="{7840C37D-FDDB-4314-A31E-446F31402874}" dt="2019-10-13T10:42:56.563" v="175"/>
          <ac:cxnSpMkLst>
            <pc:docMk/>
            <pc:sldMk cId="495438960" sldId="504"/>
            <ac:cxnSpMk id="16" creationId="{A32B113B-38CF-4651-AA06-1D2641CF82FE}"/>
          </ac:cxnSpMkLst>
        </pc:cxnChg>
        <pc:cxnChg chg="add del">
          <ac:chgData name="Cristian Chilipirea" userId="34ab170da5908fc4" providerId="LiveId" clId="{7840C37D-FDDB-4314-A31E-446F31402874}" dt="2019-10-13T10:42:56.563" v="175"/>
          <ac:cxnSpMkLst>
            <pc:docMk/>
            <pc:sldMk cId="495438960" sldId="504"/>
            <ac:cxnSpMk id="17" creationId="{65AE982B-20B5-45BB-9048-AB143B6BF8A5}"/>
          </ac:cxnSpMkLst>
        </pc:cxnChg>
        <pc:cxnChg chg="add del">
          <ac:chgData name="Cristian Chilipirea" userId="34ab170da5908fc4" providerId="LiveId" clId="{7840C37D-FDDB-4314-A31E-446F31402874}" dt="2019-10-13T10:42:56.563" v="175"/>
          <ac:cxnSpMkLst>
            <pc:docMk/>
            <pc:sldMk cId="495438960" sldId="504"/>
            <ac:cxnSpMk id="18" creationId="{62C23788-53C1-496A-BDF2-2AA736331A0E}"/>
          </ac:cxnSpMkLst>
        </pc:cxnChg>
        <pc:cxnChg chg="add del">
          <ac:chgData name="Cristian Chilipirea" userId="34ab170da5908fc4" providerId="LiveId" clId="{7840C37D-FDDB-4314-A31E-446F31402874}" dt="2019-10-13T10:42:56.563" v="175"/>
          <ac:cxnSpMkLst>
            <pc:docMk/>
            <pc:sldMk cId="495438960" sldId="504"/>
            <ac:cxnSpMk id="19" creationId="{8B25A89B-F760-45CC-82A3-25E310DD1B14}"/>
          </ac:cxnSpMkLst>
        </pc:cxnChg>
        <pc:cxnChg chg="add del">
          <ac:chgData name="Cristian Chilipirea" userId="34ab170da5908fc4" providerId="LiveId" clId="{7840C37D-FDDB-4314-A31E-446F31402874}" dt="2019-10-13T10:42:56.563" v="175"/>
          <ac:cxnSpMkLst>
            <pc:docMk/>
            <pc:sldMk cId="495438960" sldId="504"/>
            <ac:cxnSpMk id="20" creationId="{843A30F6-ECF3-4032-9322-E2A9497E5D54}"/>
          </ac:cxnSpMkLst>
        </pc:cxnChg>
        <pc:cxnChg chg="add del">
          <ac:chgData name="Cristian Chilipirea" userId="34ab170da5908fc4" providerId="LiveId" clId="{7840C37D-FDDB-4314-A31E-446F31402874}" dt="2019-10-13T10:42:56.563" v="175"/>
          <ac:cxnSpMkLst>
            <pc:docMk/>
            <pc:sldMk cId="495438960" sldId="504"/>
            <ac:cxnSpMk id="21" creationId="{D374157B-9F6D-4FB2-8041-8EE4850CDEC6}"/>
          </ac:cxnSpMkLst>
        </pc:cxnChg>
        <pc:cxnChg chg="add del">
          <ac:chgData name="Cristian Chilipirea" userId="34ab170da5908fc4" providerId="LiveId" clId="{7840C37D-FDDB-4314-A31E-446F31402874}" dt="2019-10-13T10:42:56.563" v="175"/>
          <ac:cxnSpMkLst>
            <pc:docMk/>
            <pc:sldMk cId="495438960" sldId="504"/>
            <ac:cxnSpMk id="22" creationId="{F4F014C6-0F38-4092-8494-F910482554C5}"/>
          </ac:cxnSpMkLst>
        </pc:cxnChg>
        <pc:cxnChg chg="add del">
          <ac:chgData name="Cristian Chilipirea" userId="34ab170da5908fc4" providerId="LiveId" clId="{7840C37D-FDDB-4314-A31E-446F31402874}" dt="2019-10-13T10:42:56.563" v="175"/>
          <ac:cxnSpMkLst>
            <pc:docMk/>
            <pc:sldMk cId="495438960" sldId="504"/>
            <ac:cxnSpMk id="23" creationId="{8C8D6DAB-C6CB-4A06-ACA3-52ADCFDFBCFD}"/>
          </ac:cxnSpMkLst>
        </pc:cxnChg>
        <pc:cxnChg chg="add del">
          <ac:chgData name="Cristian Chilipirea" userId="34ab170da5908fc4" providerId="LiveId" clId="{7840C37D-FDDB-4314-A31E-446F31402874}" dt="2019-10-13T10:42:56.563" v="175"/>
          <ac:cxnSpMkLst>
            <pc:docMk/>
            <pc:sldMk cId="495438960" sldId="504"/>
            <ac:cxnSpMk id="24" creationId="{8BE71EC4-9951-4BAB-8A7A-033E4324CC43}"/>
          </ac:cxnSpMkLst>
        </pc:cxnChg>
        <pc:cxnChg chg="add del">
          <ac:chgData name="Cristian Chilipirea" userId="34ab170da5908fc4" providerId="LiveId" clId="{7840C37D-FDDB-4314-A31E-446F31402874}" dt="2019-10-13T10:42:56.563" v="175"/>
          <ac:cxnSpMkLst>
            <pc:docMk/>
            <pc:sldMk cId="495438960" sldId="504"/>
            <ac:cxnSpMk id="25" creationId="{3CAD9C96-AF66-4629-B7A7-49409FC0CE44}"/>
          </ac:cxnSpMkLst>
        </pc:cxnChg>
        <pc:cxnChg chg="add del">
          <ac:chgData name="Cristian Chilipirea" userId="34ab170da5908fc4" providerId="LiveId" clId="{7840C37D-FDDB-4314-A31E-446F31402874}" dt="2019-10-13T10:42:56.563" v="175"/>
          <ac:cxnSpMkLst>
            <pc:docMk/>
            <pc:sldMk cId="495438960" sldId="504"/>
            <ac:cxnSpMk id="26" creationId="{D48DAE50-024E-49A3-8B64-4CE31E0CA8F4}"/>
          </ac:cxnSpMkLst>
        </pc:cxnChg>
        <pc:cxnChg chg="add del">
          <ac:chgData name="Cristian Chilipirea" userId="34ab170da5908fc4" providerId="LiveId" clId="{7840C37D-FDDB-4314-A31E-446F31402874}" dt="2019-10-13T10:42:56.563" v="175"/>
          <ac:cxnSpMkLst>
            <pc:docMk/>
            <pc:sldMk cId="495438960" sldId="504"/>
            <ac:cxnSpMk id="27" creationId="{B0E9C117-5D66-4DDE-BB41-2467AC127C14}"/>
          </ac:cxnSpMkLst>
        </pc:cxnChg>
        <pc:cxnChg chg="add del">
          <ac:chgData name="Cristian Chilipirea" userId="34ab170da5908fc4" providerId="LiveId" clId="{7840C37D-FDDB-4314-A31E-446F31402874}" dt="2019-10-13T10:42:56.563" v="175"/>
          <ac:cxnSpMkLst>
            <pc:docMk/>
            <pc:sldMk cId="495438960" sldId="504"/>
            <ac:cxnSpMk id="28" creationId="{9BBE6395-3164-417E-A851-C7E518987112}"/>
          </ac:cxnSpMkLst>
        </pc:cxnChg>
        <pc:cxnChg chg="add mod">
          <ac:chgData name="Cristian Chilipirea" userId="34ab170da5908fc4" providerId="LiveId" clId="{7840C37D-FDDB-4314-A31E-446F31402874}" dt="2019-10-13T10:42:58.398" v="177" actId="1076"/>
          <ac:cxnSpMkLst>
            <pc:docMk/>
            <pc:sldMk cId="495438960" sldId="504"/>
            <ac:cxnSpMk id="56" creationId="{1689AB7F-4EE8-41FA-9199-F1CA26B6BE29}"/>
          </ac:cxnSpMkLst>
        </pc:cxnChg>
        <pc:cxnChg chg="add mod">
          <ac:chgData name="Cristian Chilipirea" userId="34ab170da5908fc4" providerId="LiveId" clId="{7840C37D-FDDB-4314-A31E-446F31402874}" dt="2019-10-13T10:42:58.398" v="177" actId="1076"/>
          <ac:cxnSpMkLst>
            <pc:docMk/>
            <pc:sldMk cId="495438960" sldId="504"/>
            <ac:cxnSpMk id="57" creationId="{F02384D7-A110-4710-A2E1-23B715130B43}"/>
          </ac:cxnSpMkLst>
        </pc:cxnChg>
        <pc:cxnChg chg="add mod">
          <ac:chgData name="Cristian Chilipirea" userId="34ab170da5908fc4" providerId="LiveId" clId="{7840C37D-FDDB-4314-A31E-446F31402874}" dt="2019-10-13T10:42:58.398" v="177" actId="1076"/>
          <ac:cxnSpMkLst>
            <pc:docMk/>
            <pc:sldMk cId="495438960" sldId="504"/>
            <ac:cxnSpMk id="58" creationId="{2EC855D9-5E9B-4998-9C9B-456E5DA20D19}"/>
          </ac:cxnSpMkLst>
        </pc:cxnChg>
        <pc:cxnChg chg="add mod">
          <ac:chgData name="Cristian Chilipirea" userId="34ab170da5908fc4" providerId="LiveId" clId="{7840C37D-FDDB-4314-A31E-446F31402874}" dt="2019-10-13T10:42:58.398" v="177" actId="1076"/>
          <ac:cxnSpMkLst>
            <pc:docMk/>
            <pc:sldMk cId="495438960" sldId="504"/>
            <ac:cxnSpMk id="59" creationId="{0AD13067-B0A1-40A8-A7BC-33828A000857}"/>
          </ac:cxnSpMkLst>
        </pc:cxnChg>
        <pc:cxnChg chg="add mod">
          <ac:chgData name="Cristian Chilipirea" userId="34ab170da5908fc4" providerId="LiveId" clId="{7840C37D-FDDB-4314-A31E-446F31402874}" dt="2019-10-13T10:42:58.398" v="177" actId="1076"/>
          <ac:cxnSpMkLst>
            <pc:docMk/>
            <pc:sldMk cId="495438960" sldId="504"/>
            <ac:cxnSpMk id="60" creationId="{652D8F24-02F1-4018-A07D-56F884F772BA}"/>
          </ac:cxnSpMkLst>
        </pc:cxnChg>
        <pc:cxnChg chg="add mod">
          <ac:chgData name="Cristian Chilipirea" userId="34ab170da5908fc4" providerId="LiveId" clId="{7840C37D-FDDB-4314-A31E-446F31402874}" dt="2019-10-13T10:42:58.398" v="177" actId="1076"/>
          <ac:cxnSpMkLst>
            <pc:docMk/>
            <pc:sldMk cId="495438960" sldId="504"/>
            <ac:cxnSpMk id="61" creationId="{FCB3CCBB-DDAB-4BFE-BF91-45321BFC0E51}"/>
          </ac:cxnSpMkLst>
        </pc:cxnChg>
        <pc:cxnChg chg="add mod">
          <ac:chgData name="Cristian Chilipirea" userId="34ab170da5908fc4" providerId="LiveId" clId="{7840C37D-FDDB-4314-A31E-446F31402874}" dt="2019-10-13T10:42:58.398" v="177" actId="1076"/>
          <ac:cxnSpMkLst>
            <pc:docMk/>
            <pc:sldMk cId="495438960" sldId="504"/>
            <ac:cxnSpMk id="62" creationId="{1D2E95B5-8007-42B7-B904-C24ED27A24AE}"/>
          </ac:cxnSpMkLst>
        </pc:cxnChg>
        <pc:cxnChg chg="add mod">
          <ac:chgData name="Cristian Chilipirea" userId="34ab170da5908fc4" providerId="LiveId" clId="{7840C37D-FDDB-4314-A31E-446F31402874}" dt="2019-10-13T10:42:58.398" v="177" actId="1076"/>
          <ac:cxnSpMkLst>
            <pc:docMk/>
            <pc:sldMk cId="495438960" sldId="504"/>
            <ac:cxnSpMk id="63" creationId="{0BDE9582-031D-4461-90E3-B74E27809D49}"/>
          </ac:cxnSpMkLst>
        </pc:cxnChg>
        <pc:cxnChg chg="add mod">
          <ac:chgData name="Cristian Chilipirea" userId="34ab170da5908fc4" providerId="LiveId" clId="{7840C37D-FDDB-4314-A31E-446F31402874}" dt="2019-10-13T10:42:58.398" v="177" actId="1076"/>
          <ac:cxnSpMkLst>
            <pc:docMk/>
            <pc:sldMk cId="495438960" sldId="504"/>
            <ac:cxnSpMk id="64" creationId="{871EE75E-86B2-482E-93DC-9BD601326BE1}"/>
          </ac:cxnSpMkLst>
        </pc:cxnChg>
        <pc:cxnChg chg="add mod">
          <ac:chgData name="Cristian Chilipirea" userId="34ab170da5908fc4" providerId="LiveId" clId="{7840C37D-FDDB-4314-A31E-446F31402874}" dt="2019-10-13T10:42:58.398" v="177" actId="1076"/>
          <ac:cxnSpMkLst>
            <pc:docMk/>
            <pc:sldMk cId="495438960" sldId="504"/>
            <ac:cxnSpMk id="65" creationId="{680524E7-E22F-481D-AB2C-43041376B644}"/>
          </ac:cxnSpMkLst>
        </pc:cxnChg>
        <pc:cxnChg chg="add mod">
          <ac:chgData name="Cristian Chilipirea" userId="34ab170da5908fc4" providerId="LiveId" clId="{7840C37D-FDDB-4314-A31E-446F31402874}" dt="2019-10-13T10:42:58.398" v="177" actId="1076"/>
          <ac:cxnSpMkLst>
            <pc:docMk/>
            <pc:sldMk cId="495438960" sldId="504"/>
            <ac:cxnSpMk id="66" creationId="{B03AA2AD-4925-49EC-97D2-A30497EA0109}"/>
          </ac:cxnSpMkLst>
        </pc:cxnChg>
        <pc:cxnChg chg="add mod">
          <ac:chgData name="Cristian Chilipirea" userId="34ab170da5908fc4" providerId="LiveId" clId="{7840C37D-FDDB-4314-A31E-446F31402874}" dt="2019-10-13T10:42:58.398" v="177" actId="1076"/>
          <ac:cxnSpMkLst>
            <pc:docMk/>
            <pc:sldMk cId="495438960" sldId="504"/>
            <ac:cxnSpMk id="67" creationId="{5B7FBF46-8616-4F81-97EE-D4AD03F8FF48}"/>
          </ac:cxnSpMkLst>
        </pc:cxnChg>
        <pc:cxnChg chg="add mod">
          <ac:chgData name="Cristian Chilipirea" userId="34ab170da5908fc4" providerId="LiveId" clId="{7840C37D-FDDB-4314-A31E-446F31402874}" dt="2019-10-13T10:42:58.398" v="177" actId="1076"/>
          <ac:cxnSpMkLst>
            <pc:docMk/>
            <pc:sldMk cId="495438960" sldId="504"/>
            <ac:cxnSpMk id="68" creationId="{3EE2B313-F550-4F8E-9F24-0FD234FB8E8B}"/>
          </ac:cxnSpMkLst>
        </pc:cxnChg>
        <pc:cxnChg chg="add mod">
          <ac:chgData name="Cristian Chilipirea" userId="34ab170da5908fc4" providerId="LiveId" clId="{7840C37D-FDDB-4314-A31E-446F31402874}" dt="2019-10-13T10:42:58.398" v="177" actId="1076"/>
          <ac:cxnSpMkLst>
            <pc:docMk/>
            <pc:sldMk cId="495438960" sldId="504"/>
            <ac:cxnSpMk id="69" creationId="{9A0D607A-F2CD-4555-811A-018534D7E910}"/>
          </ac:cxnSpMkLst>
        </pc:cxnChg>
        <pc:cxnChg chg="add mod">
          <ac:chgData name="Cristian Chilipirea" userId="34ab170da5908fc4" providerId="LiveId" clId="{7840C37D-FDDB-4314-A31E-446F31402874}" dt="2019-10-13T10:42:58.398" v="177" actId="1076"/>
          <ac:cxnSpMkLst>
            <pc:docMk/>
            <pc:sldMk cId="495438960" sldId="504"/>
            <ac:cxnSpMk id="70" creationId="{113D67D1-B907-4C50-8B85-0ED397BB84B3}"/>
          </ac:cxnSpMkLst>
        </pc:cxnChg>
        <pc:cxnChg chg="add mod">
          <ac:chgData name="Cristian Chilipirea" userId="34ab170da5908fc4" providerId="LiveId" clId="{7840C37D-FDDB-4314-A31E-446F31402874}" dt="2019-10-13T10:42:58.398" v="177" actId="1076"/>
          <ac:cxnSpMkLst>
            <pc:docMk/>
            <pc:sldMk cId="495438960" sldId="504"/>
            <ac:cxnSpMk id="71" creationId="{09F54557-A9FD-4365-9A59-6FEF73CCCA48}"/>
          </ac:cxnSpMkLst>
        </pc:cxnChg>
        <pc:cxnChg chg="add mod">
          <ac:chgData name="Cristian Chilipirea" userId="34ab170da5908fc4" providerId="LiveId" clId="{7840C37D-FDDB-4314-A31E-446F31402874}" dt="2019-10-13T10:42:58.398" v="177" actId="1076"/>
          <ac:cxnSpMkLst>
            <pc:docMk/>
            <pc:sldMk cId="495438960" sldId="504"/>
            <ac:cxnSpMk id="72" creationId="{427DA6F1-9E86-463B-AEDF-8974F23BD55D}"/>
          </ac:cxnSpMkLst>
        </pc:cxnChg>
        <pc:cxnChg chg="add mod">
          <ac:chgData name="Cristian Chilipirea" userId="34ab170da5908fc4" providerId="LiveId" clId="{7840C37D-FDDB-4314-A31E-446F31402874}" dt="2019-10-13T10:42:58.398" v="177" actId="1076"/>
          <ac:cxnSpMkLst>
            <pc:docMk/>
            <pc:sldMk cId="495438960" sldId="504"/>
            <ac:cxnSpMk id="73" creationId="{37842294-271D-42BE-A23E-502F4F2A06AF}"/>
          </ac:cxnSpMkLst>
        </pc:cxnChg>
        <pc:cxnChg chg="add mod">
          <ac:chgData name="Cristian Chilipirea" userId="34ab170da5908fc4" providerId="LiveId" clId="{7840C37D-FDDB-4314-A31E-446F31402874}" dt="2019-10-13T10:42:58.398" v="177" actId="1076"/>
          <ac:cxnSpMkLst>
            <pc:docMk/>
            <pc:sldMk cId="495438960" sldId="504"/>
            <ac:cxnSpMk id="74" creationId="{8E168100-8EAE-4DBE-A637-C28EDDA8E499}"/>
          </ac:cxnSpMkLst>
        </pc:cxnChg>
        <pc:cxnChg chg="add mod">
          <ac:chgData name="Cristian Chilipirea" userId="34ab170da5908fc4" providerId="LiveId" clId="{7840C37D-FDDB-4314-A31E-446F31402874}" dt="2019-10-13T10:42:58.398" v="177" actId="1076"/>
          <ac:cxnSpMkLst>
            <pc:docMk/>
            <pc:sldMk cId="495438960" sldId="504"/>
            <ac:cxnSpMk id="75" creationId="{9BCBCCC5-8F63-480D-AA15-7D12283C1F97}"/>
          </ac:cxnSpMkLst>
        </pc:cxnChg>
        <pc:cxnChg chg="add mod">
          <ac:chgData name="Cristian Chilipirea" userId="34ab170da5908fc4" providerId="LiveId" clId="{7840C37D-FDDB-4314-A31E-446F31402874}" dt="2019-10-13T10:42:58.398" v="177" actId="1076"/>
          <ac:cxnSpMkLst>
            <pc:docMk/>
            <pc:sldMk cId="495438960" sldId="504"/>
            <ac:cxnSpMk id="76" creationId="{7DC01EB2-42BB-4318-BF8F-F7761EA73062}"/>
          </ac:cxnSpMkLst>
        </pc:cxnChg>
        <pc:cxnChg chg="add mod">
          <ac:chgData name="Cristian Chilipirea" userId="34ab170da5908fc4" providerId="LiveId" clId="{7840C37D-FDDB-4314-A31E-446F31402874}" dt="2019-10-13T10:42:58.398" v="177" actId="1076"/>
          <ac:cxnSpMkLst>
            <pc:docMk/>
            <pc:sldMk cId="495438960" sldId="504"/>
            <ac:cxnSpMk id="77" creationId="{9D5DFE99-7056-4FC7-A926-F251799432D6}"/>
          </ac:cxnSpMkLst>
        </pc:cxnChg>
        <pc:cxnChg chg="add mod">
          <ac:chgData name="Cristian Chilipirea" userId="34ab170da5908fc4" providerId="LiveId" clId="{7840C37D-FDDB-4314-A31E-446F31402874}" dt="2019-10-13T10:42:58.398" v="177" actId="1076"/>
          <ac:cxnSpMkLst>
            <pc:docMk/>
            <pc:sldMk cId="495438960" sldId="504"/>
            <ac:cxnSpMk id="78" creationId="{45B4CFB0-D3F8-4C41-8C54-7F650B193EAD}"/>
          </ac:cxnSpMkLst>
        </pc:cxnChg>
      </pc:sldChg>
      <pc:sldChg chg="del">
        <pc:chgData name="Cristian Chilipirea" userId="34ab170da5908fc4" providerId="LiveId" clId="{7840C37D-FDDB-4314-A31E-446F31402874}" dt="2019-10-13T10:35:44.951" v="18" actId="2696"/>
        <pc:sldMkLst>
          <pc:docMk/>
          <pc:sldMk cId="990531940" sldId="504"/>
        </pc:sldMkLst>
      </pc:sldChg>
      <pc:sldChg chg="addSp delSp modSp add modAnim">
        <pc:chgData name="Cristian Chilipirea" userId="34ab170da5908fc4" providerId="LiveId" clId="{7840C37D-FDDB-4314-A31E-446F31402874}" dt="2019-10-13T10:43:14.895" v="184" actId="1076"/>
        <pc:sldMkLst>
          <pc:docMk/>
          <pc:sldMk cId="321996071" sldId="505"/>
        </pc:sldMkLst>
        <pc:spChg chg="mod">
          <ac:chgData name="Cristian Chilipirea" userId="34ab170da5908fc4" providerId="LiveId" clId="{7840C37D-FDDB-4314-A31E-446F31402874}" dt="2019-10-13T10:43:04.414" v="179"/>
          <ac:spMkLst>
            <pc:docMk/>
            <pc:sldMk cId="321996071" sldId="505"/>
            <ac:spMk id="2" creationId="{E0387D05-0463-4F32-9AF9-3FCD84A5A680}"/>
          </ac:spMkLst>
        </pc:spChg>
        <pc:spChg chg="del">
          <ac:chgData name="Cristian Chilipirea" userId="34ab170da5908fc4" providerId="LiveId" clId="{7840C37D-FDDB-4314-A31E-446F31402874}" dt="2019-10-13T10:43:05.830" v="180" actId="478"/>
          <ac:spMkLst>
            <pc:docMk/>
            <pc:sldMk cId="321996071" sldId="505"/>
            <ac:spMk id="3" creationId="{48175373-FE16-4BBC-A406-31714C6CAEBD}"/>
          </ac:spMkLst>
        </pc:spChg>
        <pc:spChg chg="add del">
          <ac:chgData name="Cristian Chilipirea" userId="34ab170da5908fc4" providerId="LiveId" clId="{7840C37D-FDDB-4314-A31E-446F31402874}" dt="2019-10-13T10:43:12.367" v="182"/>
          <ac:spMkLst>
            <pc:docMk/>
            <pc:sldMk cId="321996071" sldId="505"/>
            <ac:spMk id="4" creationId="{26B39DA4-1BC3-44F7-B934-FC1F645289F8}"/>
          </ac:spMkLst>
        </pc:spChg>
        <pc:spChg chg="add del">
          <ac:chgData name="Cristian Chilipirea" userId="34ab170da5908fc4" providerId="LiveId" clId="{7840C37D-FDDB-4314-A31E-446F31402874}" dt="2019-10-13T10:43:12.367" v="182"/>
          <ac:spMkLst>
            <pc:docMk/>
            <pc:sldMk cId="321996071" sldId="505"/>
            <ac:spMk id="5" creationId="{CA37BE9D-A446-4826-8BEA-201826E7B40B}"/>
          </ac:spMkLst>
        </pc:spChg>
        <pc:spChg chg="add del">
          <ac:chgData name="Cristian Chilipirea" userId="34ab170da5908fc4" providerId="LiveId" clId="{7840C37D-FDDB-4314-A31E-446F31402874}" dt="2019-10-13T10:43:12.367" v="182"/>
          <ac:spMkLst>
            <pc:docMk/>
            <pc:sldMk cId="321996071" sldId="505"/>
            <ac:spMk id="36" creationId="{D6520DF0-C864-4F37-8A12-DE7BBD373EB3}"/>
          </ac:spMkLst>
        </pc:spChg>
        <pc:spChg chg="add del">
          <ac:chgData name="Cristian Chilipirea" userId="34ab170da5908fc4" providerId="LiveId" clId="{7840C37D-FDDB-4314-A31E-446F31402874}" dt="2019-10-13T10:43:12.367" v="182"/>
          <ac:spMkLst>
            <pc:docMk/>
            <pc:sldMk cId="321996071" sldId="505"/>
            <ac:spMk id="37" creationId="{9DA0A1AF-4B48-484A-B248-C92D36009F22}"/>
          </ac:spMkLst>
        </pc:spChg>
        <pc:spChg chg="add del">
          <ac:chgData name="Cristian Chilipirea" userId="34ab170da5908fc4" providerId="LiveId" clId="{7840C37D-FDDB-4314-A31E-446F31402874}" dt="2019-10-13T10:43:12.367" v="182"/>
          <ac:spMkLst>
            <pc:docMk/>
            <pc:sldMk cId="321996071" sldId="505"/>
            <ac:spMk id="38" creationId="{4A477FC7-3DF6-4561-A4D0-BAA142B04DDD}"/>
          </ac:spMkLst>
        </pc:spChg>
        <pc:spChg chg="add del">
          <ac:chgData name="Cristian Chilipirea" userId="34ab170da5908fc4" providerId="LiveId" clId="{7840C37D-FDDB-4314-A31E-446F31402874}" dt="2019-10-13T10:43:12.367" v="182"/>
          <ac:spMkLst>
            <pc:docMk/>
            <pc:sldMk cId="321996071" sldId="505"/>
            <ac:spMk id="39" creationId="{63123DBE-9735-4202-BFB6-61768F4CDFEF}"/>
          </ac:spMkLst>
        </pc:spChg>
        <pc:spChg chg="add del">
          <ac:chgData name="Cristian Chilipirea" userId="34ab170da5908fc4" providerId="LiveId" clId="{7840C37D-FDDB-4314-A31E-446F31402874}" dt="2019-10-13T10:43:12.367" v="182"/>
          <ac:spMkLst>
            <pc:docMk/>
            <pc:sldMk cId="321996071" sldId="505"/>
            <ac:spMk id="40" creationId="{37EF3060-BAEA-4F58-A768-76BA2B8FB1C0}"/>
          </ac:spMkLst>
        </pc:spChg>
        <pc:spChg chg="add del">
          <ac:chgData name="Cristian Chilipirea" userId="34ab170da5908fc4" providerId="LiveId" clId="{7840C37D-FDDB-4314-A31E-446F31402874}" dt="2019-10-13T10:43:12.367" v="182"/>
          <ac:spMkLst>
            <pc:docMk/>
            <pc:sldMk cId="321996071" sldId="505"/>
            <ac:spMk id="41" creationId="{0F08EFCF-46A3-48EC-BDF1-936BD2C7BABD}"/>
          </ac:spMkLst>
        </pc:spChg>
        <pc:spChg chg="add del">
          <ac:chgData name="Cristian Chilipirea" userId="34ab170da5908fc4" providerId="LiveId" clId="{7840C37D-FDDB-4314-A31E-446F31402874}" dt="2019-10-13T10:43:12.367" v="182"/>
          <ac:spMkLst>
            <pc:docMk/>
            <pc:sldMk cId="321996071" sldId="505"/>
            <ac:spMk id="42" creationId="{DFCE4C49-5EF4-4C79-B71E-EE40D30B58DF}"/>
          </ac:spMkLst>
        </pc:spChg>
        <pc:spChg chg="add del">
          <ac:chgData name="Cristian Chilipirea" userId="34ab170da5908fc4" providerId="LiveId" clId="{7840C37D-FDDB-4314-A31E-446F31402874}" dt="2019-10-13T10:43:12.367" v="182"/>
          <ac:spMkLst>
            <pc:docMk/>
            <pc:sldMk cId="321996071" sldId="505"/>
            <ac:spMk id="43" creationId="{BC9B8D85-4B03-48DD-8E50-D8B437C64308}"/>
          </ac:spMkLst>
        </pc:spChg>
        <pc:spChg chg="add del">
          <ac:chgData name="Cristian Chilipirea" userId="34ab170da5908fc4" providerId="LiveId" clId="{7840C37D-FDDB-4314-A31E-446F31402874}" dt="2019-10-13T10:43:12.367" v="182"/>
          <ac:spMkLst>
            <pc:docMk/>
            <pc:sldMk cId="321996071" sldId="505"/>
            <ac:spMk id="44" creationId="{3594B26A-4588-4DE4-A66A-5AC90331F51C}"/>
          </ac:spMkLst>
        </pc:spChg>
        <pc:spChg chg="add del">
          <ac:chgData name="Cristian Chilipirea" userId="34ab170da5908fc4" providerId="LiveId" clId="{7840C37D-FDDB-4314-A31E-446F31402874}" dt="2019-10-13T10:43:12.367" v="182"/>
          <ac:spMkLst>
            <pc:docMk/>
            <pc:sldMk cId="321996071" sldId="505"/>
            <ac:spMk id="45" creationId="{19C4C940-C2C9-4A8A-A4B9-DBD08D7D4E7A}"/>
          </ac:spMkLst>
        </pc:spChg>
        <pc:spChg chg="add del">
          <ac:chgData name="Cristian Chilipirea" userId="34ab170da5908fc4" providerId="LiveId" clId="{7840C37D-FDDB-4314-A31E-446F31402874}" dt="2019-10-13T10:43:12.367" v="182"/>
          <ac:spMkLst>
            <pc:docMk/>
            <pc:sldMk cId="321996071" sldId="505"/>
            <ac:spMk id="46" creationId="{59018508-DD86-47FC-9E69-3E99121A4345}"/>
          </ac:spMkLst>
        </pc:spChg>
        <pc:spChg chg="add del">
          <ac:chgData name="Cristian Chilipirea" userId="34ab170da5908fc4" providerId="LiveId" clId="{7840C37D-FDDB-4314-A31E-446F31402874}" dt="2019-10-13T10:43:12.367" v="182"/>
          <ac:spMkLst>
            <pc:docMk/>
            <pc:sldMk cId="321996071" sldId="505"/>
            <ac:spMk id="47" creationId="{34E8689B-854B-4F43-8C3E-A7251BBCFBE5}"/>
          </ac:spMkLst>
        </pc:spChg>
        <pc:spChg chg="add del">
          <ac:chgData name="Cristian Chilipirea" userId="34ab170da5908fc4" providerId="LiveId" clId="{7840C37D-FDDB-4314-A31E-446F31402874}" dt="2019-10-13T10:43:12.367" v="182"/>
          <ac:spMkLst>
            <pc:docMk/>
            <pc:sldMk cId="321996071" sldId="505"/>
            <ac:spMk id="48" creationId="{39FDA65C-EB54-4B1F-B024-97EC2DF34A95}"/>
          </ac:spMkLst>
        </pc:spChg>
        <pc:spChg chg="add del">
          <ac:chgData name="Cristian Chilipirea" userId="34ab170da5908fc4" providerId="LiveId" clId="{7840C37D-FDDB-4314-A31E-446F31402874}" dt="2019-10-13T10:43:12.367" v="182"/>
          <ac:spMkLst>
            <pc:docMk/>
            <pc:sldMk cId="321996071" sldId="505"/>
            <ac:spMk id="49" creationId="{11BD45EF-B883-4A7F-94D7-1E892085B20C}"/>
          </ac:spMkLst>
        </pc:spChg>
        <pc:spChg chg="add del">
          <ac:chgData name="Cristian Chilipirea" userId="34ab170da5908fc4" providerId="LiveId" clId="{7840C37D-FDDB-4314-A31E-446F31402874}" dt="2019-10-13T10:43:12.367" v="182"/>
          <ac:spMkLst>
            <pc:docMk/>
            <pc:sldMk cId="321996071" sldId="505"/>
            <ac:spMk id="50" creationId="{0382A472-CF45-472A-A0F7-C018B518254A}"/>
          </ac:spMkLst>
        </pc:spChg>
        <pc:spChg chg="add del">
          <ac:chgData name="Cristian Chilipirea" userId="34ab170da5908fc4" providerId="LiveId" clId="{7840C37D-FDDB-4314-A31E-446F31402874}" dt="2019-10-13T10:43:12.367" v="182"/>
          <ac:spMkLst>
            <pc:docMk/>
            <pc:sldMk cId="321996071" sldId="505"/>
            <ac:spMk id="51" creationId="{F5172892-1245-4E7F-AD58-376274A5102B}"/>
          </ac:spMkLst>
        </pc:spChg>
        <pc:spChg chg="add del">
          <ac:chgData name="Cristian Chilipirea" userId="34ab170da5908fc4" providerId="LiveId" clId="{7840C37D-FDDB-4314-A31E-446F31402874}" dt="2019-10-13T10:43:12.367" v="182"/>
          <ac:spMkLst>
            <pc:docMk/>
            <pc:sldMk cId="321996071" sldId="505"/>
            <ac:spMk id="52" creationId="{562470F5-909E-4E56-A8A5-6C687949631E}"/>
          </ac:spMkLst>
        </pc:spChg>
        <pc:spChg chg="add del">
          <ac:chgData name="Cristian Chilipirea" userId="34ab170da5908fc4" providerId="LiveId" clId="{7840C37D-FDDB-4314-A31E-446F31402874}" dt="2019-10-13T10:43:12.367" v="182"/>
          <ac:spMkLst>
            <pc:docMk/>
            <pc:sldMk cId="321996071" sldId="505"/>
            <ac:spMk id="53" creationId="{33E2D150-189F-472A-8ED3-CF36AF5A31D5}"/>
          </ac:spMkLst>
        </pc:spChg>
        <pc:spChg chg="add del">
          <ac:chgData name="Cristian Chilipirea" userId="34ab170da5908fc4" providerId="LiveId" clId="{7840C37D-FDDB-4314-A31E-446F31402874}" dt="2019-10-13T10:43:12.367" v="182"/>
          <ac:spMkLst>
            <pc:docMk/>
            <pc:sldMk cId="321996071" sldId="505"/>
            <ac:spMk id="54" creationId="{47D8CBF8-C1BB-4ACF-8487-2BACA5939C61}"/>
          </ac:spMkLst>
        </pc:spChg>
        <pc:spChg chg="add del">
          <ac:chgData name="Cristian Chilipirea" userId="34ab170da5908fc4" providerId="LiveId" clId="{7840C37D-FDDB-4314-A31E-446F31402874}" dt="2019-10-13T10:43:12.367" v="182"/>
          <ac:spMkLst>
            <pc:docMk/>
            <pc:sldMk cId="321996071" sldId="505"/>
            <ac:spMk id="55" creationId="{AD9E0D3C-4389-4A8D-A223-D8E6EE3CDA67}"/>
          </ac:spMkLst>
        </pc:spChg>
        <pc:spChg chg="add del">
          <ac:chgData name="Cristian Chilipirea" userId="34ab170da5908fc4" providerId="LiveId" clId="{7840C37D-FDDB-4314-A31E-446F31402874}" dt="2019-10-13T10:43:12.367" v="182"/>
          <ac:spMkLst>
            <pc:docMk/>
            <pc:sldMk cId="321996071" sldId="505"/>
            <ac:spMk id="56" creationId="{17AECD25-F5FF-4D67-9BF6-6929524D09A6}"/>
          </ac:spMkLst>
        </pc:spChg>
        <pc:spChg chg="add del">
          <ac:chgData name="Cristian Chilipirea" userId="34ab170da5908fc4" providerId="LiveId" clId="{7840C37D-FDDB-4314-A31E-446F31402874}" dt="2019-10-13T10:43:12.367" v="182"/>
          <ac:spMkLst>
            <pc:docMk/>
            <pc:sldMk cId="321996071" sldId="505"/>
            <ac:spMk id="57" creationId="{A6447C8E-B861-4EBB-9322-759F5D5A0909}"/>
          </ac:spMkLst>
        </pc:spChg>
        <pc:spChg chg="add del">
          <ac:chgData name="Cristian Chilipirea" userId="34ab170da5908fc4" providerId="LiveId" clId="{7840C37D-FDDB-4314-A31E-446F31402874}" dt="2019-10-13T10:43:12.367" v="182"/>
          <ac:spMkLst>
            <pc:docMk/>
            <pc:sldMk cId="321996071" sldId="505"/>
            <ac:spMk id="58" creationId="{D4BEA2D1-0AF0-43BF-8B24-2E0874611ADA}"/>
          </ac:spMkLst>
        </pc:spChg>
        <pc:spChg chg="add del">
          <ac:chgData name="Cristian Chilipirea" userId="34ab170da5908fc4" providerId="LiveId" clId="{7840C37D-FDDB-4314-A31E-446F31402874}" dt="2019-10-13T10:43:12.367" v="182"/>
          <ac:spMkLst>
            <pc:docMk/>
            <pc:sldMk cId="321996071" sldId="505"/>
            <ac:spMk id="59" creationId="{F1D82F45-12DB-474D-9DD6-A8D750687F5E}"/>
          </ac:spMkLst>
        </pc:spChg>
        <pc:spChg chg="add del">
          <ac:chgData name="Cristian Chilipirea" userId="34ab170da5908fc4" providerId="LiveId" clId="{7840C37D-FDDB-4314-A31E-446F31402874}" dt="2019-10-13T10:43:12.367" v="182"/>
          <ac:spMkLst>
            <pc:docMk/>
            <pc:sldMk cId="321996071" sldId="505"/>
            <ac:spMk id="60" creationId="{2141A071-0899-4309-B84D-76B8127E3B40}"/>
          </ac:spMkLst>
        </pc:spChg>
        <pc:spChg chg="add del">
          <ac:chgData name="Cristian Chilipirea" userId="34ab170da5908fc4" providerId="LiveId" clId="{7840C37D-FDDB-4314-A31E-446F31402874}" dt="2019-10-13T10:43:12.367" v="182"/>
          <ac:spMkLst>
            <pc:docMk/>
            <pc:sldMk cId="321996071" sldId="505"/>
            <ac:spMk id="61" creationId="{B1F24A9F-7C27-4D4D-9099-16FC1F0FABA6}"/>
          </ac:spMkLst>
        </pc:spChg>
        <pc:spChg chg="add del">
          <ac:chgData name="Cristian Chilipirea" userId="34ab170da5908fc4" providerId="LiveId" clId="{7840C37D-FDDB-4314-A31E-446F31402874}" dt="2019-10-13T10:43:12.367" v="182"/>
          <ac:spMkLst>
            <pc:docMk/>
            <pc:sldMk cId="321996071" sldId="505"/>
            <ac:spMk id="62" creationId="{4BABD37B-56A5-492B-ABFB-766B4A379511}"/>
          </ac:spMkLst>
        </pc:spChg>
        <pc:spChg chg="add del">
          <ac:chgData name="Cristian Chilipirea" userId="34ab170da5908fc4" providerId="LiveId" clId="{7840C37D-FDDB-4314-A31E-446F31402874}" dt="2019-10-13T10:43:12.367" v="182"/>
          <ac:spMkLst>
            <pc:docMk/>
            <pc:sldMk cId="321996071" sldId="505"/>
            <ac:spMk id="63" creationId="{A5635EEB-FED1-4026-A482-A962156631DD}"/>
          </ac:spMkLst>
        </pc:spChg>
        <pc:spChg chg="add del">
          <ac:chgData name="Cristian Chilipirea" userId="34ab170da5908fc4" providerId="LiveId" clId="{7840C37D-FDDB-4314-A31E-446F31402874}" dt="2019-10-13T10:43:12.367" v="182"/>
          <ac:spMkLst>
            <pc:docMk/>
            <pc:sldMk cId="321996071" sldId="505"/>
            <ac:spMk id="64" creationId="{5087FBF7-B77D-4E16-B0C1-4F55203AA4D5}"/>
          </ac:spMkLst>
        </pc:spChg>
        <pc:spChg chg="add del">
          <ac:chgData name="Cristian Chilipirea" userId="34ab170da5908fc4" providerId="LiveId" clId="{7840C37D-FDDB-4314-A31E-446F31402874}" dt="2019-10-13T10:43:12.367" v="182"/>
          <ac:spMkLst>
            <pc:docMk/>
            <pc:sldMk cId="321996071" sldId="505"/>
            <ac:spMk id="65" creationId="{CA727CDC-443D-4868-8E90-E7C9D13837F7}"/>
          </ac:spMkLst>
        </pc:spChg>
        <pc:spChg chg="add del">
          <ac:chgData name="Cristian Chilipirea" userId="34ab170da5908fc4" providerId="LiveId" clId="{7840C37D-FDDB-4314-A31E-446F31402874}" dt="2019-10-13T10:43:12.367" v="182"/>
          <ac:spMkLst>
            <pc:docMk/>
            <pc:sldMk cId="321996071" sldId="505"/>
            <ac:spMk id="101" creationId="{EB66B9C0-115D-421D-B150-CB1CA8C003C5}"/>
          </ac:spMkLst>
        </pc:spChg>
        <pc:spChg chg="add del">
          <ac:chgData name="Cristian Chilipirea" userId="34ab170da5908fc4" providerId="LiveId" clId="{7840C37D-FDDB-4314-A31E-446F31402874}" dt="2019-10-13T10:43:12.367" v="182"/>
          <ac:spMkLst>
            <pc:docMk/>
            <pc:sldMk cId="321996071" sldId="505"/>
            <ac:spMk id="102" creationId="{D1866522-15B3-460D-80C4-E40D97343FC9}"/>
          </ac:spMkLst>
        </pc:spChg>
        <pc:spChg chg="add del">
          <ac:chgData name="Cristian Chilipirea" userId="34ab170da5908fc4" providerId="LiveId" clId="{7840C37D-FDDB-4314-A31E-446F31402874}" dt="2019-10-13T10:43:12.367" v="182"/>
          <ac:spMkLst>
            <pc:docMk/>
            <pc:sldMk cId="321996071" sldId="505"/>
            <ac:spMk id="103" creationId="{814CD685-3723-4EC8-9669-F1C6C26B5563}"/>
          </ac:spMkLst>
        </pc:spChg>
        <pc:spChg chg="add del">
          <ac:chgData name="Cristian Chilipirea" userId="34ab170da5908fc4" providerId="LiveId" clId="{7840C37D-FDDB-4314-A31E-446F31402874}" dt="2019-10-13T10:43:12.367" v="182"/>
          <ac:spMkLst>
            <pc:docMk/>
            <pc:sldMk cId="321996071" sldId="505"/>
            <ac:spMk id="104" creationId="{7609E9BD-1572-4186-81E1-6667594A7C20}"/>
          </ac:spMkLst>
        </pc:spChg>
        <pc:spChg chg="add del">
          <ac:chgData name="Cristian Chilipirea" userId="34ab170da5908fc4" providerId="LiveId" clId="{7840C37D-FDDB-4314-A31E-446F31402874}" dt="2019-10-13T10:43:12.367" v="182"/>
          <ac:spMkLst>
            <pc:docMk/>
            <pc:sldMk cId="321996071" sldId="505"/>
            <ac:spMk id="105" creationId="{01251D36-7594-48A9-AFD1-9C045A1CDEE7}"/>
          </ac:spMkLst>
        </pc:spChg>
        <pc:spChg chg="add del">
          <ac:chgData name="Cristian Chilipirea" userId="34ab170da5908fc4" providerId="LiveId" clId="{7840C37D-FDDB-4314-A31E-446F31402874}" dt="2019-10-13T10:43:12.367" v="182"/>
          <ac:spMkLst>
            <pc:docMk/>
            <pc:sldMk cId="321996071" sldId="505"/>
            <ac:spMk id="106" creationId="{7D05D062-281F-4C65-A286-5B09897B2080}"/>
          </ac:spMkLst>
        </pc:spChg>
        <pc:spChg chg="add del">
          <ac:chgData name="Cristian Chilipirea" userId="34ab170da5908fc4" providerId="LiveId" clId="{7840C37D-FDDB-4314-A31E-446F31402874}" dt="2019-10-13T10:43:12.367" v="182"/>
          <ac:spMkLst>
            <pc:docMk/>
            <pc:sldMk cId="321996071" sldId="505"/>
            <ac:spMk id="107" creationId="{5F0AA580-85AB-43AF-A5B2-7811C31A9D57}"/>
          </ac:spMkLst>
        </pc:spChg>
        <pc:spChg chg="add del">
          <ac:chgData name="Cristian Chilipirea" userId="34ab170da5908fc4" providerId="LiveId" clId="{7840C37D-FDDB-4314-A31E-446F31402874}" dt="2019-10-13T10:43:12.367" v="182"/>
          <ac:spMkLst>
            <pc:docMk/>
            <pc:sldMk cId="321996071" sldId="505"/>
            <ac:spMk id="108" creationId="{29E2675F-8306-4ECC-8B03-2DF2A11B5639}"/>
          </ac:spMkLst>
        </pc:spChg>
        <pc:spChg chg="add del">
          <ac:chgData name="Cristian Chilipirea" userId="34ab170da5908fc4" providerId="LiveId" clId="{7840C37D-FDDB-4314-A31E-446F31402874}" dt="2019-10-13T10:43:12.367" v="182"/>
          <ac:spMkLst>
            <pc:docMk/>
            <pc:sldMk cId="321996071" sldId="505"/>
            <ac:spMk id="109" creationId="{0627D7F7-1B81-426B-9BDE-02B9AE5CCAB6}"/>
          </ac:spMkLst>
        </pc:spChg>
        <pc:spChg chg="add del">
          <ac:chgData name="Cristian Chilipirea" userId="34ab170da5908fc4" providerId="LiveId" clId="{7840C37D-FDDB-4314-A31E-446F31402874}" dt="2019-10-13T10:43:12.367" v="182"/>
          <ac:spMkLst>
            <pc:docMk/>
            <pc:sldMk cId="321996071" sldId="505"/>
            <ac:spMk id="110" creationId="{7354F2C5-F00F-4D3E-9B6D-AEE607CE5979}"/>
          </ac:spMkLst>
        </pc:spChg>
        <pc:spChg chg="add del">
          <ac:chgData name="Cristian Chilipirea" userId="34ab170da5908fc4" providerId="LiveId" clId="{7840C37D-FDDB-4314-A31E-446F31402874}" dt="2019-10-13T10:43:12.367" v="182"/>
          <ac:spMkLst>
            <pc:docMk/>
            <pc:sldMk cId="321996071" sldId="505"/>
            <ac:spMk id="111" creationId="{C7D3760F-A3B1-4792-B739-D2FE986FB3B5}"/>
          </ac:spMkLst>
        </pc:spChg>
        <pc:spChg chg="add del">
          <ac:chgData name="Cristian Chilipirea" userId="34ab170da5908fc4" providerId="LiveId" clId="{7840C37D-FDDB-4314-A31E-446F31402874}" dt="2019-10-13T10:43:12.367" v="182"/>
          <ac:spMkLst>
            <pc:docMk/>
            <pc:sldMk cId="321996071" sldId="505"/>
            <ac:spMk id="112" creationId="{2DF40BB7-84D0-41D8-B190-9BBC72E04E59}"/>
          </ac:spMkLst>
        </pc:spChg>
        <pc:spChg chg="add del">
          <ac:chgData name="Cristian Chilipirea" userId="34ab170da5908fc4" providerId="LiveId" clId="{7840C37D-FDDB-4314-A31E-446F31402874}" dt="2019-10-13T10:43:12.367" v="182"/>
          <ac:spMkLst>
            <pc:docMk/>
            <pc:sldMk cId="321996071" sldId="505"/>
            <ac:spMk id="113" creationId="{146C61C3-99EF-4507-A1AD-6CCFE83541C1}"/>
          </ac:spMkLst>
        </pc:spChg>
        <pc:spChg chg="add del">
          <ac:chgData name="Cristian Chilipirea" userId="34ab170da5908fc4" providerId="LiveId" clId="{7840C37D-FDDB-4314-A31E-446F31402874}" dt="2019-10-13T10:43:12.367" v="182"/>
          <ac:spMkLst>
            <pc:docMk/>
            <pc:sldMk cId="321996071" sldId="505"/>
            <ac:spMk id="114" creationId="{3DCDA071-62DB-4F24-8345-1D9E207ECA7F}"/>
          </ac:spMkLst>
        </pc:spChg>
        <pc:spChg chg="add del">
          <ac:chgData name="Cristian Chilipirea" userId="34ab170da5908fc4" providerId="LiveId" clId="{7840C37D-FDDB-4314-A31E-446F31402874}" dt="2019-10-13T10:43:12.367" v="182"/>
          <ac:spMkLst>
            <pc:docMk/>
            <pc:sldMk cId="321996071" sldId="505"/>
            <ac:spMk id="115" creationId="{6D92017B-47FD-49CB-AEEC-7C98DB40819E}"/>
          </ac:spMkLst>
        </pc:spChg>
        <pc:spChg chg="add del">
          <ac:chgData name="Cristian Chilipirea" userId="34ab170da5908fc4" providerId="LiveId" clId="{7840C37D-FDDB-4314-A31E-446F31402874}" dt="2019-10-13T10:43:12.367" v="182"/>
          <ac:spMkLst>
            <pc:docMk/>
            <pc:sldMk cId="321996071" sldId="505"/>
            <ac:spMk id="116" creationId="{B9FD1989-17F6-457D-80EE-88E38D076404}"/>
          </ac:spMkLst>
        </pc:spChg>
        <pc:spChg chg="add del">
          <ac:chgData name="Cristian Chilipirea" userId="34ab170da5908fc4" providerId="LiveId" clId="{7840C37D-FDDB-4314-A31E-446F31402874}" dt="2019-10-13T10:43:12.367" v="182"/>
          <ac:spMkLst>
            <pc:docMk/>
            <pc:sldMk cId="321996071" sldId="505"/>
            <ac:spMk id="117" creationId="{15D3751D-530A-43C0-A1AD-EA8164217704}"/>
          </ac:spMkLst>
        </pc:spChg>
        <pc:spChg chg="add del">
          <ac:chgData name="Cristian Chilipirea" userId="34ab170da5908fc4" providerId="LiveId" clId="{7840C37D-FDDB-4314-A31E-446F31402874}" dt="2019-10-13T10:43:12.367" v="182"/>
          <ac:spMkLst>
            <pc:docMk/>
            <pc:sldMk cId="321996071" sldId="505"/>
            <ac:spMk id="118" creationId="{D43C28A9-4E5E-47F1-AD8E-357DC6F1A055}"/>
          </ac:spMkLst>
        </pc:spChg>
        <pc:spChg chg="add del">
          <ac:chgData name="Cristian Chilipirea" userId="34ab170da5908fc4" providerId="LiveId" clId="{7840C37D-FDDB-4314-A31E-446F31402874}" dt="2019-10-13T10:43:12.367" v="182"/>
          <ac:spMkLst>
            <pc:docMk/>
            <pc:sldMk cId="321996071" sldId="505"/>
            <ac:spMk id="119" creationId="{6E9A22CF-8EAD-4E1B-B80F-440CEB14922A}"/>
          </ac:spMkLst>
        </pc:spChg>
        <pc:spChg chg="add del">
          <ac:chgData name="Cristian Chilipirea" userId="34ab170da5908fc4" providerId="LiveId" clId="{7840C37D-FDDB-4314-A31E-446F31402874}" dt="2019-10-13T10:43:12.367" v="182"/>
          <ac:spMkLst>
            <pc:docMk/>
            <pc:sldMk cId="321996071" sldId="505"/>
            <ac:spMk id="120" creationId="{EC918485-1A26-45BB-A19B-98658FB3BBAB}"/>
          </ac:spMkLst>
        </pc:spChg>
        <pc:spChg chg="add del">
          <ac:chgData name="Cristian Chilipirea" userId="34ab170da5908fc4" providerId="LiveId" clId="{7840C37D-FDDB-4314-A31E-446F31402874}" dt="2019-10-13T10:43:12.367" v="182"/>
          <ac:spMkLst>
            <pc:docMk/>
            <pc:sldMk cId="321996071" sldId="505"/>
            <ac:spMk id="121" creationId="{8BCCD962-482E-40D8-8ECC-21C97FC9CCB8}"/>
          </ac:spMkLst>
        </pc:spChg>
        <pc:spChg chg="add del">
          <ac:chgData name="Cristian Chilipirea" userId="34ab170da5908fc4" providerId="LiveId" clId="{7840C37D-FDDB-4314-A31E-446F31402874}" dt="2019-10-13T10:43:12.367" v="182"/>
          <ac:spMkLst>
            <pc:docMk/>
            <pc:sldMk cId="321996071" sldId="505"/>
            <ac:spMk id="122" creationId="{210B070A-ED45-44A0-80E1-AD4DF6DDF697}"/>
          </ac:spMkLst>
        </pc:spChg>
        <pc:spChg chg="add del">
          <ac:chgData name="Cristian Chilipirea" userId="34ab170da5908fc4" providerId="LiveId" clId="{7840C37D-FDDB-4314-A31E-446F31402874}" dt="2019-10-13T10:43:12.367" v="182"/>
          <ac:spMkLst>
            <pc:docMk/>
            <pc:sldMk cId="321996071" sldId="505"/>
            <ac:spMk id="123" creationId="{34805986-584C-4C20-B017-CE2C2F634EAE}"/>
          </ac:spMkLst>
        </pc:spChg>
        <pc:spChg chg="add del">
          <ac:chgData name="Cristian Chilipirea" userId="34ab170da5908fc4" providerId="LiveId" clId="{7840C37D-FDDB-4314-A31E-446F31402874}" dt="2019-10-13T10:43:12.367" v="182"/>
          <ac:spMkLst>
            <pc:docMk/>
            <pc:sldMk cId="321996071" sldId="505"/>
            <ac:spMk id="124" creationId="{338D7172-87AC-4B98-A5F1-CFB1BD345185}"/>
          </ac:spMkLst>
        </pc:spChg>
        <pc:spChg chg="add del">
          <ac:chgData name="Cristian Chilipirea" userId="34ab170da5908fc4" providerId="LiveId" clId="{7840C37D-FDDB-4314-A31E-446F31402874}" dt="2019-10-13T10:43:12.367" v="182"/>
          <ac:spMkLst>
            <pc:docMk/>
            <pc:sldMk cId="321996071" sldId="505"/>
            <ac:spMk id="125" creationId="{D312F884-6520-4A63-B40A-B1D2D0F8518C}"/>
          </ac:spMkLst>
        </pc:spChg>
        <pc:spChg chg="add del">
          <ac:chgData name="Cristian Chilipirea" userId="34ab170da5908fc4" providerId="LiveId" clId="{7840C37D-FDDB-4314-A31E-446F31402874}" dt="2019-10-13T10:43:12.367" v="182"/>
          <ac:spMkLst>
            <pc:docMk/>
            <pc:sldMk cId="321996071" sldId="505"/>
            <ac:spMk id="126" creationId="{06C74B10-A4CA-497A-834E-62D77260EEB0}"/>
          </ac:spMkLst>
        </pc:spChg>
        <pc:spChg chg="add del">
          <ac:chgData name="Cristian Chilipirea" userId="34ab170da5908fc4" providerId="LiveId" clId="{7840C37D-FDDB-4314-A31E-446F31402874}" dt="2019-10-13T10:43:12.367" v="182"/>
          <ac:spMkLst>
            <pc:docMk/>
            <pc:sldMk cId="321996071" sldId="505"/>
            <ac:spMk id="127" creationId="{3893DCFF-5291-4582-BD7F-5E4D25113D2C}"/>
          </ac:spMkLst>
        </pc:spChg>
        <pc:spChg chg="add del">
          <ac:chgData name="Cristian Chilipirea" userId="34ab170da5908fc4" providerId="LiveId" clId="{7840C37D-FDDB-4314-A31E-446F31402874}" dt="2019-10-13T10:43:12.367" v="182"/>
          <ac:spMkLst>
            <pc:docMk/>
            <pc:sldMk cId="321996071" sldId="505"/>
            <ac:spMk id="128" creationId="{F8CCA41B-4B48-4879-8236-9E757DD5A8C6}"/>
          </ac:spMkLst>
        </pc:spChg>
        <pc:spChg chg="add del">
          <ac:chgData name="Cristian Chilipirea" userId="34ab170da5908fc4" providerId="LiveId" clId="{7840C37D-FDDB-4314-A31E-446F31402874}" dt="2019-10-13T10:43:12.367" v="182"/>
          <ac:spMkLst>
            <pc:docMk/>
            <pc:sldMk cId="321996071" sldId="505"/>
            <ac:spMk id="129" creationId="{5C687E9F-745B-460E-8ECF-BB17111B2810}"/>
          </ac:spMkLst>
        </pc:spChg>
        <pc:spChg chg="add del">
          <ac:chgData name="Cristian Chilipirea" userId="34ab170da5908fc4" providerId="LiveId" clId="{7840C37D-FDDB-4314-A31E-446F31402874}" dt="2019-10-13T10:43:12.367" v="182"/>
          <ac:spMkLst>
            <pc:docMk/>
            <pc:sldMk cId="321996071" sldId="505"/>
            <ac:spMk id="130" creationId="{6A324966-49F1-48C7-AF5A-1424EBAC76FC}"/>
          </ac:spMkLst>
        </pc:spChg>
        <pc:spChg chg="add del">
          <ac:chgData name="Cristian Chilipirea" userId="34ab170da5908fc4" providerId="LiveId" clId="{7840C37D-FDDB-4314-A31E-446F31402874}" dt="2019-10-13T10:43:12.367" v="182"/>
          <ac:spMkLst>
            <pc:docMk/>
            <pc:sldMk cId="321996071" sldId="505"/>
            <ac:spMk id="131" creationId="{8D705C5E-75A1-41C3-AEE6-CA45A4B98743}"/>
          </ac:spMkLst>
        </pc:spChg>
        <pc:spChg chg="add mod">
          <ac:chgData name="Cristian Chilipirea" userId="34ab170da5908fc4" providerId="LiveId" clId="{7840C37D-FDDB-4314-A31E-446F31402874}" dt="2019-10-13T10:43:14.895" v="184" actId="1076"/>
          <ac:spMkLst>
            <pc:docMk/>
            <pc:sldMk cId="321996071" sldId="505"/>
            <ac:spMk id="132" creationId="{0930F4B3-3870-428B-9B1B-FCF43DDBEA8F}"/>
          </ac:spMkLst>
        </pc:spChg>
        <pc:spChg chg="add mod">
          <ac:chgData name="Cristian Chilipirea" userId="34ab170da5908fc4" providerId="LiveId" clId="{7840C37D-FDDB-4314-A31E-446F31402874}" dt="2019-10-13T10:43:14.895" v="184" actId="1076"/>
          <ac:spMkLst>
            <pc:docMk/>
            <pc:sldMk cId="321996071" sldId="505"/>
            <ac:spMk id="133" creationId="{DAD54CA0-47CE-4066-A103-6B1B99BF2B9E}"/>
          </ac:spMkLst>
        </pc:spChg>
        <pc:spChg chg="add mod">
          <ac:chgData name="Cristian Chilipirea" userId="34ab170da5908fc4" providerId="LiveId" clId="{7840C37D-FDDB-4314-A31E-446F31402874}" dt="2019-10-13T10:43:14.895" v="184" actId="1076"/>
          <ac:spMkLst>
            <pc:docMk/>
            <pc:sldMk cId="321996071" sldId="505"/>
            <ac:spMk id="164" creationId="{13D1DEE2-CA4A-4C65-895F-FB3859E40C55}"/>
          </ac:spMkLst>
        </pc:spChg>
        <pc:spChg chg="add mod">
          <ac:chgData name="Cristian Chilipirea" userId="34ab170da5908fc4" providerId="LiveId" clId="{7840C37D-FDDB-4314-A31E-446F31402874}" dt="2019-10-13T10:43:14.895" v="184" actId="1076"/>
          <ac:spMkLst>
            <pc:docMk/>
            <pc:sldMk cId="321996071" sldId="505"/>
            <ac:spMk id="165" creationId="{76D95C3B-C08F-41AF-A574-76A1FB940CFD}"/>
          </ac:spMkLst>
        </pc:spChg>
        <pc:spChg chg="add mod">
          <ac:chgData name="Cristian Chilipirea" userId="34ab170da5908fc4" providerId="LiveId" clId="{7840C37D-FDDB-4314-A31E-446F31402874}" dt="2019-10-13T10:43:14.895" v="184" actId="1076"/>
          <ac:spMkLst>
            <pc:docMk/>
            <pc:sldMk cId="321996071" sldId="505"/>
            <ac:spMk id="166" creationId="{B24E7CF1-4756-43EE-B8C3-F565485EA4E6}"/>
          </ac:spMkLst>
        </pc:spChg>
        <pc:spChg chg="add mod">
          <ac:chgData name="Cristian Chilipirea" userId="34ab170da5908fc4" providerId="LiveId" clId="{7840C37D-FDDB-4314-A31E-446F31402874}" dt="2019-10-13T10:43:14.895" v="184" actId="1076"/>
          <ac:spMkLst>
            <pc:docMk/>
            <pc:sldMk cId="321996071" sldId="505"/>
            <ac:spMk id="167" creationId="{21090815-1DD7-483E-9CF5-B7784F417515}"/>
          </ac:spMkLst>
        </pc:spChg>
        <pc:spChg chg="add mod">
          <ac:chgData name="Cristian Chilipirea" userId="34ab170da5908fc4" providerId="LiveId" clId="{7840C37D-FDDB-4314-A31E-446F31402874}" dt="2019-10-13T10:43:14.895" v="184" actId="1076"/>
          <ac:spMkLst>
            <pc:docMk/>
            <pc:sldMk cId="321996071" sldId="505"/>
            <ac:spMk id="168" creationId="{F9041880-ECAF-4618-8570-59CBE459386D}"/>
          </ac:spMkLst>
        </pc:spChg>
        <pc:spChg chg="add mod">
          <ac:chgData name="Cristian Chilipirea" userId="34ab170da5908fc4" providerId="LiveId" clId="{7840C37D-FDDB-4314-A31E-446F31402874}" dt="2019-10-13T10:43:14.895" v="184" actId="1076"/>
          <ac:spMkLst>
            <pc:docMk/>
            <pc:sldMk cId="321996071" sldId="505"/>
            <ac:spMk id="169" creationId="{9624A6EB-738F-4877-89E6-6998F2351832}"/>
          </ac:spMkLst>
        </pc:spChg>
        <pc:spChg chg="add mod">
          <ac:chgData name="Cristian Chilipirea" userId="34ab170da5908fc4" providerId="LiveId" clId="{7840C37D-FDDB-4314-A31E-446F31402874}" dt="2019-10-13T10:43:14.895" v="184" actId="1076"/>
          <ac:spMkLst>
            <pc:docMk/>
            <pc:sldMk cId="321996071" sldId="505"/>
            <ac:spMk id="170" creationId="{921DB297-9A46-4C94-9D77-3AF2A57D7FD2}"/>
          </ac:spMkLst>
        </pc:spChg>
        <pc:spChg chg="add mod">
          <ac:chgData name="Cristian Chilipirea" userId="34ab170da5908fc4" providerId="LiveId" clId="{7840C37D-FDDB-4314-A31E-446F31402874}" dt="2019-10-13T10:43:14.895" v="184" actId="1076"/>
          <ac:spMkLst>
            <pc:docMk/>
            <pc:sldMk cId="321996071" sldId="505"/>
            <ac:spMk id="171" creationId="{FFDA6E12-C11C-4293-8FE0-9D1C15DCCBD6}"/>
          </ac:spMkLst>
        </pc:spChg>
        <pc:spChg chg="add mod">
          <ac:chgData name="Cristian Chilipirea" userId="34ab170da5908fc4" providerId="LiveId" clId="{7840C37D-FDDB-4314-A31E-446F31402874}" dt="2019-10-13T10:43:14.895" v="184" actId="1076"/>
          <ac:spMkLst>
            <pc:docMk/>
            <pc:sldMk cId="321996071" sldId="505"/>
            <ac:spMk id="172" creationId="{6013DFD5-4D8F-4E9C-BECD-86FF6DF65311}"/>
          </ac:spMkLst>
        </pc:spChg>
        <pc:spChg chg="add mod">
          <ac:chgData name="Cristian Chilipirea" userId="34ab170da5908fc4" providerId="LiveId" clId="{7840C37D-FDDB-4314-A31E-446F31402874}" dt="2019-10-13T10:43:14.895" v="184" actId="1076"/>
          <ac:spMkLst>
            <pc:docMk/>
            <pc:sldMk cId="321996071" sldId="505"/>
            <ac:spMk id="173" creationId="{0708F77A-6D02-4ACA-AAC0-9CE8178C38AC}"/>
          </ac:spMkLst>
        </pc:spChg>
        <pc:spChg chg="add mod">
          <ac:chgData name="Cristian Chilipirea" userId="34ab170da5908fc4" providerId="LiveId" clId="{7840C37D-FDDB-4314-A31E-446F31402874}" dt="2019-10-13T10:43:14.895" v="184" actId="1076"/>
          <ac:spMkLst>
            <pc:docMk/>
            <pc:sldMk cId="321996071" sldId="505"/>
            <ac:spMk id="174" creationId="{DF081D8C-8763-458B-9131-B587F2DCD608}"/>
          </ac:spMkLst>
        </pc:spChg>
        <pc:spChg chg="add mod">
          <ac:chgData name="Cristian Chilipirea" userId="34ab170da5908fc4" providerId="LiveId" clId="{7840C37D-FDDB-4314-A31E-446F31402874}" dt="2019-10-13T10:43:14.895" v="184" actId="1076"/>
          <ac:spMkLst>
            <pc:docMk/>
            <pc:sldMk cId="321996071" sldId="505"/>
            <ac:spMk id="175" creationId="{8B697B1D-1385-49AC-9200-7424E8AC44BB}"/>
          </ac:spMkLst>
        </pc:spChg>
        <pc:spChg chg="add mod">
          <ac:chgData name="Cristian Chilipirea" userId="34ab170da5908fc4" providerId="LiveId" clId="{7840C37D-FDDB-4314-A31E-446F31402874}" dt="2019-10-13T10:43:14.895" v="184" actId="1076"/>
          <ac:spMkLst>
            <pc:docMk/>
            <pc:sldMk cId="321996071" sldId="505"/>
            <ac:spMk id="176" creationId="{9AD63E1E-60E6-4083-AAB9-2961A8C0D58C}"/>
          </ac:spMkLst>
        </pc:spChg>
        <pc:spChg chg="add mod">
          <ac:chgData name="Cristian Chilipirea" userId="34ab170da5908fc4" providerId="LiveId" clId="{7840C37D-FDDB-4314-A31E-446F31402874}" dt="2019-10-13T10:43:14.895" v="184" actId="1076"/>
          <ac:spMkLst>
            <pc:docMk/>
            <pc:sldMk cId="321996071" sldId="505"/>
            <ac:spMk id="177" creationId="{8CCA01E3-F12D-4D78-BDFB-72B6C9D3B645}"/>
          </ac:spMkLst>
        </pc:spChg>
        <pc:spChg chg="add mod">
          <ac:chgData name="Cristian Chilipirea" userId="34ab170da5908fc4" providerId="LiveId" clId="{7840C37D-FDDB-4314-A31E-446F31402874}" dt="2019-10-13T10:43:14.895" v="184" actId="1076"/>
          <ac:spMkLst>
            <pc:docMk/>
            <pc:sldMk cId="321996071" sldId="505"/>
            <ac:spMk id="178" creationId="{6AFF6D7D-AA39-4916-BF4C-7E12CC1F4B06}"/>
          </ac:spMkLst>
        </pc:spChg>
        <pc:spChg chg="add mod">
          <ac:chgData name="Cristian Chilipirea" userId="34ab170da5908fc4" providerId="LiveId" clId="{7840C37D-FDDB-4314-A31E-446F31402874}" dt="2019-10-13T10:43:14.895" v="184" actId="1076"/>
          <ac:spMkLst>
            <pc:docMk/>
            <pc:sldMk cId="321996071" sldId="505"/>
            <ac:spMk id="179" creationId="{BE1FAE2E-16B2-4E0E-B197-A5E0D008D671}"/>
          </ac:spMkLst>
        </pc:spChg>
        <pc:spChg chg="add mod">
          <ac:chgData name="Cristian Chilipirea" userId="34ab170da5908fc4" providerId="LiveId" clId="{7840C37D-FDDB-4314-A31E-446F31402874}" dt="2019-10-13T10:43:14.895" v="184" actId="1076"/>
          <ac:spMkLst>
            <pc:docMk/>
            <pc:sldMk cId="321996071" sldId="505"/>
            <ac:spMk id="180" creationId="{503AA6A5-1D18-4C75-90D2-D7DD52EA938B}"/>
          </ac:spMkLst>
        </pc:spChg>
        <pc:spChg chg="add mod">
          <ac:chgData name="Cristian Chilipirea" userId="34ab170da5908fc4" providerId="LiveId" clId="{7840C37D-FDDB-4314-A31E-446F31402874}" dt="2019-10-13T10:43:14.895" v="184" actId="1076"/>
          <ac:spMkLst>
            <pc:docMk/>
            <pc:sldMk cId="321996071" sldId="505"/>
            <ac:spMk id="181" creationId="{2920D1D7-7266-4C05-9F9F-0B0A527DEA5B}"/>
          </ac:spMkLst>
        </pc:spChg>
        <pc:spChg chg="add mod">
          <ac:chgData name="Cristian Chilipirea" userId="34ab170da5908fc4" providerId="LiveId" clId="{7840C37D-FDDB-4314-A31E-446F31402874}" dt="2019-10-13T10:43:14.895" v="184" actId="1076"/>
          <ac:spMkLst>
            <pc:docMk/>
            <pc:sldMk cId="321996071" sldId="505"/>
            <ac:spMk id="182" creationId="{4DC71915-78C8-4012-A6C9-69D6F74AE711}"/>
          </ac:spMkLst>
        </pc:spChg>
        <pc:spChg chg="add mod">
          <ac:chgData name="Cristian Chilipirea" userId="34ab170da5908fc4" providerId="LiveId" clId="{7840C37D-FDDB-4314-A31E-446F31402874}" dt="2019-10-13T10:43:14.895" v="184" actId="1076"/>
          <ac:spMkLst>
            <pc:docMk/>
            <pc:sldMk cId="321996071" sldId="505"/>
            <ac:spMk id="183" creationId="{B8B348EA-3CC7-4406-849D-C3B000478FED}"/>
          </ac:spMkLst>
        </pc:spChg>
        <pc:spChg chg="add mod">
          <ac:chgData name="Cristian Chilipirea" userId="34ab170da5908fc4" providerId="LiveId" clId="{7840C37D-FDDB-4314-A31E-446F31402874}" dt="2019-10-13T10:43:14.895" v="184" actId="1076"/>
          <ac:spMkLst>
            <pc:docMk/>
            <pc:sldMk cId="321996071" sldId="505"/>
            <ac:spMk id="184" creationId="{BE5CB71D-98CF-415F-85B6-5322FF83E989}"/>
          </ac:spMkLst>
        </pc:spChg>
        <pc:spChg chg="add mod">
          <ac:chgData name="Cristian Chilipirea" userId="34ab170da5908fc4" providerId="LiveId" clId="{7840C37D-FDDB-4314-A31E-446F31402874}" dt="2019-10-13T10:43:14.895" v="184" actId="1076"/>
          <ac:spMkLst>
            <pc:docMk/>
            <pc:sldMk cId="321996071" sldId="505"/>
            <ac:spMk id="185" creationId="{C661DAA2-1686-44F6-90CC-36B35EAAE9E3}"/>
          </ac:spMkLst>
        </pc:spChg>
        <pc:spChg chg="add mod">
          <ac:chgData name="Cristian Chilipirea" userId="34ab170da5908fc4" providerId="LiveId" clId="{7840C37D-FDDB-4314-A31E-446F31402874}" dt="2019-10-13T10:43:14.895" v="184" actId="1076"/>
          <ac:spMkLst>
            <pc:docMk/>
            <pc:sldMk cId="321996071" sldId="505"/>
            <ac:spMk id="186" creationId="{05794AA4-9BE5-4030-AE48-65F3062B62D1}"/>
          </ac:spMkLst>
        </pc:spChg>
        <pc:spChg chg="add mod">
          <ac:chgData name="Cristian Chilipirea" userId="34ab170da5908fc4" providerId="LiveId" clId="{7840C37D-FDDB-4314-A31E-446F31402874}" dt="2019-10-13T10:43:14.895" v="184" actId="1076"/>
          <ac:spMkLst>
            <pc:docMk/>
            <pc:sldMk cId="321996071" sldId="505"/>
            <ac:spMk id="187" creationId="{97966FB8-CC04-4139-ADCE-794123B42D9A}"/>
          </ac:spMkLst>
        </pc:spChg>
        <pc:spChg chg="add mod">
          <ac:chgData name="Cristian Chilipirea" userId="34ab170da5908fc4" providerId="LiveId" clId="{7840C37D-FDDB-4314-A31E-446F31402874}" dt="2019-10-13T10:43:14.895" v="184" actId="1076"/>
          <ac:spMkLst>
            <pc:docMk/>
            <pc:sldMk cId="321996071" sldId="505"/>
            <ac:spMk id="188" creationId="{ADF808F0-3194-4640-A0CE-12AE7C2D99EC}"/>
          </ac:spMkLst>
        </pc:spChg>
        <pc:spChg chg="add mod">
          <ac:chgData name="Cristian Chilipirea" userId="34ab170da5908fc4" providerId="LiveId" clId="{7840C37D-FDDB-4314-A31E-446F31402874}" dt="2019-10-13T10:43:14.895" v="184" actId="1076"/>
          <ac:spMkLst>
            <pc:docMk/>
            <pc:sldMk cId="321996071" sldId="505"/>
            <ac:spMk id="189" creationId="{0FBF024E-7BF3-4868-B65A-44298C0449CA}"/>
          </ac:spMkLst>
        </pc:spChg>
        <pc:spChg chg="add mod">
          <ac:chgData name="Cristian Chilipirea" userId="34ab170da5908fc4" providerId="LiveId" clId="{7840C37D-FDDB-4314-A31E-446F31402874}" dt="2019-10-13T10:43:14.895" v="184" actId="1076"/>
          <ac:spMkLst>
            <pc:docMk/>
            <pc:sldMk cId="321996071" sldId="505"/>
            <ac:spMk id="190" creationId="{B5274CE8-8BCD-4EE5-B671-E1C37B495467}"/>
          </ac:spMkLst>
        </pc:spChg>
        <pc:spChg chg="add mod">
          <ac:chgData name="Cristian Chilipirea" userId="34ab170da5908fc4" providerId="LiveId" clId="{7840C37D-FDDB-4314-A31E-446F31402874}" dt="2019-10-13T10:43:14.895" v="184" actId="1076"/>
          <ac:spMkLst>
            <pc:docMk/>
            <pc:sldMk cId="321996071" sldId="505"/>
            <ac:spMk id="191" creationId="{3343BC5F-ACBE-444A-9630-E0EA3ECDBA16}"/>
          </ac:spMkLst>
        </pc:spChg>
        <pc:spChg chg="add mod">
          <ac:chgData name="Cristian Chilipirea" userId="34ab170da5908fc4" providerId="LiveId" clId="{7840C37D-FDDB-4314-A31E-446F31402874}" dt="2019-10-13T10:43:14.895" v="184" actId="1076"/>
          <ac:spMkLst>
            <pc:docMk/>
            <pc:sldMk cId="321996071" sldId="505"/>
            <ac:spMk id="192" creationId="{B34107A2-B003-48AB-80D2-DDEEBA129F70}"/>
          </ac:spMkLst>
        </pc:spChg>
        <pc:spChg chg="add mod">
          <ac:chgData name="Cristian Chilipirea" userId="34ab170da5908fc4" providerId="LiveId" clId="{7840C37D-FDDB-4314-A31E-446F31402874}" dt="2019-10-13T10:43:14.895" v="184" actId="1076"/>
          <ac:spMkLst>
            <pc:docMk/>
            <pc:sldMk cId="321996071" sldId="505"/>
            <ac:spMk id="193" creationId="{49CA3FBC-82B6-4D7F-8E3A-508E7FD6F7B5}"/>
          </ac:spMkLst>
        </pc:spChg>
        <pc:spChg chg="add mod">
          <ac:chgData name="Cristian Chilipirea" userId="34ab170da5908fc4" providerId="LiveId" clId="{7840C37D-FDDB-4314-A31E-446F31402874}" dt="2019-10-13T10:43:14.895" v="184" actId="1076"/>
          <ac:spMkLst>
            <pc:docMk/>
            <pc:sldMk cId="321996071" sldId="505"/>
            <ac:spMk id="229" creationId="{8E5E4DDB-8555-4075-997E-7650AB432CCD}"/>
          </ac:spMkLst>
        </pc:spChg>
        <pc:spChg chg="add mod">
          <ac:chgData name="Cristian Chilipirea" userId="34ab170da5908fc4" providerId="LiveId" clId="{7840C37D-FDDB-4314-A31E-446F31402874}" dt="2019-10-13T10:43:14.895" v="184" actId="1076"/>
          <ac:spMkLst>
            <pc:docMk/>
            <pc:sldMk cId="321996071" sldId="505"/>
            <ac:spMk id="230" creationId="{6DF64013-9706-4CE3-8B43-42DF4B777D98}"/>
          </ac:spMkLst>
        </pc:spChg>
        <pc:spChg chg="add mod">
          <ac:chgData name="Cristian Chilipirea" userId="34ab170da5908fc4" providerId="LiveId" clId="{7840C37D-FDDB-4314-A31E-446F31402874}" dt="2019-10-13T10:43:14.895" v="184" actId="1076"/>
          <ac:spMkLst>
            <pc:docMk/>
            <pc:sldMk cId="321996071" sldId="505"/>
            <ac:spMk id="231" creationId="{F0DACD9E-47AE-4B82-8DCF-3E9EB9580F88}"/>
          </ac:spMkLst>
        </pc:spChg>
        <pc:spChg chg="add mod">
          <ac:chgData name="Cristian Chilipirea" userId="34ab170da5908fc4" providerId="LiveId" clId="{7840C37D-FDDB-4314-A31E-446F31402874}" dt="2019-10-13T10:43:14.895" v="184" actId="1076"/>
          <ac:spMkLst>
            <pc:docMk/>
            <pc:sldMk cId="321996071" sldId="505"/>
            <ac:spMk id="232" creationId="{4C06163B-37FF-4F7C-B6F4-0120BD2C73A8}"/>
          </ac:spMkLst>
        </pc:spChg>
        <pc:spChg chg="add mod">
          <ac:chgData name="Cristian Chilipirea" userId="34ab170da5908fc4" providerId="LiveId" clId="{7840C37D-FDDB-4314-A31E-446F31402874}" dt="2019-10-13T10:43:14.895" v="184" actId="1076"/>
          <ac:spMkLst>
            <pc:docMk/>
            <pc:sldMk cId="321996071" sldId="505"/>
            <ac:spMk id="233" creationId="{E7F0DE44-6D1F-4A9E-845B-B0F01C7519B4}"/>
          </ac:spMkLst>
        </pc:spChg>
        <pc:spChg chg="add mod">
          <ac:chgData name="Cristian Chilipirea" userId="34ab170da5908fc4" providerId="LiveId" clId="{7840C37D-FDDB-4314-A31E-446F31402874}" dt="2019-10-13T10:43:14.895" v="184" actId="1076"/>
          <ac:spMkLst>
            <pc:docMk/>
            <pc:sldMk cId="321996071" sldId="505"/>
            <ac:spMk id="234" creationId="{89C06B18-4B0E-4B50-96D9-0D6BC3A59598}"/>
          </ac:spMkLst>
        </pc:spChg>
        <pc:spChg chg="add mod">
          <ac:chgData name="Cristian Chilipirea" userId="34ab170da5908fc4" providerId="LiveId" clId="{7840C37D-FDDB-4314-A31E-446F31402874}" dt="2019-10-13T10:43:14.895" v="184" actId="1076"/>
          <ac:spMkLst>
            <pc:docMk/>
            <pc:sldMk cId="321996071" sldId="505"/>
            <ac:spMk id="235" creationId="{0F59AD88-FA86-4B3B-9498-A60CD904AA68}"/>
          </ac:spMkLst>
        </pc:spChg>
        <pc:spChg chg="add mod">
          <ac:chgData name="Cristian Chilipirea" userId="34ab170da5908fc4" providerId="LiveId" clId="{7840C37D-FDDB-4314-A31E-446F31402874}" dt="2019-10-13T10:43:14.895" v="184" actId="1076"/>
          <ac:spMkLst>
            <pc:docMk/>
            <pc:sldMk cId="321996071" sldId="505"/>
            <ac:spMk id="236" creationId="{43283ACE-2D41-43C0-B23B-415D289F21DC}"/>
          </ac:spMkLst>
        </pc:spChg>
        <pc:spChg chg="add mod">
          <ac:chgData name="Cristian Chilipirea" userId="34ab170da5908fc4" providerId="LiveId" clId="{7840C37D-FDDB-4314-A31E-446F31402874}" dt="2019-10-13T10:43:14.895" v="184" actId="1076"/>
          <ac:spMkLst>
            <pc:docMk/>
            <pc:sldMk cId="321996071" sldId="505"/>
            <ac:spMk id="237" creationId="{751B041C-F615-4208-B346-4C8A296D4C02}"/>
          </ac:spMkLst>
        </pc:spChg>
        <pc:spChg chg="add mod">
          <ac:chgData name="Cristian Chilipirea" userId="34ab170da5908fc4" providerId="LiveId" clId="{7840C37D-FDDB-4314-A31E-446F31402874}" dt="2019-10-13T10:43:14.895" v="184" actId="1076"/>
          <ac:spMkLst>
            <pc:docMk/>
            <pc:sldMk cId="321996071" sldId="505"/>
            <ac:spMk id="238" creationId="{F2E966D5-7473-41ED-9DAF-1AB5F9BE3A58}"/>
          </ac:spMkLst>
        </pc:spChg>
        <pc:spChg chg="add mod">
          <ac:chgData name="Cristian Chilipirea" userId="34ab170da5908fc4" providerId="LiveId" clId="{7840C37D-FDDB-4314-A31E-446F31402874}" dt="2019-10-13T10:43:14.895" v="184" actId="1076"/>
          <ac:spMkLst>
            <pc:docMk/>
            <pc:sldMk cId="321996071" sldId="505"/>
            <ac:spMk id="239" creationId="{F49E8465-90E9-4C4C-9770-9AD68377F0E3}"/>
          </ac:spMkLst>
        </pc:spChg>
        <pc:spChg chg="add mod">
          <ac:chgData name="Cristian Chilipirea" userId="34ab170da5908fc4" providerId="LiveId" clId="{7840C37D-FDDB-4314-A31E-446F31402874}" dt="2019-10-13T10:43:14.895" v="184" actId="1076"/>
          <ac:spMkLst>
            <pc:docMk/>
            <pc:sldMk cId="321996071" sldId="505"/>
            <ac:spMk id="240" creationId="{4A82D165-0FCE-42F8-94C1-DFF3F1FBF9A9}"/>
          </ac:spMkLst>
        </pc:spChg>
        <pc:spChg chg="add mod">
          <ac:chgData name="Cristian Chilipirea" userId="34ab170da5908fc4" providerId="LiveId" clId="{7840C37D-FDDB-4314-A31E-446F31402874}" dt="2019-10-13T10:43:14.895" v="184" actId="1076"/>
          <ac:spMkLst>
            <pc:docMk/>
            <pc:sldMk cId="321996071" sldId="505"/>
            <ac:spMk id="241" creationId="{0FE8C013-A0D2-41F1-A32C-A095531735BF}"/>
          </ac:spMkLst>
        </pc:spChg>
        <pc:spChg chg="add mod">
          <ac:chgData name="Cristian Chilipirea" userId="34ab170da5908fc4" providerId="LiveId" clId="{7840C37D-FDDB-4314-A31E-446F31402874}" dt="2019-10-13T10:43:14.895" v="184" actId="1076"/>
          <ac:spMkLst>
            <pc:docMk/>
            <pc:sldMk cId="321996071" sldId="505"/>
            <ac:spMk id="242" creationId="{EB46A5C0-B559-4E1F-AFC1-E04C1FD30286}"/>
          </ac:spMkLst>
        </pc:spChg>
        <pc:spChg chg="add mod">
          <ac:chgData name="Cristian Chilipirea" userId="34ab170da5908fc4" providerId="LiveId" clId="{7840C37D-FDDB-4314-A31E-446F31402874}" dt="2019-10-13T10:43:14.895" v="184" actId="1076"/>
          <ac:spMkLst>
            <pc:docMk/>
            <pc:sldMk cId="321996071" sldId="505"/>
            <ac:spMk id="243" creationId="{035EC6A9-6559-4E2E-9E28-8047B6619169}"/>
          </ac:spMkLst>
        </pc:spChg>
        <pc:spChg chg="add mod">
          <ac:chgData name="Cristian Chilipirea" userId="34ab170da5908fc4" providerId="LiveId" clId="{7840C37D-FDDB-4314-A31E-446F31402874}" dt="2019-10-13T10:43:14.895" v="184" actId="1076"/>
          <ac:spMkLst>
            <pc:docMk/>
            <pc:sldMk cId="321996071" sldId="505"/>
            <ac:spMk id="244" creationId="{0C302A28-5C0B-40BD-A484-A256687B3918}"/>
          </ac:spMkLst>
        </pc:spChg>
        <pc:spChg chg="add mod">
          <ac:chgData name="Cristian Chilipirea" userId="34ab170da5908fc4" providerId="LiveId" clId="{7840C37D-FDDB-4314-A31E-446F31402874}" dt="2019-10-13T10:43:14.895" v="184" actId="1076"/>
          <ac:spMkLst>
            <pc:docMk/>
            <pc:sldMk cId="321996071" sldId="505"/>
            <ac:spMk id="245" creationId="{41698E51-8BCF-48E7-865E-B88C661DF83F}"/>
          </ac:spMkLst>
        </pc:spChg>
        <pc:spChg chg="add mod">
          <ac:chgData name="Cristian Chilipirea" userId="34ab170da5908fc4" providerId="LiveId" clId="{7840C37D-FDDB-4314-A31E-446F31402874}" dt="2019-10-13T10:43:14.895" v="184" actId="1076"/>
          <ac:spMkLst>
            <pc:docMk/>
            <pc:sldMk cId="321996071" sldId="505"/>
            <ac:spMk id="246" creationId="{9D77F563-4E94-4A0E-AF27-6CFB2B489F9D}"/>
          </ac:spMkLst>
        </pc:spChg>
        <pc:spChg chg="add mod">
          <ac:chgData name="Cristian Chilipirea" userId="34ab170da5908fc4" providerId="LiveId" clId="{7840C37D-FDDB-4314-A31E-446F31402874}" dt="2019-10-13T10:43:14.895" v="184" actId="1076"/>
          <ac:spMkLst>
            <pc:docMk/>
            <pc:sldMk cId="321996071" sldId="505"/>
            <ac:spMk id="247" creationId="{E73398A7-8EB0-4E00-BDEC-BECAAA8FB97E}"/>
          </ac:spMkLst>
        </pc:spChg>
        <pc:spChg chg="add mod">
          <ac:chgData name="Cristian Chilipirea" userId="34ab170da5908fc4" providerId="LiveId" clId="{7840C37D-FDDB-4314-A31E-446F31402874}" dt="2019-10-13T10:43:14.895" v="184" actId="1076"/>
          <ac:spMkLst>
            <pc:docMk/>
            <pc:sldMk cId="321996071" sldId="505"/>
            <ac:spMk id="248" creationId="{520F44CE-9054-4A57-B43D-A7208F50B95A}"/>
          </ac:spMkLst>
        </pc:spChg>
        <pc:spChg chg="add mod">
          <ac:chgData name="Cristian Chilipirea" userId="34ab170da5908fc4" providerId="LiveId" clId="{7840C37D-FDDB-4314-A31E-446F31402874}" dt="2019-10-13T10:43:14.895" v="184" actId="1076"/>
          <ac:spMkLst>
            <pc:docMk/>
            <pc:sldMk cId="321996071" sldId="505"/>
            <ac:spMk id="249" creationId="{32068F50-B621-4BDE-9184-BD8568970EA9}"/>
          </ac:spMkLst>
        </pc:spChg>
        <pc:spChg chg="add mod">
          <ac:chgData name="Cristian Chilipirea" userId="34ab170da5908fc4" providerId="LiveId" clId="{7840C37D-FDDB-4314-A31E-446F31402874}" dt="2019-10-13T10:43:14.895" v="184" actId="1076"/>
          <ac:spMkLst>
            <pc:docMk/>
            <pc:sldMk cId="321996071" sldId="505"/>
            <ac:spMk id="250" creationId="{80A1B8F8-FCDD-429B-8BA9-53989B75D33B}"/>
          </ac:spMkLst>
        </pc:spChg>
        <pc:spChg chg="add mod">
          <ac:chgData name="Cristian Chilipirea" userId="34ab170da5908fc4" providerId="LiveId" clId="{7840C37D-FDDB-4314-A31E-446F31402874}" dt="2019-10-13T10:43:14.895" v="184" actId="1076"/>
          <ac:spMkLst>
            <pc:docMk/>
            <pc:sldMk cId="321996071" sldId="505"/>
            <ac:spMk id="251" creationId="{4AD3CF83-6036-4B04-8B28-28418BCFF0BC}"/>
          </ac:spMkLst>
        </pc:spChg>
        <pc:spChg chg="add mod">
          <ac:chgData name="Cristian Chilipirea" userId="34ab170da5908fc4" providerId="LiveId" clId="{7840C37D-FDDB-4314-A31E-446F31402874}" dt="2019-10-13T10:43:14.895" v="184" actId="1076"/>
          <ac:spMkLst>
            <pc:docMk/>
            <pc:sldMk cId="321996071" sldId="505"/>
            <ac:spMk id="252" creationId="{93C1C166-D7AB-43CF-B34C-DA6F789566E3}"/>
          </ac:spMkLst>
        </pc:spChg>
        <pc:spChg chg="add mod">
          <ac:chgData name="Cristian Chilipirea" userId="34ab170da5908fc4" providerId="LiveId" clId="{7840C37D-FDDB-4314-A31E-446F31402874}" dt="2019-10-13T10:43:14.895" v="184" actId="1076"/>
          <ac:spMkLst>
            <pc:docMk/>
            <pc:sldMk cId="321996071" sldId="505"/>
            <ac:spMk id="253" creationId="{81944542-9B5E-466E-8A8D-CC60C8AC9ED7}"/>
          </ac:spMkLst>
        </pc:spChg>
        <pc:spChg chg="add mod">
          <ac:chgData name="Cristian Chilipirea" userId="34ab170da5908fc4" providerId="LiveId" clId="{7840C37D-FDDB-4314-A31E-446F31402874}" dt="2019-10-13T10:43:14.895" v="184" actId="1076"/>
          <ac:spMkLst>
            <pc:docMk/>
            <pc:sldMk cId="321996071" sldId="505"/>
            <ac:spMk id="254" creationId="{504B35A3-BFC0-497A-BB3C-83916C81C665}"/>
          </ac:spMkLst>
        </pc:spChg>
        <pc:spChg chg="add mod">
          <ac:chgData name="Cristian Chilipirea" userId="34ab170da5908fc4" providerId="LiveId" clId="{7840C37D-FDDB-4314-A31E-446F31402874}" dt="2019-10-13T10:43:14.895" v="184" actId="1076"/>
          <ac:spMkLst>
            <pc:docMk/>
            <pc:sldMk cId="321996071" sldId="505"/>
            <ac:spMk id="255" creationId="{AE1264F0-7917-497C-8BC4-77BAF0C94E96}"/>
          </ac:spMkLst>
        </pc:spChg>
        <pc:spChg chg="add mod">
          <ac:chgData name="Cristian Chilipirea" userId="34ab170da5908fc4" providerId="LiveId" clId="{7840C37D-FDDB-4314-A31E-446F31402874}" dt="2019-10-13T10:43:14.895" v="184" actId="1076"/>
          <ac:spMkLst>
            <pc:docMk/>
            <pc:sldMk cId="321996071" sldId="505"/>
            <ac:spMk id="256" creationId="{F920A313-78AB-4381-99D9-64A34C263FA3}"/>
          </ac:spMkLst>
        </pc:spChg>
        <pc:spChg chg="add mod">
          <ac:chgData name="Cristian Chilipirea" userId="34ab170da5908fc4" providerId="LiveId" clId="{7840C37D-FDDB-4314-A31E-446F31402874}" dt="2019-10-13T10:43:14.895" v="184" actId="1076"/>
          <ac:spMkLst>
            <pc:docMk/>
            <pc:sldMk cId="321996071" sldId="505"/>
            <ac:spMk id="257" creationId="{CBB5F4BD-0C22-4E97-AAEB-F81ABD731446}"/>
          </ac:spMkLst>
        </pc:spChg>
        <pc:spChg chg="add mod">
          <ac:chgData name="Cristian Chilipirea" userId="34ab170da5908fc4" providerId="LiveId" clId="{7840C37D-FDDB-4314-A31E-446F31402874}" dt="2019-10-13T10:43:14.895" v="184" actId="1076"/>
          <ac:spMkLst>
            <pc:docMk/>
            <pc:sldMk cId="321996071" sldId="505"/>
            <ac:spMk id="258" creationId="{3B93E03C-32D7-4107-B206-3877352F240C}"/>
          </ac:spMkLst>
        </pc:spChg>
        <pc:spChg chg="add mod">
          <ac:chgData name="Cristian Chilipirea" userId="34ab170da5908fc4" providerId="LiveId" clId="{7840C37D-FDDB-4314-A31E-446F31402874}" dt="2019-10-13T10:43:14.895" v="184" actId="1076"/>
          <ac:spMkLst>
            <pc:docMk/>
            <pc:sldMk cId="321996071" sldId="505"/>
            <ac:spMk id="259" creationId="{F6FEC1FE-D401-451D-8EF4-ABCD2F19F1B7}"/>
          </ac:spMkLst>
        </pc:spChg>
        <pc:cxnChg chg="add del">
          <ac:chgData name="Cristian Chilipirea" userId="34ab170da5908fc4" providerId="LiveId" clId="{7840C37D-FDDB-4314-A31E-446F31402874}" dt="2019-10-13T10:43:12.367" v="182"/>
          <ac:cxnSpMkLst>
            <pc:docMk/>
            <pc:sldMk cId="321996071" sldId="505"/>
            <ac:cxnSpMk id="6" creationId="{DBCA1849-9085-4CA7-9AF8-5049A78F41DC}"/>
          </ac:cxnSpMkLst>
        </pc:cxnChg>
        <pc:cxnChg chg="add del">
          <ac:chgData name="Cristian Chilipirea" userId="34ab170da5908fc4" providerId="LiveId" clId="{7840C37D-FDDB-4314-A31E-446F31402874}" dt="2019-10-13T10:43:12.367" v="182"/>
          <ac:cxnSpMkLst>
            <pc:docMk/>
            <pc:sldMk cId="321996071" sldId="505"/>
            <ac:cxnSpMk id="7" creationId="{9C8BAA96-FC13-49A2-A9E6-92F8560D9EFC}"/>
          </ac:cxnSpMkLst>
        </pc:cxnChg>
        <pc:cxnChg chg="add del">
          <ac:chgData name="Cristian Chilipirea" userId="34ab170da5908fc4" providerId="LiveId" clId="{7840C37D-FDDB-4314-A31E-446F31402874}" dt="2019-10-13T10:43:12.367" v="182"/>
          <ac:cxnSpMkLst>
            <pc:docMk/>
            <pc:sldMk cId="321996071" sldId="505"/>
            <ac:cxnSpMk id="8" creationId="{CE31BAB7-6334-4226-97E3-5C1717818F39}"/>
          </ac:cxnSpMkLst>
        </pc:cxnChg>
        <pc:cxnChg chg="add del">
          <ac:chgData name="Cristian Chilipirea" userId="34ab170da5908fc4" providerId="LiveId" clId="{7840C37D-FDDB-4314-A31E-446F31402874}" dt="2019-10-13T10:43:12.367" v="182"/>
          <ac:cxnSpMkLst>
            <pc:docMk/>
            <pc:sldMk cId="321996071" sldId="505"/>
            <ac:cxnSpMk id="9" creationId="{10527B24-5E5F-48A5-90F1-95EF1C38D13C}"/>
          </ac:cxnSpMkLst>
        </pc:cxnChg>
        <pc:cxnChg chg="add del">
          <ac:chgData name="Cristian Chilipirea" userId="34ab170da5908fc4" providerId="LiveId" clId="{7840C37D-FDDB-4314-A31E-446F31402874}" dt="2019-10-13T10:43:12.367" v="182"/>
          <ac:cxnSpMkLst>
            <pc:docMk/>
            <pc:sldMk cId="321996071" sldId="505"/>
            <ac:cxnSpMk id="10" creationId="{596B130E-9127-40B2-B630-CCEC15BC62C4}"/>
          </ac:cxnSpMkLst>
        </pc:cxnChg>
        <pc:cxnChg chg="add del">
          <ac:chgData name="Cristian Chilipirea" userId="34ab170da5908fc4" providerId="LiveId" clId="{7840C37D-FDDB-4314-A31E-446F31402874}" dt="2019-10-13T10:43:12.367" v="182"/>
          <ac:cxnSpMkLst>
            <pc:docMk/>
            <pc:sldMk cId="321996071" sldId="505"/>
            <ac:cxnSpMk id="11" creationId="{404FDBF9-B608-4697-A8D1-AD3298195DF7}"/>
          </ac:cxnSpMkLst>
        </pc:cxnChg>
        <pc:cxnChg chg="add del">
          <ac:chgData name="Cristian Chilipirea" userId="34ab170da5908fc4" providerId="LiveId" clId="{7840C37D-FDDB-4314-A31E-446F31402874}" dt="2019-10-13T10:43:12.367" v="182"/>
          <ac:cxnSpMkLst>
            <pc:docMk/>
            <pc:sldMk cId="321996071" sldId="505"/>
            <ac:cxnSpMk id="12" creationId="{8DF71581-D061-4050-9C2B-08DD448A04D4}"/>
          </ac:cxnSpMkLst>
        </pc:cxnChg>
        <pc:cxnChg chg="add del">
          <ac:chgData name="Cristian Chilipirea" userId="34ab170da5908fc4" providerId="LiveId" clId="{7840C37D-FDDB-4314-A31E-446F31402874}" dt="2019-10-13T10:43:12.367" v="182"/>
          <ac:cxnSpMkLst>
            <pc:docMk/>
            <pc:sldMk cId="321996071" sldId="505"/>
            <ac:cxnSpMk id="13" creationId="{E094BBC9-188A-473D-AFFD-726E56F15928}"/>
          </ac:cxnSpMkLst>
        </pc:cxnChg>
        <pc:cxnChg chg="add del">
          <ac:chgData name="Cristian Chilipirea" userId="34ab170da5908fc4" providerId="LiveId" clId="{7840C37D-FDDB-4314-A31E-446F31402874}" dt="2019-10-13T10:43:12.367" v="182"/>
          <ac:cxnSpMkLst>
            <pc:docMk/>
            <pc:sldMk cId="321996071" sldId="505"/>
            <ac:cxnSpMk id="14" creationId="{51683D9F-6121-4A51-BDB5-2B0344DFEBBD}"/>
          </ac:cxnSpMkLst>
        </pc:cxnChg>
        <pc:cxnChg chg="add del">
          <ac:chgData name="Cristian Chilipirea" userId="34ab170da5908fc4" providerId="LiveId" clId="{7840C37D-FDDB-4314-A31E-446F31402874}" dt="2019-10-13T10:43:12.367" v="182"/>
          <ac:cxnSpMkLst>
            <pc:docMk/>
            <pc:sldMk cId="321996071" sldId="505"/>
            <ac:cxnSpMk id="15" creationId="{30B02A5D-6F00-409A-95D0-C82FF652EFFE}"/>
          </ac:cxnSpMkLst>
        </pc:cxnChg>
        <pc:cxnChg chg="add del">
          <ac:chgData name="Cristian Chilipirea" userId="34ab170da5908fc4" providerId="LiveId" clId="{7840C37D-FDDB-4314-A31E-446F31402874}" dt="2019-10-13T10:43:12.367" v="182"/>
          <ac:cxnSpMkLst>
            <pc:docMk/>
            <pc:sldMk cId="321996071" sldId="505"/>
            <ac:cxnSpMk id="16" creationId="{9B1BAAD3-76EA-496B-8398-03EB01694FD1}"/>
          </ac:cxnSpMkLst>
        </pc:cxnChg>
        <pc:cxnChg chg="add del">
          <ac:chgData name="Cristian Chilipirea" userId="34ab170da5908fc4" providerId="LiveId" clId="{7840C37D-FDDB-4314-A31E-446F31402874}" dt="2019-10-13T10:43:12.367" v="182"/>
          <ac:cxnSpMkLst>
            <pc:docMk/>
            <pc:sldMk cId="321996071" sldId="505"/>
            <ac:cxnSpMk id="17" creationId="{5F1F9A56-286B-4AF4-B4BD-3D061A7815B0}"/>
          </ac:cxnSpMkLst>
        </pc:cxnChg>
        <pc:cxnChg chg="add del">
          <ac:chgData name="Cristian Chilipirea" userId="34ab170da5908fc4" providerId="LiveId" clId="{7840C37D-FDDB-4314-A31E-446F31402874}" dt="2019-10-13T10:43:12.367" v="182"/>
          <ac:cxnSpMkLst>
            <pc:docMk/>
            <pc:sldMk cId="321996071" sldId="505"/>
            <ac:cxnSpMk id="18" creationId="{D019153D-4581-4370-856B-B8D7EAD9C2AE}"/>
          </ac:cxnSpMkLst>
        </pc:cxnChg>
        <pc:cxnChg chg="add del">
          <ac:chgData name="Cristian Chilipirea" userId="34ab170da5908fc4" providerId="LiveId" clId="{7840C37D-FDDB-4314-A31E-446F31402874}" dt="2019-10-13T10:43:12.367" v="182"/>
          <ac:cxnSpMkLst>
            <pc:docMk/>
            <pc:sldMk cId="321996071" sldId="505"/>
            <ac:cxnSpMk id="19" creationId="{0DAAC59D-7F2A-4143-BC03-F1672E5DB3D8}"/>
          </ac:cxnSpMkLst>
        </pc:cxnChg>
        <pc:cxnChg chg="add del">
          <ac:chgData name="Cristian Chilipirea" userId="34ab170da5908fc4" providerId="LiveId" clId="{7840C37D-FDDB-4314-A31E-446F31402874}" dt="2019-10-13T10:43:12.367" v="182"/>
          <ac:cxnSpMkLst>
            <pc:docMk/>
            <pc:sldMk cId="321996071" sldId="505"/>
            <ac:cxnSpMk id="20" creationId="{7C3E53CD-8D05-44A1-8851-8EF7E85204A5}"/>
          </ac:cxnSpMkLst>
        </pc:cxnChg>
        <pc:cxnChg chg="add del">
          <ac:chgData name="Cristian Chilipirea" userId="34ab170da5908fc4" providerId="LiveId" clId="{7840C37D-FDDB-4314-A31E-446F31402874}" dt="2019-10-13T10:43:12.367" v="182"/>
          <ac:cxnSpMkLst>
            <pc:docMk/>
            <pc:sldMk cId="321996071" sldId="505"/>
            <ac:cxnSpMk id="21" creationId="{56B50DDE-647C-4441-A06B-5E9CAC0F5811}"/>
          </ac:cxnSpMkLst>
        </pc:cxnChg>
        <pc:cxnChg chg="add del">
          <ac:chgData name="Cristian Chilipirea" userId="34ab170da5908fc4" providerId="LiveId" clId="{7840C37D-FDDB-4314-A31E-446F31402874}" dt="2019-10-13T10:43:12.367" v="182"/>
          <ac:cxnSpMkLst>
            <pc:docMk/>
            <pc:sldMk cId="321996071" sldId="505"/>
            <ac:cxnSpMk id="22" creationId="{365C556F-CF61-437A-A86E-88BDB715C543}"/>
          </ac:cxnSpMkLst>
        </pc:cxnChg>
        <pc:cxnChg chg="add del">
          <ac:chgData name="Cristian Chilipirea" userId="34ab170da5908fc4" providerId="LiveId" clId="{7840C37D-FDDB-4314-A31E-446F31402874}" dt="2019-10-13T10:43:12.367" v="182"/>
          <ac:cxnSpMkLst>
            <pc:docMk/>
            <pc:sldMk cId="321996071" sldId="505"/>
            <ac:cxnSpMk id="23" creationId="{2400A922-A8E1-48AE-8DFE-336D4C56247F}"/>
          </ac:cxnSpMkLst>
        </pc:cxnChg>
        <pc:cxnChg chg="add del">
          <ac:chgData name="Cristian Chilipirea" userId="34ab170da5908fc4" providerId="LiveId" clId="{7840C37D-FDDB-4314-A31E-446F31402874}" dt="2019-10-13T10:43:12.367" v="182"/>
          <ac:cxnSpMkLst>
            <pc:docMk/>
            <pc:sldMk cId="321996071" sldId="505"/>
            <ac:cxnSpMk id="24" creationId="{117E5820-26BC-475F-BE6E-CDA276C4498E}"/>
          </ac:cxnSpMkLst>
        </pc:cxnChg>
        <pc:cxnChg chg="add del">
          <ac:chgData name="Cristian Chilipirea" userId="34ab170da5908fc4" providerId="LiveId" clId="{7840C37D-FDDB-4314-A31E-446F31402874}" dt="2019-10-13T10:43:12.367" v="182"/>
          <ac:cxnSpMkLst>
            <pc:docMk/>
            <pc:sldMk cId="321996071" sldId="505"/>
            <ac:cxnSpMk id="25" creationId="{7DAC8D9E-CD37-4C49-8FCF-064C082DA169}"/>
          </ac:cxnSpMkLst>
        </pc:cxnChg>
        <pc:cxnChg chg="add del">
          <ac:chgData name="Cristian Chilipirea" userId="34ab170da5908fc4" providerId="LiveId" clId="{7840C37D-FDDB-4314-A31E-446F31402874}" dt="2019-10-13T10:43:12.367" v="182"/>
          <ac:cxnSpMkLst>
            <pc:docMk/>
            <pc:sldMk cId="321996071" sldId="505"/>
            <ac:cxnSpMk id="26" creationId="{8171E5DC-BCB9-4430-BA55-76664930FD9D}"/>
          </ac:cxnSpMkLst>
        </pc:cxnChg>
        <pc:cxnChg chg="add del">
          <ac:chgData name="Cristian Chilipirea" userId="34ab170da5908fc4" providerId="LiveId" clId="{7840C37D-FDDB-4314-A31E-446F31402874}" dt="2019-10-13T10:43:12.367" v="182"/>
          <ac:cxnSpMkLst>
            <pc:docMk/>
            <pc:sldMk cId="321996071" sldId="505"/>
            <ac:cxnSpMk id="27" creationId="{B02A927A-BACB-4BFA-A5EE-063D5811AC6B}"/>
          </ac:cxnSpMkLst>
        </pc:cxnChg>
        <pc:cxnChg chg="add del">
          <ac:chgData name="Cristian Chilipirea" userId="34ab170da5908fc4" providerId="LiveId" clId="{7840C37D-FDDB-4314-A31E-446F31402874}" dt="2019-10-13T10:43:12.367" v="182"/>
          <ac:cxnSpMkLst>
            <pc:docMk/>
            <pc:sldMk cId="321996071" sldId="505"/>
            <ac:cxnSpMk id="28" creationId="{D7B40AF9-7923-4CAE-85E0-06A425E4FEDE}"/>
          </ac:cxnSpMkLst>
        </pc:cxnChg>
        <pc:cxnChg chg="add del">
          <ac:chgData name="Cristian Chilipirea" userId="34ab170da5908fc4" providerId="LiveId" clId="{7840C37D-FDDB-4314-A31E-446F31402874}" dt="2019-10-13T10:43:12.367" v="182"/>
          <ac:cxnSpMkLst>
            <pc:docMk/>
            <pc:sldMk cId="321996071" sldId="505"/>
            <ac:cxnSpMk id="29" creationId="{1DB92DE4-8213-4BF4-AF77-5BEFC2290E81}"/>
          </ac:cxnSpMkLst>
        </pc:cxnChg>
        <pc:cxnChg chg="add del">
          <ac:chgData name="Cristian Chilipirea" userId="34ab170da5908fc4" providerId="LiveId" clId="{7840C37D-FDDB-4314-A31E-446F31402874}" dt="2019-10-13T10:43:12.367" v="182"/>
          <ac:cxnSpMkLst>
            <pc:docMk/>
            <pc:sldMk cId="321996071" sldId="505"/>
            <ac:cxnSpMk id="30" creationId="{1A3BF304-80A1-4659-B563-04EE92052DAD}"/>
          </ac:cxnSpMkLst>
        </pc:cxnChg>
        <pc:cxnChg chg="add del">
          <ac:chgData name="Cristian Chilipirea" userId="34ab170da5908fc4" providerId="LiveId" clId="{7840C37D-FDDB-4314-A31E-446F31402874}" dt="2019-10-13T10:43:12.367" v="182"/>
          <ac:cxnSpMkLst>
            <pc:docMk/>
            <pc:sldMk cId="321996071" sldId="505"/>
            <ac:cxnSpMk id="31" creationId="{8236420D-75DA-41C7-ABB6-579DAFFA508A}"/>
          </ac:cxnSpMkLst>
        </pc:cxnChg>
        <pc:cxnChg chg="add del">
          <ac:chgData name="Cristian Chilipirea" userId="34ab170da5908fc4" providerId="LiveId" clId="{7840C37D-FDDB-4314-A31E-446F31402874}" dt="2019-10-13T10:43:12.367" v="182"/>
          <ac:cxnSpMkLst>
            <pc:docMk/>
            <pc:sldMk cId="321996071" sldId="505"/>
            <ac:cxnSpMk id="32" creationId="{01756866-106B-4074-99EC-B24BF183C0F5}"/>
          </ac:cxnSpMkLst>
        </pc:cxnChg>
        <pc:cxnChg chg="add del">
          <ac:chgData name="Cristian Chilipirea" userId="34ab170da5908fc4" providerId="LiveId" clId="{7840C37D-FDDB-4314-A31E-446F31402874}" dt="2019-10-13T10:43:12.367" v="182"/>
          <ac:cxnSpMkLst>
            <pc:docMk/>
            <pc:sldMk cId="321996071" sldId="505"/>
            <ac:cxnSpMk id="33" creationId="{4CFD1134-1681-43C5-A421-EB5F95593B8E}"/>
          </ac:cxnSpMkLst>
        </pc:cxnChg>
        <pc:cxnChg chg="add del">
          <ac:chgData name="Cristian Chilipirea" userId="34ab170da5908fc4" providerId="LiveId" clId="{7840C37D-FDDB-4314-A31E-446F31402874}" dt="2019-10-13T10:43:12.367" v="182"/>
          <ac:cxnSpMkLst>
            <pc:docMk/>
            <pc:sldMk cId="321996071" sldId="505"/>
            <ac:cxnSpMk id="34" creationId="{F2EACFD9-98EF-4086-A98E-07F3DC4C98C0}"/>
          </ac:cxnSpMkLst>
        </pc:cxnChg>
        <pc:cxnChg chg="add del">
          <ac:chgData name="Cristian Chilipirea" userId="34ab170da5908fc4" providerId="LiveId" clId="{7840C37D-FDDB-4314-A31E-446F31402874}" dt="2019-10-13T10:43:12.367" v="182"/>
          <ac:cxnSpMkLst>
            <pc:docMk/>
            <pc:sldMk cId="321996071" sldId="505"/>
            <ac:cxnSpMk id="35" creationId="{7B6F4868-9960-467B-891B-7E684F8038C9}"/>
          </ac:cxnSpMkLst>
        </pc:cxnChg>
        <pc:cxnChg chg="add del">
          <ac:chgData name="Cristian Chilipirea" userId="34ab170da5908fc4" providerId="LiveId" clId="{7840C37D-FDDB-4314-A31E-446F31402874}" dt="2019-10-13T10:43:12.367" v="182"/>
          <ac:cxnSpMkLst>
            <pc:docMk/>
            <pc:sldMk cId="321996071" sldId="505"/>
            <ac:cxnSpMk id="66" creationId="{E8E9F03A-FF4E-405B-8388-49508DABEB2C}"/>
          </ac:cxnSpMkLst>
        </pc:cxnChg>
        <pc:cxnChg chg="add del">
          <ac:chgData name="Cristian Chilipirea" userId="34ab170da5908fc4" providerId="LiveId" clId="{7840C37D-FDDB-4314-A31E-446F31402874}" dt="2019-10-13T10:43:12.367" v="182"/>
          <ac:cxnSpMkLst>
            <pc:docMk/>
            <pc:sldMk cId="321996071" sldId="505"/>
            <ac:cxnSpMk id="67" creationId="{564D1271-A387-4032-B200-90A6E517A2C3}"/>
          </ac:cxnSpMkLst>
        </pc:cxnChg>
        <pc:cxnChg chg="add del">
          <ac:chgData name="Cristian Chilipirea" userId="34ab170da5908fc4" providerId="LiveId" clId="{7840C37D-FDDB-4314-A31E-446F31402874}" dt="2019-10-13T10:43:12.367" v="182"/>
          <ac:cxnSpMkLst>
            <pc:docMk/>
            <pc:sldMk cId="321996071" sldId="505"/>
            <ac:cxnSpMk id="68" creationId="{56121A2B-FD4C-4A63-BB6C-5800649B1D00}"/>
          </ac:cxnSpMkLst>
        </pc:cxnChg>
        <pc:cxnChg chg="add del">
          <ac:chgData name="Cristian Chilipirea" userId="34ab170da5908fc4" providerId="LiveId" clId="{7840C37D-FDDB-4314-A31E-446F31402874}" dt="2019-10-13T10:43:12.367" v="182"/>
          <ac:cxnSpMkLst>
            <pc:docMk/>
            <pc:sldMk cId="321996071" sldId="505"/>
            <ac:cxnSpMk id="69" creationId="{4CA6D21E-73BB-4E99-8442-1BE3DDEB4342}"/>
          </ac:cxnSpMkLst>
        </pc:cxnChg>
        <pc:cxnChg chg="add del">
          <ac:chgData name="Cristian Chilipirea" userId="34ab170da5908fc4" providerId="LiveId" clId="{7840C37D-FDDB-4314-A31E-446F31402874}" dt="2019-10-13T10:43:12.367" v="182"/>
          <ac:cxnSpMkLst>
            <pc:docMk/>
            <pc:sldMk cId="321996071" sldId="505"/>
            <ac:cxnSpMk id="70" creationId="{C994B867-B0BE-44E6-96DA-6FC6CA81B4B1}"/>
          </ac:cxnSpMkLst>
        </pc:cxnChg>
        <pc:cxnChg chg="add del">
          <ac:chgData name="Cristian Chilipirea" userId="34ab170da5908fc4" providerId="LiveId" clId="{7840C37D-FDDB-4314-A31E-446F31402874}" dt="2019-10-13T10:43:12.367" v="182"/>
          <ac:cxnSpMkLst>
            <pc:docMk/>
            <pc:sldMk cId="321996071" sldId="505"/>
            <ac:cxnSpMk id="71" creationId="{165EAAFB-D1B6-4070-9F00-1EA44E3BB98B}"/>
          </ac:cxnSpMkLst>
        </pc:cxnChg>
        <pc:cxnChg chg="add del">
          <ac:chgData name="Cristian Chilipirea" userId="34ab170da5908fc4" providerId="LiveId" clId="{7840C37D-FDDB-4314-A31E-446F31402874}" dt="2019-10-13T10:43:12.367" v="182"/>
          <ac:cxnSpMkLst>
            <pc:docMk/>
            <pc:sldMk cId="321996071" sldId="505"/>
            <ac:cxnSpMk id="72" creationId="{D8E91DB8-5605-429A-825D-7C38AD78611B}"/>
          </ac:cxnSpMkLst>
        </pc:cxnChg>
        <pc:cxnChg chg="add del">
          <ac:chgData name="Cristian Chilipirea" userId="34ab170da5908fc4" providerId="LiveId" clId="{7840C37D-FDDB-4314-A31E-446F31402874}" dt="2019-10-13T10:43:12.367" v="182"/>
          <ac:cxnSpMkLst>
            <pc:docMk/>
            <pc:sldMk cId="321996071" sldId="505"/>
            <ac:cxnSpMk id="73" creationId="{1D87A906-7DA6-4F10-9FD2-84F395834D27}"/>
          </ac:cxnSpMkLst>
        </pc:cxnChg>
        <pc:cxnChg chg="add del">
          <ac:chgData name="Cristian Chilipirea" userId="34ab170da5908fc4" providerId="LiveId" clId="{7840C37D-FDDB-4314-A31E-446F31402874}" dt="2019-10-13T10:43:12.367" v="182"/>
          <ac:cxnSpMkLst>
            <pc:docMk/>
            <pc:sldMk cId="321996071" sldId="505"/>
            <ac:cxnSpMk id="74" creationId="{218C1D4F-0158-48E7-B8AF-86BAD4547197}"/>
          </ac:cxnSpMkLst>
        </pc:cxnChg>
        <pc:cxnChg chg="add del">
          <ac:chgData name="Cristian Chilipirea" userId="34ab170da5908fc4" providerId="LiveId" clId="{7840C37D-FDDB-4314-A31E-446F31402874}" dt="2019-10-13T10:43:12.367" v="182"/>
          <ac:cxnSpMkLst>
            <pc:docMk/>
            <pc:sldMk cId="321996071" sldId="505"/>
            <ac:cxnSpMk id="75" creationId="{A1452A1E-1220-49E2-B622-D0CCEA7E0991}"/>
          </ac:cxnSpMkLst>
        </pc:cxnChg>
        <pc:cxnChg chg="add del">
          <ac:chgData name="Cristian Chilipirea" userId="34ab170da5908fc4" providerId="LiveId" clId="{7840C37D-FDDB-4314-A31E-446F31402874}" dt="2019-10-13T10:43:12.367" v="182"/>
          <ac:cxnSpMkLst>
            <pc:docMk/>
            <pc:sldMk cId="321996071" sldId="505"/>
            <ac:cxnSpMk id="76" creationId="{D0C5482E-D1AB-459D-855B-02EB033C3EC0}"/>
          </ac:cxnSpMkLst>
        </pc:cxnChg>
        <pc:cxnChg chg="add del">
          <ac:chgData name="Cristian Chilipirea" userId="34ab170da5908fc4" providerId="LiveId" clId="{7840C37D-FDDB-4314-A31E-446F31402874}" dt="2019-10-13T10:43:12.367" v="182"/>
          <ac:cxnSpMkLst>
            <pc:docMk/>
            <pc:sldMk cId="321996071" sldId="505"/>
            <ac:cxnSpMk id="77" creationId="{75E702F7-B81C-4A83-A974-999DAF0D666E}"/>
          </ac:cxnSpMkLst>
        </pc:cxnChg>
        <pc:cxnChg chg="add del">
          <ac:chgData name="Cristian Chilipirea" userId="34ab170da5908fc4" providerId="LiveId" clId="{7840C37D-FDDB-4314-A31E-446F31402874}" dt="2019-10-13T10:43:12.367" v="182"/>
          <ac:cxnSpMkLst>
            <pc:docMk/>
            <pc:sldMk cId="321996071" sldId="505"/>
            <ac:cxnSpMk id="78" creationId="{788B50C6-BE1F-4ACC-805B-56F6988DEAD3}"/>
          </ac:cxnSpMkLst>
        </pc:cxnChg>
        <pc:cxnChg chg="add del">
          <ac:chgData name="Cristian Chilipirea" userId="34ab170da5908fc4" providerId="LiveId" clId="{7840C37D-FDDB-4314-A31E-446F31402874}" dt="2019-10-13T10:43:12.367" v="182"/>
          <ac:cxnSpMkLst>
            <pc:docMk/>
            <pc:sldMk cId="321996071" sldId="505"/>
            <ac:cxnSpMk id="79" creationId="{7E52C3F8-A8EC-40D1-B196-4ECDF5E03319}"/>
          </ac:cxnSpMkLst>
        </pc:cxnChg>
        <pc:cxnChg chg="add del">
          <ac:chgData name="Cristian Chilipirea" userId="34ab170da5908fc4" providerId="LiveId" clId="{7840C37D-FDDB-4314-A31E-446F31402874}" dt="2019-10-13T10:43:12.367" v="182"/>
          <ac:cxnSpMkLst>
            <pc:docMk/>
            <pc:sldMk cId="321996071" sldId="505"/>
            <ac:cxnSpMk id="80" creationId="{18A764A9-87DF-4D89-B573-80D98C769A3E}"/>
          </ac:cxnSpMkLst>
        </pc:cxnChg>
        <pc:cxnChg chg="add del">
          <ac:chgData name="Cristian Chilipirea" userId="34ab170da5908fc4" providerId="LiveId" clId="{7840C37D-FDDB-4314-A31E-446F31402874}" dt="2019-10-13T10:43:12.367" v="182"/>
          <ac:cxnSpMkLst>
            <pc:docMk/>
            <pc:sldMk cId="321996071" sldId="505"/>
            <ac:cxnSpMk id="81" creationId="{DE599371-A70D-473C-9B62-8106E68B96EC}"/>
          </ac:cxnSpMkLst>
        </pc:cxnChg>
        <pc:cxnChg chg="add del">
          <ac:chgData name="Cristian Chilipirea" userId="34ab170da5908fc4" providerId="LiveId" clId="{7840C37D-FDDB-4314-A31E-446F31402874}" dt="2019-10-13T10:43:12.367" v="182"/>
          <ac:cxnSpMkLst>
            <pc:docMk/>
            <pc:sldMk cId="321996071" sldId="505"/>
            <ac:cxnSpMk id="82" creationId="{6D554BA6-4553-410F-88AD-DFAF2F056E90}"/>
          </ac:cxnSpMkLst>
        </pc:cxnChg>
        <pc:cxnChg chg="add del">
          <ac:chgData name="Cristian Chilipirea" userId="34ab170da5908fc4" providerId="LiveId" clId="{7840C37D-FDDB-4314-A31E-446F31402874}" dt="2019-10-13T10:43:12.367" v="182"/>
          <ac:cxnSpMkLst>
            <pc:docMk/>
            <pc:sldMk cId="321996071" sldId="505"/>
            <ac:cxnSpMk id="83" creationId="{0BC56FB6-3A54-47DC-94B6-AA702FAA5627}"/>
          </ac:cxnSpMkLst>
        </pc:cxnChg>
        <pc:cxnChg chg="add del">
          <ac:chgData name="Cristian Chilipirea" userId="34ab170da5908fc4" providerId="LiveId" clId="{7840C37D-FDDB-4314-A31E-446F31402874}" dt="2019-10-13T10:43:12.367" v="182"/>
          <ac:cxnSpMkLst>
            <pc:docMk/>
            <pc:sldMk cId="321996071" sldId="505"/>
            <ac:cxnSpMk id="84" creationId="{E5E98A3A-5169-4D7C-9E2F-2355C9490F6A}"/>
          </ac:cxnSpMkLst>
        </pc:cxnChg>
        <pc:cxnChg chg="add del">
          <ac:chgData name="Cristian Chilipirea" userId="34ab170da5908fc4" providerId="LiveId" clId="{7840C37D-FDDB-4314-A31E-446F31402874}" dt="2019-10-13T10:43:12.367" v="182"/>
          <ac:cxnSpMkLst>
            <pc:docMk/>
            <pc:sldMk cId="321996071" sldId="505"/>
            <ac:cxnSpMk id="85" creationId="{718FC82E-F787-4F0C-AA53-93B51DD8D9FB}"/>
          </ac:cxnSpMkLst>
        </pc:cxnChg>
        <pc:cxnChg chg="add del">
          <ac:chgData name="Cristian Chilipirea" userId="34ab170da5908fc4" providerId="LiveId" clId="{7840C37D-FDDB-4314-A31E-446F31402874}" dt="2019-10-13T10:43:12.367" v="182"/>
          <ac:cxnSpMkLst>
            <pc:docMk/>
            <pc:sldMk cId="321996071" sldId="505"/>
            <ac:cxnSpMk id="86" creationId="{EEDCBF54-1027-4769-94A7-86EC3C5782D6}"/>
          </ac:cxnSpMkLst>
        </pc:cxnChg>
        <pc:cxnChg chg="add del">
          <ac:chgData name="Cristian Chilipirea" userId="34ab170da5908fc4" providerId="LiveId" clId="{7840C37D-FDDB-4314-A31E-446F31402874}" dt="2019-10-13T10:43:12.367" v="182"/>
          <ac:cxnSpMkLst>
            <pc:docMk/>
            <pc:sldMk cId="321996071" sldId="505"/>
            <ac:cxnSpMk id="87" creationId="{35E6526D-5466-46D9-9636-A9AE7E57A6BA}"/>
          </ac:cxnSpMkLst>
        </pc:cxnChg>
        <pc:cxnChg chg="add del">
          <ac:chgData name="Cristian Chilipirea" userId="34ab170da5908fc4" providerId="LiveId" clId="{7840C37D-FDDB-4314-A31E-446F31402874}" dt="2019-10-13T10:43:12.367" v="182"/>
          <ac:cxnSpMkLst>
            <pc:docMk/>
            <pc:sldMk cId="321996071" sldId="505"/>
            <ac:cxnSpMk id="88" creationId="{1FDED29E-2EEA-4C86-B55C-CC14A5162CCF}"/>
          </ac:cxnSpMkLst>
        </pc:cxnChg>
        <pc:cxnChg chg="add del">
          <ac:chgData name="Cristian Chilipirea" userId="34ab170da5908fc4" providerId="LiveId" clId="{7840C37D-FDDB-4314-A31E-446F31402874}" dt="2019-10-13T10:43:12.367" v="182"/>
          <ac:cxnSpMkLst>
            <pc:docMk/>
            <pc:sldMk cId="321996071" sldId="505"/>
            <ac:cxnSpMk id="89" creationId="{6E0C748B-81A2-4710-8BF1-D63D3097A4B3}"/>
          </ac:cxnSpMkLst>
        </pc:cxnChg>
        <pc:cxnChg chg="add del">
          <ac:chgData name="Cristian Chilipirea" userId="34ab170da5908fc4" providerId="LiveId" clId="{7840C37D-FDDB-4314-A31E-446F31402874}" dt="2019-10-13T10:43:12.367" v="182"/>
          <ac:cxnSpMkLst>
            <pc:docMk/>
            <pc:sldMk cId="321996071" sldId="505"/>
            <ac:cxnSpMk id="90" creationId="{EF7818DA-EDCE-4DCF-A151-03607BF8AA06}"/>
          </ac:cxnSpMkLst>
        </pc:cxnChg>
        <pc:cxnChg chg="add del">
          <ac:chgData name="Cristian Chilipirea" userId="34ab170da5908fc4" providerId="LiveId" clId="{7840C37D-FDDB-4314-A31E-446F31402874}" dt="2019-10-13T10:43:12.367" v="182"/>
          <ac:cxnSpMkLst>
            <pc:docMk/>
            <pc:sldMk cId="321996071" sldId="505"/>
            <ac:cxnSpMk id="91" creationId="{D9C92B5C-298C-425D-A46F-293995FDB353}"/>
          </ac:cxnSpMkLst>
        </pc:cxnChg>
        <pc:cxnChg chg="add del">
          <ac:chgData name="Cristian Chilipirea" userId="34ab170da5908fc4" providerId="LiveId" clId="{7840C37D-FDDB-4314-A31E-446F31402874}" dt="2019-10-13T10:43:12.367" v="182"/>
          <ac:cxnSpMkLst>
            <pc:docMk/>
            <pc:sldMk cId="321996071" sldId="505"/>
            <ac:cxnSpMk id="92" creationId="{CBA8539C-273F-4A24-BEBB-9A53AB5E44D0}"/>
          </ac:cxnSpMkLst>
        </pc:cxnChg>
        <pc:cxnChg chg="add del">
          <ac:chgData name="Cristian Chilipirea" userId="34ab170da5908fc4" providerId="LiveId" clId="{7840C37D-FDDB-4314-A31E-446F31402874}" dt="2019-10-13T10:43:12.367" v="182"/>
          <ac:cxnSpMkLst>
            <pc:docMk/>
            <pc:sldMk cId="321996071" sldId="505"/>
            <ac:cxnSpMk id="93" creationId="{233C71A3-6AC5-495F-BA12-D0BFAE08C8E5}"/>
          </ac:cxnSpMkLst>
        </pc:cxnChg>
        <pc:cxnChg chg="add del">
          <ac:chgData name="Cristian Chilipirea" userId="34ab170da5908fc4" providerId="LiveId" clId="{7840C37D-FDDB-4314-A31E-446F31402874}" dt="2019-10-13T10:43:12.367" v="182"/>
          <ac:cxnSpMkLst>
            <pc:docMk/>
            <pc:sldMk cId="321996071" sldId="505"/>
            <ac:cxnSpMk id="94" creationId="{6950A608-AB00-4B95-83D4-FB4F9D8828D6}"/>
          </ac:cxnSpMkLst>
        </pc:cxnChg>
        <pc:cxnChg chg="add del">
          <ac:chgData name="Cristian Chilipirea" userId="34ab170da5908fc4" providerId="LiveId" clId="{7840C37D-FDDB-4314-A31E-446F31402874}" dt="2019-10-13T10:43:12.367" v="182"/>
          <ac:cxnSpMkLst>
            <pc:docMk/>
            <pc:sldMk cId="321996071" sldId="505"/>
            <ac:cxnSpMk id="95" creationId="{148A4918-4FB9-4DF8-812C-1C3A887AE790}"/>
          </ac:cxnSpMkLst>
        </pc:cxnChg>
        <pc:cxnChg chg="add del">
          <ac:chgData name="Cristian Chilipirea" userId="34ab170da5908fc4" providerId="LiveId" clId="{7840C37D-FDDB-4314-A31E-446F31402874}" dt="2019-10-13T10:43:12.367" v="182"/>
          <ac:cxnSpMkLst>
            <pc:docMk/>
            <pc:sldMk cId="321996071" sldId="505"/>
            <ac:cxnSpMk id="96" creationId="{DA4114B6-885B-4A23-8EA7-1246927E28B2}"/>
          </ac:cxnSpMkLst>
        </pc:cxnChg>
        <pc:cxnChg chg="add del">
          <ac:chgData name="Cristian Chilipirea" userId="34ab170da5908fc4" providerId="LiveId" clId="{7840C37D-FDDB-4314-A31E-446F31402874}" dt="2019-10-13T10:43:12.367" v="182"/>
          <ac:cxnSpMkLst>
            <pc:docMk/>
            <pc:sldMk cId="321996071" sldId="505"/>
            <ac:cxnSpMk id="97" creationId="{0320F66B-E5F1-4B1B-8DF5-1B24AF62AD77}"/>
          </ac:cxnSpMkLst>
        </pc:cxnChg>
        <pc:cxnChg chg="add del">
          <ac:chgData name="Cristian Chilipirea" userId="34ab170da5908fc4" providerId="LiveId" clId="{7840C37D-FDDB-4314-A31E-446F31402874}" dt="2019-10-13T10:43:12.367" v="182"/>
          <ac:cxnSpMkLst>
            <pc:docMk/>
            <pc:sldMk cId="321996071" sldId="505"/>
            <ac:cxnSpMk id="98" creationId="{1C1D2F32-4A47-4B94-8083-51305F61D008}"/>
          </ac:cxnSpMkLst>
        </pc:cxnChg>
        <pc:cxnChg chg="add del">
          <ac:chgData name="Cristian Chilipirea" userId="34ab170da5908fc4" providerId="LiveId" clId="{7840C37D-FDDB-4314-A31E-446F31402874}" dt="2019-10-13T10:43:12.367" v="182"/>
          <ac:cxnSpMkLst>
            <pc:docMk/>
            <pc:sldMk cId="321996071" sldId="505"/>
            <ac:cxnSpMk id="99" creationId="{3C7F261A-EF01-4635-8528-64D5C456CDA3}"/>
          </ac:cxnSpMkLst>
        </pc:cxnChg>
        <pc:cxnChg chg="add del">
          <ac:chgData name="Cristian Chilipirea" userId="34ab170da5908fc4" providerId="LiveId" clId="{7840C37D-FDDB-4314-A31E-446F31402874}" dt="2019-10-13T10:43:12.367" v="182"/>
          <ac:cxnSpMkLst>
            <pc:docMk/>
            <pc:sldMk cId="321996071" sldId="505"/>
            <ac:cxnSpMk id="100" creationId="{30939FCA-C056-47FD-B680-402CAC94197C}"/>
          </ac:cxnSpMkLst>
        </pc:cxnChg>
        <pc:cxnChg chg="add mod">
          <ac:chgData name="Cristian Chilipirea" userId="34ab170da5908fc4" providerId="LiveId" clId="{7840C37D-FDDB-4314-A31E-446F31402874}" dt="2019-10-13T10:43:14.895" v="184" actId="1076"/>
          <ac:cxnSpMkLst>
            <pc:docMk/>
            <pc:sldMk cId="321996071" sldId="505"/>
            <ac:cxnSpMk id="134" creationId="{94F198CB-3828-4C6B-B6B9-1FE2582C1250}"/>
          </ac:cxnSpMkLst>
        </pc:cxnChg>
        <pc:cxnChg chg="add mod">
          <ac:chgData name="Cristian Chilipirea" userId="34ab170da5908fc4" providerId="LiveId" clId="{7840C37D-FDDB-4314-A31E-446F31402874}" dt="2019-10-13T10:43:14.895" v="184" actId="1076"/>
          <ac:cxnSpMkLst>
            <pc:docMk/>
            <pc:sldMk cId="321996071" sldId="505"/>
            <ac:cxnSpMk id="135" creationId="{5DF43A7D-6226-4947-AD67-D2C246006A76}"/>
          </ac:cxnSpMkLst>
        </pc:cxnChg>
        <pc:cxnChg chg="add mod">
          <ac:chgData name="Cristian Chilipirea" userId="34ab170da5908fc4" providerId="LiveId" clId="{7840C37D-FDDB-4314-A31E-446F31402874}" dt="2019-10-13T10:43:14.895" v="184" actId="1076"/>
          <ac:cxnSpMkLst>
            <pc:docMk/>
            <pc:sldMk cId="321996071" sldId="505"/>
            <ac:cxnSpMk id="136" creationId="{001B768E-FE77-4E53-910D-C96F77E460BD}"/>
          </ac:cxnSpMkLst>
        </pc:cxnChg>
        <pc:cxnChg chg="add mod">
          <ac:chgData name="Cristian Chilipirea" userId="34ab170da5908fc4" providerId="LiveId" clId="{7840C37D-FDDB-4314-A31E-446F31402874}" dt="2019-10-13T10:43:14.895" v="184" actId="1076"/>
          <ac:cxnSpMkLst>
            <pc:docMk/>
            <pc:sldMk cId="321996071" sldId="505"/>
            <ac:cxnSpMk id="137" creationId="{6FF8AF77-F00F-42A6-8620-911C63AF82D9}"/>
          </ac:cxnSpMkLst>
        </pc:cxnChg>
        <pc:cxnChg chg="add mod">
          <ac:chgData name="Cristian Chilipirea" userId="34ab170da5908fc4" providerId="LiveId" clId="{7840C37D-FDDB-4314-A31E-446F31402874}" dt="2019-10-13T10:43:14.895" v="184" actId="1076"/>
          <ac:cxnSpMkLst>
            <pc:docMk/>
            <pc:sldMk cId="321996071" sldId="505"/>
            <ac:cxnSpMk id="138" creationId="{5B56E449-9331-4067-8182-DC9A36FA9BFF}"/>
          </ac:cxnSpMkLst>
        </pc:cxnChg>
        <pc:cxnChg chg="add mod">
          <ac:chgData name="Cristian Chilipirea" userId="34ab170da5908fc4" providerId="LiveId" clId="{7840C37D-FDDB-4314-A31E-446F31402874}" dt="2019-10-13T10:43:14.895" v="184" actId="1076"/>
          <ac:cxnSpMkLst>
            <pc:docMk/>
            <pc:sldMk cId="321996071" sldId="505"/>
            <ac:cxnSpMk id="139" creationId="{F8ECC2F7-AB28-49AC-B34A-2C0E9C7A1E5B}"/>
          </ac:cxnSpMkLst>
        </pc:cxnChg>
        <pc:cxnChg chg="add mod">
          <ac:chgData name="Cristian Chilipirea" userId="34ab170da5908fc4" providerId="LiveId" clId="{7840C37D-FDDB-4314-A31E-446F31402874}" dt="2019-10-13T10:43:14.895" v="184" actId="1076"/>
          <ac:cxnSpMkLst>
            <pc:docMk/>
            <pc:sldMk cId="321996071" sldId="505"/>
            <ac:cxnSpMk id="140" creationId="{28B87863-3FDB-4601-A8D9-3A8C35F9E853}"/>
          </ac:cxnSpMkLst>
        </pc:cxnChg>
        <pc:cxnChg chg="add mod">
          <ac:chgData name="Cristian Chilipirea" userId="34ab170da5908fc4" providerId="LiveId" clId="{7840C37D-FDDB-4314-A31E-446F31402874}" dt="2019-10-13T10:43:14.895" v="184" actId="1076"/>
          <ac:cxnSpMkLst>
            <pc:docMk/>
            <pc:sldMk cId="321996071" sldId="505"/>
            <ac:cxnSpMk id="141" creationId="{1B725840-1185-40C5-951C-2FBD22E6265B}"/>
          </ac:cxnSpMkLst>
        </pc:cxnChg>
        <pc:cxnChg chg="add mod">
          <ac:chgData name="Cristian Chilipirea" userId="34ab170da5908fc4" providerId="LiveId" clId="{7840C37D-FDDB-4314-A31E-446F31402874}" dt="2019-10-13T10:43:14.895" v="184" actId="1076"/>
          <ac:cxnSpMkLst>
            <pc:docMk/>
            <pc:sldMk cId="321996071" sldId="505"/>
            <ac:cxnSpMk id="142" creationId="{81A0C987-B72C-403E-8187-5B12E6A99AAB}"/>
          </ac:cxnSpMkLst>
        </pc:cxnChg>
        <pc:cxnChg chg="add mod">
          <ac:chgData name="Cristian Chilipirea" userId="34ab170da5908fc4" providerId="LiveId" clId="{7840C37D-FDDB-4314-A31E-446F31402874}" dt="2019-10-13T10:43:14.895" v="184" actId="1076"/>
          <ac:cxnSpMkLst>
            <pc:docMk/>
            <pc:sldMk cId="321996071" sldId="505"/>
            <ac:cxnSpMk id="143" creationId="{E4FCA885-2CB8-42F1-8220-A6784A7E33D6}"/>
          </ac:cxnSpMkLst>
        </pc:cxnChg>
        <pc:cxnChg chg="add mod">
          <ac:chgData name="Cristian Chilipirea" userId="34ab170da5908fc4" providerId="LiveId" clId="{7840C37D-FDDB-4314-A31E-446F31402874}" dt="2019-10-13T10:43:14.895" v="184" actId="1076"/>
          <ac:cxnSpMkLst>
            <pc:docMk/>
            <pc:sldMk cId="321996071" sldId="505"/>
            <ac:cxnSpMk id="144" creationId="{D3F1BE00-ED2B-4C16-A0AA-82F4AE0F31AA}"/>
          </ac:cxnSpMkLst>
        </pc:cxnChg>
        <pc:cxnChg chg="add mod">
          <ac:chgData name="Cristian Chilipirea" userId="34ab170da5908fc4" providerId="LiveId" clId="{7840C37D-FDDB-4314-A31E-446F31402874}" dt="2019-10-13T10:43:14.895" v="184" actId="1076"/>
          <ac:cxnSpMkLst>
            <pc:docMk/>
            <pc:sldMk cId="321996071" sldId="505"/>
            <ac:cxnSpMk id="145" creationId="{DD7FC0B6-2AF5-442A-B82A-74CE64FA098C}"/>
          </ac:cxnSpMkLst>
        </pc:cxnChg>
        <pc:cxnChg chg="add mod">
          <ac:chgData name="Cristian Chilipirea" userId="34ab170da5908fc4" providerId="LiveId" clId="{7840C37D-FDDB-4314-A31E-446F31402874}" dt="2019-10-13T10:43:14.895" v="184" actId="1076"/>
          <ac:cxnSpMkLst>
            <pc:docMk/>
            <pc:sldMk cId="321996071" sldId="505"/>
            <ac:cxnSpMk id="146" creationId="{E7E4A7DA-7C9D-4E8C-A0DB-06E89D3E37CE}"/>
          </ac:cxnSpMkLst>
        </pc:cxnChg>
        <pc:cxnChg chg="add mod">
          <ac:chgData name="Cristian Chilipirea" userId="34ab170da5908fc4" providerId="LiveId" clId="{7840C37D-FDDB-4314-A31E-446F31402874}" dt="2019-10-13T10:43:14.895" v="184" actId="1076"/>
          <ac:cxnSpMkLst>
            <pc:docMk/>
            <pc:sldMk cId="321996071" sldId="505"/>
            <ac:cxnSpMk id="147" creationId="{DC5EE3B6-A25C-45F4-A88C-8919DB3307A8}"/>
          </ac:cxnSpMkLst>
        </pc:cxnChg>
        <pc:cxnChg chg="add mod">
          <ac:chgData name="Cristian Chilipirea" userId="34ab170da5908fc4" providerId="LiveId" clId="{7840C37D-FDDB-4314-A31E-446F31402874}" dt="2019-10-13T10:43:14.895" v="184" actId="1076"/>
          <ac:cxnSpMkLst>
            <pc:docMk/>
            <pc:sldMk cId="321996071" sldId="505"/>
            <ac:cxnSpMk id="148" creationId="{08231FE0-0365-4831-82D4-307F9C5FE833}"/>
          </ac:cxnSpMkLst>
        </pc:cxnChg>
        <pc:cxnChg chg="add mod">
          <ac:chgData name="Cristian Chilipirea" userId="34ab170da5908fc4" providerId="LiveId" clId="{7840C37D-FDDB-4314-A31E-446F31402874}" dt="2019-10-13T10:43:14.895" v="184" actId="1076"/>
          <ac:cxnSpMkLst>
            <pc:docMk/>
            <pc:sldMk cId="321996071" sldId="505"/>
            <ac:cxnSpMk id="149" creationId="{741A5CA3-FA68-4496-B027-CEFDD2CA2642}"/>
          </ac:cxnSpMkLst>
        </pc:cxnChg>
        <pc:cxnChg chg="add mod">
          <ac:chgData name="Cristian Chilipirea" userId="34ab170da5908fc4" providerId="LiveId" clId="{7840C37D-FDDB-4314-A31E-446F31402874}" dt="2019-10-13T10:43:14.895" v="184" actId="1076"/>
          <ac:cxnSpMkLst>
            <pc:docMk/>
            <pc:sldMk cId="321996071" sldId="505"/>
            <ac:cxnSpMk id="150" creationId="{D9A80109-5F00-4546-8C51-AAE5234B2233}"/>
          </ac:cxnSpMkLst>
        </pc:cxnChg>
        <pc:cxnChg chg="add mod">
          <ac:chgData name="Cristian Chilipirea" userId="34ab170da5908fc4" providerId="LiveId" clId="{7840C37D-FDDB-4314-A31E-446F31402874}" dt="2019-10-13T10:43:14.895" v="184" actId="1076"/>
          <ac:cxnSpMkLst>
            <pc:docMk/>
            <pc:sldMk cId="321996071" sldId="505"/>
            <ac:cxnSpMk id="151" creationId="{B5D4C87D-9676-4939-BD20-5069D18C29C8}"/>
          </ac:cxnSpMkLst>
        </pc:cxnChg>
        <pc:cxnChg chg="add mod">
          <ac:chgData name="Cristian Chilipirea" userId="34ab170da5908fc4" providerId="LiveId" clId="{7840C37D-FDDB-4314-A31E-446F31402874}" dt="2019-10-13T10:43:14.895" v="184" actId="1076"/>
          <ac:cxnSpMkLst>
            <pc:docMk/>
            <pc:sldMk cId="321996071" sldId="505"/>
            <ac:cxnSpMk id="152" creationId="{C6F370AD-A161-400E-A7EB-371E2D2B63AE}"/>
          </ac:cxnSpMkLst>
        </pc:cxnChg>
        <pc:cxnChg chg="add mod">
          <ac:chgData name="Cristian Chilipirea" userId="34ab170da5908fc4" providerId="LiveId" clId="{7840C37D-FDDB-4314-A31E-446F31402874}" dt="2019-10-13T10:43:14.895" v="184" actId="1076"/>
          <ac:cxnSpMkLst>
            <pc:docMk/>
            <pc:sldMk cId="321996071" sldId="505"/>
            <ac:cxnSpMk id="153" creationId="{FAE97B18-5540-4D79-B383-ADADFCDF46F3}"/>
          </ac:cxnSpMkLst>
        </pc:cxnChg>
        <pc:cxnChg chg="add mod">
          <ac:chgData name="Cristian Chilipirea" userId="34ab170da5908fc4" providerId="LiveId" clId="{7840C37D-FDDB-4314-A31E-446F31402874}" dt="2019-10-13T10:43:14.895" v="184" actId="1076"/>
          <ac:cxnSpMkLst>
            <pc:docMk/>
            <pc:sldMk cId="321996071" sldId="505"/>
            <ac:cxnSpMk id="154" creationId="{3BB7BF51-F058-4438-829B-DCBD8B7FFD83}"/>
          </ac:cxnSpMkLst>
        </pc:cxnChg>
        <pc:cxnChg chg="add mod">
          <ac:chgData name="Cristian Chilipirea" userId="34ab170da5908fc4" providerId="LiveId" clId="{7840C37D-FDDB-4314-A31E-446F31402874}" dt="2019-10-13T10:43:14.895" v="184" actId="1076"/>
          <ac:cxnSpMkLst>
            <pc:docMk/>
            <pc:sldMk cId="321996071" sldId="505"/>
            <ac:cxnSpMk id="155" creationId="{E28E4892-1516-42BA-BF57-AAC0F34DF199}"/>
          </ac:cxnSpMkLst>
        </pc:cxnChg>
        <pc:cxnChg chg="add mod">
          <ac:chgData name="Cristian Chilipirea" userId="34ab170da5908fc4" providerId="LiveId" clId="{7840C37D-FDDB-4314-A31E-446F31402874}" dt="2019-10-13T10:43:14.895" v="184" actId="1076"/>
          <ac:cxnSpMkLst>
            <pc:docMk/>
            <pc:sldMk cId="321996071" sldId="505"/>
            <ac:cxnSpMk id="156" creationId="{8A7BFD48-BAC6-460F-9F5C-1B0110B8399B}"/>
          </ac:cxnSpMkLst>
        </pc:cxnChg>
        <pc:cxnChg chg="add mod">
          <ac:chgData name="Cristian Chilipirea" userId="34ab170da5908fc4" providerId="LiveId" clId="{7840C37D-FDDB-4314-A31E-446F31402874}" dt="2019-10-13T10:43:14.895" v="184" actId="1076"/>
          <ac:cxnSpMkLst>
            <pc:docMk/>
            <pc:sldMk cId="321996071" sldId="505"/>
            <ac:cxnSpMk id="157" creationId="{7C97E278-1555-4CF1-B3BC-B99D23EB54E2}"/>
          </ac:cxnSpMkLst>
        </pc:cxnChg>
        <pc:cxnChg chg="add mod">
          <ac:chgData name="Cristian Chilipirea" userId="34ab170da5908fc4" providerId="LiveId" clId="{7840C37D-FDDB-4314-A31E-446F31402874}" dt="2019-10-13T10:43:14.895" v="184" actId="1076"/>
          <ac:cxnSpMkLst>
            <pc:docMk/>
            <pc:sldMk cId="321996071" sldId="505"/>
            <ac:cxnSpMk id="158" creationId="{64512142-F4B9-4C23-9024-119FAB95D14F}"/>
          </ac:cxnSpMkLst>
        </pc:cxnChg>
        <pc:cxnChg chg="add mod">
          <ac:chgData name="Cristian Chilipirea" userId="34ab170da5908fc4" providerId="LiveId" clId="{7840C37D-FDDB-4314-A31E-446F31402874}" dt="2019-10-13T10:43:14.895" v="184" actId="1076"/>
          <ac:cxnSpMkLst>
            <pc:docMk/>
            <pc:sldMk cId="321996071" sldId="505"/>
            <ac:cxnSpMk id="159" creationId="{C851BD01-F49D-4B0C-AE71-A7891889ED8A}"/>
          </ac:cxnSpMkLst>
        </pc:cxnChg>
        <pc:cxnChg chg="add mod">
          <ac:chgData name="Cristian Chilipirea" userId="34ab170da5908fc4" providerId="LiveId" clId="{7840C37D-FDDB-4314-A31E-446F31402874}" dt="2019-10-13T10:43:14.895" v="184" actId="1076"/>
          <ac:cxnSpMkLst>
            <pc:docMk/>
            <pc:sldMk cId="321996071" sldId="505"/>
            <ac:cxnSpMk id="160" creationId="{95438B07-A0E4-44EC-8C64-8E638586BEDE}"/>
          </ac:cxnSpMkLst>
        </pc:cxnChg>
        <pc:cxnChg chg="add mod">
          <ac:chgData name="Cristian Chilipirea" userId="34ab170da5908fc4" providerId="LiveId" clId="{7840C37D-FDDB-4314-A31E-446F31402874}" dt="2019-10-13T10:43:14.895" v="184" actId="1076"/>
          <ac:cxnSpMkLst>
            <pc:docMk/>
            <pc:sldMk cId="321996071" sldId="505"/>
            <ac:cxnSpMk id="161" creationId="{F0358A39-7FF2-4D97-B140-719EE980E8AB}"/>
          </ac:cxnSpMkLst>
        </pc:cxnChg>
        <pc:cxnChg chg="add mod">
          <ac:chgData name="Cristian Chilipirea" userId="34ab170da5908fc4" providerId="LiveId" clId="{7840C37D-FDDB-4314-A31E-446F31402874}" dt="2019-10-13T10:43:14.895" v="184" actId="1076"/>
          <ac:cxnSpMkLst>
            <pc:docMk/>
            <pc:sldMk cId="321996071" sldId="505"/>
            <ac:cxnSpMk id="162" creationId="{16E3C716-5E38-4207-B5C8-1158B35D260E}"/>
          </ac:cxnSpMkLst>
        </pc:cxnChg>
        <pc:cxnChg chg="add mod">
          <ac:chgData name="Cristian Chilipirea" userId="34ab170da5908fc4" providerId="LiveId" clId="{7840C37D-FDDB-4314-A31E-446F31402874}" dt="2019-10-13T10:43:14.895" v="184" actId="1076"/>
          <ac:cxnSpMkLst>
            <pc:docMk/>
            <pc:sldMk cId="321996071" sldId="505"/>
            <ac:cxnSpMk id="163" creationId="{6EA62EFD-F037-47AC-AEA9-C5B892525BF5}"/>
          </ac:cxnSpMkLst>
        </pc:cxnChg>
        <pc:cxnChg chg="add mod">
          <ac:chgData name="Cristian Chilipirea" userId="34ab170da5908fc4" providerId="LiveId" clId="{7840C37D-FDDB-4314-A31E-446F31402874}" dt="2019-10-13T10:43:14.895" v="184" actId="1076"/>
          <ac:cxnSpMkLst>
            <pc:docMk/>
            <pc:sldMk cId="321996071" sldId="505"/>
            <ac:cxnSpMk id="194" creationId="{937A3497-13B6-4F8B-9AC8-DBB66232AD24}"/>
          </ac:cxnSpMkLst>
        </pc:cxnChg>
        <pc:cxnChg chg="add mod">
          <ac:chgData name="Cristian Chilipirea" userId="34ab170da5908fc4" providerId="LiveId" clId="{7840C37D-FDDB-4314-A31E-446F31402874}" dt="2019-10-13T10:43:14.895" v="184" actId="1076"/>
          <ac:cxnSpMkLst>
            <pc:docMk/>
            <pc:sldMk cId="321996071" sldId="505"/>
            <ac:cxnSpMk id="195" creationId="{1C5FE901-A5F7-4D89-AD56-273DA93C7077}"/>
          </ac:cxnSpMkLst>
        </pc:cxnChg>
        <pc:cxnChg chg="add mod">
          <ac:chgData name="Cristian Chilipirea" userId="34ab170da5908fc4" providerId="LiveId" clId="{7840C37D-FDDB-4314-A31E-446F31402874}" dt="2019-10-13T10:43:14.895" v="184" actId="1076"/>
          <ac:cxnSpMkLst>
            <pc:docMk/>
            <pc:sldMk cId="321996071" sldId="505"/>
            <ac:cxnSpMk id="196" creationId="{64BF5019-A231-4C6D-ADDC-8B32251D4D67}"/>
          </ac:cxnSpMkLst>
        </pc:cxnChg>
        <pc:cxnChg chg="add mod">
          <ac:chgData name="Cristian Chilipirea" userId="34ab170da5908fc4" providerId="LiveId" clId="{7840C37D-FDDB-4314-A31E-446F31402874}" dt="2019-10-13T10:43:14.895" v="184" actId="1076"/>
          <ac:cxnSpMkLst>
            <pc:docMk/>
            <pc:sldMk cId="321996071" sldId="505"/>
            <ac:cxnSpMk id="197" creationId="{716DB1F5-5274-4811-A196-5E23F0622CB1}"/>
          </ac:cxnSpMkLst>
        </pc:cxnChg>
        <pc:cxnChg chg="add mod">
          <ac:chgData name="Cristian Chilipirea" userId="34ab170da5908fc4" providerId="LiveId" clId="{7840C37D-FDDB-4314-A31E-446F31402874}" dt="2019-10-13T10:43:14.895" v="184" actId="1076"/>
          <ac:cxnSpMkLst>
            <pc:docMk/>
            <pc:sldMk cId="321996071" sldId="505"/>
            <ac:cxnSpMk id="198" creationId="{9A7891C8-2189-44D7-B326-7A103578C69C}"/>
          </ac:cxnSpMkLst>
        </pc:cxnChg>
        <pc:cxnChg chg="add mod">
          <ac:chgData name="Cristian Chilipirea" userId="34ab170da5908fc4" providerId="LiveId" clId="{7840C37D-FDDB-4314-A31E-446F31402874}" dt="2019-10-13T10:43:14.895" v="184" actId="1076"/>
          <ac:cxnSpMkLst>
            <pc:docMk/>
            <pc:sldMk cId="321996071" sldId="505"/>
            <ac:cxnSpMk id="199" creationId="{FE7B1AEB-F764-46FC-9866-2850AC8735D8}"/>
          </ac:cxnSpMkLst>
        </pc:cxnChg>
        <pc:cxnChg chg="add mod">
          <ac:chgData name="Cristian Chilipirea" userId="34ab170da5908fc4" providerId="LiveId" clId="{7840C37D-FDDB-4314-A31E-446F31402874}" dt="2019-10-13T10:43:14.895" v="184" actId="1076"/>
          <ac:cxnSpMkLst>
            <pc:docMk/>
            <pc:sldMk cId="321996071" sldId="505"/>
            <ac:cxnSpMk id="200" creationId="{939A69F4-776B-418E-9D91-6D51B97551A3}"/>
          </ac:cxnSpMkLst>
        </pc:cxnChg>
        <pc:cxnChg chg="add mod">
          <ac:chgData name="Cristian Chilipirea" userId="34ab170da5908fc4" providerId="LiveId" clId="{7840C37D-FDDB-4314-A31E-446F31402874}" dt="2019-10-13T10:43:14.895" v="184" actId="1076"/>
          <ac:cxnSpMkLst>
            <pc:docMk/>
            <pc:sldMk cId="321996071" sldId="505"/>
            <ac:cxnSpMk id="201" creationId="{4B669ACC-8017-4AEB-8F01-1B7D629254D6}"/>
          </ac:cxnSpMkLst>
        </pc:cxnChg>
        <pc:cxnChg chg="add mod">
          <ac:chgData name="Cristian Chilipirea" userId="34ab170da5908fc4" providerId="LiveId" clId="{7840C37D-FDDB-4314-A31E-446F31402874}" dt="2019-10-13T10:43:14.895" v="184" actId="1076"/>
          <ac:cxnSpMkLst>
            <pc:docMk/>
            <pc:sldMk cId="321996071" sldId="505"/>
            <ac:cxnSpMk id="202" creationId="{8154C9A4-41D7-4D5D-8CB0-5ADC81C0264D}"/>
          </ac:cxnSpMkLst>
        </pc:cxnChg>
        <pc:cxnChg chg="add mod">
          <ac:chgData name="Cristian Chilipirea" userId="34ab170da5908fc4" providerId="LiveId" clId="{7840C37D-FDDB-4314-A31E-446F31402874}" dt="2019-10-13T10:43:14.895" v="184" actId="1076"/>
          <ac:cxnSpMkLst>
            <pc:docMk/>
            <pc:sldMk cId="321996071" sldId="505"/>
            <ac:cxnSpMk id="203" creationId="{8A5E1B48-EC94-4493-93BB-FD14CEB5270C}"/>
          </ac:cxnSpMkLst>
        </pc:cxnChg>
        <pc:cxnChg chg="add mod">
          <ac:chgData name="Cristian Chilipirea" userId="34ab170da5908fc4" providerId="LiveId" clId="{7840C37D-FDDB-4314-A31E-446F31402874}" dt="2019-10-13T10:43:14.895" v="184" actId="1076"/>
          <ac:cxnSpMkLst>
            <pc:docMk/>
            <pc:sldMk cId="321996071" sldId="505"/>
            <ac:cxnSpMk id="204" creationId="{36583DC3-85C9-4381-9245-2CCBECBF1851}"/>
          </ac:cxnSpMkLst>
        </pc:cxnChg>
        <pc:cxnChg chg="add mod">
          <ac:chgData name="Cristian Chilipirea" userId="34ab170da5908fc4" providerId="LiveId" clId="{7840C37D-FDDB-4314-A31E-446F31402874}" dt="2019-10-13T10:43:14.895" v="184" actId="1076"/>
          <ac:cxnSpMkLst>
            <pc:docMk/>
            <pc:sldMk cId="321996071" sldId="505"/>
            <ac:cxnSpMk id="205" creationId="{AEAD4527-F641-41B8-874C-0BD23AB6D8FC}"/>
          </ac:cxnSpMkLst>
        </pc:cxnChg>
        <pc:cxnChg chg="add mod">
          <ac:chgData name="Cristian Chilipirea" userId="34ab170da5908fc4" providerId="LiveId" clId="{7840C37D-FDDB-4314-A31E-446F31402874}" dt="2019-10-13T10:43:14.895" v="184" actId="1076"/>
          <ac:cxnSpMkLst>
            <pc:docMk/>
            <pc:sldMk cId="321996071" sldId="505"/>
            <ac:cxnSpMk id="206" creationId="{E59ACED4-9119-4B29-A297-303E925E3FEA}"/>
          </ac:cxnSpMkLst>
        </pc:cxnChg>
        <pc:cxnChg chg="add mod">
          <ac:chgData name="Cristian Chilipirea" userId="34ab170da5908fc4" providerId="LiveId" clId="{7840C37D-FDDB-4314-A31E-446F31402874}" dt="2019-10-13T10:43:14.895" v="184" actId="1076"/>
          <ac:cxnSpMkLst>
            <pc:docMk/>
            <pc:sldMk cId="321996071" sldId="505"/>
            <ac:cxnSpMk id="207" creationId="{73C99E3D-2AA4-408F-8A7A-6F04E50C2ABB}"/>
          </ac:cxnSpMkLst>
        </pc:cxnChg>
        <pc:cxnChg chg="add mod">
          <ac:chgData name="Cristian Chilipirea" userId="34ab170da5908fc4" providerId="LiveId" clId="{7840C37D-FDDB-4314-A31E-446F31402874}" dt="2019-10-13T10:43:14.895" v="184" actId="1076"/>
          <ac:cxnSpMkLst>
            <pc:docMk/>
            <pc:sldMk cId="321996071" sldId="505"/>
            <ac:cxnSpMk id="208" creationId="{83A72561-5F9C-43A5-AD6A-E71A84539056}"/>
          </ac:cxnSpMkLst>
        </pc:cxnChg>
        <pc:cxnChg chg="add mod">
          <ac:chgData name="Cristian Chilipirea" userId="34ab170da5908fc4" providerId="LiveId" clId="{7840C37D-FDDB-4314-A31E-446F31402874}" dt="2019-10-13T10:43:14.895" v="184" actId="1076"/>
          <ac:cxnSpMkLst>
            <pc:docMk/>
            <pc:sldMk cId="321996071" sldId="505"/>
            <ac:cxnSpMk id="209" creationId="{F3D05D45-B961-4A50-A91C-780682A7988D}"/>
          </ac:cxnSpMkLst>
        </pc:cxnChg>
        <pc:cxnChg chg="add mod">
          <ac:chgData name="Cristian Chilipirea" userId="34ab170da5908fc4" providerId="LiveId" clId="{7840C37D-FDDB-4314-A31E-446F31402874}" dt="2019-10-13T10:43:14.895" v="184" actId="1076"/>
          <ac:cxnSpMkLst>
            <pc:docMk/>
            <pc:sldMk cId="321996071" sldId="505"/>
            <ac:cxnSpMk id="210" creationId="{E3C4B488-1CED-4388-9D5F-F0D2A261A6B8}"/>
          </ac:cxnSpMkLst>
        </pc:cxnChg>
        <pc:cxnChg chg="add mod">
          <ac:chgData name="Cristian Chilipirea" userId="34ab170da5908fc4" providerId="LiveId" clId="{7840C37D-FDDB-4314-A31E-446F31402874}" dt="2019-10-13T10:43:14.895" v="184" actId="1076"/>
          <ac:cxnSpMkLst>
            <pc:docMk/>
            <pc:sldMk cId="321996071" sldId="505"/>
            <ac:cxnSpMk id="211" creationId="{BDFF3A28-C43A-48ED-BB25-18A8216E6191}"/>
          </ac:cxnSpMkLst>
        </pc:cxnChg>
        <pc:cxnChg chg="add mod">
          <ac:chgData name="Cristian Chilipirea" userId="34ab170da5908fc4" providerId="LiveId" clId="{7840C37D-FDDB-4314-A31E-446F31402874}" dt="2019-10-13T10:43:14.895" v="184" actId="1076"/>
          <ac:cxnSpMkLst>
            <pc:docMk/>
            <pc:sldMk cId="321996071" sldId="505"/>
            <ac:cxnSpMk id="212" creationId="{9D04EA78-666D-4A0E-97CC-7D7C0AE8AFF7}"/>
          </ac:cxnSpMkLst>
        </pc:cxnChg>
        <pc:cxnChg chg="add mod">
          <ac:chgData name="Cristian Chilipirea" userId="34ab170da5908fc4" providerId="LiveId" clId="{7840C37D-FDDB-4314-A31E-446F31402874}" dt="2019-10-13T10:43:14.895" v="184" actId="1076"/>
          <ac:cxnSpMkLst>
            <pc:docMk/>
            <pc:sldMk cId="321996071" sldId="505"/>
            <ac:cxnSpMk id="213" creationId="{0AC3B1D1-A26E-4A0C-98C4-1B498CAF23FC}"/>
          </ac:cxnSpMkLst>
        </pc:cxnChg>
        <pc:cxnChg chg="add mod">
          <ac:chgData name="Cristian Chilipirea" userId="34ab170da5908fc4" providerId="LiveId" clId="{7840C37D-FDDB-4314-A31E-446F31402874}" dt="2019-10-13T10:43:14.895" v="184" actId="1076"/>
          <ac:cxnSpMkLst>
            <pc:docMk/>
            <pc:sldMk cId="321996071" sldId="505"/>
            <ac:cxnSpMk id="214" creationId="{25BD8C82-11D7-4641-8B67-A114812AE3D8}"/>
          </ac:cxnSpMkLst>
        </pc:cxnChg>
        <pc:cxnChg chg="add mod">
          <ac:chgData name="Cristian Chilipirea" userId="34ab170da5908fc4" providerId="LiveId" clId="{7840C37D-FDDB-4314-A31E-446F31402874}" dt="2019-10-13T10:43:14.895" v="184" actId="1076"/>
          <ac:cxnSpMkLst>
            <pc:docMk/>
            <pc:sldMk cId="321996071" sldId="505"/>
            <ac:cxnSpMk id="215" creationId="{DC4E891E-B989-4296-87E0-F9DC3F942DA8}"/>
          </ac:cxnSpMkLst>
        </pc:cxnChg>
        <pc:cxnChg chg="add mod">
          <ac:chgData name="Cristian Chilipirea" userId="34ab170da5908fc4" providerId="LiveId" clId="{7840C37D-FDDB-4314-A31E-446F31402874}" dt="2019-10-13T10:43:14.895" v="184" actId="1076"/>
          <ac:cxnSpMkLst>
            <pc:docMk/>
            <pc:sldMk cId="321996071" sldId="505"/>
            <ac:cxnSpMk id="216" creationId="{537F148D-A840-45E1-9EFB-7B234E990E7A}"/>
          </ac:cxnSpMkLst>
        </pc:cxnChg>
        <pc:cxnChg chg="add mod">
          <ac:chgData name="Cristian Chilipirea" userId="34ab170da5908fc4" providerId="LiveId" clId="{7840C37D-FDDB-4314-A31E-446F31402874}" dt="2019-10-13T10:43:14.895" v="184" actId="1076"/>
          <ac:cxnSpMkLst>
            <pc:docMk/>
            <pc:sldMk cId="321996071" sldId="505"/>
            <ac:cxnSpMk id="217" creationId="{7DCE724C-5617-4F9F-8053-50666BA8E756}"/>
          </ac:cxnSpMkLst>
        </pc:cxnChg>
        <pc:cxnChg chg="add mod">
          <ac:chgData name="Cristian Chilipirea" userId="34ab170da5908fc4" providerId="LiveId" clId="{7840C37D-FDDB-4314-A31E-446F31402874}" dt="2019-10-13T10:43:14.895" v="184" actId="1076"/>
          <ac:cxnSpMkLst>
            <pc:docMk/>
            <pc:sldMk cId="321996071" sldId="505"/>
            <ac:cxnSpMk id="218" creationId="{ABC8CFF9-05B7-4533-94E9-04A70CEA61E0}"/>
          </ac:cxnSpMkLst>
        </pc:cxnChg>
        <pc:cxnChg chg="add mod">
          <ac:chgData name="Cristian Chilipirea" userId="34ab170da5908fc4" providerId="LiveId" clId="{7840C37D-FDDB-4314-A31E-446F31402874}" dt="2019-10-13T10:43:14.895" v="184" actId="1076"/>
          <ac:cxnSpMkLst>
            <pc:docMk/>
            <pc:sldMk cId="321996071" sldId="505"/>
            <ac:cxnSpMk id="219" creationId="{D0F70AC0-4CEB-493A-AB18-5B8226B59342}"/>
          </ac:cxnSpMkLst>
        </pc:cxnChg>
        <pc:cxnChg chg="add mod">
          <ac:chgData name="Cristian Chilipirea" userId="34ab170da5908fc4" providerId="LiveId" clId="{7840C37D-FDDB-4314-A31E-446F31402874}" dt="2019-10-13T10:43:14.895" v="184" actId="1076"/>
          <ac:cxnSpMkLst>
            <pc:docMk/>
            <pc:sldMk cId="321996071" sldId="505"/>
            <ac:cxnSpMk id="220" creationId="{C7B377D1-09BF-4909-87FD-7556EB579E1A}"/>
          </ac:cxnSpMkLst>
        </pc:cxnChg>
        <pc:cxnChg chg="add mod">
          <ac:chgData name="Cristian Chilipirea" userId="34ab170da5908fc4" providerId="LiveId" clId="{7840C37D-FDDB-4314-A31E-446F31402874}" dt="2019-10-13T10:43:14.895" v="184" actId="1076"/>
          <ac:cxnSpMkLst>
            <pc:docMk/>
            <pc:sldMk cId="321996071" sldId="505"/>
            <ac:cxnSpMk id="221" creationId="{EB097E7B-1AEB-4A83-80CF-2BE90BE51BD9}"/>
          </ac:cxnSpMkLst>
        </pc:cxnChg>
        <pc:cxnChg chg="add mod">
          <ac:chgData name="Cristian Chilipirea" userId="34ab170da5908fc4" providerId="LiveId" clId="{7840C37D-FDDB-4314-A31E-446F31402874}" dt="2019-10-13T10:43:14.895" v="184" actId="1076"/>
          <ac:cxnSpMkLst>
            <pc:docMk/>
            <pc:sldMk cId="321996071" sldId="505"/>
            <ac:cxnSpMk id="222" creationId="{A43E2882-FE0E-42E1-A72E-E3CD6ADFF6A4}"/>
          </ac:cxnSpMkLst>
        </pc:cxnChg>
        <pc:cxnChg chg="add mod">
          <ac:chgData name="Cristian Chilipirea" userId="34ab170da5908fc4" providerId="LiveId" clId="{7840C37D-FDDB-4314-A31E-446F31402874}" dt="2019-10-13T10:43:14.895" v="184" actId="1076"/>
          <ac:cxnSpMkLst>
            <pc:docMk/>
            <pc:sldMk cId="321996071" sldId="505"/>
            <ac:cxnSpMk id="223" creationId="{929F0AF4-903E-4CAA-94F5-8C47F824C84E}"/>
          </ac:cxnSpMkLst>
        </pc:cxnChg>
        <pc:cxnChg chg="add mod">
          <ac:chgData name="Cristian Chilipirea" userId="34ab170da5908fc4" providerId="LiveId" clId="{7840C37D-FDDB-4314-A31E-446F31402874}" dt="2019-10-13T10:43:14.895" v="184" actId="1076"/>
          <ac:cxnSpMkLst>
            <pc:docMk/>
            <pc:sldMk cId="321996071" sldId="505"/>
            <ac:cxnSpMk id="224" creationId="{CD9EE093-5DBC-472E-83E3-B1ACB567A412}"/>
          </ac:cxnSpMkLst>
        </pc:cxnChg>
        <pc:cxnChg chg="add mod">
          <ac:chgData name="Cristian Chilipirea" userId="34ab170da5908fc4" providerId="LiveId" clId="{7840C37D-FDDB-4314-A31E-446F31402874}" dt="2019-10-13T10:43:14.895" v="184" actId="1076"/>
          <ac:cxnSpMkLst>
            <pc:docMk/>
            <pc:sldMk cId="321996071" sldId="505"/>
            <ac:cxnSpMk id="225" creationId="{38D534E8-C150-48DA-9983-FAB1FC386E67}"/>
          </ac:cxnSpMkLst>
        </pc:cxnChg>
        <pc:cxnChg chg="add mod">
          <ac:chgData name="Cristian Chilipirea" userId="34ab170da5908fc4" providerId="LiveId" clId="{7840C37D-FDDB-4314-A31E-446F31402874}" dt="2019-10-13T10:43:14.895" v="184" actId="1076"/>
          <ac:cxnSpMkLst>
            <pc:docMk/>
            <pc:sldMk cId="321996071" sldId="505"/>
            <ac:cxnSpMk id="226" creationId="{6B2BA53B-D1FD-4043-BB48-1F9948977264}"/>
          </ac:cxnSpMkLst>
        </pc:cxnChg>
        <pc:cxnChg chg="add mod">
          <ac:chgData name="Cristian Chilipirea" userId="34ab170da5908fc4" providerId="LiveId" clId="{7840C37D-FDDB-4314-A31E-446F31402874}" dt="2019-10-13T10:43:14.895" v="184" actId="1076"/>
          <ac:cxnSpMkLst>
            <pc:docMk/>
            <pc:sldMk cId="321996071" sldId="505"/>
            <ac:cxnSpMk id="227" creationId="{5B8B06F7-DA98-4E89-BF15-757500F99329}"/>
          </ac:cxnSpMkLst>
        </pc:cxnChg>
        <pc:cxnChg chg="add mod">
          <ac:chgData name="Cristian Chilipirea" userId="34ab170da5908fc4" providerId="LiveId" clId="{7840C37D-FDDB-4314-A31E-446F31402874}" dt="2019-10-13T10:43:14.895" v="184" actId="1076"/>
          <ac:cxnSpMkLst>
            <pc:docMk/>
            <pc:sldMk cId="321996071" sldId="505"/>
            <ac:cxnSpMk id="228" creationId="{7EC0C6EE-6304-4B37-87F3-AE889DA01A1A}"/>
          </ac:cxnSpMkLst>
        </pc:cxnChg>
      </pc:sldChg>
      <pc:sldChg chg="del">
        <pc:chgData name="Cristian Chilipirea" userId="34ab170da5908fc4" providerId="LiveId" clId="{7840C37D-FDDB-4314-A31E-446F31402874}" dt="2019-10-13T10:35:45.230" v="19" actId="2696"/>
        <pc:sldMkLst>
          <pc:docMk/>
          <pc:sldMk cId="376932228" sldId="505"/>
        </pc:sldMkLst>
      </pc:sldChg>
      <pc:sldChg chg="addSp delSp modSp add">
        <pc:chgData name="Cristian Chilipirea" userId="34ab170da5908fc4" providerId="LiveId" clId="{7840C37D-FDDB-4314-A31E-446F31402874}" dt="2019-10-13T10:43:34.369" v="191" actId="1076"/>
        <pc:sldMkLst>
          <pc:docMk/>
          <pc:sldMk cId="998193576" sldId="506"/>
        </pc:sldMkLst>
        <pc:spChg chg="mod">
          <ac:chgData name="Cristian Chilipirea" userId="34ab170da5908fc4" providerId="LiveId" clId="{7840C37D-FDDB-4314-A31E-446F31402874}" dt="2019-10-13T10:43:22.147" v="186"/>
          <ac:spMkLst>
            <pc:docMk/>
            <pc:sldMk cId="998193576" sldId="506"/>
            <ac:spMk id="2" creationId="{D2B1F08E-A3EE-41B0-80A3-ED3AD08FB138}"/>
          </ac:spMkLst>
        </pc:spChg>
        <pc:spChg chg="del">
          <ac:chgData name="Cristian Chilipirea" userId="34ab170da5908fc4" providerId="LiveId" clId="{7840C37D-FDDB-4314-A31E-446F31402874}" dt="2019-10-13T10:43:23.826" v="187" actId="478"/>
          <ac:spMkLst>
            <pc:docMk/>
            <pc:sldMk cId="998193576" sldId="506"/>
            <ac:spMk id="3" creationId="{5A2601E1-C0D8-412F-A338-B46B47BA47A6}"/>
          </ac:spMkLst>
        </pc:spChg>
        <pc:spChg chg="add del">
          <ac:chgData name="Cristian Chilipirea" userId="34ab170da5908fc4" providerId="LiveId" clId="{7840C37D-FDDB-4314-A31E-446F31402874}" dt="2019-10-13T10:43:30.542" v="189"/>
          <ac:spMkLst>
            <pc:docMk/>
            <pc:sldMk cId="998193576" sldId="506"/>
            <ac:spMk id="4" creationId="{4CB9547B-DF10-4441-8FBA-52C17DC6E70F}"/>
          </ac:spMkLst>
        </pc:spChg>
        <pc:spChg chg="add del">
          <ac:chgData name="Cristian Chilipirea" userId="34ab170da5908fc4" providerId="LiveId" clId="{7840C37D-FDDB-4314-A31E-446F31402874}" dt="2019-10-13T10:43:30.542" v="189"/>
          <ac:spMkLst>
            <pc:docMk/>
            <pc:sldMk cId="998193576" sldId="506"/>
            <ac:spMk id="5" creationId="{70E0B574-67D1-4AC3-AE70-07A18F7312D4}"/>
          </ac:spMkLst>
        </pc:spChg>
        <pc:spChg chg="add mod">
          <ac:chgData name="Cristian Chilipirea" userId="34ab170da5908fc4" providerId="LiveId" clId="{7840C37D-FDDB-4314-A31E-446F31402874}" dt="2019-10-13T10:43:34.369" v="191" actId="1076"/>
          <ac:spMkLst>
            <pc:docMk/>
            <pc:sldMk cId="998193576" sldId="506"/>
            <ac:spMk id="6" creationId="{0E4303DA-2D6E-4CE4-8A60-C00A3DA2F3E2}"/>
          </ac:spMkLst>
        </pc:spChg>
        <pc:spChg chg="add">
          <ac:chgData name="Cristian Chilipirea" userId="34ab170da5908fc4" providerId="LiveId" clId="{7840C37D-FDDB-4314-A31E-446F31402874}" dt="2019-10-13T10:43:30.563" v="190"/>
          <ac:spMkLst>
            <pc:docMk/>
            <pc:sldMk cId="998193576" sldId="506"/>
            <ac:spMk id="7" creationId="{00F645A3-B979-4969-B6E0-0095AE1A6AB8}"/>
          </ac:spMkLst>
        </pc:spChg>
      </pc:sldChg>
      <pc:sldChg chg="del">
        <pc:chgData name="Cristian Chilipirea" userId="34ab170da5908fc4" providerId="LiveId" clId="{7840C37D-FDDB-4314-A31E-446F31402874}" dt="2019-10-13T10:35:45.462" v="20" actId="2696"/>
        <pc:sldMkLst>
          <pc:docMk/>
          <pc:sldMk cId="2147758185" sldId="506"/>
        </pc:sldMkLst>
      </pc:sldChg>
      <pc:sldChg chg="addSp delSp modSp add">
        <pc:chgData name="Cristian Chilipirea" userId="34ab170da5908fc4" providerId="LiveId" clId="{7840C37D-FDDB-4314-A31E-446F31402874}" dt="2019-10-13T10:43:49.974" v="198" actId="1076"/>
        <pc:sldMkLst>
          <pc:docMk/>
          <pc:sldMk cId="2074400207" sldId="507"/>
        </pc:sldMkLst>
        <pc:spChg chg="mod">
          <ac:chgData name="Cristian Chilipirea" userId="34ab170da5908fc4" providerId="LiveId" clId="{7840C37D-FDDB-4314-A31E-446F31402874}" dt="2019-10-13T10:43:41.131" v="193"/>
          <ac:spMkLst>
            <pc:docMk/>
            <pc:sldMk cId="2074400207" sldId="507"/>
            <ac:spMk id="2" creationId="{07127860-0FF6-41E7-830F-6660906A5F3D}"/>
          </ac:spMkLst>
        </pc:spChg>
        <pc:spChg chg="del">
          <ac:chgData name="Cristian Chilipirea" userId="34ab170da5908fc4" providerId="LiveId" clId="{7840C37D-FDDB-4314-A31E-446F31402874}" dt="2019-10-13T10:43:42.882" v="194" actId="478"/>
          <ac:spMkLst>
            <pc:docMk/>
            <pc:sldMk cId="2074400207" sldId="507"/>
            <ac:spMk id="3" creationId="{069F663B-C7EE-40B8-B8C4-6604C9D2E119}"/>
          </ac:spMkLst>
        </pc:spChg>
        <pc:spChg chg="add del">
          <ac:chgData name="Cristian Chilipirea" userId="34ab170da5908fc4" providerId="LiveId" clId="{7840C37D-FDDB-4314-A31E-446F31402874}" dt="2019-10-13T10:43:47.797" v="196"/>
          <ac:spMkLst>
            <pc:docMk/>
            <pc:sldMk cId="2074400207" sldId="507"/>
            <ac:spMk id="4" creationId="{59D6C5E0-EC76-476C-87B0-245402A823E0}"/>
          </ac:spMkLst>
        </pc:spChg>
        <pc:spChg chg="add mod">
          <ac:chgData name="Cristian Chilipirea" userId="34ab170da5908fc4" providerId="LiveId" clId="{7840C37D-FDDB-4314-A31E-446F31402874}" dt="2019-10-13T10:43:49.974" v="198" actId="1076"/>
          <ac:spMkLst>
            <pc:docMk/>
            <pc:sldMk cId="2074400207" sldId="507"/>
            <ac:spMk id="5" creationId="{FDC62DCB-2AE5-4F48-988B-151404241936}"/>
          </ac:spMkLst>
        </pc:spChg>
      </pc:sldChg>
      <pc:sldChg chg="del">
        <pc:chgData name="Cristian Chilipirea" userId="34ab170da5908fc4" providerId="LiveId" clId="{7840C37D-FDDB-4314-A31E-446F31402874}" dt="2019-10-13T10:35:45.660" v="21" actId="2696"/>
        <pc:sldMkLst>
          <pc:docMk/>
          <pc:sldMk cId="3749414317" sldId="507"/>
        </pc:sldMkLst>
      </pc:sldChg>
      <pc:sldChg chg="del">
        <pc:chgData name="Cristian Chilipirea" userId="34ab170da5908fc4" providerId="LiveId" clId="{7840C37D-FDDB-4314-A31E-446F31402874}" dt="2019-10-13T10:35:46.366" v="22" actId="2696"/>
        <pc:sldMkLst>
          <pc:docMk/>
          <pc:sldMk cId="167631976" sldId="508"/>
        </pc:sldMkLst>
      </pc:sldChg>
      <pc:sldChg chg="addSp delSp modSp add">
        <pc:chgData name="Cristian Chilipirea" userId="34ab170da5908fc4" providerId="LiveId" clId="{7840C37D-FDDB-4314-A31E-446F31402874}" dt="2019-10-13T10:44:06.229" v="205" actId="1076"/>
        <pc:sldMkLst>
          <pc:docMk/>
          <pc:sldMk cId="489653613" sldId="508"/>
        </pc:sldMkLst>
        <pc:spChg chg="mod">
          <ac:chgData name="Cristian Chilipirea" userId="34ab170da5908fc4" providerId="LiveId" clId="{7840C37D-FDDB-4314-A31E-446F31402874}" dt="2019-10-13T10:43:55.942" v="200"/>
          <ac:spMkLst>
            <pc:docMk/>
            <pc:sldMk cId="489653613" sldId="508"/>
            <ac:spMk id="2" creationId="{264E1205-5E5C-42F6-A196-E8DA5DC0D06C}"/>
          </ac:spMkLst>
        </pc:spChg>
        <pc:spChg chg="del">
          <ac:chgData name="Cristian Chilipirea" userId="34ab170da5908fc4" providerId="LiveId" clId="{7840C37D-FDDB-4314-A31E-446F31402874}" dt="2019-10-13T10:43:57.202" v="201" actId="478"/>
          <ac:spMkLst>
            <pc:docMk/>
            <pc:sldMk cId="489653613" sldId="508"/>
            <ac:spMk id="3" creationId="{79D422A4-9D79-4F93-8E8F-E2F129D47B7A}"/>
          </ac:spMkLst>
        </pc:spChg>
        <pc:spChg chg="add del">
          <ac:chgData name="Cristian Chilipirea" userId="34ab170da5908fc4" providerId="LiveId" clId="{7840C37D-FDDB-4314-A31E-446F31402874}" dt="2019-10-13T10:44:04.673" v="203"/>
          <ac:spMkLst>
            <pc:docMk/>
            <pc:sldMk cId="489653613" sldId="508"/>
            <ac:spMk id="4" creationId="{600FC2B2-7107-4A23-98B2-614D78077024}"/>
          </ac:spMkLst>
        </pc:spChg>
        <pc:spChg chg="add mod">
          <ac:chgData name="Cristian Chilipirea" userId="34ab170da5908fc4" providerId="LiveId" clId="{7840C37D-FDDB-4314-A31E-446F31402874}" dt="2019-10-13T10:44:06.229" v="205" actId="1076"/>
          <ac:spMkLst>
            <pc:docMk/>
            <pc:sldMk cId="489653613" sldId="508"/>
            <ac:spMk id="5" creationId="{CB2CB979-241C-4F88-8D32-2C5EA17CD955}"/>
          </ac:spMkLst>
        </pc:spChg>
      </pc:sldChg>
      <pc:sldChg chg="addSp delSp modSp add">
        <pc:chgData name="Cristian Chilipirea" userId="34ab170da5908fc4" providerId="LiveId" clId="{7840C37D-FDDB-4314-A31E-446F31402874}" dt="2019-10-13T10:44:20.185" v="212" actId="1076"/>
        <pc:sldMkLst>
          <pc:docMk/>
          <pc:sldMk cId="1040071022" sldId="509"/>
        </pc:sldMkLst>
        <pc:spChg chg="mod">
          <ac:chgData name="Cristian Chilipirea" userId="34ab170da5908fc4" providerId="LiveId" clId="{7840C37D-FDDB-4314-A31E-446F31402874}" dt="2019-10-13T10:44:11.657" v="207"/>
          <ac:spMkLst>
            <pc:docMk/>
            <pc:sldMk cId="1040071022" sldId="509"/>
            <ac:spMk id="2" creationId="{431E6451-D46D-4E85-8B18-E06AA9112054}"/>
          </ac:spMkLst>
        </pc:spChg>
        <pc:spChg chg="del">
          <ac:chgData name="Cristian Chilipirea" userId="34ab170da5908fc4" providerId="LiveId" clId="{7840C37D-FDDB-4314-A31E-446F31402874}" dt="2019-10-13T10:44:12.950" v="208" actId="478"/>
          <ac:spMkLst>
            <pc:docMk/>
            <pc:sldMk cId="1040071022" sldId="509"/>
            <ac:spMk id="3" creationId="{B45A0866-C528-40D1-9D30-FA778DF0BDF3}"/>
          </ac:spMkLst>
        </pc:spChg>
        <pc:spChg chg="add del">
          <ac:chgData name="Cristian Chilipirea" userId="34ab170da5908fc4" providerId="LiveId" clId="{7840C37D-FDDB-4314-A31E-446F31402874}" dt="2019-10-13T10:44:18.270" v="210"/>
          <ac:spMkLst>
            <pc:docMk/>
            <pc:sldMk cId="1040071022" sldId="509"/>
            <ac:spMk id="4" creationId="{A08B6A35-2FDD-4418-8855-D183DD2B886A}"/>
          </ac:spMkLst>
        </pc:spChg>
        <pc:spChg chg="add mod">
          <ac:chgData name="Cristian Chilipirea" userId="34ab170da5908fc4" providerId="LiveId" clId="{7840C37D-FDDB-4314-A31E-446F31402874}" dt="2019-10-13T10:44:20.185" v="212" actId="1076"/>
          <ac:spMkLst>
            <pc:docMk/>
            <pc:sldMk cId="1040071022" sldId="509"/>
            <ac:spMk id="5" creationId="{9A788B5B-2645-43B1-A0FA-089CADE469E9}"/>
          </ac:spMkLst>
        </pc:spChg>
      </pc:sldChg>
      <pc:sldChg chg="addSp delSp modSp add modAnim">
        <pc:chgData name="Cristian Chilipirea" userId="34ab170da5908fc4" providerId="LiveId" clId="{7840C37D-FDDB-4314-A31E-446F31402874}" dt="2019-10-13T10:44:34.173" v="219" actId="1076"/>
        <pc:sldMkLst>
          <pc:docMk/>
          <pc:sldMk cId="539880179" sldId="510"/>
        </pc:sldMkLst>
        <pc:spChg chg="mod">
          <ac:chgData name="Cristian Chilipirea" userId="34ab170da5908fc4" providerId="LiveId" clId="{7840C37D-FDDB-4314-A31E-446F31402874}" dt="2019-10-13T10:44:25.759" v="214"/>
          <ac:spMkLst>
            <pc:docMk/>
            <pc:sldMk cId="539880179" sldId="510"/>
            <ac:spMk id="2" creationId="{9D26D23A-CAC3-4FB6-AC86-C87320562FCE}"/>
          </ac:spMkLst>
        </pc:spChg>
        <pc:spChg chg="del">
          <ac:chgData name="Cristian Chilipirea" userId="34ab170da5908fc4" providerId="LiveId" clId="{7840C37D-FDDB-4314-A31E-446F31402874}" dt="2019-10-13T10:44:27.126" v="215" actId="478"/>
          <ac:spMkLst>
            <pc:docMk/>
            <pc:sldMk cId="539880179" sldId="510"/>
            <ac:spMk id="3" creationId="{DB932153-38DE-4974-B719-0A05FAC1ABC6}"/>
          </ac:spMkLst>
        </pc:spChg>
        <pc:spChg chg="add del">
          <ac:chgData name="Cristian Chilipirea" userId="34ab170da5908fc4" providerId="LiveId" clId="{7840C37D-FDDB-4314-A31E-446F31402874}" dt="2019-10-13T10:44:32.542" v="217"/>
          <ac:spMkLst>
            <pc:docMk/>
            <pc:sldMk cId="539880179" sldId="510"/>
            <ac:spMk id="4" creationId="{37A5462B-A7FF-4A43-933F-720E0D15F8E5}"/>
          </ac:spMkLst>
        </pc:spChg>
        <pc:spChg chg="add mod">
          <ac:chgData name="Cristian Chilipirea" userId="34ab170da5908fc4" providerId="LiveId" clId="{7840C37D-FDDB-4314-A31E-446F31402874}" dt="2019-10-13T10:44:34.173" v="219" actId="1076"/>
          <ac:spMkLst>
            <pc:docMk/>
            <pc:sldMk cId="539880179" sldId="510"/>
            <ac:spMk id="5" creationId="{D0594D2B-A96E-415C-9B21-FDBAC5B125A7}"/>
          </ac:spMkLst>
        </pc:spChg>
      </pc:sldChg>
      <pc:sldChg chg="addSp delSp modSp add modAnim">
        <pc:chgData name="Cristian Chilipirea" userId="34ab170da5908fc4" providerId="LiveId" clId="{7840C37D-FDDB-4314-A31E-446F31402874}" dt="2019-10-13T10:44:47.858" v="225"/>
        <pc:sldMkLst>
          <pc:docMk/>
          <pc:sldMk cId="3460116972" sldId="511"/>
        </pc:sldMkLst>
        <pc:spChg chg="mod">
          <ac:chgData name="Cristian Chilipirea" userId="34ab170da5908fc4" providerId="LiveId" clId="{7840C37D-FDDB-4314-A31E-446F31402874}" dt="2019-10-13T10:44:40.034" v="221"/>
          <ac:spMkLst>
            <pc:docMk/>
            <pc:sldMk cId="3460116972" sldId="511"/>
            <ac:spMk id="2" creationId="{AFE93BAE-D83A-40BD-8EB7-3F887CA48693}"/>
          </ac:spMkLst>
        </pc:spChg>
        <pc:spChg chg="del">
          <ac:chgData name="Cristian Chilipirea" userId="34ab170da5908fc4" providerId="LiveId" clId="{7840C37D-FDDB-4314-A31E-446F31402874}" dt="2019-10-13T10:44:42.282" v="222" actId="478"/>
          <ac:spMkLst>
            <pc:docMk/>
            <pc:sldMk cId="3460116972" sldId="511"/>
            <ac:spMk id="3" creationId="{B1F5C3DF-028C-4A97-A8A3-D8EA4ADD6EFB}"/>
          </ac:spMkLst>
        </pc:spChg>
        <pc:spChg chg="add del">
          <ac:chgData name="Cristian Chilipirea" userId="34ab170da5908fc4" providerId="LiveId" clId="{7840C37D-FDDB-4314-A31E-446F31402874}" dt="2019-10-13T10:44:47.820" v="224"/>
          <ac:spMkLst>
            <pc:docMk/>
            <pc:sldMk cId="3460116972" sldId="511"/>
            <ac:spMk id="4" creationId="{DCB5F91F-E1F2-492D-A1FF-7B3FC78B85E2}"/>
          </ac:spMkLst>
        </pc:spChg>
        <pc:spChg chg="add del">
          <ac:chgData name="Cristian Chilipirea" userId="34ab170da5908fc4" providerId="LiveId" clId="{7840C37D-FDDB-4314-A31E-446F31402874}" dt="2019-10-13T10:44:47.820" v="224"/>
          <ac:spMkLst>
            <pc:docMk/>
            <pc:sldMk cId="3460116972" sldId="511"/>
            <ac:spMk id="5" creationId="{67680CBC-387B-4A97-B22C-D000F1D157E5}"/>
          </ac:spMkLst>
        </pc:spChg>
        <pc:spChg chg="add del">
          <ac:chgData name="Cristian Chilipirea" userId="34ab170da5908fc4" providerId="LiveId" clId="{7840C37D-FDDB-4314-A31E-446F31402874}" dt="2019-10-13T10:44:47.820" v="224"/>
          <ac:spMkLst>
            <pc:docMk/>
            <pc:sldMk cId="3460116972" sldId="511"/>
            <ac:spMk id="6" creationId="{45D72E04-C99B-45BD-833B-66D30CD93884}"/>
          </ac:spMkLst>
        </pc:spChg>
        <pc:spChg chg="add del">
          <ac:chgData name="Cristian Chilipirea" userId="34ab170da5908fc4" providerId="LiveId" clId="{7840C37D-FDDB-4314-A31E-446F31402874}" dt="2019-10-13T10:44:47.820" v="224"/>
          <ac:spMkLst>
            <pc:docMk/>
            <pc:sldMk cId="3460116972" sldId="511"/>
            <ac:spMk id="7" creationId="{AE904A9B-2DEE-4542-A2A0-C70AE1D491C3}"/>
          </ac:spMkLst>
        </pc:spChg>
        <pc:spChg chg="add del">
          <ac:chgData name="Cristian Chilipirea" userId="34ab170da5908fc4" providerId="LiveId" clId="{7840C37D-FDDB-4314-A31E-446F31402874}" dt="2019-10-13T10:44:47.820" v="224"/>
          <ac:spMkLst>
            <pc:docMk/>
            <pc:sldMk cId="3460116972" sldId="511"/>
            <ac:spMk id="12" creationId="{106F3B5D-9B5A-4CD6-A914-61D7C6F8D924}"/>
          </ac:spMkLst>
        </pc:spChg>
        <pc:spChg chg="add del">
          <ac:chgData name="Cristian Chilipirea" userId="34ab170da5908fc4" providerId="LiveId" clId="{7840C37D-FDDB-4314-A31E-446F31402874}" dt="2019-10-13T10:44:47.820" v="224"/>
          <ac:spMkLst>
            <pc:docMk/>
            <pc:sldMk cId="3460116972" sldId="511"/>
            <ac:spMk id="13" creationId="{9AD1463C-5B6E-4B69-A0EB-96AACE03CDA2}"/>
          </ac:spMkLst>
        </pc:spChg>
        <pc:spChg chg="add del">
          <ac:chgData name="Cristian Chilipirea" userId="34ab170da5908fc4" providerId="LiveId" clId="{7840C37D-FDDB-4314-A31E-446F31402874}" dt="2019-10-13T10:44:47.820" v="224"/>
          <ac:spMkLst>
            <pc:docMk/>
            <pc:sldMk cId="3460116972" sldId="511"/>
            <ac:spMk id="14" creationId="{C18283C7-C798-4CB0-966E-E124A85C3509}"/>
          </ac:spMkLst>
        </pc:spChg>
        <pc:spChg chg="add del">
          <ac:chgData name="Cristian Chilipirea" userId="34ab170da5908fc4" providerId="LiveId" clId="{7840C37D-FDDB-4314-A31E-446F31402874}" dt="2019-10-13T10:44:47.820" v="224"/>
          <ac:spMkLst>
            <pc:docMk/>
            <pc:sldMk cId="3460116972" sldId="511"/>
            <ac:spMk id="15" creationId="{6C92FF0E-383C-4DF0-8936-A98BEA44A39F}"/>
          </ac:spMkLst>
        </pc:spChg>
        <pc:spChg chg="add del">
          <ac:chgData name="Cristian Chilipirea" userId="34ab170da5908fc4" providerId="LiveId" clId="{7840C37D-FDDB-4314-A31E-446F31402874}" dt="2019-10-13T10:44:47.820" v="224"/>
          <ac:spMkLst>
            <pc:docMk/>
            <pc:sldMk cId="3460116972" sldId="511"/>
            <ac:spMk id="16" creationId="{267AEE12-913D-48C6-AED2-98B265B7E2CB}"/>
          </ac:spMkLst>
        </pc:spChg>
        <pc:spChg chg="add del">
          <ac:chgData name="Cristian Chilipirea" userId="34ab170da5908fc4" providerId="LiveId" clId="{7840C37D-FDDB-4314-A31E-446F31402874}" dt="2019-10-13T10:44:47.820" v="224"/>
          <ac:spMkLst>
            <pc:docMk/>
            <pc:sldMk cId="3460116972" sldId="511"/>
            <ac:spMk id="17" creationId="{E64F3B4A-1283-425E-A142-31C4F2219389}"/>
          </ac:spMkLst>
        </pc:spChg>
        <pc:spChg chg="add del">
          <ac:chgData name="Cristian Chilipirea" userId="34ab170da5908fc4" providerId="LiveId" clId="{7840C37D-FDDB-4314-A31E-446F31402874}" dt="2019-10-13T10:44:47.820" v="224"/>
          <ac:spMkLst>
            <pc:docMk/>
            <pc:sldMk cId="3460116972" sldId="511"/>
            <ac:spMk id="18" creationId="{5CF21F5D-8F3D-454E-B3DD-2D3D857B9570}"/>
          </ac:spMkLst>
        </pc:spChg>
        <pc:spChg chg="add del">
          <ac:chgData name="Cristian Chilipirea" userId="34ab170da5908fc4" providerId="LiveId" clId="{7840C37D-FDDB-4314-A31E-446F31402874}" dt="2019-10-13T10:44:47.820" v="224"/>
          <ac:spMkLst>
            <pc:docMk/>
            <pc:sldMk cId="3460116972" sldId="511"/>
            <ac:spMk id="19" creationId="{E68BF57E-31E7-459F-90C1-B44DE69835A6}"/>
          </ac:spMkLst>
        </pc:spChg>
        <pc:spChg chg="add del">
          <ac:chgData name="Cristian Chilipirea" userId="34ab170da5908fc4" providerId="LiveId" clId="{7840C37D-FDDB-4314-A31E-446F31402874}" dt="2019-10-13T10:44:47.820" v="224"/>
          <ac:spMkLst>
            <pc:docMk/>
            <pc:sldMk cId="3460116972" sldId="511"/>
            <ac:spMk id="20" creationId="{07770E37-1EC2-4C66-ACC6-4A1DB05944DC}"/>
          </ac:spMkLst>
        </pc:spChg>
        <pc:spChg chg="add del">
          <ac:chgData name="Cristian Chilipirea" userId="34ab170da5908fc4" providerId="LiveId" clId="{7840C37D-FDDB-4314-A31E-446F31402874}" dt="2019-10-13T10:44:47.820" v="224"/>
          <ac:spMkLst>
            <pc:docMk/>
            <pc:sldMk cId="3460116972" sldId="511"/>
            <ac:spMk id="21" creationId="{44835BFC-B196-494C-8548-5EFA9D10045B}"/>
          </ac:spMkLst>
        </pc:spChg>
        <pc:spChg chg="add del">
          <ac:chgData name="Cristian Chilipirea" userId="34ab170da5908fc4" providerId="LiveId" clId="{7840C37D-FDDB-4314-A31E-446F31402874}" dt="2019-10-13T10:44:47.820" v="224"/>
          <ac:spMkLst>
            <pc:docMk/>
            <pc:sldMk cId="3460116972" sldId="511"/>
            <ac:spMk id="22" creationId="{59CBF24F-BE05-4ACE-B426-57181E831F38}"/>
          </ac:spMkLst>
        </pc:spChg>
        <pc:spChg chg="add del">
          <ac:chgData name="Cristian Chilipirea" userId="34ab170da5908fc4" providerId="LiveId" clId="{7840C37D-FDDB-4314-A31E-446F31402874}" dt="2019-10-13T10:44:47.820" v="224"/>
          <ac:spMkLst>
            <pc:docMk/>
            <pc:sldMk cId="3460116972" sldId="511"/>
            <ac:spMk id="23" creationId="{4F0BBE8F-CA67-4AEA-8A0E-C138F8254A4F}"/>
          </ac:spMkLst>
        </pc:spChg>
        <pc:spChg chg="add del">
          <ac:chgData name="Cristian Chilipirea" userId="34ab170da5908fc4" providerId="LiveId" clId="{7840C37D-FDDB-4314-A31E-446F31402874}" dt="2019-10-13T10:44:47.820" v="224"/>
          <ac:spMkLst>
            <pc:docMk/>
            <pc:sldMk cId="3460116972" sldId="511"/>
            <ac:spMk id="24" creationId="{D1724F5C-8C2F-4FFF-A04D-B2B3499F028D}"/>
          </ac:spMkLst>
        </pc:spChg>
        <pc:spChg chg="add del">
          <ac:chgData name="Cristian Chilipirea" userId="34ab170da5908fc4" providerId="LiveId" clId="{7840C37D-FDDB-4314-A31E-446F31402874}" dt="2019-10-13T10:44:47.820" v="224"/>
          <ac:spMkLst>
            <pc:docMk/>
            <pc:sldMk cId="3460116972" sldId="511"/>
            <ac:spMk id="25" creationId="{3312B8BE-E744-4FB9-A6A9-3739CE939285}"/>
          </ac:spMkLst>
        </pc:spChg>
        <pc:spChg chg="add del">
          <ac:chgData name="Cristian Chilipirea" userId="34ab170da5908fc4" providerId="LiveId" clId="{7840C37D-FDDB-4314-A31E-446F31402874}" dt="2019-10-13T10:44:47.820" v="224"/>
          <ac:spMkLst>
            <pc:docMk/>
            <pc:sldMk cId="3460116972" sldId="511"/>
            <ac:spMk id="26" creationId="{81AEEFE8-CBE2-46D4-A958-21408169CDE4}"/>
          </ac:spMkLst>
        </pc:spChg>
        <pc:spChg chg="add del">
          <ac:chgData name="Cristian Chilipirea" userId="34ab170da5908fc4" providerId="LiveId" clId="{7840C37D-FDDB-4314-A31E-446F31402874}" dt="2019-10-13T10:44:47.820" v="224"/>
          <ac:spMkLst>
            <pc:docMk/>
            <pc:sldMk cId="3460116972" sldId="511"/>
            <ac:spMk id="27" creationId="{C36DB543-9827-4025-B414-BED0C2496EEF}"/>
          </ac:spMkLst>
        </pc:spChg>
        <pc:spChg chg="add del">
          <ac:chgData name="Cristian Chilipirea" userId="34ab170da5908fc4" providerId="LiveId" clId="{7840C37D-FDDB-4314-A31E-446F31402874}" dt="2019-10-13T10:44:47.820" v="224"/>
          <ac:spMkLst>
            <pc:docMk/>
            <pc:sldMk cId="3460116972" sldId="511"/>
            <ac:spMk id="28" creationId="{7924EBD4-743F-483A-8B6A-C786D5FD7E9A}"/>
          </ac:spMkLst>
        </pc:spChg>
        <pc:spChg chg="add del">
          <ac:chgData name="Cristian Chilipirea" userId="34ab170da5908fc4" providerId="LiveId" clId="{7840C37D-FDDB-4314-A31E-446F31402874}" dt="2019-10-13T10:44:47.820" v="224"/>
          <ac:spMkLst>
            <pc:docMk/>
            <pc:sldMk cId="3460116972" sldId="511"/>
            <ac:spMk id="29" creationId="{AB08451A-35F9-46EF-960A-0244AF6580AC}"/>
          </ac:spMkLst>
        </pc:spChg>
        <pc:spChg chg="add del">
          <ac:chgData name="Cristian Chilipirea" userId="34ab170da5908fc4" providerId="LiveId" clId="{7840C37D-FDDB-4314-A31E-446F31402874}" dt="2019-10-13T10:44:47.820" v="224"/>
          <ac:spMkLst>
            <pc:docMk/>
            <pc:sldMk cId="3460116972" sldId="511"/>
            <ac:spMk id="30" creationId="{8716279C-9127-4266-8FE8-6FBB979DAAB3}"/>
          </ac:spMkLst>
        </pc:spChg>
        <pc:spChg chg="add del">
          <ac:chgData name="Cristian Chilipirea" userId="34ab170da5908fc4" providerId="LiveId" clId="{7840C37D-FDDB-4314-A31E-446F31402874}" dt="2019-10-13T10:44:47.820" v="224"/>
          <ac:spMkLst>
            <pc:docMk/>
            <pc:sldMk cId="3460116972" sldId="511"/>
            <ac:spMk id="31" creationId="{5C29105F-4794-42EE-9007-D70F94EF2CD7}"/>
          </ac:spMkLst>
        </pc:spChg>
        <pc:spChg chg="add del">
          <ac:chgData name="Cristian Chilipirea" userId="34ab170da5908fc4" providerId="LiveId" clId="{7840C37D-FDDB-4314-A31E-446F31402874}" dt="2019-10-13T10:44:47.820" v="224"/>
          <ac:spMkLst>
            <pc:docMk/>
            <pc:sldMk cId="3460116972" sldId="511"/>
            <ac:spMk id="32" creationId="{CAA63D85-758C-4107-8121-B8ECEA1C7F43}"/>
          </ac:spMkLst>
        </pc:spChg>
        <pc:spChg chg="add del">
          <ac:chgData name="Cristian Chilipirea" userId="34ab170da5908fc4" providerId="LiveId" clId="{7840C37D-FDDB-4314-A31E-446F31402874}" dt="2019-10-13T10:44:47.820" v="224"/>
          <ac:spMkLst>
            <pc:docMk/>
            <pc:sldMk cId="3460116972" sldId="511"/>
            <ac:spMk id="33" creationId="{204FFFF0-36DD-4111-B718-4504EE663F8D}"/>
          </ac:spMkLst>
        </pc:spChg>
        <pc:spChg chg="add del">
          <ac:chgData name="Cristian Chilipirea" userId="34ab170da5908fc4" providerId="LiveId" clId="{7840C37D-FDDB-4314-A31E-446F31402874}" dt="2019-10-13T10:44:47.820" v="224"/>
          <ac:spMkLst>
            <pc:docMk/>
            <pc:sldMk cId="3460116972" sldId="511"/>
            <ac:spMk id="34" creationId="{0B006931-43C0-4982-8BA5-E06B9C5595B2}"/>
          </ac:spMkLst>
        </pc:spChg>
        <pc:spChg chg="add del">
          <ac:chgData name="Cristian Chilipirea" userId="34ab170da5908fc4" providerId="LiveId" clId="{7840C37D-FDDB-4314-A31E-446F31402874}" dt="2019-10-13T10:44:47.820" v="224"/>
          <ac:spMkLst>
            <pc:docMk/>
            <pc:sldMk cId="3460116972" sldId="511"/>
            <ac:spMk id="35" creationId="{A3629EF0-C5EF-4406-98ED-6454400FBBDF}"/>
          </ac:spMkLst>
        </pc:spChg>
        <pc:spChg chg="add del">
          <ac:chgData name="Cristian Chilipirea" userId="34ab170da5908fc4" providerId="LiveId" clId="{7840C37D-FDDB-4314-A31E-446F31402874}" dt="2019-10-13T10:44:47.820" v="224"/>
          <ac:spMkLst>
            <pc:docMk/>
            <pc:sldMk cId="3460116972" sldId="511"/>
            <ac:spMk id="36" creationId="{EC0D9460-F46B-4DF7-A0A1-B63A9344EB60}"/>
          </ac:spMkLst>
        </pc:spChg>
        <pc:spChg chg="add del">
          <ac:chgData name="Cristian Chilipirea" userId="34ab170da5908fc4" providerId="LiveId" clId="{7840C37D-FDDB-4314-A31E-446F31402874}" dt="2019-10-13T10:44:47.820" v="224"/>
          <ac:spMkLst>
            <pc:docMk/>
            <pc:sldMk cId="3460116972" sldId="511"/>
            <ac:spMk id="37" creationId="{FCCF5ED3-E2BE-4278-B68E-BB07274EB619}"/>
          </ac:spMkLst>
        </pc:spChg>
        <pc:spChg chg="add del">
          <ac:chgData name="Cristian Chilipirea" userId="34ab170da5908fc4" providerId="LiveId" clId="{7840C37D-FDDB-4314-A31E-446F31402874}" dt="2019-10-13T10:44:47.820" v="224"/>
          <ac:spMkLst>
            <pc:docMk/>
            <pc:sldMk cId="3460116972" sldId="511"/>
            <ac:spMk id="38" creationId="{BD09A5F2-FB11-42DF-AED1-37BB55A9F860}"/>
          </ac:spMkLst>
        </pc:spChg>
        <pc:spChg chg="add del">
          <ac:chgData name="Cristian Chilipirea" userId="34ab170da5908fc4" providerId="LiveId" clId="{7840C37D-FDDB-4314-A31E-446F31402874}" dt="2019-10-13T10:44:47.820" v="224"/>
          <ac:spMkLst>
            <pc:docMk/>
            <pc:sldMk cId="3460116972" sldId="511"/>
            <ac:spMk id="39" creationId="{1D4FB3AC-C05F-4765-B905-11B5D736A7C6}"/>
          </ac:spMkLst>
        </pc:spChg>
        <pc:spChg chg="add del">
          <ac:chgData name="Cristian Chilipirea" userId="34ab170da5908fc4" providerId="LiveId" clId="{7840C37D-FDDB-4314-A31E-446F31402874}" dt="2019-10-13T10:44:47.820" v="224"/>
          <ac:spMkLst>
            <pc:docMk/>
            <pc:sldMk cId="3460116972" sldId="511"/>
            <ac:spMk id="40" creationId="{02986348-AA3E-4614-813E-F9CC2EB5243C}"/>
          </ac:spMkLst>
        </pc:spChg>
        <pc:spChg chg="add del">
          <ac:chgData name="Cristian Chilipirea" userId="34ab170da5908fc4" providerId="LiveId" clId="{7840C37D-FDDB-4314-A31E-446F31402874}" dt="2019-10-13T10:44:47.820" v="224"/>
          <ac:spMkLst>
            <pc:docMk/>
            <pc:sldMk cId="3460116972" sldId="511"/>
            <ac:spMk id="41" creationId="{69A4CD1D-2E60-49D3-BF6F-BF52D7C28666}"/>
          </ac:spMkLst>
        </pc:spChg>
        <pc:spChg chg="add del">
          <ac:chgData name="Cristian Chilipirea" userId="34ab170da5908fc4" providerId="LiveId" clId="{7840C37D-FDDB-4314-A31E-446F31402874}" dt="2019-10-13T10:44:47.820" v="224"/>
          <ac:spMkLst>
            <pc:docMk/>
            <pc:sldMk cId="3460116972" sldId="511"/>
            <ac:spMk id="42" creationId="{77147D05-1C2D-4403-BAB9-1F2976E8BA09}"/>
          </ac:spMkLst>
        </pc:spChg>
        <pc:spChg chg="add del">
          <ac:chgData name="Cristian Chilipirea" userId="34ab170da5908fc4" providerId="LiveId" clId="{7840C37D-FDDB-4314-A31E-446F31402874}" dt="2019-10-13T10:44:47.820" v="224"/>
          <ac:spMkLst>
            <pc:docMk/>
            <pc:sldMk cId="3460116972" sldId="511"/>
            <ac:spMk id="43" creationId="{235452BB-8594-4CD9-9B7D-CF65A102D11F}"/>
          </ac:spMkLst>
        </pc:spChg>
        <pc:spChg chg="add del">
          <ac:chgData name="Cristian Chilipirea" userId="34ab170da5908fc4" providerId="LiveId" clId="{7840C37D-FDDB-4314-A31E-446F31402874}" dt="2019-10-13T10:44:47.820" v="224"/>
          <ac:spMkLst>
            <pc:docMk/>
            <pc:sldMk cId="3460116972" sldId="511"/>
            <ac:spMk id="44" creationId="{989126D1-4614-424E-B5FF-B3CDF4D0564D}"/>
          </ac:spMkLst>
        </pc:spChg>
        <pc:spChg chg="add del">
          <ac:chgData name="Cristian Chilipirea" userId="34ab170da5908fc4" providerId="LiveId" clId="{7840C37D-FDDB-4314-A31E-446F31402874}" dt="2019-10-13T10:44:47.820" v="224"/>
          <ac:spMkLst>
            <pc:docMk/>
            <pc:sldMk cId="3460116972" sldId="511"/>
            <ac:spMk id="45" creationId="{BD2F1D33-C0B4-4845-B0FA-6B5084BA1A16}"/>
          </ac:spMkLst>
        </pc:spChg>
        <pc:spChg chg="add del">
          <ac:chgData name="Cristian Chilipirea" userId="34ab170da5908fc4" providerId="LiveId" clId="{7840C37D-FDDB-4314-A31E-446F31402874}" dt="2019-10-13T10:44:47.820" v="224"/>
          <ac:spMkLst>
            <pc:docMk/>
            <pc:sldMk cId="3460116972" sldId="511"/>
            <ac:spMk id="46" creationId="{7E1F5CCF-4ACD-44D1-AA66-0927CEF74AA0}"/>
          </ac:spMkLst>
        </pc:spChg>
        <pc:spChg chg="add del">
          <ac:chgData name="Cristian Chilipirea" userId="34ab170da5908fc4" providerId="LiveId" clId="{7840C37D-FDDB-4314-A31E-446F31402874}" dt="2019-10-13T10:44:47.820" v="224"/>
          <ac:spMkLst>
            <pc:docMk/>
            <pc:sldMk cId="3460116972" sldId="511"/>
            <ac:spMk id="47" creationId="{FE183C55-E97E-44C7-A37F-46D4E7306C63}"/>
          </ac:spMkLst>
        </pc:spChg>
        <pc:spChg chg="add del">
          <ac:chgData name="Cristian Chilipirea" userId="34ab170da5908fc4" providerId="LiveId" clId="{7840C37D-FDDB-4314-A31E-446F31402874}" dt="2019-10-13T10:44:47.820" v="224"/>
          <ac:spMkLst>
            <pc:docMk/>
            <pc:sldMk cId="3460116972" sldId="511"/>
            <ac:spMk id="48" creationId="{097D4734-8C5D-490A-AC35-7A6EA5376018}"/>
          </ac:spMkLst>
        </pc:spChg>
        <pc:spChg chg="add del">
          <ac:chgData name="Cristian Chilipirea" userId="34ab170da5908fc4" providerId="LiveId" clId="{7840C37D-FDDB-4314-A31E-446F31402874}" dt="2019-10-13T10:44:47.820" v="224"/>
          <ac:spMkLst>
            <pc:docMk/>
            <pc:sldMk cId="3460116972" sldId="511"/>
            <ac:spMk id="49" creationId="{22002A97-0834-40C8-A484-073DD75E23E3}"/>
          </ac:spMkLst>
        </pc:spChg>
        <pc:spChg chg="add del">
          <ac:chgData name="Cristian Chilipirea" userId="34ab170da5908fc4" providerId="LiveId" clId="{7840C37D-FDDB-4314-A31E-446F31402874}" dt="2019-10-13T10:44:47.820" v="224"/>
          <ac:spMkLst>
            <pc:docMk/>
            <pc:sldMk cId="3460116972" sldId="511"/>
            <ac:spMk id="50" creationId="{4EABB847-993E-4336-9D07-C51C9B7FC628}"/>
          </ac:spMkLst>
        </pc:spChg>
        <pc:spChg chg="add">
          <ac:chgData name="Cristian Chilipirea" userId="34ab170da5908fc4" providerId="LiveId" clId="{7840C37D-FDDB-4314-A31E-446F31402874}" dt="2019-10-13T10:44:47.858" v="225"/>
          <ac:spMkLst>
            <pc:docMk/>
            <pc:sldMk cId="3460116972" sldId="511"/>
            <ac:spMk id="51" creationId="{73E49815-672E-461E-BF82-AA21AB7831E5}"/>
          </ac:spMkLst>
        </pc:spChg>
        <pc:spChg chg="add">
          <ac:chgData name="Cristian Chilipirea" userId="34ab170da5908fc4" providerId="LiveId" clId="{7840C37D-FDDB-4314-A31E-446F31402874}" dt="2019-10-13T10:44:47.858" v="225"/>
          <ac:spMkLst>
            <pc:docMk/>
            <pc:sldMk cId="3460116972" sldId="511"/>
            <ac:spMk id="52" creationId="{F3B07CF1-5B40-4B89-8E0E-0B5F8565CC20}"/>
          </ac:spMkLst>
        </pc:spChg>
        <pc:spChg chg="add">
          <ac:chgData name="Cristian Chilipirea" userId="34ab170da5908fc4" providerId="LiveId" clId="{7840C37D-FDDB-4314-A31E-446F31402874}" dt="2019-10-13T10:44:47.858" v="225"/>
          <ac:spMkLst>
            <pc:docMk/>
            <pc:sldMk cId="3460116972" sldId="511"/>
            <ac:spMk id="53" creationId="{1D34C0B1-3E11-4D64-9C7A-34F0A268C785}"/>
          </ac:spMkLst>
        </pc:spChg>
        <pc:spChg chg="add">
          <ac:chgData name="Cristian Chilipirea" userId="34ab170da5908fc4" providerId="LiveId" clId="{7840C37D-FDDB-4314-A31E-446F31402874}" dt="2019-10-13T10:44:47.858" v="225"/>
          <ac:spMkLst>
            <pc:docMk/>
            <pc:sldMk cId="3460116972" sldId="511"/>
            <ac:spMk id="54" creationId="{3D9C8E6D-2307-497A-A4B3-0AC0DE990413}"/>
          </ac:spMkLst>
        </pc:spChg>
        <pc:spChg chg="add">
          <ac:chgData name="Cristian Chilipirea" userId="34ab170da5908fc4" providerId="LiveId" clId="{7840C37D-FDDB-4314-A31E-446F31402874}" dt="2019-10-13T10:44:47.858" v="225"/>
          <ac:spMkLst>
            <pc:docMk/>
            <pc:sldMk cId="3460116972" sldId="511"/>
            <ac:spMk id="59" creationId="{22E471B3-B183-412C-8413-0FC0C75E4439}"/>
          </ac:spMkLst>
        </pc:spChg>
        <pc:spChg chg="add">
          <ac:chgData name="Cristian Chilipirea" userId="34ab170da5908fc4" providerId="LiveId" clId="{7840C37D-FDDB-4314-A31E-446F31402874}" dt="2019-10-13T10:44:47.858" v="225"/>
          <ac:spMkLst>
            <pc:docMk/>
            <pc:sldMk cId="3460116972" sldId="511"/>
            <ac:spMk id="60" creationId="{7335A16B-472E-46B7-A1E7-6AD9D7BA6327}"/>
          </ac:spMkLst>
        </pc:spChg>
        <pc:spChg chg="add">
          <ac:chgData name="Cristian Chilipirea" userId="34ab170da5908fc4" providerId="LiveId" clId="{7840C37D-FDDB-4314-A31E-446F31402874}" dt="2019-10-13T10:44:47.858" v="225"/>
          <ac:spMkLst>
            <pc:docMk/>
            <pc:sldMk cId="3460116972" sldId="511"/>
            <ac:spMk id="61" creationId="{39595A29-7323-499D-BE8B-D51B90C787F9}"/>
          </ac:spMkLst>
        </pc:spChg>
        <pc:spChg chg="add">
          <ac:chgData name="Cristian Chilipirea" userId="34ab170da5908fc4" providerId="LiveId" clId="{7840C37D-FDDB-4314-A31E-446F31402874}" dt="2019-10-13T10:44:47.858" v="225"/>
          <ac:spMkLst>
            <pc:docMk/>
            <pc:sldMk cId="3460116972" sldId="511"/>
            <ac:spMk id="62" creationId="{71ACA8B3-BCAF-4CA1-A6E1-32A5549A5F3D}"/>
          </ac:spMkLst>
        </pc:spChg>
        <pc:spChg chg="add">
          <ac:chgData name="Cristian Chilipirea" userId="34ab170da5908fc4" providerId="LiveId" clId="{7840C37D-FDDB-4314-A31E-446F31402874}" dt="2019-10-13T10:44:47.858" v="225"/>
          <ac:spMkLst>
            <pc:docMk/>
            <pc:sldMk cId="3460116972" sldId="511"/>
            <ac:spMk id="63" creationId="{C7D6E23A-C68B-4722-9A01-FE7788336507}"/>
          </ac:spMkLst>
        </pc:spChg>
        <pc:spChg chg="add">
          <ac:chgData name="Cristian Chilipirea" userId="34ab170da5908fc4" providerId="LiveId" clId="{7840C37D-FDDB-4314-A31E-446F31402874}" dt="2019-10-13T10:44:47.858" v="225"/>
          <ac:spMkLst>
            <pc:docMk/>
            <pc:sldMk cId="3460116972" sldId="511"/>
            <ac:spMk id="64" creationId="{5C103551-D6D7-45BF-90EF-D2EB82B3AA96}"/>
          </ac:spMkLst>
        </pc:spChg>
        <pc:spChg chg="add">
          <ac:chgData name="Cristian Chilipirea" userId="34ab170da5908fc4" providerId="LiveId" clId="{7840C37D-FDDB-4314-A31E-446F31402874}" dt="2019-10-13T10:44:47.858" v="225"/>
          <ac:spMkLst>
            <pc:docMk/>
            <pc:sldMk cId="3460116972" sldId="511"/>
            <ac:spMk id="65" creationId="{CABFD1BD-CA14-441D-B126-355BF5BFC6FA}"/>
          </ac:spMkLst>
        </pc:spChg>
        <pc:spChg chg="add">
          <ac:chgData name="Cristian Chilipirea" userId="34ab170da5908fc4" providerId="LiveId" clId="{7840C37D-FDDB-4314-A31E-446F31402874}" dt="2019-10-13T10:44:47.858" v="225"/>
          <ac:spMkLst>
            <pc:docMk/>
            <pc:sldMk cId="3460116972" sldId="511"/>
            <ac:spMk id="66" creationId="{B6CC2FE5-3AD3-4017-9250-481B39B0E437}"/>
          </ac:spMkLst>
        </pc:spChg>
        <pc:spChg chg="add">
          <ac:chgData name="Cristian Chilipirea" userId="34ab170da5908fc4" providerId="LiveId" clId="{7840C37D-FDDB-4314-A31E-446F31402874}" dt="2019-10-13T10:44:47.858" v="225"/>
          <ac:spMkLst>
            <pc:docMk/>
            <pc:sldMk cId="3460116972" sldId="511"/>
            <ac:spMk id="67" creationId="{4DD98CC3-99AD-4D71-930F-87861FEBC17A}"/>
          </ac:spMkLst>
        </pc:spChg>
        <pc:spChg chg="add">
          <ac:chgData name="Cristian Chilipirea" userId="34ab170da5908fc4" providerId="LiveId" clId="{7840C37D-FDDB-4314-A31E-446F31402874}" dt="2019-10-13T10:44:47.858" v="225"/>
          <ac:spMkLst>
            <pc:docMk/>
            <pc:sldMk cId="3460116972" sldId="511"/>
            <ac:spMk id="68" creationId="{5D08075E-532C-4905-B31B-E666A0DAE8EB}"/>
          </ac:spMkLst>
        </pc:spChg>
        <pc:spChg chg="add">
          <ac:chgData name="Cristian Chilipirea" userId="34ab170da5908fc4" providerId="LiveId" clId="{7840C37D-FDDB-4314-A31E-446F31402874}" dt="2019-10-13T10:44:47.858" v="225"/>
          <ac:spMkLst>
            <pc:docMk/>
            <pc:sldMk cId="3460116972" sldId="511"/>
            <ac:spMk id="69" creationId="{A4A89F5E-A6C7-4C51-A54D-8B321DCF30CB}"/>
          </ac:spMkLst>
        </pc:spChg>
        <pc:spChg chg="add">
          <ac:chgData name="Cristian Chilipirea" userId="34ab170da5908fc4" providerId="LiveId" clId="{7840C37D-FDDB-4314-A31E-446F31402874}" dt="2019-10-13T10:44:47.858" v="225"/>
          <ac:spMkLst>
            <pc:docMk/>
            <pc:sldMk cId="3460116972" sldId="511"/>
            <ac:spMk id="70" creationId="{2A85AA2D-CC8C-4C9F-AD40-02D7CEBDDA39}"/>
          </ac:spMkLst>
        </pc:spChg>
        <pc:spChg chg="add">
          <ac:chgData name="Cristian Chilipirea" userId="34ab170da5908fc4" providerId="LiveId" clId="{7840C37D-FDDB-4314-A31E-446F31402874}" dt="2019-10-13T10:44:47.858" v="225"/>
          <ac:spMkLst>
            <pc:docMk/>
            <pc:sldMk cId="3460116972" sldId="511"/>
            <ac:spMk id="71" creationId="{6D16EE19-D37B-4DD7-B02F-279E635A8973}"/>
          </ac:spMkLst>
        </pc:spChg>
        <pc:spChg chg="add">
          <ac:chgData name="Cristian Chilipirea" userId="34ab170da5908fc4" providerId="LiveId" clId="{7840C37D-FDDB-4314-A31E-446F31402874}" dt="2019-10-13T10:44:47.858" v="225"/>
          <ac:spMkLst>
            <pc:docMk/>
            <pc:sldMk cId="3460116972" sldId="511"/>
            <ac:spMk id="72" creationId="{DA01F8F2-7AD0-4674-898C-8BE49A9F8A2B}"/>
          </ac:spMkLst>
        </pc:spChg>
        <pc:spChg chg="add">
          <ac:chgData name="Cristian Chilipirea" userId="34ab170da5908fc4" providerId="LiveId" clId="{7840C37D-FDDB-4314-A31E-446F31402874}" dt="2019-10-13T10:44:47.858" v="225"/>
          <ac:spMkLst>
            <pc:docMk/>
            <pc:sldMk cId="3460116972" sldId="511"/>
            <ac:spMk id="73" creationId="{309C2BBC-ED8B-4D47-86DB-5247636C571B}"/>
          </ac:spMkLst>
        </pc:spChg>
        <pc:spChg chg="add">
          <ac:chgData name="Cristian Chilipirea" userId="34ab170da5908fc4" providerId="LiveId" clId="{7840C37D-FDDB-4314-A31E-446F31402874}" dt="2019-10-13T10:44:47.858" v="225"/>
          <ac:spMkLst>
            <pc:docMk/>
            <pc:sldMk cId="3460116972" sldId="511"/>
            <ac:spMk id="74" creationId="{16BA008C-87D6-4BFE-9A30-B9B2D913582E}"/>
          </ac:spMkLst>
        </pc:spChg>
        <pc:spChg chg="add">
          <ac:chgData name="Cristian Chilipirea" userId="34ab170da5908fc4" providerId="LiveId" clId="{7840C37D-FDDB-4314-A31E-446F31402874}" dt="2019-10-13T10:44:47.858" v="225"/>
          <ac:spMkLst>
            <pc:docMk/>
            <pc:sldMk cId="3460116972" sldId="511"/>
            <ac:spMk id="75" creationId="{03337DC3-E93B-4FA2-A898-E9F3E7A80C15}"/>
          </ac:spMkLst>
        </pc:spChg>
        <pc:spChg chg="add">
          <ac:chgData name="Cristian Chilipirea" userId="34ab170da5908fc4" providerId="LiveId" clId="{7840C37D-FDDB-4314-A31E-446F31402874}" dt="2019-10-13T10:44:47.858" v="225"/>
          <ac:spMkLst>
            <pc:docMk/>
            <pc:sldMk cId="3460116972" sldId="511"/>
            <ac:spMk id="76" creationId="{68908990-9FE2-466B-A068-F1C5DDD1F46F}"/>
          </ac:spMkLst>
        </pc:spChg>
        <pc:spChg chg="add">
          <ac:chgData name="Cristian Chilipirea" userId="34ab170da5908fc4" providerId="LiveId" clId="{7840C37D-FDDB-4314-A31E-446F31402874}" dt="2019-10-13T10:44:47.858" v="225"/>
          <ac:spMkLst>
            <pc:docMk/>
            <pc:sldMk cId="3460116972" sldId="511"/>
            <ac:spMk id="77" creationId="{29E31D48-CC08-4BA7-9690-46DA6EC95CF0}"/>
          </ac:spMkLst>
        </pc:spChg>
        <pc:spChg chg="add">
          <ac:chgData name="Cristian Chilipirea" userId="34ab170da5908fc4" providerId="LiveId" clId="{7840C37D-FDDB-4314-A31E-446F31402874}" dt="2019-10-13T10:44:47.858" v="225"/>
          <ac:spMkLst>
            <pc:docMk/>
            <pc:sldMk cId="3460116972" sldId="511"/>
            <ac:spMk id="78" creationId="{C04B381A-83F2-485C-92E1-17C7A63C1BB8}"/>
          </ac:spMkLst>
        </pc:spChg>
        <pc:spChg chg="add">
          <ac:chgData name="Cristian Chilipirea" userId="34ab170da5908fc4" providerId="LiveId" clId="{7840C37D-FDDB-4314-A31E-446F31402874}" dt="2019-10-13T10:44:47.858" v="225"/>
          <ac:spMkLst>
            <pc:docMk/>
            <pc:sldMk cId="3460116972" sldId="511"/>
            <ac:spMk id="79" creationId="{3C184BB4-AE28-47D0-AABF-BB5809FFD119}"/>
          </ac:spMkLst>
        </pc:spChg>
        <pc:spChg chg="add">
          <ac:chgData name="Cristian Chilipirea" userId="34ab170da5908fc4" providerId="LiveId" clId="{7840C37D-FDDB-4314-A31E-446F31402874}" dt="2019-10-13T10:44:47.858" v="225"/>
          <ac:spMkLst>
            <pc:docMk/>
            <pc:sldMk cId="3460116972" sldId="511"/>
            <ac:spMk id="80" creationId="{8869CE2D-3449-46C3-A53A-A4D64EED74B4}"/>
          </ac:spMkLst>
        </pc:spChg>
        <pc:spChg chg="add">
          <ac:chgData name="Cristian Chilipirea" userId="34ab170da5908fc4" providerId="LiveId" clId="{7840C37D-FDDB-4314-A31E-446F31402874}" dt="2019-10-13T10:44:47.858" v="225"/>
          <ac:spMkLst>
            <pc:docMk/>
            <pc:sldMk cId="3460116972" sldId="511"/>
            <ac:spMk id="81" creationId="{BD7A81F5-E0BC-4884-8C22-6E3C9C39A74A}"/>
          </ac:spMkLst>
        </pc:spChg>
        <pc:spChg chg="add">
          <ac:chgData name="Cristian Chilipirea" userId="34ab170da5908fc4" providerId="LiveId" clId="{7840C37D-FDDB-4314-A31E-446F31402874}" dt="2019-10-13T10:44:47.858" v="225"/>
          <ac:spMkLst>
            <pc:docMk/>
            <pc:sldMk cId="3460116972" sldId="511"/>
            <ac:spMk id="82" creationId="{88773CC4-1137-4625-9FE7-CDF009F117E4}"/>
          </ac:spMkLst>
        </pc:spChg>
        <pc:spChg chg="add">
          <ac:chgData name="Cristian Chilipirea" userId="34ab170da5908fc4" providerId="LiveId" clId="{7840C37D-FDDB-4314-A31E-446F31402874}" dt="2019-10-13T10:44:47.858" v="225"/>
          <ac:spMkLst>
            <pc:docMk/>
            <pc:sldMk cId="3460116972" sldId="511"/>
            <ac:spMk id="83" creationId="{C64994E4-14BC-47D3-88DD-D783F0CA374D}"/>
          </ac:spMkLst>
        </pc:spChg>
        <pc:spChg chg="add">
          <ac:chgData name="Cristian Chilipirea" userId="34ab170da5908fc4" providerId="LiveId" clId="{7840C37D-FDDB-4314-A31E-446F31402874}" dt="2019-10-13T10:44:47.858" v="225"/>
          <ac:spMkLst>
            <pc:docMk/>
            <pc:sldMk cId="3460116972" sldId="511"/>
            <ac:spMk id="84" creationId="{CD20F910-D692-481C-AD0E-69FB932FCC53}"/>
          </ac:spMkLst>
        </pc:spChg>
        <pc:spChg chg="add">
          <ac:chgData name="Cristian Chilipirea" userId="34ab170da5908fc4" providerId="LiveId" clId="{7840C37D-FDDB-4314-A31E-446F31402874}" dt="2019-10-13T10:44:47.858" v="225"/>
          <ac:spMkLst>
            <pc:docMk/>
            <pc:sldMk cId="3460116972" sldId="511"/>
            <ac:spMk id="85" creationId="{426C2923-55F1-4BF4-9E8F-FF5B7395AF98}"/>
          </ac:spMkLst>
        </pc:spChg>
        <pc:spChg chg="add">
          <ac:chgData name="Cristian Chilipirea" userId="34ab170da5908fc4" providerId="LiveId" clId="{7840C37D-FDDB-4314-A31E-446F31402874}" dt="2019-10-13T10:44:47.858" v="225"/>
          <ac:spMkLst>
            <pc:docMk/>
            <pc:sldMk cId="3460116972" sldId="511"/>
            <ac:spMk id="86" creationId="{1146CF4F-3225-4BAC-BC86-A1A46DB20737}"/>
          </ac:spMkLst>
        </pc:spChg>
        <pc:spChg chg="add">
          <ac:chgData name="Cristian Chilipirea" userId="34ab170da5908fc4" providerId="LiveId" clId="{7840C37D-FDDB-4314-A31E-446F31402874}" dt="2019-10-13T10:44:47.858" v="225"/>
          <ac:spMkLst>
            <pc:docMk/>
            <pc:sldMk cId="3460116972" sldId="511"/>
            <ac:spMk id="87" creationId="{42EECC60-F5B7-4851-B6A8-DBDE5EE1F2EA}"/>
          </ac:spMkLst>
        </pc:spChg>
        <pc:spChg chg="add">
          <ac:chgData name="Cristian Chilipirea" userId="34ab170da5908fc4" providerId="LiveId" clId="{7840C37D-FDDB-4314-A31E-446F31402874}" dt="2019-10-13T10:44:47.858" v="225"/>
          <ac:spMkLst>
            <pc:docMk/>
            <pc:sldMk cId="3460116972" sldId="511"/>
            <ac:spMk id="88" creationId="{8BC58485-0ADD-4C4C-8D29-863715CAC4A5}"/>
          </ac:spMkLst>
        </pc:spChg>
        <pc:spChg chg="add">
          <ac:chgData name="Cristian Chilipirea" userId="34ab170da5908fc4" providerId="LiveId" clId="{7840C37D-FDDB-4314-A31E-446F31402874}" dt="2019-10-13T10:44:47.858" v="225"/>
          <ac:spMkLst>
            <pc:docMk/>
            <pc:sldMk cId="3460116972" sldId="511"/>
            <ac:spMk id="89" creationId="{F9DE2B8F-E1AE-4524-A0BB-6FE2D87AC382}"/>
          </ac:spMkLst>
        </pc:spChg>
        <pc:spChg chg="add">
          <ac:chgData name="Cristian Chilipirea" userId="34ab170da5908fc4" providerId="LiveId" clId="{7840C37D-FDDB-4314-A31E-446F31402874}" dt="2019-10-13T10:44:47.858" v="225"/>
          <ac:spMkLst>
            <pc:docMk/>
            <pc:sldMk cId="3460116972" sldId="511"/>
            <ac:spMk id="90" creationId="{ACFCA446-1814-4114-9B26-2D8B3708A8F6}"/>
          </ac:spMkLst>
        </pc:spChg>
        <pc:spChg chg="add">
          <ac:chgData name="Cristian Chilipirea" userId="34ab170da5908fc4" providerId="LiveId" clId="{7840C37D-FDDB-4314-A31E-446F31402874}" dt="2019-10-13T10:44:47.858" v="225"/>
          <ac:spMkLst>
            <pc:docMk/>
            <pc:sldMk cId="3460116972" sldId="511"/>
            <ac:spMk id="91" creationId="{B9564124-856A-4D4C-A59D-D4D96BAE698F}"/>
          </ac:spMkLst>
        </pc:spChg>
        <pc:spChg chg="add">
          <ac:chgData name="Cristian Chilipirea" userId="34ab170da5908fc4" providerId="LiveId" clId="{7840C37D-FDDB-4314-A31E-446F31402874}" dt="2019-10-13T10:44:47.858" v="225"/>
          <ac:spMkLst>
            <pc:docMk/>
            <pc:sldMk cId="3460116972" sldId="511"/>
            <ac:spMk id="92" creationId="{2C5C5699-DA09-4EA3-86C6-8A80F97355CC}"/>
          </ac:spMkLst>
        </pc:spChg>
        <pc:spChg chg="add">
          <ac:chgData name="Cristian Chilipirea" userId="34ab170da5908fc4" providerId="LiveId" clId="{7840C37D-FDDB-4314-A31E-446F31402874}" dt="2019-10-13T10:44:47.858" v="225"/>
          <ac:spMkLst>
            <pc:docMk/>
            <pc:sldMk cId="3460116972" sldId="511"/>
            <ac:spMk id="93" creationId="{164FAD72-8C30-4CBE-8465-290D1369064F}"/>
          </ac:spMkLst>
        </pc:spChg>
        <pc:spChg chg="add">
          <ac:chgData name="Cristian Chilipirea" userId="34ab170da5908fc4" providerId="LiveId" clId="{7840C37D-FDDB-4314-A31E-446F31402874}" dt="2019-10-13T10:44:47.858" v="225"/>
          <ac:spMkLst>
            <pc:docMk/>
            <pc:sldMk cId="3460116972" sldId="511"/>
            <ac:spMk id="94" creationId="{19FE772A-0ED3-475D-AE8C-139C02D90DF6}"/>
          </ac:spMkLst>
        </pc:spChg>
        <pc:spChg chg="add">
          <ac:chgData name="Cristian Chilipirea" userId="34ab170da5908fc4" providerId="LiveId" clId="{7840C37D-FDDB-4314-A31E-446F31402874}" dt="2019-10-13T10:44:47.858" v="225"/>
          <ac:spMkLst>
            <pc:docMk/>
            <pc:sldMk cId="3460116972" sldId="511"/>
            <ac:spMk id="95" creationId="{21240A54-1122-4663-8FAA-63EE07F6B0AF}"/>
          </ac:spMkLst>
        </pc:spChg>
        <pc:spChg chg="add">
          <ac:chgData name="Cristian Chilipirea" userId="34ab170da5908fc4" providerId="LiveId" clId="{7840C37D-FDDB-4314-A31E-446F31402874}" dt="2019-10-13T10:44:47.858" v="225"/>
          <ac:spMkLst>
            <pc:docMk/>
            <pc:sldMk cId="3460116972" sldId="511"/>
            <ac:spMk id="96" creationId="{5959970E-7825-425E-897E-538F344EDB3E}"/>
          </ac:spMkLst>
        </pc:spChg>
        <pc:spChg chg="add">
          <ac:chgData name="Cristian Chilipirea" userId="34ab170da5908fc4" providerId="LiveId" clId="{7840C37D-FDDB-4314-A31E-446F31402874}" dt="2019-10-13T10:44:47.858" v="225"/>
          <ac:spMkLst>
            <pc:docMk/>
            <pc:sldMk cId="3460116972" sldId="511"/>
            <ac:spMk id="97" creationId="{9D13E11B-9554-4010-98F9-473BA9E380C3}"/>
          </ac:spMkLst>
        </pc:spChg>
        <pc:cxnChg chg="add del">
          <ac:chgData name="Cristian Chilipirea" userId="34ab170da5908fc4" providerId="LiveId" clId="{7840C37D-FDDB-4314-A31E-446F31402874}" dt="2019-10-13T10:44:47.820" v="224"/>
          <ac:cxnSpMkLst>
            <pc:docMk/>
            <pc:sldMk cId="3460116972" sldId="511"/>
            <ac:cxnSpMk id="8" creationId="{5161DA0C-2592-4475-B90E-4A3CC194EE02}"/>
          </ac:cxnSpMkLst>
        </pc:cxnChg>
        <pc:cxnChg chg="add del">
          <ac:chgData name="Cristian Chilipirea" userId="34ab170da5908fc4" providerId="LiveId" clId="{7840C37D-FDDB-4314-A31E-446F31402874}" dt="2019-10-13T10:44:47.820" v="224"/>
          <ac:cxnSpMkLst>
            <pc:docMk/>
            <pc:sldMk cId="3460116972" sldId="511"/>
            <ac:cxnSpMk id="9" creationId="{9E50602F-11FB-4017-85BE-2D86A43DD368}"/>
          </ac:cxnSpMkLst>
        </pc:cxnChg>
        <pc:cxnChg chg="add del">
          <ac:chgData name="Cristian Chilipirea" userId="34ab170da5908fc4" providerId="LiveId" clId="{7840C37D-FDDB-4314-A31E-446F31402874}" dt="2019-10-13T10:44:47.820" v="224"/>
          <ac:cxnSpMkLst>
            <pc:docMk/>
            <pc:sldMk cId="3460116972" sldId="511"/>
            <ac:cxnSpMk id="10" creationId="{DD9320BD-94CE-49B2-9027-61BCF7E5B388}"/>
          </ac:cxnSpMkLst>
        </pc:cxnChg>
        <pc:cxnChg chg="add del">
          <ac:chgData name="Cristian Chilipirea" userId="34ab170da5908fc4" providerId="LiveId" clId="{7840C37D-FDDB-4314-A31E-446F31402874}" dt="2019-10-13T10:44:47.820" v="224"/>
          <ac:cxnSpMkLst>
            <pc:docMk/>
            <pc:sldMk cId="3460116972" sldId="511"/>
            <ac:cxnSpMk id="11" creationId="{0B996191-B092-49F9-8207-C138FAB20B09}"/>
          </ac:cxnSpMkLst>
        </pc:cxnChg>
        <pc:cxnChg chg="add">
          <ac:chgData name="Cristian Chilipirea" userId="34ab170da5908fc4" providerId="LiveId" clId="{7840C37D-FDDB-4314-A31E-446F31402874}" dt="2019-10-13T10:44:47.858" v="225"/>
          <ac:cxnSpMkLst>
            <pc:docMk/>
            <pc:sldMk cId="3460116972" sldId="511"/>
            <ac:cxnSpMk id="55" creationId="{82C96EF1-BB43-409E-B3DD-D5A4CADAFDBC}"/>
          </ac:cxnSpMkLst>
        </pc:cxnChg>
        <pc:cxnChg chg="add">
          <ac:chgData name="Cristian Chilipirea" userId="34ab170da5908fc4" providerId="LiveId" clId="{7840C37D-FDDB-4314-A31E-446F31402874}" dt="2019-10-13T10:44:47.858" v="225"/>
          <ac:cxnSpMkLst>
            <pc:docMk/>
            <pc:sldMk cId="3460116972" sldId="511"/>
            <ac:cxnSpMk id="56" creationId="{B7B4DD16-D991-483A-9C87-007B18BC86E0}"/>
          </ac:cxnSpMkLst>
        </pc:cxnChg>
        <pc:cxnChg chg="add">
          <ac:chgData name="Cristian Chilipirea" userId="34ab170da5908fc4" providerId="LiveId" clId="{7840C37D-FDDB-4314-A31E-446F31402874}" dt="2019-10-13T10:44:47.858" v="225"/>
          <ac:cxnSpMkLst>
            <pc:docMk/>
            <pc:sldMk cId="3460116972" sldId="511"/>
            <ac:cxnSpMk id="57" creationId="{B1592E81-6670-482A-B318-8CBD8ABFFB9E}"/>
          </ac:cxnSpMkLst>
        </pc:cxnChg>
        <pc:cxnChg chg="add">
          <ac:chgData name="Cristian Chilipirea" userId="34ab170da5908fc4" providerId="LiveId" clId="{7840C37D-FDDB-4314-A31E-446F31402874}" dt="2019-10-13T10:44:47.858" v="225"/>
          <ac:cxnSpMkLst>
            <pc:docMk/>
            <pc:sldMk cId="3460116972" sldId="511"/>
            <ac:cxnSpMk id="58" creationId="{F9DC1BCA-2853-4569-B55A-355C777DD4AC}"/>
          </ac:cxnSpMkLst>
        </pc:cxnChg>
      </pc:sldChg>
      <pc:sldChg chg="addSp delSp modSp add">
        <pc:chgData name="Cristian Chilipirea" userId="34ab170da5908fc4" providerId="LiveId" clId="{7840C37D-FDDB-4314-A31E-446F31402874}" dt="2019-10-13T10:45:05.149" v="232" actId="1076"/>
        <pc:sldMkLst>
          <pc:docMk/>
          <pc:sldMk cId="1530826317" sldId="512"/>
        </pc:sldMkLst>
        <pc:spChg chg="mod">
          <ac:chgData name="Cristian Chilipirea" userId="34ab170da5908fc4" providerId="LiveId" clId="{7840C37D-FDDB-4314-A31E-446F31402874}" dt="2019-10-13T10:44:55.475" v="227"/>
          <ac:spMkLst>
            <pc:docMk/>
            <pc:sldMk cId="1530826317" sldId="512"/>
            <ac:spMk id="2" creationId="{ACF7FB3C-8287-4026-B421-A87D6529B471}"/>
          </ac:spMkLst>
        </pc:spChg>
        <pc:spChg chg="del">
          <ac:chgData name="Cristian Chilipirea" userId="34ab170da5908fc4" providerId="LiveId" clId="{7840C37D-FDDB-4314-A31E-446F31402874}" dt="2019-10-13T10:44:56.838" v="228" actId="478"/>
          <ac:spMkLst>
            <pc:docMk/>
            <pc:sldMk cId="1530826317" sldId="512"/>
            <ac:spMk id="3" creationId="{E995B0D7-36EA-4D0E-BB90-090DB74B7B41}"/>
          </ac:spMkLst>
        </pc:spChg>
        <pc:spChg chg="add del">
          <ac:chgData name="Cristian Chilipirea" userId="34ab170da5908fc4" providerId="LiveId" clId="{7840C37D-FDDB-4314-A31E-446F31402874}" dt="2019-10-13T10:45:03.033" v="230"/>
          <ac:spMkLst>
            <pc:docMk/>
            <pc:sldMk cId="1530826317" sldId="512"/>
            <ac:spMk id="4" creationId="{8D889811-BAD6-4B6F-BF61-45B45BFBAAB6}"/>
          </ac:spMkLst>
        </pc:spChg>
        <pc:spChg chg="add mod">
          <ac:chgData name="Cristian Chilipirea" userId="34ab170da5908fc4" providerId="LiveId" clId="{7840C37D-FDDB-4314-A31E-446F31402874}" dt="2019-10-13T10:45:05.149" v="232" actId="1076"/>
          <ac:spMkLst>
            <pc:docMk/>
            <pc:sldMk cId="1530826317" sldId="512"/>
            <ac:spMk id="5" creationId="{2975B6ED-7929-460B-B4A4-C20FA6DF33AD}"/>
          </ac:spMkLst>
        </pc:spChg>
      </pc:sldChg>
      <pc:sldChg chg="addSp delSp modSp add">
        <pc:chgData name="Cristian Chilipirea" userId="34ab170da5908fc4" providerId="LiveId" clId="{7840C37D-FDDB-4314-A31E-446F31402874}" dt="2019-10-13T10:45:17.326" v="238"/>
        <pc:sldMkLst>
          <pc:docMk/>
          <pc:sldMk cId="1466554472" sldId="513"/>
        </pc:sldMkLst>
        <pc:spChg chg="mod">
          <ac:chgData name="Cristian Chilipirea" userId="34ab170da5908fc4" providerId="LiveId" clId="{7840C37D-FDDB-4314-A31E-446F31402874}" dt="2019-10-13T10:45:11.481" v="234"/>
          <ac:spMkLst>
            <pc:docMk/>
            <pc:sldMk cId="1466554472" sldId="513"/>
            <ac:spMk id="2" creationId="{2EC396DA-FA25-4474-B3A0-51ED6CF57A4E}"/>
          </ac:spMkLst>
        </pc:spChg>
        <pc:spChg chg="del">
          <ac:chgData name="Cristian Chilipirea" userId="34ab170da5908fc4" providerId="LiveId" clId="{7840C37D-FDDB-4314-A31E-446F31402874}" dt="2019-10-13T10:45:13.034" v="235" actId="478"/>
          <ac:spMkLst>
            <pc:docMk/>
            <pc:sldMk cId="1466554472" sldId="513"/>
            <ac:spMk id="3" creationId="{99D52B92-ED21-4B9B-9ED5-506713D4D90A}"/>
          </ac:spMkLst>
        </pc:spChg>
        <pc:spChg chg="add del">
          <ac:chgData name="Cristian Chilipirea" userId="34ab170da5908fc4" providerId="LiveId" clId="{7840C37D-FDDB-4314-A31E-446F31402874}" dt="2019-10-13T10:45:17.316" v="237"/>
          <ac:spMkLst>
            <pc:docMk/>
            <pc:sldMk cId="1466554472" sldId="513"/>
            <ac:spMk id="4" creationId="{F85AC2A4-F05C-4B07-9B0F-2A3F82235324}"/>
          </ac:spMkLst>
        </pc:spChg>
        <pc:spChg chg="add">
          <ac:chgData name="Cristian Chilipirea" userId="34ab170da5908fc4" providerId="LiveId" clId="{7840C37D-FDDB-4314-A31E-446F31402874}" dt="2019-10-13T10:45:17.326" v="238"/>
          <ac:spMkLst>
            <pc:docMk/>
            <pc:sldMk cId="1466554472" sldId="513"/>
            <ac:spMk id="5" creationId="{00DF2C7F-6F3E-4ABE-82D3-895F0E1079FC}"/>
          </ac:spMkLst>
        </pc:spChg>
      </pc:sldChg>
      <pc:sldChg chg="addSp delSp modSp add">
        <pc:chgData name="Cristian Chilipirea" userId="34ab170da5908fc4" providerId="LiveId" clId="{7840C37D-FDDB-4314-A31E-446F31402874}" dt="2019-10-13T10:45:32.364" v="245" actId="1076"/>
        <pc:sldMkLst>
          <pc:docMk/>
          <pc:sldMk cId="1712040592" sldId="514"/>
        </pc:sldMkLst>
        <pc:spChg chg="mod">
          <ac:chgData name="Cristian Chilipirea" userId="34ab170da5908fc4" providerId="LiveId" clId="{7840C37D-FDDB-4314-A31E-446F31402874}" dt="2019-10-13T10:45:22.804" v="240"/>
          <ac:spMkLst>
            <pc:docMk/>
            <pc:sldMk cId="1712040592" sldId="514"/>
            <ac:spMk id="2" creationId="{0090B266-A32A-4A0C-A282-8AB4F0A6BEFD}"/>
          </ac:spMkLst>
        </pc:spChg>
        <pc:spChg chg="del">
          <ac:chgData name="Cristian Chilipirea" userId="34ab170da5908fc4" providerId="LiveId" clId="{7840C37D-FDDB-4314-A31E-446F31402874}" dt="2019-10-13T10:45:24.499" v="241" actId="478"/>
          <ac:spMkLst>
            <pc:docMk/>
            <pc:sldMk cId="1712040592" sldId="514"/>
            <ac:spMk id="3" creationId="{419B6AA1-18BE-4FDE-B9DA-33898D374B34}"/>
          </ac:spMkLst>
        </pc:spChg>
        <pc:spChg chg="add del">
          <ac:chgData name="Cristian Chilipirea" userId="34ab170da5908fc4" providerId="LiveId" clId="{7840C37D-FDDB-4314-A31E-446F31402874}" dt="2019-10-13T10:45:29.910" v="243"/>
          <ac:spMkLst>
            <pc:docMk/>
            <pc:sldMk cId="1712040592" sldId="514"/>
            <ac:spMk id="4" creationId="{C76F8581-DAFD-4360-A347-62601CFD26B7}"/>
          </ac:spMkLst>
        </pc:spChg>
        <pc:spChg chg="add mod">
          <ac:chgData name="Cristian Chilipirea" userId="34ab170da5908fc4" providerId="LiveId" clId="{7840C37D-FDDB-4314-A31E-446F31402874}" dt="2019-10-13T10:45:32.364" v="245" actId="1076"/>
          <ac:spMkLst>
            <pc:docMk/>
            <pc:sldMk cId="1712040592" sldId="514"/>
            <ac:spMk id="5" creationId="{F5D77A41-2897-4BDA-AF0B-F9776E6ABAA0}"/>
          </ac:spMkLst>
        </pc:spChg>
      </pc:sldChg>
      <pc:sldChg chg="addSp delSp modSp add modAnim">
        <pc:chgData name="Cristian Chilipirea" userId="34ab170da5908fc4" providerId="LiveId" clId="{7840C37D-FDDB-4314-A31E-446F31402874}" dt="2019-10-13T10:45:47.937" v="251"/>
        <pc:sldMkLst>
          <pc:docMk/>
          <pc:sldMk cId="1015974110" sldId="515"/>
        </pc:sldMkLst>
        <pc:spChg chg="mod">
          <ac:chgData name="Cristian Chilipirea" userId="34ab170da5908fc4" providerId="LiveId" clId="{7840C37D-FDDB-4314-A31E-446F31402874}" dt="2019-10-13T10:45:38.421" v="247"/>
          <ac:spMkLst>
            <pc:docMk/>
            <pc:sldMk cId="1015974110" sldId="515"/>
            <ac:spMk id="2" creationId="{C2F52F43-10F5-47F5-8E3D-118D7CAE148B}"/>
          </ac:spMkLst>
        </pc:spChg>
        <pc:spChg chg="del">
          <ac:chgData name="Cristian Chilipirea" userId="34ab170da5908fc4" providerId="LiveId" clId="{7840C37D-FDDB-4314-A31E-446F31402874}" dt="2019-10-13T10:45:45.033" v="248" actId="478"/>
          <ac:spMkLst>
            <pc:docMk/>
            <pc:sldMk cId="1015974110" sldId="515"/>
            <ac:spMk id="3" creationId="{3A5096F0-5B3D-4D06-862E-84390CE3118B}"/>
          </ac:spMkLst>
        </pc:spChg>
        <pc:spChg chg="add del">
          <ac:chgData name="Cristian Chilipirea" userId="34ab170da5908fc4" providerId="LiveId" clId="{7840C37D-FDDB-4314-A31E-446F31402874}" dt="2019-10-13T10:45:47.864" v="250"/>
          <ac:spMkLst>
            <pc:docMk/>
            <pc:sldMk cId="1015974110" sldId="515"/>
            <ac:spMk id="4" creationId="{B50D98D2-687D-4CA6-98BC-C914013516CA}"/>
          </ac:spMkLst>
        </pc:spChg>
        <pc:spChg chg="add del">
          <ac:chgData name="Cristian Chilipirea" userId="34ab170da5908fc4" providerId="LiveId" clId="{7840C37D-FDDB-4314-A31E-446F31402874}" dt="2019-10-13T10:45:47.864" v="250"/>
          <ac:spMkLst>
            <pc:docMk/>
            <pc:sldMk cId="1015974110" sldId="515"/>
            <ac:spMk id="5" creationId="{AF0DACC5-3F4D-4D23-BA52-54D585AE856A}"/>
          </ac:spMkLst>
        </pc:spChg>
        <pc:spChg chg="add del">
          <ac:chgData name="Cristian Chilipirea" userId="34ab170da5908fc4" providerId="LiveId" clId="{7840C37D-FDDB-4314-A31E-446F31402874}" dt="2019-10-13T10:45:47.864" v="250"/>
          <ac:spMkLst>
            <pc:docMk/>
            <pc:sldMk cId="1015974110" sldId="515"/>
            <ac:spMk id="6" creationId="{79AE4AB8-311B-4C33-8C7C-C4F7FABF6786}"/>
          </ac:spMkLst>
        </pc:spChg>
        <pc:spChg chg="add del">
          <ac:chgData name="Cristian Chilipirea" userId="34ab170da5908fc4" providerId="LiveId" clId="{7840C37D-FDDB-4314-A31E-446F31402874}" dt="2019-10-13T10:45:47.864" v="250"/>
          <ac:spMkLst>
            <pc:docMk/>
            <pc:sldMk cId="1015974110" sldId="515"/>
            <ac:spMk id="7" creationId="{28687E67-535B-4B4B-A7C7-CCD4E3682C09}"/>
          </ac:spMkLst>
        </pc:spChg>
        <pc:spChg chg="add del">
          <ac:chgData name="Cristian Chilipirea" userId="34ab170da5908fc4" providerId="LiveId" clId="{7840C37D-FDDB-4314-A31E-446F31402874}" dt="2019-10-13T10:45:47.864" v="250"/>
          <ac:spMkLst>
            <pc:docMk/>
            <pc:sldMk cId="1015974110" sldId="515"/>
            <ac:spMk id="13" creationId="{5F1E9864-FE4E-45B5-A28F-E2FB1A662CF9}"/>
          </ac:spMkLst>
        </pc:spChg>
        <pc:spChg chg="add del">
          <ac:chgData name="Cristian Chilipirea" userId="34ab170da5908fc4" providerId="LiveId" clId="{7840C37D-FDDB-4314-A31E-446F31402874}" dt="2019-10-13T10:45:47.864" v="250"/>
          <ac:spMkLst>
            <pc:docMk/>
            <pc:sldMk cId="1015974110" sldId="515"/>
            <ac:spMk id="14" creationId="{9A4A7840-BDFA-4207-BD47-2B5373F40E45}"/>
          </ac:spMkLst>
        </pc:spChg>
        <pc:spChg chg="add del">
          <ac:chgData name="Cristian Chilipirea" userId="34ab170da5908fc4" providerId="LiveId" clId="{7840C37D-FDDB-4314-A31E-446F31402874}" dt="2019-10-13T10:45:47.864" v="250"/>
          <ac:spMkLst>
            <pc:docMk/>
            <pc:sldMk cId="1015974110" sldId="515"/>
            <ac:spMk id="15" creationId="{744B8DD2-76BA-406D-91A8-6D3ECAD8CAFC}"/>
          </ac:spMkLst>
        </pc:spChg>
        <pc:spChg chg="add del">
          <ac:chgData name="Cristian Chilipirea" userId="34ab170da5908fc4" providerId="LiveId" clId="{7840C37D-FDDB-4314-A31E-446F31402874}" dt="2019-10-13T10:45:47.864" v="250"/>
          <ac:spMkLst>
            <pc:docMk/>
            <pc:sldMk cId="1015974110" sldId="515"/>
            <ac:spMk id="16" creationId="{D9EFCEA8-3119-421B-B7BA-95A58D65AC5E}"/>
          </ac:spMkLst>
        </pc:spChg>
        <pc:spChg chg="add del">
          <ac:chgData name="Cristian Chilipirea" userId="34ab170da5908fc4" providerId="LiveId" clId="{7840C37D-FDDB-4314-A31E-446F31402874}" dt="2019-10-13T10:45:47.864" v="250"/>
          <ac:spMkLst>
            <pc:docMk/>
            <pc:sldMk cId="1015974110" sldId="515"/>
            <ac:spMk id="17" creationId="{B51C1AFB-EFD7-493A-8F42-F3389B26A4E5}"/>
          </ac:spMkLst>
        </pc:spChg>
        <pc:spChg chg="add del">
          <ac:chgData name="Cristian Chilipirea" userId="34ab170da5908fc4" providerId="LiveId" clId="{7840C37D-FDDB-4314-A31E-446F31402874}" dt="2019-10-13T10:45:47.864" v="250"/>
          <ac:spMkLst>
            <pc:docMk/>
            <pc:sldMk cId="1015974110" sldId="515"/>
            <ac:spMk id="18" creationId="{010ABB9B-06AF-4D3B-8CD9-386474406C84}"/>
          </ac:spMkLst>
        </pc:spChg>
        <pc:spChg chg="add del">
          <ac:chgData name="Cristian Chilipirea" userId="34ab170da5908fc4" providerId="LiveId" clId="{7840C37D-FDDB-4314-A31E-446F31402874}" dt="2019-10-13T10:45:47.864" v="250"/>
          <ac:spMkLst>
            <pc:docMk/>
            <pc:sldMk cId="1015974110" sldId="515"/>
            <ac:spMk id="19" creationId="{E296C92C-CCA8-4F78-9BF5-F21C52B13D29}"/>
          </ac:spMkLst>
        </pc:spChg>
        <pc:spChg chg="add del">
          <ac:chgData name="Cristian Chilipirea" userId="34ab170da5908fc4" providerId="LiveId" clId="{7840C37D-FDDB-4314-A31E-446F31402874}" dt="2019-10-13T10:45:47.864" v="250"/>
          <ac:spMkLst>
            <pc:docMk/>
            <pc:sldMk cId="1015974110" sldId="515"/>
            <ac:spMk id="20" creationId="{B3742E72-719D-478D-B7BD-7B1FB1A20CF5}"/>
          </ac:spMkLst>
        </pc:spChg>
        <pc:spChg chg="add del">
          <ac:chgData name="Cristian Chilipirea" userId="34ab170da5908fc4" providerId="LiveId" clId="{7840C37D-FDDB-4314-A31E-446F31402874}" dt="2019-10-13T10:45:47.864" v="250"/>
          <ac:spMkLst>
            <pc:docMk/>
            <pc:sldMk cId="1015974110" sldId="515"/>
            <ac:spMk id="21" creationId="{65CF3D5A-47F9-47E9-994C-D88D78B7667C}"/>
          </ac:spMkLst>
        </pc:spChg>
        <pc:spChg chg="add del">
          <ac:chgData name="Cristian Chilipirea" userId="34ab170da5908fc4" providerId="LiveId" clId="{7840C37D-FDDB-4314-A31E-446F31402874}" dt="2019-10-13T10:45:47.864" v="250"/>
          <ac:spMkLst>
            <pc:docMk/>
            <pc:sldMk cId="1015974110" sldId="515"/>
            <ac:spMk id="22" creationId="{3869D134-BD70-40CD-9033-46F906E03BE8}"/>
          </ac:spMkLst>
        </pc:spChg>
        <pc:spChg chg="add del">
          <ac:chgData name="Cristian Chilipirea" userId="34ab170da5908fc4" providerId="LiveId" clId="{7840C37D-FDDB-4314-A31E-446F31402874}" dt="2019-10-13T10:45:47.864" v="250"/>
          <ac:spMkLst>
            <pc:docMk/>
            <pc:sldMk cId="1015974110" sldId="515"/>
            <ac:spMk id="23" creationId="{BB456D03-62A1-4BD7-B62E-4239F98F9579}"/>
          </ac:spMkLst>
        </pc:spChg>
        <pc:spChg chg="add del">
          <ac:chgData name="Cristian Chilipirea" userId="34ab170da5908fc4" providerId="LiveId" clId="{7840C37D-FDDB-4314-A31E-446F31402874}" dt="2019-10-13T10:45:47.864" v="250"/>
          <ac:spMkLst>
            <pc:docMk/>
            <pc:sldMk cId="1015974110" sldId="515"/>
            <ac:spMk id="24" creationId="{434292CA-980D-4CE2-8851-BE21F0864683}"/>
          </ac:spMkLst>
        </pc:spChg>
        <pc:spChg chg="add del">
          <ac:chgData name="Cristian Chilipirea" userId="34ab170da5908fc4" providerId="LiveId" clId="{7840C37D-FDDB-4314-A31E-446F31402874}" dt="2019-10-13T10:45:47.864" v="250"/>
          <ac:spMkLst>
            <pc:docMk/>
            <pc:sldMk cId="1015974110" sldId="515"/>
            <ac:spMk id="25" creationId="{964E2F69-638B-4DA1-8213-863977DE0A5F}"/>
          </ac:spMkLst>
        </pc:spChg>
        <pc:spChg chg="add del">
          <ac:chgData name="Cristian Chilipirea" userId="34ab170da5908fc4" providerId="LiveId" clId="{7840C37D-FDDB-4314-A31E-446F31402874}" dt="2019-10-13T10:45:47.864" v="250"/>
          <ac:spMkLst>
            <pc:docMk/>
            <pc:sldMk cId="1015974110" sldId="515"/>
            <ac:spMk id="26" creationId="{9D4E208F-51F5-4260-9760-BD3721919161}"/>
          </ac:spMkLst>
        </pc:spChg>
        <pc:spChg chg="add del">
          <ac:chgData name="Cristian Chilipirea" userId="34ab170da5908fc4" providerId="LiveId" clId="{7840C37D-FDDB-4314-A31E-446F31402874}" dt="2019-10-13T10:45:47.864" v="250"/>
          <ac:spMkLst>
            <pc:docMk/>
            <pc:sldMk cId="1015974110" sldId="515"/>
            <ac:spMk id="27" creationId="{663F2DCB-E997-42E7-BE5B-64F38FC69106}"/>
          </ac:spMkLst>
        </pc:spChg>
        <pc:spChg chg="add del">
          <ac:chgData name="Cristian Chilipirea" userId="34ab170da5908fc4" providerId="LiveId" clId="{7840C37D-FDDB-4314-A31E-446F31402874}" dt="2019-10-13T10:45:47.864" v="250"/>
          <ac:spMkLst>
            <pc:docMk/>
            <pc:sldMk cId="1015974110" sldId="515"/>
            <ac:spMk id="28" creationId="{64009D1C-D177-40A3-B084-EB5B16A5903C}"/>
          </ac:spMkLst>
        </pc:spChg>
        <pc:spChg chg="add del">
          <ac:chgData name="Cristian Chilipirea" userId="34ab170da5908fc4" providerId="LiveId" clId="{7840C37D-FDDB-4314-A31E-446F31402874}" dt="2019-10-13T10:45:47.864" v="250"/>
          <ac:spMkLst>
            <pc:docMk/>
            <pc:sldMk cId="1015974110" sldId="515"/>
            <ac:spMk id="29" creationId="{564718FE-59EB-4C33-ADB4-E3B3163D555F}"/>
          </ac:spMkLst>
        </pc:spChg>
        <pc:spChg chg="add del">
          <ac:chgData name="Cristian Chilipirea" userId="34ab170da5908fc4" providerId="LiveId" clId="{7840C37D-FDDB-4314-A31E-446F31402874}" dt="2019-10-13T10:45:47.864" v="250"/>
          <ac:spMkLst>
            <pc:docMk/>
            <pc:sldMk cId="1015974110" sldId="515"/>
            <ac:spMk id="30" creationId="{4C311F32-4548-4AA9-AA41-DEBA8EB4FF29}"/>
          </ac:spMkLst>
        </pc:spChg>
        <pc:spChg chg="add del">
          <ac:chgData name="Cristian Chilipirea" userId="34ab170da5908fc4" providerId="LiveId" clId="{7840C37D-FDDB-4314-A31E-446F31402874}" dt="2019-10-13T10:45:47.864" v="250"/>
          <ac:spMkLst>
            <pc:docMk/>
            <pc:sldMk cId="1015974110" sldId="515"/>
            <ac:spMk id="31" creationId="{08D02D2E-7F24-4667-895A-178A6D223104}"/>
          </ac:spMkLst>
        </pc:spChg>
        <pc:spChg chg="add del">
          <ac:chgData name="Cristian Chilipirea" userId="34ab170da5908fc4" providerId="LiveId" clId="{7840C37D-FDDB-4314-A31E-446F31402874}" dt="2019-10-13T10:45:47.864" v="250"/>
          <ac:spMkLst>
            <pc:docMk/>
            <pc:sldMk cId="1015974110" sldId="515"/>
            <ac:spMk id="32" creationId="{3DADDB90-137C-4F35-870E-F0A90769EAC9}"/>
          </ac:spMkLst>
        </pc:spChg>
        <pc:spChg chg="add del">
          <ac:chgData name="Cristian Chilipirea" userId="34ab170da5908fc4" providerId="LiveId" clId="{7840C37D-FDDB-4314-A31E-446F31402874}" dt="2019-10-13T10:45:47.864" v="250"/>
          <ac:spMkLst>
            <pc:docMk/>
            <pc:sldMk cId="1015974110" sldId="515"/>
            <ac:spMk id="33" creationId="{BC5AA879-ECCB-4C04-8689-D8BEB77F226D}"/>
          </ac:spMkLst>
        </pc:spChg>
        <pc:spChg chg="add del">
          <ac:chgData name="Cristian Chilipirea" userId="34ab170da5908fc4" providerId="LiveId" clId="{7840C37D-FDDB-4314-A31E-446F31402874}" dt="2019-10-13T10:45:47.864" v="250"/>
          <ac:spMkLst>
            <pc:docMk/>
            <pc:sldMk cId="1015974110" sldId="515"/>
            <ac:spMk id="34" creationId="{A0F5F3D2-5EBA-4995-8F7A-1047D2B42738}"/>
          </ac:spMkLst>
        </pc:spChg>
        <pc:spChg chg="add del">
          <ac:chgData name="Cristian Chilipirea" userId="34ab170da5908fc4" providerId="LiveId" clId="{7840C37D-FDDB-4314-A31E-446F31402874}" dt="2019-10-13T10:45:47.864" v="250"/>
          <ac:spMkLst>
            <pc:docMk/>
            <pc:sldMk cId="1015974110" sldId="515"/>
            <ac:spMk id="35" creationId="{90776D02-661F-4C38-A627-6E11184BE978}"/>
          </ac:spMkLst>
        </pc:spChg>
        <pc:spChg chg="add del">
          <ac:chgData name="Cristian Chilipirea" userId="34ab170da5908fc4" providerId="LiveId" clId="{7840C37D-FDDB-4314-A31E-446F31402874}" dt="2019-10-13T10:45:47.864" v="250"/>
          <ac:spMkLst>
            <pc:docMk/>
            <pc:sldMk cId="1015974110" sldId="515"/>
            <ac:spMk id="36" creationId="{79AEA1EC-89BE-417B-9E65-55D264B0FE41}"/>
          </ac:spMkLst>
        </pc:spChg>
        <pc:spChg chg="add del">
          <ac:chgData name="Cristian Chilipirea" userId="34ab170da5908fc4" providerId="LiveId" clId="{7840C37D-FDDB-4314-A31E-446F31402874}" dt="2019-10-13T10:45:47.864" v="250"/>
          <ac:spMkLst>
            <pc:docMk/>
            <pc:sldMk cId="1015974110" sldId="515"/>
            <ac:spMk id="37" creationId="{E652C782-B176-4B8B-89F6-1B4F1AF3D484}"/>
          </ac:spMkLst>
        </pc:spChg>
        <pc:spChg chg="add del">
          <ac:chgData name="Cristian Chilipirea" userId="34ab170da5908fc4" providerId="LiveId" clId="{7840C37D-FDDB-4314-A31E-446F31402874}" dt="2019-10-13T10:45:47.864" v="250"/>
          <ac:spMkLst>
            <pc:docMk/>
            <pc:sldMk cId="1015974110" sldId="515"/>
            <ac:spMk id="38" creationId="{4AD7048D-15BC-4639-A2F0-4CDAE01E9B39}"/>
          </ac:spMkLst>
        </pc:spChg>
        <pc:spChg chg="add del">
          <ac:chgData name="Cristian Chilipirea" userId="34ab170da5908fc4" providerId="LiveId" clId="{7840C37D-FDDB-4314-A31E-446F31402874}" dt="2019-10-13T10:45:47.864" v="250"/>
          <ac:spMkLst>
            <pc:docMk/>
            <pc:sldMk cId="1015974110" sldId="515"/>
            <ac:spMk id="39" creationId="{44C5D545-7359-4A7D-885B-65246B804076}"/>
          </ac:spMkLst>
        </pc:spChg>
        <pc:spChg chg="add del">
          <ac:chgData name="Cristian Chilipirea" userId="34ab170da5908fc4" providerId="LiveId" clId="{7840C37D-FDDB-4314-A31E-446F31402874}" dt="2019-10-13T10:45:47.864" v="250"/>
          <ac:spMkLst>
            <pc:docMk/>
            <pc:sldMk cId="1015974110" sldId="515"/>
            <ac:spMk id="40" creationId="{0C77A734-0B88-474F-BB9F-BF07149560C5}"/>
          </ac:spMkLst>
        </pc:spChg>
        <pc:spChg chg="add del">
          <ac:chgData name="Cristian Chilipirea" userId="34ab170da5908fc4" providerId="LiveId" clId="{7840C37D-FDDB-4314-A31E-446F31402874}" dt="2019-10-13T10:45:47.864" v="250"/>
          <ac:spMkLst>
            <pc:docMk/>
            <pc:sldMk cId="1015974110" sldId="515"/>
            <ac:spMk id="41" creationId="{C19709C3-61B6-47DB-9599-3EF16DA18078}"/>
          </ac:spMkLst>
        </pc:spChg>
        <pc:spChg chg="add del">
          <ac:chgData name="Cristian Chilipirea" userId="34ab170da5908fc4" providerId="LiveId" clId="{7840C37D-FDDB-4314-A31E-446F31402874}" dt="2019-10-13T10:45:47.864" v="250"/>
          <ac:spMkLst>
            <pc:docMk/>
            <pc:sldMk cId="1015974110" sldId="515"/>
            <ac:spMk id="42" creationId="{7B58A181-C6A6-4EC9-BA92-CA8CE8AC4D89}"/>
          </ac:spMkLst>
        </pc:spChg>
        <pc:spChg chg="add del">
          <ac:chgData name="Cristian Chilipirea" userId="34ab170da5908fc4" providerId="LiveId" clId="{7840C37D-FDDB-4314-A31E-446F31402874}" dt="2019-10-13T10:45:47.864" v="250"/>
          <ac:spMkLst>
            <pc:docMk/>
            <pc:sldMk cId="1015974110" sldId="515"/>
            <ac:spMk id="43" creationId="{07D5AB0F-D8A0-4933-A5A3-4FB281A21473}"/>
          </ac:spMkLst>
        </pc:spChg>
        <pc:spChg chg="add del">
          <ac:chgData name="Cristian Chilipirea" userId="34ab170da5908fc4" providerId="LiveId" clId="{7840C37D-FDDB-4314-A31E-446F31402874}" dt="2019-10-13T10:45:47.864" v="250"/>
          <ac:spMkLst>
            <pc:docMk/>
            <pc:sldMk cId="1015974110" sldId="515"/>
            <ac:spMk id="44" creationId="{DE20C449-A68A-4027-9969-5D004911DA8C}"/>
          </ac:spMkLst>
        </pc:spChg>
        <pc:spChg chg="add del">
          <ac:chgData name="Cristian Chilipirea" userId="34ab170da5908fc4" providerId="LiveId" clId="{7840C37D-FDDB-4314-A31E-446F31402874}" dt="2019-10-13T10:45:47.864" v="250"/>
          <ac:spMkLst>
            <pc:docMk/>
            <pc:sldMk cId="1015974110" sldId="515"/>
            <ac:spMk id="45" creationId="{7DAD4377-882C-46A9-883C-25A6301C63DF}"/>
          </ac:spMkLst>
        </pc:spChg>
        <pc:spChg chg="add del">
          <ac:chgData name="Cristian Chilipirea" userId="34ab170da5908fc4" providerId="LiveId" clId="{7840C37D-FDDB-4314-A31E-446F31402874}" dt="2019-10-13T10:45:47.864" v="250"/>
          <ac:spMkLst>
            <pc:docMk/>
            <pc:sldMk cId="1015974110" sldId="515"/>
            <ac:spMk id="46" creationId="{2B818195-5886-4B16-8D9C-22A90316000B}"/>
          </ac:spMkLst>
        </pc:spChg>
        <pc:spChg chg="add del">
          <ac:chgData name="Cristian Chilipirea" userId="34ab170da5908fc4" providerId="LiveId" clId="{7840C37D-FDDB-4314-A31E-446F31402874}" dt="2019-10-13T10:45:47.864" v="250"/>
          <ac:spMkLst>
            <pc:docMk/>
            <pc:sldMk cId="1015974110" sldId="515"/>
            <ac:spMk id="47" creationId="{5CEFCDFE-2183-48FB-BF70-49F0C39450AE}"/>
          </ac:spMkLst>
        </pc:spChg>
        <pc:spChg chg="add del">
          <ac:chgData name="Cristian Chilipirea" userId="34ab170da5908fc4" providerId="LiveId" clId="{7840C37D-FDDB-4314-A31E-446F31402874}" dt="2019-10-13T10:45:47.864" v="250"/>
          <ac:spMkLst>
            <pc:docMk/>
            <pc:sldMk cId="1015974110" sldId="515"/>
            <ac:spMk id="48" creationId="{BA3C15BA-B9E6-42B5-8E67-358B1B23B6C9}"/>
          </ac:spMkLst>
        </pc:spChg>
        <pc:spChg chg="add del">
          <ac:chgData name="Cristian Chilipirea" userId="34ab170da5908fc4" providerId="LiveId" clId="{7840C37D-FDDB-4314-A31E-446F31402874}" dt="2019-10-13T10:45:47.864" v="250"/>
          <ac:spMkLst>
            <pc:docMk/>
            <pc:sldMk cId="1015974110" sldId="515"/>
            <ac:spMk id="49" creationId="{790B0787-0724-44BE-9672-89B23A1E8776}"/>
          </ac:spMkLst>
        </pc:spChg>
        <pc:spChg chg="add del">
          <ac:chgData name="Cristian Chilipirea" userId="34ab170da5908fc4" providerId="LiveId" clId="{7840C37D-FDDB-4314-A31E-446F31402874}" dt="2019-10-13T10:45:47.864" v="250"/>
          <ac:spMkLst>
            <pc:docMk/>
            <pc:sldMk cId="1015974110" sldId="515"/>
            <ac:spMk id="50" creationId="{4CEB92AA-1359-40BF-935D-E529F6DB3281}"/>
          </ac:spMkLst>
        </pc:spChg>
        <pc:spChg chg="add del">
          <ac:chgData name="Cristian Chilipirea" userId="34ab170da5908fc4" providerId="LiveId" clId="{7840C37D-FDDB-4314-A31E-446F31402874}" dt="2019-10-13T10:45:47.864" v="250"/>
          <ac:spMkLst>
            <pc:docMk/>
            <pc:sldMk cId="1015974110" sldId="515"/>
            <ac:spMk id="51" creationId="{28922CD2-A5FE-494A-BCC7-DE5134EABCE5}"/>
          </ac:spMkLst>
        </pc:spChg>
        <pc:spChg chg="add del">
          <ac:chgData name="Cristian Chilipirea" userId="34ab170da5908fc4" providerId="LiveId" clId="{7840C37D-FDDB-4314-A31E-446F31402874}" dt="2019-10-13T10:45:47.864" v="250"/>
          <ac:spMkLst>
            <pc:docMk/>
            <pc:sldMk cId="1015974110" sldId="515"/>
            <ac:spMk id="52" creationId="{ED45F5A2-8935-4C03-851A-9BAA55517B3A}"/>
          </ac:spMkLst>
        </pc:spChg>
        <pc:spChg chg="add del">
          <ac:chgData name="Cristian Chilipirea" userId="34ab170da5908fc4" providerId="LiveId" clId="{7840C37D-FDDB-4314-A31E-446F31402874}" dt="2019-10-13T10:45:47.864" v="250"/>
          <ac:spMkLst>
            <pc:docMk/>
            <pc:sldMk cId="1015974110" sldId="515"/>
            <ac:spMk id="53" creationId="{CB59E7ED-4A42-4662-A9C4-23AB51455FEE}"/>
          </ac:spMkLst>
        </pc:spChg>
        <pc:spChg chg="add del">
          <ac:chgData name="Cristian Chilipirea" userId="34ab170da5908fc4" providerId="LiveId" clId="{7840C37D-FDDB-4314-A31E-446F31402874}" dt="2019-10-13T10:45:47.864" v="250"/>
          <ac:spMkLst>
            <pc:docMk/>
            <pc:sldMk cId="1015974110" sldId="515"/>
            <ac:spMk id="54" creationId="{E5E5A233-48A1-4C29-A01D-34486D761881}"/>
          </ac:spMkLst>
        </pc:spChg>
        <pc:spChg chg="add del">
          <ac:chgData name="Cristian Chilipirea" userId="34ab170da5908fc4" providerId="LiveId" clId="{7840C37D-FDDB-4314-A31E-446F31402874}" dt="2019-10-13T10:45:47.864" v="250"/>
          <ac:spMkLst>
            <pc:docMk/>
            <pc:sldMk cId="1015974110" sldId="515"/>
            <ac:spMk id="55" creationId="{3B3B3E5D-709C-4329-ABB7-AB09FB198888}"/>
          </ac:spMkLst>
        </pc:spChg>
        <pc:spChg chg="add del">
          <ac:chgData name="Cristian Chilipirea" userId="34ab170da5908fc4" providerId="LiveId" clId="{7840C37D-FDDB-4314-A31E-446F31402874}" dt="2019-10-13T10:45:47.864" v="250"/>
          <ac:spMkLst>
            <pc:docMk/>
            <pc:sldMk cId="1015974110" sldId="515"/>
            <ac:spMk id="56" creationId="{8D5F5ECE-BFE0-4C4F-8914-7AAA81F57991}"/>
          </ac:spMkLst>
        </pc:spChg>
        <pc:spChg chg="add del">
          <ac:chgData name="Cristian Chilipirea" userId="34ab170da5908fc4" providerId="LiveId" clId="{7840C37D-FDDB-4314-A31E-446F31402874}" dt="2019-10-13T10:45:47.864" v="250"/>
          <ac:spMkLst>
            <pc:docMk/>
            <pc:sldMk cId="1015974110" sldId="515"/>
            <ac:spMk id="57" creationId="{6614429E-EED9-45AA-AF08-B4585441B8D6}"/>
          </ac:spMkLst>
        </pc:spChg>
        <pc:spChg chg="add del">
          <ac:chgData name="Cristian Chilipirea" userId="34ab170da5908fc4" providerId="LiveId" clId="{7840C37D-FDDB-4314-A31E-446F31402874}" dt="2019-10-13T10:45:47.864" v="250"/>
          <ac:spMkLst>
            <pc:docMk/>
            <pc:sldMk cId="1015974110" sldId="515"/>
            <ac:spMk id="58" creationId="{4B800EF6-3EEF-4AF9-9BA1-AC66ACD136AE}"/>
          </ac:spMkLst>
        </pc:spChg>
        <pc:spChg chg="add del">
          <ac:chgData name="Cristian Chilipirea" userId="34ab170da5908fc4" providerId="LiveId" clId="{7840C37D-FDDB-4314-A31E-446F31402874}" dt="2019-10-13T10:45:47.864" v="250"/>
          <ac:spMkLst>
            <pc:docMk/>
            <pc:sldMk cId="1015974110" sldId="515"/>
            <ac:spMk id="59" creationId="{A49C8CFA-9D8A-4757-ACC2-2F0006ED3CF9}"/>
          </ac:spMkLst>
        </pc:spChg>
        <pc:spChg chg="add del">
          <ac:chgData name="Cristian Chilipirea" userId="34ab170da5908fc4" providerId="LiveId" clId="{7840C37D-FDDB-4314-A31E-446F31402874}" dt="2019-10-13T10:45:47.864" v="250"/>
          <ac:spMkLst>
            <pc:docMk/>
            <pc:sldMk cId="1015974110" sldId="515"/>
            <ac:spMk id="60" creationId="{E44D46F9-C8C1-4551-AF31-677AC42C3463}"/>
          </ac:spMkLst>
        </pc:spChg>
        <pc:spChg chg="add del">
          <ac:chgData name="Cristian Chilipirea" userId="34ab170da5908fc4" providerId="LiveId" clId="{7840C37D-FDDB-4314-A31E-446F31402874}" dt="2019-10-13T10:45:47.864" v="250"/>
          <ac:spMkLst>
            <pc:docMk/>
            <pc:sldMk cId="1015974110" sldId="515"/>
            <ac:spMk id="61" creationId="{ADC4FE7E-0816-46E1-B43D-20F64EECE78D}"/>
          </ac:spMkLst>
        </pc:spChg>
        <pc:spChg chg="add del">
          <ac:chgData name="Cristian Chilipirea" userId="34ab170da5908fc4" providerId="LiveId" clId="{7840C37D-FDDB-4314-A31E-446F31402874}" dt="2019-10-13T10:45:47.864" v="250"/>
          <ac:spMkLst>
            <pc:docMk/>
            <pc:sldMk cId="1015974110" sldId="515"/>
            <ac:spMk id="62" creationId="{4868FF2B-6066-4763-82B3-B61A9BBC5A92}"/>
          </ac:spMkLst>
        </pc:spChg>
        <pc:spChg chg="add del">
          <ac:chgData name="Cristian Chilipirea" userId="34ab170da5908fc4" providerId="LiveId" clId="{7840C37D-FDDB-4314-A31E-446F31402874}" dt="2019-10-13T10:45:47.864" v="250"/>
          <ac:spMkLst>
            <pc:docMk/>
            <pc:sldMk cId="1015974110" sldId="515"/>
            <ac:spMk id="63" creationId="{B5CC11A7-ECB5-42D2-B964-4714512BFC40}"/>
          </ac:spMkLst>
        </pc:spChg>
        <pc:spChg chg="add del">
          <ac:chgData name="Cristian Chilipirea" userId="34ab170da5908fc4" providerId="LiveId" clId="{7840C37D-FDDB-4314-A31E-446F31402874}" dt="2019-10-13T10:45:47.864" v="250"/>
          <ac:spMkLst>
            <pc:docMk/>
            <pc:sldMk cId="1015974110" sldId="515"/>
            <ac:spMk id="64" creationId="{EE7406CA-1D31-402C-B0F8-858582732EE6}"/>
          </ac:spMkLst>
        </pc:spChg>
        <pc:spChg chg="add del">
          <ac:chgData name="Cristian Chilipirea" userId="34ab170da5908fc4" providerId="LiveId" clId="{7840C37D-FDDB-4314-A31E-446F31402874}" dt="2019-10-13T10:45:47.864" v="250"/>
          <ac:spMkLst>
            <pc:docMk/>
            <pc:sldMk cId="1015974110" sldId="515"/>
            <ac:spMk id="65" creationId="{E4D0AB99-A728-4916-8F6A-44D7BED504C2}"/>
          </ac:spMkLst>
        </pc:spChg>
        <pc:spChg chg="add del">
          <ac:chgData name="Cristian Chilipirea" userId="34ab170da5908fc4" providerId="LiveId" clId="{7840C37D-FDDB-4314-A31E-446F31402874}" dt="2019-10-13T10:45:47.864" v="250"/>
          <ac:spMkLst>
            <pc:docMk/>
            <pc:sldMk cId="1015974110" sldId="515"/>
            <ac:spMk id="66" creationId="{2036536B-8F10-440A-B5A9-CBCFA8D61809}"/>
          </ac:spMkLst>
        </pc:spChg>
        <pc:spChg chg="add del">
          <ac:chgData name="Cristian Chilipirea" userId="34ab170da5908fc4" providerId="LiveId" clId="{7840C37D-FDDB-4314-A31E-446F31402874}" dt="2019-10-13T10:45:47.864" v="250"/>
          <ac:spMkLst>
            <pc:docMk/>
            <pc:sldMk cId="1015974110" sldId="515"/>
            <ac:spMk id="67" creationId="{0BD0BD8F-08F6-4E37-8ACD-AB94DD5053AA}"/>
          </ac:spMkLst>
        </pc:spChg>
        <pc:spChg chg="add del">
          <ac:chgData name="Cristian Chilipirea" userId="34ab170da5908fc4" providerId="LiveId" clId="{7840C37D-FDDB-4314-A31E-446F31402874}" dt="2019-10-13T10:45:47.864" v="250"/>
          <ac:spMkLst>
            <pc:docMk/>
            <pc:sldMk cId="1015974110" sldId="515"/>
            <ac:spMk id="68" creationId="{DF25562E-B8EA-442B-AE51-9E03CCFBDA17}"/>
          </ac:spMkLst>
        </pc:spChg>
        <pc:spChg chg="add del">
          <ac:chgData name="Cristian Chilipirea" userId="34ab170da5908fc4" providerId="LiveId" clId="{7840C37D-FDDB-4314-A31E-446F31402874}" dt="2019-10-13T10:45:47.864" v="250"/>
          <ac:spMkLst>
            <pc:docMk/>
            <pc:sldMk cId="1015974110" sldId="515"/>
            <ac:spMk id="69" creationId="{E3ECF5BB-35CD-4335-B9C8-6C3A79797A6E}"/>
          </ac:spMkLst>
        </pc:spChg>
        <pc:spChg chg="add del">
          <ac:chgData name="Cristian Chilipirea" userId="34ab170da5908fc4" providerId="LiveId" clId="{7840C37D-FDDB-4314-A31E-446F31402874}" dt="2019-10-13T10:45:47.864" v="250"/>
          <ac:spMkLst>
            <pc:docMk/>
            <pc:sldMk cId="1015974110" sldId="515"/>
            <ac:spMk id="70" creationId="{C2494B85-27F3-417A-BDA9-D87F65A127A5}"/>
          </ac:spMkLst>
        </pc:spChg>
        <pc:spChg chg="add del">
          <ac:chgData name="Cristian Chilipirea" userId="34ab170da5908fc4" providerId="LiveId" clId="{7840C37D-FDDB-4314-A31E-446F31402874}" dt="2019-10-13T10:45:47.864" v="250"/>
          <ac:spMkLst>
            <pc:docMk/>
            <pc:sldMk cId="1015974110" sldId="515"/>
            <ac:spMk id="71" creationId="{4CB2348F-D8F8-4E8E-B155-BF5D880D9F2D}"/>
          </ac:spMkLst>
        </pc:spChg>
        <pc:spChg chg="add del">
          <ac:chgData name="Cristian Chilipirea" userId="34ab170da5908fc4" providerId="LiveId" clId="{7840C37D-FDDB-4314-A31E-446F31402874}" dt="2019-10-13T10:45:47.864" v="250"/>
          <ac:spMkLst>
            <pc:docMk/>
            <pc:sldMk cId="1015974110" sldId="515"/>
            <ac:spMk id="72" creationId="{99315A71-295C-444C-AD93-3344F37CF59C}"/>
          </ac:spMkLst>
        </pc:spChg>
        <pc:spChg chg="add del">
          <ac:chgData name="Cristian Chilipirea" userId="34ab170da5908fc4" providerId="LiveId" clId="{7840C37D-FDDB-4314-A31E-446F31402874}" dt="2019-10-13T10:45:47.864" v="250"/>
          <ac:spMkLst>
            <pc:docMk/>
            <pc:sldMk cId="1015974110" sldId="515"/>
            <ac:spMk id="73" creationId="{80A00C7A-8C6A-4B69-8CE7-0311B3381D02}"/>
          </ac:spMkLst>
        </pc:spChg>
        <pc:spChg chg="add del">
          <ac:chgData name="Cristian Chilipirea" userId="34ab170da5908fc4" providerId="LiveId" clId="{7840C37D-FDDB-4314-A31E-446F31402874}" dt="2019-10-13T10:45:47.864" v="250"/>
          <ac:spMkLst>
            <pc:docMk/>
            <pc:sldMk cId="1015974110" sldId="515"/>
            <ac:spMk id="74" creationId="{C8F7205C-6E71-4887-96C0-09900FA42C12}"/>
          </ac:spMkLst>
        </pc:spChg>
        <pc:spChg chg="add del">
          <ac:chgData name="Cristian Chilipirea" userId="34ab170da5908fc4" providerId="LiveId" clId="{7840C37D-FDDB-4314-A31E-446F31402874}" dt="2019-10-13T10:45:47.864" v="250"/>
          <ac:spMkLst>
            <pc:docMk/>
            <pc:sldMk cId="1015974110" sldId="515"/>
            <ac:spMk id="75" creationId="{E5691781-8571-4FA3-836F-880BBA207687}"/>
          </ac:spMkLst>
        </pc:spChg>
        <pc:spChg chg="add del">
          <ac:chgData name="Cristian Chilipirea" userId="34ab170da5908fc4" providerId="LiveId" clId="{7840C37D-FDDB-4314-A31E-446F31402874}" dt="2019-10-13T10:45:47.864" v="250"/>
          <ac:spMkLst>
            <pc:docMk/>
            <pc:sldMk cId="1015974110" sldId="515"/>
            <ac:spMk id="76" creationId="{4B185DBD-64AB-48C9-9AD3-CDBE71FBF75C}"/>
          </ac:spMkLst>
        </pc:spChg>
        <pc:spChg chg="add del">
          <ac:chgData name="Cristian Chilipirea" userId="34ab170da5908fc4" providerId="LiveId" clId="{7840C37D-FDDB-4314-A31E-446F31402874}" dt="2019-10-13T10:45:47.864" v="250"/>
          <ac:spMkLst>
            <pc:docMk/>
            <pc:sldMk cId="1015974110" sldId="515"/>
            <ac:spMk id="77" creationId="{A2E79C07-2FCF-4B8F-A994-56FE2C190F4C}"/>
          </ac:spMkLst>
        </pc:spChg>
        <pc:spChg chg="add del">
          <ac:chgData name="Cristian Chilipirea" userId="34ab170da5908fc4" providerId="LiveId" clId="{7840C37D-FDDB-4314-A31E-446F31402874}" dt="2019-10-13T10:45:47.864" v="250"/>
          <ac:spMkLst>
            <pc:docMk/>
            <pc:sldMk cId="1015974110" sldId="515"/>
            <ac:spMk id="78" creationId="{5A42545A-1EE8-427E-8A9B-D3EB9E92643A}"/>
          </ac:spMkLst>
        </pc:spChg>
        <pc:spChg chg="add del">
          <ac:chgData name="Cristian Chilipirea" userId="34ab170da5908fc4" providerId="LiveId" clId="{7840C37D-FDDB-4314-A31E-446F31402874}" dt="2019-10-13T10:45:47.864" v="250"/>
          <ac:spMkLst>
            <pc:docMk/>
            <pc:sldMk cId="1015974110" sldId="515"/>
            <ac:spMk id="79" creationId="{8CD0708C-E875-4DD6-9F38-C6ED30B8A825}"/>
          </ac:spMkLst>
        </pc:spChg>
        <pc:spChg chg="add del">
          <ac:chgData name="Cristian Chilipirea" userId="34ab170da5908fc4" providerId="LiveId" clId="{7840C37D-FDDB-4314-A31E-446F31402874}" dt="2019-10-13T10:45:47.864" v="250"/>
          <ac:spMkLst>
            <pc:docMk/>
            <pc:sldMk cId="1015974110" sldId="515"/>
            <ac:spMk id="80" creationId="{E7E626A3-1154-4E62-ADED-A04B83BAA752}"/>
          </ac:spMkLst>
        </pc:spChg>
        <pc:spChg chg="add del">
          <ac:chgData name="Cristian Chilipirea" userId="34ab170da5908fc4" providerId="LiveId" clId="{7840C37D-FDDB-4314-A31E-446F31402874}" dt="2019-10-13T10:45:47.864" v="250"/>
          <ac:spMkLst>
            <pc:docMk/>
            <pc:sldMk cId="1015974110" sldId="515"/>
            <ac:spMk id="81" creationId="{9DC87925-CDDC-4E94-B32C-6017F77BDF19}"/>
          </ac:spMkLst>
        </pc:spChg>
        <pc:spChg chg="add del">
          <ac:chgData name="Cristian Chilipirea" userId="34ab170da5908fc4" providerId="LiveId" clId="{7840C37D-FDDB-4314-A31E-446F31402874}" dt="2019-10-13T10:45:47.864" v="250"/>
          <ac:spMkLst>
            <pc:docMk/>
            <pc:sldMk cId="1015974110" sldId="515"/>
            <ac:spMk id="82" creationId="{AAB8D205-FB54-4958-8DED-E5043D752C7A}"/>
          </ac:spMkLst>
        </pc:spChg>
        <pc:spChg chg="add del">
          <ac:chgData name="Cristian Chilipirea" userId="34ab170da5908fc4" providerId="LiveId" clId="{7840C37D-FDDB-4314-A31E-446F31402874}" dt="2019-10-13T10:45:47.864" v="250"/>
          <ac:spMkLst>
            <pc:docMk/>
            <pc:sldMk cId="1015974110" sldId="515"/>
            <ac:spMk id="83" creationId="{0C440B5B-2327-466F-AD90-17181B74F454}"/>
          </ac:spMkLst>
        </pc:spChg>
        <pc:spChg chg="add del">
          <ac:chgData name="Cristian Chilipirea" userId="34ab170da5908fc4" providerId="LiveId" clId="{7840C37D-FDDB-4314-A31E-446F31402874}" dt="2019-10-13T10:45:47.864" v="250"/>
          <ac:spMkLst>
            <pc:docMk/>
            <pc:sldMk cId="1015974110" sldId="515"/>
            <ac:spMk id="84" creationId="{437E706C-2124-42A6-87F7-2A1FAF0F5CCC}"/>
          </ac:spMkLst>
        </pc:spChg>
        <pc:spChg chg="add del">
          <ac:chgData name="Cristian Chilipirea" userId="34ab170da5908fc4" providerId="LiveId" clId="{7840C37D-FDDB-4314-A31E-446F31402874}" dt="2019-10-13T10:45:47.864" v="250"/>
          <ac:spMkLst>
            <pc:docMk/>
            <pc:sldMk cId="1015974110" sldId="515"/>
            <ac:spMk id="85" creationId="{20F0D377-8FA5-465D-BD6A-9BEA5D66C0B5}"/>
          </ac:spMkLst>
        </pc:spChg>
        <pc:spChg chg="add del">
          <ac:chgData name="Cristian Chilipirea" userId="34ab170da5908fc4" providerId="LiveId" clId="{7840C37D-FDDB-4314-A31E-446F31402874}" dt="2019-10-13T10:45:47.864" v="250"/>
          <ac:spMkLst>
            <pc:docMk/>
            <pc:sldMk cId="1015974110" sldId="515"/>
            <ac:spMk id="86" creationId="{A1E74FE7-0A58-40B7-805A-4813373088B8}"/>
          </ac:spMkLst>
        </pc:spChg>
        <pc:spChg chg="add del">
          <ac:chgData name="Cristian Chilipirea" userId="34ab170da5908fc4" providerId="LiveId" clId="{7840C37D-FDDB-4314-A31E-446F31402874}" dt="2019-10-13T10:45:47.864" v="250"/>
          <ac:spMkLst>
            <pc:docMk/>
            <pc:sldMk cId="1015974110" sldId="515"/>
            <ac:spMk id="87" creationId="{4679051D-11FD-4EC2-A7BE-15E25E04EC00}"/>
          </ac:spMkLst>
        </pc:spChg>
        <pc:spChg chg="add del">
          <ac:chgData name="Cristian Chilipirea" userId="34ab170da5908fc4" providerId="LiveId" clId="{7840C37D-FDDB-4314-A31E-446F31402874}" dt="2019-10-13T10:45:47.864" v="250"/>
          <ac:spMkLst>
            <pc:docMk/>
            <pc:sldMk cId="1015974110" sldId="515"/>
            <ac:spMk id="88" creationId="{4A217F38-606D-4C52-B211-52049721F8A4}"/>
          </ac:spMkLst>
        </pc:spChg>
        <pc:spChg chg="add del">
          <ac:chgData name="Cristian Chilipirea" userId="34ab170da5908fc4" providerId="LiveId" clId="{7840C37D-FDDB-4314-A31E-446F31402874}" dt="2019-10-13T10:45:47.864" v="250"/>
          <ac:spMkLst>
            <pc:docMk/>
            <pc:sldMk cId="1015974110" sldId="515"/>
            <ac:spMk id="89" creationId="{6406406E-53F9-41D4-8B30-1F2B91515198}"/>
          </ac:spMkLst>
        </pc:spChg>
        <pc:spChg chg="add del">
          <ac:chgData name="Cristian Chilipirea" userId="34ab170da5908fc4" providerId="LiveId" clId="{7840C37D-FDDB-4314-A31E-446F31402874}" dt="2019-10-13T10:45:47.864" v="250"/>
          <ac:spMkLst>
            <pc:docMk/>
            <pc:sldMk cId="1015974110" sldId="515"/>
            <ac:spMk id="90" creationId="{5FE98160-BF67-4212-905E-3DAF0CDA5A5A}"/>
          </ac:spMkLst>
        </pc:spChg>
        <pc:spChg chg="add del">
          <ac:chgData name="Cristian Chilipirea" userId="34ab170da5908fc4" providerId="LiveId" clId="{7840C37D-FDDB-4314-A31E-446F31402874}" dt="2019-10-13T10:45:47.864" v="250"/>
          <ac:spMkLst>
            <pc:docMk/>
            <pc:sldMk cId="1015974110" sldId="515"/>
            <ac:spMk id="91" creationId="{FA45D1CC-528C-42DA-9E25-C4B2AC1CF9E1}"/>
          </ac:spMkLst>
        </pc:spChg>
        <pc:spChg chg="add del">
          <ac:chgData name="Cristian Chilipirea" userId="34ab170da5908fc4" providerId="LiveId" clId="{7840C37D-FDDB-4314-A31E-446F31402874}" dt="2019-10-13T10:45:47.864" v="250"/>
          <ac:spMkLst>
            <pc:docMk/>
            <pc:sldMk cId="1015974110" sldId="515"/>
            <ac:spMk id="92" creationId="{F422AF0E-23C2-4979-920A-6D4701A59040}"/>
          </ac:spMkLst>
        </pc:spChg>
        <pc:spChg chg="add del">
          <ac:chgData name="Cristian Chilipirea" userId="34ab170da5908fc4" providerId="LiveId" clId="{7840C37D-FDDB-4314-A31E-446F31402874}" dt="2019-10-13T10:45:47.864" v="250"/>
          <ac:spMkLst>
            <pc:docMk/>
            <pc:sldMk cId="1015974110" sldId="515"/>
            <ac:spMk id="93" creationId="{7D1B96F4-3E64-4BB3-8845-4EFB1BBBBB25}"/>
          </ac:spMkLst>
        </pc:spChg>
        <pc:spChg chg="add del">
          <ac:chgData name="Cristian Chilipirea" userId="34ab170da5908fc4" providerId="LiveId" clId="{7840C37D-FDDB-4314-A31E-446F31402874}" dt="2019-10-13T10:45:47.864" v="250"/>
          <ac:spMkLst>
            <pc:docMk/>
            <pc:sldMk cId="1015974110" sldId="515"/>
            <ac:spMk id="94" creationId="{E664A076-C089-4921-9763-63985AB3B830}"/>
          </ac:spMkLst>
        </pc:spChg>
        <pc:spChg chg="add del">
          <ac:chgData name="Cristian Chilipirea" userId="34ab170da5908fc4" providerId="LiveId" clId="{7840C37D-FDDB-4314-A31E-446F31402874}" dt="2019-10-13T10:45:47.864" v="250"/>
          <ac:spMkLst>
            <pc:docMk/>
            <pc:sldMk cId="1015974110" sldId="515"/>
            <ac:spMk id="95" creationId="{9883FE6A-CDF3-49A6-A437-FA2E2084E986}"/>
          </ac:spMkLst>
        </pc:spChg>
        <pc:spChg chg="add">
          <ac:chgData name="Cristian Chilipirea" userId="34ab170da5908fc4" providerId="LiveId" clId="{7840C37D-FDDB-4314-A31E-446F31402874}" dt="2019-10-13T10:45:47.937" v="251"/>
          <ac:spMkLst>
            <pc:docMk/>
            <pc:sldMk cId="1015974110" sldId="515"/>
            <ac:spMk id="96" creationId="{71AC9D71-5401-4A63-8378-F3231528FC5C}"/>
          </ac:spMkLst>
        </pc:spChg>
        <pc:spChg chg="add">
          <ac:chgData name="Cristian Chilipirea" userId="34ab170da5908fc4" providerId="LiveId" clId="{7840C37D-FDDB-4314-A31E-446F31402874}" dt="2019-10-13T10:45:47.937" v="251"/>
          <ac:spMkLst>
            <pc:docMk/>
            <pc:sldMk cId="1015974110" sldId="515"/>
            <ac:spMk id="97" creationId="{C4E36C08-5AD9-446F-A888-BF47C61778A8}"/>
          </ac:spMkLst>
        </pc:spChg>
        <pc:spChg chg="add">
          <ac:chgData name="Cristian Chilipirea" userId="34ab170da5908fc4" providerId="LiveId" clId="{7840C37D-FDDB-4314-A31E-446F31402874}" dt="2019-10-13T10:45:47.937" v="251"/>
          <ac:spMkLst>
            <pc:docMk/>
            <pc:sldMk cId="1015974110" sldId="515"/>
            <ac:spMk id="98" creationId="{501CCA9B-4049-4923-BCFD-E2E485A95CC4}"/>
          </ac:spMkLst>
        </pc:spChg>
        <pc:spChg chg="add">
          <ac:chgData name="Cristian Chilipirea" userId="34ab170da5908fc4" providerId="LiveId" clId="{7840C37D-FDDB-4314-A31E-446F31402874}" dt="2019-10-13T10:45:47.937" v="251"/>
          <ac:spMkLst>
            <pc:docMk/>
            <pc:sldMk cId="1015974110" sldId="515"/>
            <ac:spMk id="99" creationId="{A60E56F2-6373-4B05-8C45-ED22B7D8AEF1}"/>
          </ac:spMkLst>
        </pc:spChg>
        <pc:spChg chg="add">
          <ac:chgData name="Cristian Chilipirea" userId="34ab170da5908fc4" providerId="LiveId" clId="{7840C37D-FDDB-4314-A31E-446F31402874}" dt="2019-10-13T10:45:47.937" v="251"/>
          <ac:spMkLst>
            <pc:docMk/>
            <pc:sldMk cId="1015974110" sldId="515"/>
            <ac:spMk id="105" creationId="{1739B95B-D449-4864-B819-71365D0946E5}"/>
          </ac:spMkLst>
        </pc:spChg>
        <pc:spChg chg="add">
          <ac:chgData name="Cristian Chilipirea" userId="34ab170da5908fc4" providerId="LiveId" clId="{7840C37D-FDDB-4314-A31E-446F31402874}" dt="2019-10-13T10:45:47.937" v="251"/>
          <ac:spMkLst>
            <pc:docMk/>
            <pc:sldMk cId="1015974110" sldId="515"/>
            <ac:spMk id="106" creationId="{410C2E03-E636-4D58-8634-CC3994469B40}"/>
          </ac:spMkLst>
        </pc:spChg>
        <pc:spChg chg="add">
          <ac:chgData name="Cristian Chilipirea" userId="34ab170da5908fc4" providerId="LiveId" clId="{7840C37D-FDDB-4314-A31E-446F31402874}" dt="2019-10-13T10:45:47.937" v="251"/>
          <ac:spMkLst>
            <pc:docMk/>
            <pc:sldMk cId="1015974110" sldId="515"/>
            <ac:spMk id="107" creationId="{330E137F-6226-4F5D-9C79-25E5236AD8D3}"/>
          </ac:spMkLst>
        </pc:spChg>
        <pc:spChg chg="add">
          <ac:chgData name="Cristian Chilipirea" userId="34ab170da5908fc4" providerId="LiveId" clId="{7840C37D-FDDB-4314-A31E-446F31402874}" dt="2019-10-13T10:45:47.937" v="251"/>
          <ac:spMkLst>
            <pc:docMk/>
            <pc:sldMk cId="1015974110" sldId="515"/>
            <ac:spMk id="108" creationId="{1081A4DF-8775-45B5-B64B-EE02C1E54E39}"/>
          </ac:spMkLst>
        </pc:spChg>
        <pc:spChg chg="add">
          <ac:chgData name="Cristian Chilipirea" userId="34ab170da5908fc4" providerId="LiveId" clId="{7840C37D-FDDB-4314-A31E-446F31402874}" dt="2019-10-13T10:45:47.937" v="251"/>
          <ac:spMkLst>
            <pc:docMk/>
            <pc:sldMk cId="1015974110" sldId="515"/>
            <ac:spMk id="109" creationId="{6396B368-62A8-497D-A5BD-BF389F71924E}"/>
          </ac:spMkLst>
        </pc:spChg>
        <pc:spChg chg="add">
          <ac:chgData name="Cristian Chilipirea" userId="34ab170da5908fc4" providerId="LiveId" clId="{7840C37D-FDDB-4314-A31E-446F31402874}" dt="2019-10-13T10:45:47.937" v="251"/>
          <ac:spMkLst>
            <pc:docMk/>
            <pc:sldMk cId="1015974110" sldId="515"/>
            <ac:spMk id="110" creationId="{6A8B2C4C-0C9A-4663-BE9D-0E69DF3258EE}"/>
          </ac:spMkLst>
        </pc:spChg>
        <pc:spChg chg="add">
          <ac:chgData name="Cristian Chilipirea" userId="34ab170da5908fc4" providerId="LiveId" clId="{7840C37D-FDDB-4314-A31E-446F31402874}" dt="2019-10-13T10:45:47.937" v="251"/>
          <ac:spMkLst>
            <pc:docMk/>
            <pc:sldMk cId="1015974110" sldId="515"/>
            <ac:spMk id="111" creationId="{8D69B5B4-684C-47E6-B2A6-DA0B68E01C6C}"/>
          </ac:spMkLst>
        </pc:spChg>
        <pc:spChg chg="add">
          <ac:chgData name="Cristian Chilipirea" userId="34ab170da5908fc4" providerId="LiveId" clId="{7840C37D-FDDB-4314-A31E-446F31402874}" dt="2019-10-13T10:45:47.937" v="251"/>
          <ac:spMkLst>
            <pc:docMk/>
            <pc:sldMk cId="1015974110" sldId="515"/>
            <ac:spMk id="112" creationId="{F1681B69-C9D5-4D69-A38E-BCCA41362465}"/>
          </ac:spMkLst>
        </pc:spChg>
        <pc:spChg chg="add">
          <ac:chgData name="Cristian Chilipirea" userId="34ab170da5908fc4" providerId="LiveId" clId="{7840C37D-FDDB-4314-A31E-446F31402874}" dt="2019-10-13T10:45:47.937" v="251"/>
          <ac:spMkLst>
            <pc:docMk/>
            <pc:sldMk cId="1015974110" sldId="515"/>
            <ac:spMk id="113" creationId="{1C319683-9776-41F4-A8A0-53EC3CD63E52}"/>
          </ac:spMkLst>
        </pc:spChg>
        <pc:spChg chg="add">
          <ac:chgData name="Cristian Chilipirea" userId="34ab170da5908fc4" providerId="LiveId" clId="{7840C37D-FDDB-4314-A31E-446F31402874}" dt="2019-10-13T10:45:47.937" v="251"/>
          <ac:spMkLst>
            <pc:docMk/>
            <pc:sldMk cId="1015974110" sldId="515"/>
            <ac:spMk id="114" creationId="{01168F2A-0606-46EE-A8BD-6505F9B5990B}"/>
          </ac:spMkLst>
        </pc:spChg>
        <pc:spChg chg="add">
          <ac:chgData name="Cristian Chilipirea" userId="34ab170da5908fc4" providerId="LiveId" clId="{7840C37D-FDDB-4314-A31E-446F31402874}" dt="2019-10-13T10:45:47.937" v="251"/>
          <ac:spMkLst>
            <pc:docMk/>
            <pc:sldMk cId="1015974110" sldId="515"/>
            <ac:spMk id="115" creationId="{68FD5032-91D1-4EB8-9ADD-C781E73FA3CA}"/>
          </ac:spMkLst>
        </pc:spChg>
        <pc:spChg chg="add">
          <ac:chgData name="Cristian Chilipirea" userId="34ab170da5908fc4" providerId="LiveId" clId="{7840C37D-FDDB-4314-A31E-446F31402874}" dt="2019-10-13T10:45:47.937" v="251"/>
          <ac:spMkLst>
            <pc:docMk/>
            <pc:sldMk cId="1015974110" sldId="515"/>
            <ac:spMk id="116" creationId="{795AA61E-DCA0-4D1F-BB21-36C9CF3CD509}"/>
          </ac:spMkLst>
        </pc:spChg>
        <pc:spChg chg="add">
          <ac:chgData name="Cristian Chilipirea" userId="34ab170da5908fc4" providerId="LiveId" clId="{7840C37D-FDDB-4314-A31E-446F31402874}" dt="2019-10-13T10:45:47.937" v="251"/>
          <ac:spMkLst>
            <pc:docMk/>
            <pc:sldMk cId="1015974110" sldId="515"/>
            <ac:spMk id="117" creationId="{BF08470F-13BD-4F4A-A1E9-6B1065CA0A09}"/>
          </ac:spMkLst>
        </pc:spChg>
        <pc:spChg chg="add">
          <ac:chgData name="Cristian Chilipirea" userId="34ab170da5908fc4" providerId="LiveId" clId="{7840C37D-FDDB-4314-A31E-446F31402874}" dt="2019-10-13T10:45:47.937" v="251"/>
          <ac:spMkLst>
            <pc:docMk/>
            <pc:sldMk cId="1015974110" sldId="515"/>
            <ac:spMk id="118" creationId="{F760A89C-BA7E-4DAF-A9B3-03A4E6FA15F5}"/>
          </ac:spMkLst>
        </pc:spChg>
        <pc:spChg chg="add">
          <ac:chgData name="Cristian Chilipirea" userId="34ab170da5908fc4" providerId="LiveId" clId="{7840C37D-FDDB-4314-A31E-446F31402874}" dt="2019-10-13T10:45:47.937" v="251"/>
          <ac:spMkLst>
            <pc:docMk/>
            <pc:sldMk cId="1015974110" sldId="515"/>
            <ac:spMk id="119" creationId="{D9B82BF0-257D-4077-B6C5-56E26975AB86}"/>
          </ac:spMkLst>
        </pc:spChg>
        <pc:spChg chg="add">
          <ac:chgData name="Cristian Chilipirea" userId="34ab170da5908fc4" providerId="LiveId" clId="{7840C37D-FDDB-4314-A31E-446F31402874}" dt="2019-10-13T10:45:47.937" v="251"/>
          <ac:spMkLst>
            <pc:docMk/>
            <pc:sldMk cId="1015974110" sldId="515"/>
            <ac:spMk id="120" creationId="{8AC93F5B-2AA3-4C2A-B477-1B3DED489324}"/>
          </ac:spMkLst>
        </pc:spChg>
        <pc:spChg chg="add">
          <ac:chgData name="Cristian Chilipirea" userId="34ab170da5908fc4" providerId="LiveId" clId="{7840C37D-FDDB-4314-A31E-446F31402874}" dt="2019-10-13T10:45:47.937" v="251"/>
          <ac:spMkLst>
            <pc:docMk/>
            <pc:sldMk cId="1015974110" sldId="515"/>
            <ac:spMk id="121" creationId="{DA81943C-87B2-419F-A9A7-03DFC4A3A11A}"/>
          </ac:spMkLst>
        </pc:spChg>
        <pc:spChg chg="add">
          <ac:chgData name="Cristian Chilipirea" userId="34ab170da5908fc4" providerId="LiveId" clId="{7840C37D-FDDB-4314-A31E-446F31402874}" dt="2019-10-13T10:45:47.937" v="251"/>
          <ac:spMkLst>
            <pc:docMk/>
            <pc:sldMk cId="1015974110" sldId="515"/>
            <ac:spMk id="122" creationId="{FBD29FED-F378-4587-B772-2D0559D9FF01}"/>
          </ac:spMkLst>
        </pc:spChg>
        <pc:spChg chg="add">
          <ac:chgData name="Cristian Chilipirea" userId="34ab170da5908fc4" providerId="LiveId" clId="{7840C37D-FDDB-4314-A31E-446F31402874}" dt="2019-10-13T10:45:47.937" v="251"/>
          <ac:spMkLst>
            <pc:docMk/>
            <pc:sldMk cId="1015974110" sldId="515"/>
            <ac:spMk id="123" creationId="{20690A54-DE9F-424D-BEC6-106ADFC4A870}"/>
          </ac:spMkLst>
        </pc:spChg>
        <pc:spChg chg="add">
          <ac:chgData name="Cristian Chilipirea" userId="34ab170da5908fc4" providerId="LiveId" clId="{7840C37D-FDDB-4314-A31E-446F31402874}" dt="2019-10-13T10:45:47.937" v="251"/>
          <ac:spMkLst>
            <pc:docMk/>
            <pc:sldMk cId="1015974110" sldId="515"/>
            <ac:spMk id="124" creationId="{BCBC9D47-D4F4-4546-9526-EABC07A296EE}"/>
          </ac:spMkLst>
        </pc:spChg>
        <pc:spChg chg="add">
          <ac:chgData name="Cristian Chilipirea" userId="34ab170da5908fc4" providerId="LiveId" clId="{7840C37D-FDDB-4314-A31E-446F31402874}" dt="2019-10-13T10:45:47.937" v="251"/>
          <ac:spMkLst>
            <pc:docMk/>
            <pc:sldMk cId="1015974110" sldId="515"/>
            <ac:spMk id="125" creationId="{5E0748F3-0BAF-426B-8225-8862E8DAD618}"/>
          </ac:spMkLst>
        </pc:spChg>
        <pc:spChg chg="add">
          <ac:chgData name="Cristian Chilipirea" userId="34ab170da5908fc4" providerId="LiveId" clId="{7840C37D-FDDB-4314-A31E-446F31402874}" dt="2019-10-13T10:45:47.937" v="251"/>
          <ac:spMkLst>
            <pc:docMk/>
            <pc:sldMk cId="1015974110" sldId="515"/>
            <ac:spMk id="126" creationId="{C1C721CA-22F2-44EB-9A64-E64C1BC52F3F}"/>
          </ac:spMkLst>
        </pc:spChg>
        <pc:spChg chg="add">
          <ac:chgData name="Cristian Chilipirea" userId="34ab170da5908fc4" providerId="LiveId" clId="{7840C37D-FDDB-4314-A31E-446F31402874}" dt="2019-10-13T10:45:47.937" v="251"/>
          <ac:spMkLst>
            <pc:docMk/>
            <pc:sldMk cId="1015974110" sldId="515"/>
            <ac:spMk id="127" creationId="{6DD56B4B-AA27-4D48-A8E3-419D4EA8B181}"/>
          </ac:spMkLst>
        </pc:spChg>
        <pc:spChg chg="add">
          <ac:chgData name="Cristian Chilipirea" userId="34ab170da5908fc4" providerId="LiveId" clId="{7840C37D-FDDB-4314-A31E-446F31402874}" dt="2019-10-13T10:45:47.937" v="251"/>
          <ac:spMkLst>
            <pc:docMk/>
            <pc:sldMk cId="1015974110" sldId="515"/>
            <ac:spMk id="128" creationId="{1452F69F-86A4-421C-8E3F-19A2C2179A3A}"/>
          </ac:spMkLst>
        </pc:spChg>
        <pc:spChg chg="add">
          <ac:chgData name="Cristian Chilipirea" userId="34ab170da5908fc4" providerId="LiveId" clId="{7840C37D-FDDB-4314-A31E-446F31402874}" dt="2019-10-13T10:45:47.937" v="251"/>
          <ac:spMkLst>
            <pc:docMk/>
            <pc:sldMk cId="1015974110" sldId="515"/>
            <ac:spMk id="129" creationId="{3BEB5C82-576D-4CA2-94F7-5639C4FB7473}"/>
          </ac:spMkLst>
        </pc:spChg>
        <pc:spChg chg="add">
          <ac:chgData name="Cristian Chilipirea" userId="34ab170da5908fc4" providerId="LiveId" clId="{7840C37D-FDDB-4314-A31E-446F31402874}" dt="2019-10-13T10:45:47.937" v="251"/>
          <ac:spMkLst>
            <pc:docMk/>
            <pc:sldMk cId="1015974110" sldId="515"/>
            <ac:spMk id="130" creationId="{AEFF3549-B622-4F4A-BFC3-FEFE868BF8DC}"/>
          </ac:spMkLst>
        </pc:spChg>
        <pc:spChg chg="add">
          <ac:chgData name="Cristian Chilipirea" userId="34ab170da5908fc4" providerId="LiveId" clId="{7840C37D-FDDB-4314-A31E-446F31402874}" dt="2019-10-13T10:45:47.937" v="251"/>
          <ac:spMkLst>
            <pc:docMk/>
            <pc:sldMk cId="1015974110" sldId="515"/>
            <ac:spMk id="131" creationId="{1C2A1F32-2697-4E92-AE1B-F7B08163A56B}"/>
          </ac:spMkLst>
        </pc:spChg>
        <pc:spChg chg="add">
          <ac:chgData name="Cristian Chilipirea" userId="34ab170da5908fc4" providerId="LiveId" clId="{7840C37D-FDDB-4314-A31E-446F31402874}" dt="2019-10-13T10:45:47.937" v="251"/>
          <ac:spMkLst>
            <pc:docMk/>
            <pc:sldMk cId="1015974110" sldId="515"/>
            <ac:spMk id="132" creationId="{774E94EE-5E0E-4150-A7EB-A56A70B6DC6B}"/>
          </ac:spMkLst>
        </pc:spChg>
        <pc:spChg chg="add">
          <ac:chgData name="Cristian Chilipirea" userId="34ab170da5908fc4" providerId="LiveId" clId="{7840C37D-FDDB-4314-A31E-446F31402874}" dt="2019-10-13T10:45:47.937" v="251"/>
          <ac:spMkLst>
            <pc:docMk/>
            <pc:sldMk cId="1015974110" sldId="515"/>
            <ac:spMk id="133" creationId="{41F3D422-2D46-4804-AF04-11FEBAF53A74}"/>
          </ac:spMkLst>
        </pc:spChg>
        <pc:spChg chg="add">
          <ac:chgData name="Cristian Chilipirea" userId="34ab170da5908fc4" providerId="LiveId" clId="{7840C37D-FDDB-4314-A31E-446F31402874}" dt="2019-10-13T10:45:47.937" v="251"/>
          <ac:spMkLst>
            <pc:docMk/>
            <pc:sldMk cId="1015974110" sldId="515"/>
            <ac:spMk id="134" creationId="{29684ABD-B10F-4F23-AC2E-10C6D123B67E}"/>
          </ac:spMkLst>
        </pc:spChg>
        <pc:spChg chg="add">
          <ac:chgData name="Cristian Chilipirea" userId="34ab170da5908fc4" providerId="LiveId" clId="{7840C37D-FDDB-4314-A31E-446F31402874}" dt="2019-10-13T10:45:47.937" v="251"/>
          <ac:spMkLst>
            <pc:docMk/>
            <pc:sldMk cId="1015974110" sldId="515"/>
            <ac:spMk id="135" creationId="{A68F1563-1DBF-48DF-8DBB-48BC7B2D6E33}"/>
          </ac:spMkLst>
        </pc:spChg>
        <pc:spChg chg="add">
          <ac:chgData name="Cristian Chilipirea" userId="34ab170da5908fc4" providerId="LiveId" clId="{7840C37D-FDDB-4314-A31E-446F31402874}" dt="2019-10-13T10:45:47.937" v="251"/>
          <ac:spMkLst>
            <pc:docMk/>
            <pc:sldMk cId="1015974110" sldId="515"/>
            <ac:spMk id="136" creationId="{5643461D-8FEC-4DF1-BDFA-2E39476ABE67}"/>
          </ac:spMkLst>
        </pc:spChg>
        <pc:spChg chg="add">
          <ac:chgData name="Cristian Chilipirea" userId="34ab170da5908fc4" providerId="LiveId" clId="{7840C37D-FDDB-4314-A31E-446F31402874}" dt="2019-10-13T10:45:47.937" v="251"/>
          <ac:spMkLst>
            <pc:docMk/>
            <pc:sldMk cId="1015974110" sldId="515"/>
            <ac:spMk id="137" creationId="{E7C5C9BC-A494-44E0-AB5E-DB708635D59E}"/>
          </ac:spMkLst>
        </pc:spChg>
        <pc:spChg chg="add">
          <ac:chgData name="Cristian Chilipirea" userId="34ab170da5908fc4" providerId="LiveId" clId="{7840C37D-FDDB-4314-A31E-446F31402874}" dt="2019-10-13T10:45:47.937" v="251"/>
          <ac:spMkLst>
            <pc:docMk/>
            <pc:sldMk cId="1015974110" sldId="515"/>
            <ac:spMk id="138" creationId="{25B54036-F418-4C2B-B264-CAEDACA3AD10}"/>
          </ac:spMkLst>
        </pc:spChg>
        <pc:spChg chg="add">
          <ac:chgData name="Cristian Chilipirea" userId="34ab170da5908fc4" providerId="LiveId" clId="{7840C37D-FDDB-4314-A31E-446F31402874}" dt="2019-10-13T10:45:47.937" v="251"/>
          <ac:spMkLst>
            <pc:docMk/>
            <pc:sldMk cId="1015974110" sldId="515"/>
            <ac:spMk id="139" creationId="{0EA5F928-4870-4E44-A6CF-F956D1E97C16}"/>
          </ac:spMkLst>
        </pc:spChg>
        <pc:spChg chg="add">
          <ac:chgData name="Cristian Chilipirea" userId="34ab170da5908fc4" providerId="LiveId" clId="{7840C37D-FDDB-4314-A31E-446F31402874}" dt="2019-10-13T10:45:47.937" v="251"/>
          <ac:spMkLst>
            <pc:docMk/>
            <pc:sldMk cId="1015974110" sldId="515"/>
            <ac:spMk id="140" creationId="{24A50338-CA07-4B23-8FC5-0FB5BD50E6FF}"/>
          </ac:spMkLst>
        </pc:spChg>
        <pc:spChg chg="add">
          <ac:chgData name="Cristian Chilipirea" userId="34ab170da5908fc4" providerId="LiveId" clId="{7840C37D-FDDB-4314-A31E-446F31402874}" dt="2019-10-13T10:45:47.937" v="251"/>
          <ac:spMkLst>
            <pc:docMk/>
            <pc:sldMk cId="1015974110" sldId="515"/>
            <ac:spMk id="141" creationId="{A0384B8F-E15B-4B01-B9E5-88AD00811911}"/>
          </ac:spMkLst>
        </pc:spChg>
        <pc:spChg chg="add">
          <ac:chgData name="Cristian Chilipirea" userId="34ab170da5908fc4" providerId="LiveId" clId="{7840C37D-FDDB-4314-A31E-446F31402874}" dt="2019-10-13T10:45:47.937" v="251"/>
          <ac:spMkLst>
            <pc:docMk/>
            <pc:sldMk cId="1015974110" sldId="515"/>
            <ac:spMk id="142" creationId="{C87BA313-06DC-4D5D-AB01-5763AEA27D8B}"/>
          </ac:spMkLst>
        </pc:spChg>
        <pc:spChg chg="add">
          <ac:chgData name="Cristian Chilipirea" userId="34ab170da5908fc4" providerId="LiveId" clId="{7840C37D-FDDB-4314-A31E-446F31402874}" dt="2019-10-13T10:45:47.937" v="251"/>
          <ac:spMkLst>
            <pc:docMk/>
            <pc:sldMk cId="1015974110" sldId="515"/>
            <ac:spMk id="143" creationId="{1576239F-D027-4E8C-9F18-7F9DDA7A442D}"/>
          </ac:spMkLst>
        </pc:spChg>
        <pc:spChg chg="add">
          <ac:chgData name="Cristian Chilipirea" userId="34ab170da5908fc4" providerId="LiveId" clId="{7840C37D-FDDB-4314-A31E-446F31402874}" dt="2019-10-13T10:45:47.937" v="251"/>
          <ac:spMkLst>
            <pc:docMk/>
            <pc:sldMk cId="1015974110" sldId="515"/>
            <ac:spMk id="144" creationId="{B687FAB4-29A1-4999-B2C3-BA21AA717E51}"/>
          </ac:spMkLst>
        </pc:spChg>
        <pc:spChg chg="add">
          <ac:chgData name="Cristian Chilipirea" userId="34ab170da5908fc4" providerId="LiveId" clId="{7840C37D-FDDB-4314-A31E-446F31402874}" dt="2019-10-13T10:45:47.937" v="251"/>
          <ac:spMkLst>
            <pc:docMk/>
            <pc:sldMk cId="1015974110" sldId="515"/>
            <ac:spMk id="145" creationId="{BD2B36FC-100B-4078-A447-A47E3938E986}"/>
          </ac:spMkLst>
        </pc:spChg>
        <pc:spChg chg="add">
          <ac:chgData name="Cristian Chilipirea" userId="34ab170da5908fc4" providerId="LiveId" clId="{7840C37D-FDDB-4314-A31E-446F31402874}" dt="2019-10-13T10:45:47.937" v="251"/>
          <ac:spMkLst>
            <pc:docMk/>
            <pc:sldMk cId="1015974110" sldId="515"/>
            <ac:spMk id="146" creationId="{A137FA45-486A-4380-A3A0-31D63EAAE570}"/>
          </ac:spMkLst>
        </pc:spChg>
        <pc:spChg chg="add">
          <ac:chgData name="Cristian Chilipirea" userId="34ab170da5908fc4" providerId="LiveId" clId="{7840C37D-FDDB-4314-A31E-446F31402874}" dt="2019-10-13T10:45:47.937" v="251"/>
          <ac:spMkLst>
            <pc:docMk/>
            <pc:sldMk cId="1015974110" sldId="515"/>
            <ac:spMk id="147" creationId="{D91976CD-919C-44FC-8007-F8C8815B66D0}"/>
          </ac:spMkLst>
        </pc:spChg>
        <pc:spChg chg="add">
          <ac:chgData name="Cristian Chilipirea" userId="34ab170da5908fc4" providerId="LiveId" clId="{7840C37D-FDDB-4314-A31E-446F31402874}" dt="2019-10-13T10:45:47.937" v="251"/>
          <ac:spMkLst>
            <pc:docMk/>
            <pc:sldMk cId="1015974110" sldId="515"/>
            <ac:spMk id="148" creationId="{37FE448B-E37F-4C64-905B-5048AAC787C5}"/>
          </ac:spMkLst>
        </pc:spChg>
        <pc:spChg chg="add">
          <ac:chgData name="Cristian Chilipirea" userId="34ab170da5908fc4" providerId="LiveId" clId="{7840C37D-FDDB-4314-A31E-446F31402874}" dt="2019-10-13T10:45:47.937" v="251"/>
          <ac:spMkLst>
            <pc:docMk/>
            <pc:sldMk cId="1015974110" sldId="515"/>
            <ac:spMk id="149" creationId="{502CB126-D64D-45E7-9F90-1543675D3B1D}"/>
          </ac:spMkLst>
        </pc:spChg>
        <pc:spChg chg="add">
          <ac:chgData name="Cristian Chilipirea" userId="34ab170da5908fc4" providerId="LiveId" clId="{7840C37D-FDDB-4314-A31E-446F31402874}" dt="2019-10-13T10:45:47.937" v="251"/>
          <ac:spMkLst>
            <pc:docMk/>
            <pc:sldMk cId="1015974110" sldId="515"/>
            <ac:spMk id="150" creationId="{7B27F73C-5314-43E8-AEAC-D710A551C284}"/>
          </ac:spMkLst>
        </pc:spChg>
        <pc:spChg chg="add">
          <ac:chgData name="Cristian Chilipirea" userId="34ab170da5908fc4" providerId="LiveId" clId="{7840C37D-FDDB-4314-A31E-446F31402874}" dt="2019-10-13T10:45:47.937" v="251"/>
          <ac:spMkLst>
            <pc:docMk/>
            <pc:sldMk cId="1015974110" sldId="515"/>
            <ac:spMk id="151" creationId="{98349727-0194-4709-A1E9-4AC35F36A9BB}"/>
          </ac:spMkLst>
        </pc:spChg>
        <pc:spChg chg="add">
          <ac:chgData name="Cristian Chilipirea" userId="34ab170da5908fc4" providerId="LiveId" clId="{7840C37D-FDDB-4314-A31E-446F31402874}" dt="2019-10-13T10:45:47.937" v="251"/>
          <ac:spMkLst>
            <pc:docMk/>
            <pc:sldMk cId="1015974110" sldId="515"/>
            <ac:spMk id="152" creationId="{E616AB76-1D6B-4AC8-9DDB-5E440C672D0C}"/>
          </ac:spMkLst>
        </pc:spChg>
        <pc:spChg chg="add">
          <ac:chgData name="Cristian Chilipirea" userId="34ab170da5908fc4" providerId="LiveId" clId="{7840C37D-FDDB-4314-A31E-446F31402874}" dt="2019-10-13T10:45:47.937" v="251"/>
          <ac:spMkLst>
            <pc:docMk/>
            <pc:sldMk cId="1015974110" sldId="515"/>
            <ac:spMk id="153" creationId="{D31A189C-6EEB-4D25-9EE0-B8B020A49B0D}"/>
          </ac:spMkLst>
        </pc:spChg>
        <pc:spChg chg="add">
          <ac:chgData name="Cristian Chilipirea" userId="34ab170da5908fc4" providerId="LiveId" clId="{7840C37D-FDDB-4314-A31E-446F31402874}" dt="2019-10-13T10:45:47.937" v="251"/>
          <ac:spMkLst>
            <pc:docMk/>
            <pc:sldMk cId="1015974110" sldId="515"/>
            <ac:spMk id="154" creationId="{3A36A993-6A35-404C-A0E5-36D7D3FF53A9}"/>
          </ac:spMkLst>
        </pc:spChg>
        <pc:spChg chg="add">
          <ac:chgData name="Cristian Chilipirea" userId="34ab170da5908fc4" providerId="LiveId" clId="{7840C37D-FDDB-4314-A31E-446F31402874}" dt="2019-10-13T10:45:47.937" v="251"/>
          <ac:spMkLst>
            <pc:docMk/>
            <pc:sldMk cId="1015974110" sldId="515"/>
            <ac:spMk id="155" creationId="{ABF6E7B9-7161-47F0-AEC2-7E1FBBC5DF0A}"/>
          </ac:spMkLst>
        </pc:spChg>
        <pc:spChg chg="add">
          <ac:chgData name="Cristian Chilipirea" userId="34ab170da5908fc4" providerId="LiveId" clId="{7840C37D-FDDB-4314-A31E-446F31402874}" dt="2019-10-13T10:45:47.937" v="251"/>
          <ac:spMkLst>
            <pc:docMk/>
            <pc:sldMk cId="1015974110" sldId="515"/>
            <ac:spMk id="156" creationId="{B8C01923-39FF-413E-A72C-0BC28D4B2606}"/>
          </ac:spMkLst>
        </pc:spChg>
        <pc:spChg chg="add">
          <ac:chgData name="Cristian Chilipirea" userId="34ab170da5908fc4" providerId="LiveId" clId="{7840C37D-FDDB-4314-A31E-446F31402874}" dt="2019-10-13T10:45:47.937" v="251"/>
          <ac:spMkLst>
            <pc:docMk/>
            <pc:sldMk cId="1015974110" sldId="515"/>
            <ac:spMk id="157" creationId="{67EE5906-BEF8-425C-91D1-18EA8B663553}"/>
          </ac:spMkLst>
        </pc:spChg>
        <pc:spChg chg="add">
          <ac:chgData name="Cristian Chilipirea" userId="34ab170da5908fc4" providerId="LiveId" clId="{7840C37D-FDDB-4314-A31E-446F31402874}" dt="2019-10-13T10:45:47.937" v="251"/>
          <ac:spMkLst>
            <pc:docMk/>
            <pc:sldMk cId="1015974110" sldId="515"/>
            <ac:spMk id="158" creationId="{2FEDF371-80BE-432D-8FB9-929BBFBF219B}"/>
          </ac:spMkLst>
        </pc:spChg>
        <pc:spChg chg="add">
          <ac:chgData name="Cristian Chilipirea" userId="34ab170da5908fc4" providerId="LiveId" clId="{7840C37D-FDDB-4314-A31E-446F31402874}" dt="2019-10-13T10:45:47.937" v="251"/>
          <ac:spMkLst>
            <pc:docMk/>
            <pc:sldMk cId="1015974110" sldId="515"/>
            <ac:spMk id="159" creationId="{6342BD42-7719-4554-A495-32F591E98F38}"/>
          </ac:spMkLst>
        </pc:spChg>
        <pc:spChg chg="add">
          <ac:chgData name="Cristian Chilipirea" userId="34ab170da5908fc4" providerId="LiveId" clId="{7840C37D-FDDB-4314-A31E-446F31402874}" dt="2019-10-13T10:45:47.937" v="251"/>
          <ac:spMkLst>
            <pc:docMk/>
            <pc:sldMk cId="1015974110" sldId="515"/>
            <ac:spMk id="160" creationId="{F941E871-5ED1-4F44-AA47-967CBC85297D}"/>
          </ac:spMkLst>
        </pc:spChg>
        <pc:spChg chg="add">
          <ac:chgData name="Cristian Chilipirea" userId="34ab170da5908fc4" providerId="LiveId" clId="{7840C37D-FDDB-4314-A31E-446F31402874}" dt="2019-10-13T10:45:47.937" v="251"/>
          <ac:spMkLst>
            <pc:docMk/>
            <pc:sldMk cId="1015974110" sldId="515"/>
            <ac:spMk id="161" creationId="{5C190CE7-A9B0-4CB8-9B3C-9185A34B64E1}"/>
          </ac:spMkLst>
        </pc:spChg>
        <pc:spChg chg="add">
          <ac:chgData name="Cristian Chilipirea" userId="34ab170da5908fc4" providerId="LiveId" clId="{7840C37D-FDDB-4314-A31E-446F31402874}" dt="2019-10-13T10:45:47.937" v="251"/>
          <ac:spMkLst>
            <pc:docMk/>
            <pc:sldMk cId="1015974110" sldId="515"/>
            <ac:spMk id="162" creationId="{A8C6C0FC-17F3-4F77-96B0-95E66C49E078}"/>
          </ac:spMkLst>
        </pc:spChg>
        <pc:spChg chg="add">
          <ac:chgData name="Cristian Chilipirea" userId="34ab170da5908fc4" providerId="LiveId" clId="{7840C37D-FDDB-4314-A31E-446F31402874}" dt="2019-10-13T10:45:47.937" v="251"/>
          <ac:spMkLst>
            <pc:docMk/>
            <pc:sldMk cId="1015974110" sldId="515"/>
            <ac:spMk id="163" creationId="{3E5D84DB-1D4F-4908-A660-63305F5B03E5}"/>
          </ac:spMkLst>
        </pc:spChg>
        <pc:spChg chg="add">
          <ac:chgData name="Cristian Chilipirea" userId="34ab170da5908fc4" providerId="LiveId" clId="{7840C37D-FDDB-4314-A31E-446F31402874}" dt="2019-10-13T10:45:47.937" v="251"/>
          <ac:spMkLst>
            <pc:docMk/>
            <pc:sldMk cId="1015974110" sldId="515"/>
            <ac:spMk id="164" creationId="{E37BEA9D-0C9A-4163-8315-829D7A8518F2}"/>
          </ac:spMkLst>
        </pc:spChg>
        <pc:spChg chg="add">
          <ac:chgData name="Cristian Chilipirea" userId="34ab170da5908fc4" providerId="LiveId" clId="{7840C37D-FDDB-4314-A31E-446F31402874}" dt="2019-10-13T10:45:47.937" v="251"/>
          <ac:spMkLst>
            <pc:docMk/>
            <pc:sldMk cId="1015974110" sldId="515"/>
            <ac:spMk id="165" creationId="{69BA486F-DC01-4D6D-A36D-B1F71D377D06}"/>
          </ac:spMkLst>
        </pc:spChg>
        <pc:spChg chg="add">
          <ac:chgData name="Cristian Chilipirea" userId="34ab170da5908fc4" providerId="LiveId" clId="{7840C37D-FDDB-4314-A31E-446F31402874}" dt="2019-10-13T10:45:47.937" v="251"/>
          <ac:spMkLst>
            <pc:docMk/>
            <pc:sldMk cId="1015974110" sldId="515"/>
            <ac:spMk id="166" creationId="{FC3F03BD-0F4D-48BE-9F1D-8AACC886944A}"/>
          </ac:spMkLst>
        </pc:spChg>
        <pc:spChg chg="add">
          <ac:chgData name="Cristian Chilipirea" userId="34ab170da5908fc4" providerId="LiveId" clId="{7840C37D-FDDB-4314-A31E-446F31402874}" dt="2019-10-13T10:45:47.937" v="251"/>
          <ac:spMkLst>
            <pc:docMk/>
            <pc:sldMk cId="1015974110" sldId="515"/>
            <ac:spMk id="167" creationId="{9D78ABCB-C18B-411B-8B21-38922941EB5D}"/>
          </ac:spMkLst>
        </pc:spChg>
        <pc:spChg chg="add">
          <ac:chgData name="Cristian Chilipirea" userId="34ab170da5908fc4" providerId="LiveId" clId="{7840C37D-FDDB-4314-A31E-446F31402874}" dt="2019-10-13T10:45:47.937" v="251"/>
          <ac:spMkLst>
            <pc:docMk/>
            <pc:sldMk cId="1015974110" sldId="515"/>
            <ac:spMk id="168" creationId="{292A75DD-8AA9-40B4-9F35-3488192BDD3E}"/>
          </ac:spMkLst>
        </pc:spChg>
        <pc:spChg chg="add">
          <ac:chgData name="Cristian Chilipirea" userId="34ab170da5908fc4" providerId="LiveId" clId="{7840C37D-FDDB-4314-A31E-446F31402874}" dt="2019-10-13T10:45:47.937" v="251"/>
          <ac:spMkLst>
            <pc:docMk/>
            <pc:sldMk cId="1015974110" sldId="515"/>
            <ac:spMk id="169" creationId="{55D15D88-3685-428D-B478-019D4EE47C81}"/>
          </ac:spMkLst>
        </pc:spChg>
        <pc:spChg chg="add">
          <ac:chgData name="Cristian Chilipirea" userId="34ab170da5908fc4" providerId="LiveId" clId="{7840C37D-FDDB-4314-A31E-446F31402874}" dt="2019-10-13T10:45:47.937" v="251"/>
          <ac:spMkLst>
            <pc:docMk/>
            <pc:sldMk cId="1015974110" sldId="515"/>
            <ac:spMk id="170" creationId="{7DDA7626-1E5E-4FBA-8D31-9820D5DD7185}"/>
          </ac:spMkLst>
        </pc:spChg>
        <pc:spChg chg="add">
          <ac:chgData name="Cristian Chilipirea" userId="34ab170da5908fc4" providerId="LiveId" clId="{7840C37D-FDDB-4314-A31E-446F31402874}" dt="2019-10-13T10:45:47.937" v="251"/>
          <ac:spMkLst>
            <pc:docMk/>
            <pc:sldMk cId="1015974110" sldId="515"/>
            <ac:spMk id="171" creationId="{1E3A77EA-DCB1-4461-BBD4-000D52CFDA68}"/>
          </ac:spMkLst>
        </pc:spChg>
        <pc:spChg chg="add">
          <ac:chgData name="Cristian Chilipirea" userId="34ab170da5908fc4" providerId="LiveId" clId="{7840C37D-FDDB-4314-A31E-446F31402874}" dt="2019-10-13T10:45:47.937" v="251"/>
          <ac:spMkLst>
            <pc:docMk/>
            <pc:sldMk cId="1015974110" sldId="515"/>
            <ac:spMk id="172" creationId="{8579BE80-FDF5-4422-B8B3-DC15EE431085}"/>
          </ac:spMkLst>
        </pc:spChg>
        <pc:spChg chg="add">
          <ac:chgData name="Cristian Chilipirea" userId="34ab170da5908fc4" providerId="LiveId" clId="{7840C37D-FDDB-4314-A31E-446F31402874}" dt="2019-10-13T10:45:47.937" v="251"/>
          <ac:spMkLst>
            <pc:docMk/>
            <pc:sldMk cId="1015974110" sldId="515"/>
            <ac:spMk id="173" creationId="{9FE120B9-FBD4-4E79-898E-D5468D34D8DA}"/>
          </ac:spMkLst>
        </pc:spChg>
        <pc:spChg chg="add">
          <ac:chgData name="Cristian Chilipirea" userId="34ab170da5908fc4" providerId="LiveId" clId="{7840C37D-FDDB-4314-A31E-446F31402874}" dt="2019-10-13T10:45:47.937" v="251"/>
          <ac:spMkLst>
            <pc:docMk/>
            <pc:sldMk cId="1015974110" sldId="515"/>
            <ac:spMk id="174" creationId="{8F0DCB40-68AC-473E-B602-D05D4948A984}"/>
          </ac:spMkLst>
        </pc:spChg>
        <pc:spChg chg="add">
          <ac:chgData name="Cristian Chilipirea" userId="34ab170da5908fc4" providerId="LiveId" clId="{7840C37D-FDDB-4314-A31E-446F31402874}" dt="2019-10-13T10:45:47.937" v="251"/>
          <ac:spMkLst>
            <pc:docMk/>
            <pc:sldMk cId="1015974110" sldId="515"/>
            <ac:spMk id="175" creationId="{A29BF1C5-87F2-4914-8DD0-DE65B793E883}"/>
          </ac:spMkLst>
        </pc:spChg>
        <pc:spChg chg="add">
          <ac:chgData name="Cristian Chilipirea" userId="34ab170da5908fc4" providerId="LiveId" clId="{7840C37D-FDDB-4314-A31E-446F31402874}" dt="2019-10-13T10:45:47.937" v="251"/>
          <ac:spMkLst>
            <pc:docMk/>
            <pc:sldMk cId="1015974110" sldId="515"/>
            <ac:spMk id="176" creationId="{71714C90-3417-49E4-9594-D9A9B892E6BA}"/>
          </ac:spMkLst>
        </pc:spChg>
        <pc:spChg chg="add">
          <ac:chgData name="Cristian Chilipirea" userId="34ab170da5908fc4" providerId="LiveId" clId="{7840C37D-FDDB-4314-A31E-446F31402874}" dt="2019-10-13T10:45:47.937" v="251"/>
          <ac:spMkLst>
            <pc:docMk/>
            <pc:sldMk cId="1015974110" sldId="515"/>
            <ac:spMk id="177" creationId="{D3326B09-AFC4-43F8-ADF9-69814B4473B0}"/>
          </ac:spMkLst>
        </pc:spChg>
        <pc:spChg chg="add">
          <ac:chgData name="Cristian Chilipirea" userId="34ab170da5908fc4" providerId="LiveId" clId="{7840C37D-FDDB-4314-A31E-446F31402874}" dt="2019-10-13T10:45:47.937" v="251"/>
          <ac:spMkLst>
            <pc:docMk/>
            <pc:sldMk cId="1015974110" sldId="515"/>
            <ac:spMk id="178" creationId="{AC1CF209-A149-4BC0-A4A5-7867A5EE5AAB}"/>
          </ac:spMkLst>
        </pc:spChg>
        <pc:spChg chg="add">
          <ac:chgData name="Cristian Chilipirea" userId="34ab170da5908fc4" providerId="LiveId" clId="{7840C37D-FDDB-4314-A31E-446F31402874}" dt="2019-10-13T10:45:47.937" v="251"/>
          <ac:spMkLst>
            <pc:docMk/>
            <pc:sldMk cId="1015974110" sldId="515"/>
            <ac:spMk id="179" creationId="{2463F9AC-37B1-4CB7-B9F1-9DAE84ED93C0}"/>
          </ac:spMkLst>
        </pc:spChg>
        <pc:spChg chg="add">
          <ac:chgData name="Cristian Chilipirea" userId="34ab170da5908fc4" providerId="LiveId" clId="{7840C37D-FDDB-4314-A31E-446F31402874}" dt="2019-10-13T10:45:47.937" v="251"/>
          <ac:spMkLst>
            <pc:docMk/>
            <pc:sldMk cId="1015974110" sldId="515"/>
            <ac:spMk id="180" creationId="{EEC6B8C8-52B7-4FFB-B3A8-24250A653C72}"/>
          </ac:spMkLst>
        </pc:spChg>
        <pc:spChg chg="add">
          <ac:chgData name="Cristian Chilipirea" userId="34ab170da5908fc4" providerId="LiveId" clId="{7840C37D-FDDB-4314-A31E-446F31402874}" dt="2019-10-13T10:45:47.937" v="251"/>
          <ac:spMkLst>
            <pc:docMk/>
            <pc:sldMk cId="1015974110" sldId="515"/>
            <ac:spMk id="181" creationId="{13CAA99C-BDD9-4BA0-B97C-42E477EA9047}"/>
          </ac:spMkLst>
        </pc:spChg>
        <pc:spChg chg="add">
          <ac:chgData name="Cristian Chilipirea" userId="34ab170da5908fc4" providerId="LiveId" clId="{7840C37D-FDDB-4314-A31E-446F31402874}" dt="2019-10-13T10:45:47.937" v="251"/>
          <ac:spMkLst>
            <pc:docMk/>
            <pc:sldMk cId="1015974110" sldId="515"/>
            <ac:spMk id="182" creationId="{749C6CE9-C92A-4053-8AC0-5C8C341A2C57}"/>
          </ac:spMkLst>
        </pc:spChg>
        <pc:spChg chg="add">
          <ac:chgData name="Cristian Chilipirea" userId="34ab170da5908fc4" providerId="LiveId" clId="{7840C37D-FDDB-4314-A31E-446F31402874}" dt="2019-10-13T10:45:47.937" v="251"/>
          <ac:spMkLst>
            <pc:docMk/>
            <pc:sldMk cId="1015974110" sldId="515"/>
            <ac:spMk id="183" creationId="{F94DD3BD-585B-40A6-B56C-65A1A58FB12F}"/>
          </ac:spMkLst>
        </pc:spChg>
        <pc:spChg chg="add">
          <ac:chgData name="Cristian Chilipirea" userId="34ab170da5908fc4" providerId="LiveId" clId="{7840C37D-FDDB-4314-A31E-446F31402874}" dt="2019-10-13T10:45:47.937" v="251"/>
          <ac:spMkLst>
            <pc:docMk/>
            <pc:sldMk cId="1015974110" sldId="515"/>
            <ac:spMk id="184" creationId="{89A66501-F0D5-44AD-B231-ED83D5348075}"/>
          </ac:spMkLst>
        </pc:spChg>
        <pc:spChg chg="add">
          <ac:chgData name="Cristian Chilipirea" userId="34ab170da5908fc4" providerId="LiveId" clId="{7840C37D-FDDB-4314-A31E-446F31402874}" dt="2019-10-13T10:45:47.937" v="251"/>
          <ac:spMkLst>
            <pc:docMk/>
            <pc:sldMk cId="1015974110" sldId="515"/>
            <ac:spMk id="185" creationId="{A3D568C9-EBFA-4F43-8C86-482DD0EB8934}"/>
          </ac:spMkLst>
        </pc:spChg>
        <pc:spChg chg="add">
          <ac:chgData name="Cristian Chilipirea" userId="34ab170da5908fc4" providerId="LiveId" clId="{7840C37D-FDDB-4314-A31E-446F31402874}" dt="2019-10-13T10:45:47.937" v="251"/>
          <ac:spMkLst>
            <pc:docMk/>
            <pc:sldMk cId="1015974110" sldId="515"/>
            <ac:spMk id="186" creationId="{167C2148-09A2-4B7A-A9B3-E3FE6E7D80CF}"/>
          </ac:spMkLst>
        </pc:spChg>
        <pc:spChg chg="add">
          <ac:chgData name="Cristian Chilipirea" userId="34ab170da5908fc4" providerId="LiveId" clId="{7840C37D-FDDB-4314-A31E-446F31402874}" dt="2019-10-13T10:45:47.937" v="251"/>
          <ac:spMkLst>
            <pc:docMk/>
            <pc:sldMk cId="1015974110" sldId="515"/>
            <ac:spMk id="187" creationId="{17948068-F98E-46F2-B97E-0E25D78360D6}"/>
          </ac:spMkLst>
        </pc:spChg>
        <pc:cxnChg chg="add del">
          <ac:chgData name="Cristian Chilipirea" userId="34ab170da5908fc4" providerId="LiveId" clId="{7840C37D-FDDB-4314-A31E-446F31402874}" dt="2019-10-13T10:45:47.864" v="250"/>
          <ac:cxnSpMkLst>
            <pc:docMk/>
            <pc:sldMk cId="1015974110" sldId="515"/>
            <ac:cxnSpMk id="8" creationId="{64C345DF-4F68-473F-9ACD-A3EE74D83711}"/>
          </ac:cxnSpMkLst>
        </pc:cxnChg>
        <pc:cxnChg chg="add del">
          <ac:chgData name="Cristian Chilipirea" userId="34ab170da5908fc4" providerId="LiveId" clId="{7840C37D-FDDB-4314-A31E-446F31402874}" dt="2019-10-13T10:45:47.864" v="250"/>
          <ac:cxnSpMkLst>
            <pc:docMk/>
            <pc:sldMk cId="1015974110" sldId="515"/>
            <ac:cxnSpMk id="9" creationId="{E0386B06-516D-4E15-AAAF-6C77D0EEFD41}"/>
          </ac:cxnSpMkLst>
        </pc:cxnChg>
        <pc:cxnChg chg="add del">
          <ac:chgData name="Cristian Chilipirea" userId="34ab170da5908fc4" providerId="LiveId" clId="{7840C37D-FDDB-4314-A31E-446F31402874}" dt="2019-10-13T10:45:47.864" v="250"/>
          <ac:cxnSpMkLst>
            <pc:docMk/>
            <pc:sldMk cId="1015974110" sldId="515"/>
            <ac:cxnSpMk id="10" creationId="{233D2151-B692-47CD-92CA-DA2735EE2328}"/>
          </ac:cxnSpMkLst>
        </pc:cxnChg>
        <pc:cxnChg chg="add del">
          <ac:chgData name="Cristian Chilipirea" userId="34ab170da5908fc4" providerId="LiveId" clId="{7840C37D-FDDB-4314-A31E-446F31402874}" dt="2019-10-13T10:45:47.864" v="250"/>
          <ac:cxnSpMkLst>
            <pc:docMk/>
            <pc:sldMk cId="1015974110" sldId="515"/>
            <ac:cxnSpMk id="11" creationId="{CF1271E7-A24A-4C2E-9C4C-33C5C251F3DC}"/>
          </ac:cxnSpMkLst>
        </pc:cxnChg>
        <pc:cxnChg chg="add del">
          <ac:chgData name="Cristian Chilipirea" userId="34ab170da5908fc4" providerId="LiveId" clId="{7840C37D-FDDB-4314-A31E-446F31402874}" dt="2019-10-13T10:45:47.864" v="250"/>
          <ac:cxnSpMkLst>
            <pc:docMk/>
            <pc:sldMk cId="1015974110" sldId="515"/>
            <ac:cxnSpMk id="12" creationId="{4FE07048-7CF2-4672-A785-DFD610A2A775}"/>
          </ac:cxnSpMkLst>
        </pc:cxnChg>
        <pc:cxnChg chg="add">
          <ac:chgData name="Cristian Chilipirea" userId="34ab170da5908fc4" providerId="LiveId" clId="{7840C37D-FDDB-4314-A31E-446F31402874}" dt="2019-10-13T10:45:47.937" v="251"/>
          <ac:cxnSpMkLst>
            <pc:docMk/>
            <pc:sldMk cId="1015974110" sldId="515"/>
            <ac:cxnSpMk id="100" creationId="{E21FD318-FBD7-4D4C-A2BF-F775278374AC}"/>
          </ac:cxnSpMkLst>
        </pc:cxnChg>
        <pc:cxnChg chg="add">
          <ac:chgData name="Cristian Chilipirea" userId="34ab170da5908fc4" providerId="LiveId" clId="{7840C37D-FDDB-4314-A31E-446F31402874}" dt="2019-10-13T10:45:47.937" v="251"/>
          <ac:cxnSpMkLst>
            <pc:docMk/>
            <pc:sldMk cId="1015974110" sldId="515"/>
            <ac:cxnSpMk id="101" creationId="{1751CCA6-8EF8-4EE8-8E92-25206B40716C}"/>
          </ac:cxnSpMkLst>
        </pc:cxnChg>
        <pc:cxnChg chg="add">
          <ac:chgData name="Cristian Chilipirea" userId="34ab170da5908fc4" providerId="LiveId" clId="{7840C37D-FDDB-4314-A31E-446F31402874}" dt="2019-10-13T10:45:47.937" v="251"/>
          <ac:cxnSpMkLst>
            <pc:docMk/>
            <pc:sldMk cId="1015974110" sldId="515"/>
            <ac:cxnSpMk id="102" creationId="{76DDBDF3-0E1F-4A22-AB49-215EAAA22714}"/>
          </ac:cxnSpMkLst>
        </pc:cxnChg>
        <pc:cxnChg chg="add">
          <ac:chgData name="Cristian Chilipirea" userId="34ab170da5908fc4" providerId="LiveId" clId="{7840C37D-FDDB-4314-A31E-446F31402874}" dt="2019-10-13T10:45:47.937" v="251"/>
          <ac:cxnSpMkLst>
            <pc:docMk/>
            <pc:sldMk cId="1015974110" sldId="515"/>
            <ac:cxnSpMk id="103" creationId="{6AABFFC5-A53E-4BEB-B915-C06318453030}"/>
          </ac:cxnSpMkLst>
        </pc:cxnChg>
        <pc:cxnChg chg="add">
          <ac:chgData name="Cristian Chilipirea" userId="34ab170da5908fc4" providerId="LiveId" clId="{7840C37D-FDDB-4314-A31E-446F31402874}" dt="2019-10-13T10:45:47.937" v="251"/>
          <ac:cxnSpMkLst>
            <pc:docMk/>
            <pc:sldMk cId="1015974110" sldId="515"/>
            <ac:cxnSpMk id="104" creationId="{A458F159-5964-4B1C-9E8D-51937FB42F27}"/>
          </ac:cxnSpMkLst>
        </pc:cxnChg>
      </pc:sldChg>
      <pc:sldChg chg="addSp delSp modSp add">
        <pc:chgData name="Cristian Chilipirea" userId="34ab170da5908fc4" providerId="LiveId" clId="{7840C37D-FDDB-4314-A31E-446F31402874}" dt="2019-10-13T10:46:03.271" v="258" actId="1076"/>
        <pc:sldMkLst>
          <pc:docMk/>
          <pc:sldMk cId="4167688615" sldId="516"/>
        </pc:sldMkLst>
        <pc:spChg chg="mod">
          <ac:chgData name="Cristian Chilipirea" userId="34ab170da5908fc4" providerId="LiveId" clId="{7840C37D-FDDB-4314-A31E-446F31402874}" dt="2019-10-13T10:45:54.620" v="253"/>
          <ac:spMkLst>
            <pc:docMk/>
            <pc:sldMk cId="4167688615" sldId="516"/>
            <ac:spMk id="2" creationId="{B7520186-E215-429F-A1F4-4F20457FCC09}"/>
          </ac:spMkLst>
        </pc:spChg>
        <pc:spChg chg="del">
          <ac:chgData name="Cristian Chilipirea" userId="34ab170da5908fc4" providerId="LiveId" clId="{7840C37D-FDDB-4314-A31E-446F31402874}" dt="2019-10-13T10:45:56.126" v="254" actId="478"/>
          <ac:spMkLst>
            <pc:docMk/>
            <pc:sldMk cId="4167688615" sldId="516"/>
            <ac:spMk id="3" creationId="{DE40BBD8-A0FC-420C-8B18-2B5432F30D80}"/>
          </ac:spMkLst>
        </pc:spChg>
        <pc:spChg chg="add del">
          <ac:chgData name="Cristian Chilipirea" userId="34ab170da5908fc4" providerId="LiveId" clId="{7840C37D-FDDB-4314-A31E-446F31402874}" dt="2019-10-13T10:46:00.836" v="256"/>
          <ac:spMkLst>
            <pc:docMk/>
            <pc:sldMk cId="4167688615" sldId="516"/>
            <ac:spMk id="4" creationId="{9EE56A15-5147-42F2-8637-3B63648EE708}"/>
          </ac:spMkLst>
        </pc:spChg>
        <pc:spChg chg="add mod">
          <ac:chgData name="Cristian Chilipirea" userId="34ab170da5908fc4" providerId="LiveId" clId="{7840C37D-FDDB-4314-A31E-446F31402874}" dt="2019-10-13T10:46:03.271" v="258" actId="1076"/>
          <ac:spMkLst>
            <pc:docMk/>
            <pc:sldMk cId="4167688615" sldId="516"/>
            <ac:spMk id="5" creationId="{AE6E2C02-C13C-4063-B042-56AA325B3056}"/>
          </ac:spMkLst>
        </pc:spChg>
      </pc:sldChg>
      <pc:sldChg chg="addSp delSp modSp add modAnim">
        <pc:chgData name="Cristian Chilipirea" userId="34ab170da5908fc4" providerId="LiveId" clId="{7840C37D-FDDB-4314-A31E-446F31402874}" dt="2019-10-13T10:46:29.326" v="274"/>
        <pc:sldMkLst>
          <pc:docMk/>
          <pc:sldMk cId="3257197160" sldId="517"/>
        </pc:sldMkLst>
        <pc:spChg chg="del">
          <ac:chgData name="Cristian Chilipirea" userId="34ab170da5908fc4" providerId="LiveId" clId="{7840C37D-FDDB-4314-A31E-446F31402874}" dt="2019-10-13T10:46:13.466" v="261" actId="478"/>
          <ac:spMkLst>
            <pc:docMk/>
            <pc:sldMk cId="3257197160" sldId="517"/>
            <ac:spMk id="2" creationId="{53B039A8-0972-452D-8179-CEC395A75DF1}"/>
          </ac:spMkLst>
        </pc:spChg>
        <pc:spChg chg="del">
          <ac:chgData name="Cristian Chilipirea" userId="34ab170da5908fc4" providerId="LiveId" clId="{7840C37D-FDDB-4314-A31E-446F31402874}" dt="2019-10-13T10:46:11.234" v="260" actId="478"/>
          <ac:spMkLst>
            <pc:docMk/>
            <pc:sldMk cId="3257197160" sldId="517"/>
            <ac:spMk id="3" creationId="{5B160A1A-4FBA-4882-B3BA-5DCE18541308}"/>
          </ac:spMkLst>
        </pc:spChg>
        <pc:spChg chg="add del mod">
          <ac:chgData name="Cristian Chilipirea" userId="34ab170da5908fc4" providerId="LiveId" clId="{7840C37D-FDDB-4314-A31E-446F31402874}" dt="2019-10-13T10:46:17.259" v="265"/>
          <ac:spMkLst>
            <pc:docMk/>
            <pc:sldMk cId="3257197160" sldId="517"/>
            <ac:spMk id="4" creationId="{23020F10-0F93-4880-A7D6-FDDF06BA4F3B}"/>
          </ac:spMkLst>
        </pc:spChg>
        <pc:spChg chg="add del">
          <ac:chgData name="Cristian Chilipirea" userId="34ab170da5908fc4" providerId="LiveId" clId="{7840C37D-FDDB-4314-A31E-446F31402874}" dt="2019-10-13T10:46:18.662" v="267"/>
          <ac:spMkLst>
            <pc:docMk/>
            <pc:sldMk cId="3257197160" sldId="517"/>
            <ac:spMk id="5" creationId="{2F3505C6-A4CC-46BD-B24A-032ED95F6A2B}"/>
          </ac:spMkLst>
        </pc:spChg>
        <pc:spChg chg="add mod">
          <ac:chgData name="Cristian Chilipirea" userId="34ab170da5908fc4" providerId="LiveId" clId="{7840C37D-FDDB-4314-A31E-446F31402874}" dt="2019-10-13T10:46:20.539" v="269" actId="1076"/>
          <ac:spMkLst>
            <pc:docMk/>
            <pc:sldMk cId="3257197160" sldId="517"/>
            <ac:spMk id="6" creationId="{0CA028E1-F57E-4368-B6A4-20CD1412F84B}"/>
          </ac:spMkLst>
        </pc:spChg>
        <pc:spChg chg="add del">
          <ac:chgData name="Cristian Chilipirea" userId="34ab170da5908fc4" providerId="LiveId" clId="{7840C37D-FDDB-4314-A31E-446F31402874}" dt="2019-10-13T10:46:29.320" v="273"/>
          <ac:spMkLst>
            <pc:docMk/>
            <pc:sldMk cId="3257197160" sldId="517"/>
            <ac:spMk id="7" creationId="{483E6145-2423-488A-89FE-D13244C9C2ED}"/>
          </ac:spMkLst>
        </pc:spChg>
        <pc:spChg chg="add">
          <ac:chgData name="Cristian Chilipirea" userId="34ab170da5908fc4" providerId="LiveId" clId="{7840C37D-FDDB-4314-A31E-446F31402874}" dt="2019-10-13T10:46:29.326" v="274"/>
          <ac:spMkLst>
            <pc:docMk/>
            <pc:sldMk cId="3257197160" sldId="517"/>
            <ac:spMk id="8" creationId="{277727DA-9F03-47C1-908A-569F1ED53321}"/>
          </ac:spMkLst>
        </pc:spChg>
      </pc:sldChg>
      <pc:sldChg chg="addSp delSp add modAnim">
        <pc:chgData name="Cristian Chilipirea" userId="34ab170da5908fc4" providerId="LiveId" clId="{7840C37D-FDDB-4314-A31E-446F31402874}" dt="2019-10-13T10:46:43.512" v="282"/>
        <pc:sldMkLst>
          <pc:docMk/>
          <pc:sldMk cId="1191600613" sldId="518"/>
        </pc:sldMkLst>
        <pc:spChg chg="del">
          <ac:chgData name="Cristian Chilipirea" userId="34ab170da5908fc4" providerId="LiveId" clId="{7840C37D-FDDB-4314-A31E-446F31402874}" dt="2019-10-13T10:46:39.986" v="276" actId="478"/>
          <ac:spMkLst>
            <pc:docMk/>
            <pc:sldMk cId="1191600613" sldId="518"/>
            <ac:spMk id="2" creationId="{3E0B13C1-D9C9-4E7E-AD98-594778D2A701}"/>
          </ac:spMkLst>
        </pc:spChg>
        <pc:spChg chg="del">
          <ac:chgData name="Cristian Chilipirea" userId="34ab170da5908fc4" providerId="LiveId" clId="{7840C37D-FDDB-4314-A31E-446F31402874}" dt="2019-10-13T10:46:40.682" v="277" actId="478"/>
          <ac:spMkLst>
            <pc:docMk/>
            <pc:sldMk cId="1191600613" sldId="518"/>
            <ac:spMk id="3" creationId="{96D7EA24-2BE2-4DAE-BAEF-9E4CD2290E11}"/>
          </ac:spMkLst>
        </pc:spChg>
        <pc:spChg chg="add del">
          <ac:chgData name="Cristian Chilipirea" userId="34ab170da5908fc4" providerId="LiveId" clId="{7840C37D-FDDB-4314-A31E-446F31402874}" dt="2019-10-13T10:46:43.492" v="281"/>
          <ac:spMkLst>
            <pc:docMk/>
            <pc:sldMk cId="1191600613" sldId="518"/>
            <ac:spMk id="4" creationId="{773475EC-0C4F-4852-A7D2-8F8243A4A67B}"/>
          </ac:spMkLst>
        </pc:spChg>
        <pc:spChg chg="add del">
          <ac:chgData name="Cristian Chilipirea" userId="34ab170da5908fc4" providerId="LiveId" clId="{7840C37D-FDDB-4314-A31E-446F31402874}" dt="2019-10-13T10:46:43.492" v="281"/>
          <ac:spMkLst>
            <pc:docMk/>
            <pc:sldMk cId="1191600613" sldId="518"/>
            <ac:spMk id="5" creationId="{4476C491-9E19-4E2D-9626-8F9BCA892FE9}"/>
          </ac:spMkLst>
        </pc:spChg>
        <pc:spChg chg="add del">
          <ac:chgData name="Cristian Chilipirea" userId="34ab170da5908fc4" providerId="LiveId" clId="{7840C37D-FDDB-4314-A31E-446F31402874}" dt="2019-10-13T10:46:43.492" v="281"/>
          <ac:spMkLst>
            <pc:docMk/>
            <pc:sldMk cId="1191600613" sldId="518"/>
            <ac:spMk id="6" creationId="{7ED258DA-F622-460F-A7C1-EEE76A3E0327}"/>
          </ac:spMkLst>
        </pc:spChg>
        <pc:spChg chg="add">
          <ac:chgData name="Cristian Chilipirea" userId="34ab170da5908fc4" providerId="LiveId" clId="{7840C37D-FDDB-4314-A31E-446F31402874}" dt="2019-10-13T10:46:43.512" v="282"/>
          <ac:spMkLst>
            <pc:docMk/>
            <pc:sldMk cId="1191600613" sldId="518"/>
            <ac:spMk id="10" creationId="{FCF0FAC6-5521-4AE9-9D6F-8FF4EDAED27A}"/>
          </ac:spMkLst>
        </pc:spChg>
        <pc:spChg chg="add">
          <ac:chgData name="Cristian Chilipirea" userId="34ab170da5908fc4" providerId="LiveId" clId="{7840C37D-FDDB-4314-A31E-446F31402874}" dt="2019-10-13T10:46:43.512" v="282"/>
          <ac:spMkLst>
            <pc:docMk/>
            <pc:sldMk cId="1191600613" sldId="518"/>
            <ac:spMk id="11" creationId="{1515574B-5138-409F-B171-250A3FF4549E}"/>
          </ac:spMkLst>
        </pc:spChg>
        <pc:spChg chg="add">
          <ac:chgData name="Cristian Chilipirea" userId="34ab170da5908fc4" providerId="LiveId" clId="{7840C37D-FDDB-4314-A31E-446F31402874}" dt="2019-10-13T10:46:43.512" v="282"/>
          <ac:spMkLst>
            <pc:docMk/>
            <pc:sldMk cId="1191600613" sldId="518"/>
            <ac:spMk id="12" creationId="{403AFF73-C977-4CAE-BD77-62A100B472C2}"/>
          </ac:spMkLst>
        </pc:spChg>
        <pc:grpChg chg="add del">
          <ac:chgData name="Cristian Chilipirea" userId="34ab170da5908fc4" providerId="LiveId" clId="{7840C37D-FDDB-4314-A31E-446F31402874}" dt="2019-10-13T10:46:43.492" v="281"/>
          <ac:grpSpMkLst>
            <pc:docMk/>
            <pc:sldMk cId="1191600613" sldId="518"/>
            <ac:grpSpMk id="7" creationId="{D28B9DC8-D547-4E04-A2F0-C0159B7B1044}"/>
          </ac:grpSpMkLst>
        </pc:grpChg>
        <pc:grpChg chg="add">
          <ac:chgData name="Cristian Chilipirea" userId="34ab170da5908fc4" providerId="LiveId" clId="{7840C37D-FDDB-4314-A31E-446F31402874}" dt="2019-10-13T10:46:43.512" v="282"/>
          <ac:grpSpMkLst>
            <pc:docMk/>
            <pc:sldMk cId="1191600613" sldId="518"/>
            <ac:grpSpMk id="13" creationId="{08348313-DE1B-449D-89A6-2BE6C67EB969}"/>
          </ac:grpSpMkLst>
        </pc:grpChg>
      </pc:sldChg>
      <pc:sldChg chg="addSp delSp add modAnim">
        <pc:chgData name="Cristian Chilipirea" userId="34ab170da5908fc4" providerId="LiveId" clId="{7840C37D-FDDB-4314-A31E-446F31402874}" dt="2019-10-13T10:47:00.658" v="288" actId="478"/>
        <pc:sldMkLst>
          <pc:docMk/>
          <pc:sldMk cId="1838014484" sldId="519"/>
        </pc:sldMkLst>
        <pc:spChg chg="del">
          <ac:chgData name="Cristian Chilipirea" userId="34ab170da5908fc4" providerId="LiveId" clId="{7840C37D-FDDB-4314-A31E-446F31402874}" dt="2019-10-13T10:47:00.658" v="288" actId="478"/>
          <ac:spMkLst>
            <pc:docMk/>
            <pc:sldMk cId="1838014484" sldId="519"/>
            <ac:spMk id="2" creationId="{94A634FD-3F04-4ACF-8D14-EFAE0E651979}"/>
          </ac:spMkLst>
        </pc:spChg>
        <pc:spChg chg="del">
          <ac:chgData name="Cristian Chilipirea" userId="34ab170da5908fc4" providerId="LiveId" clId="{7840C37D-FDDB-4314-A31E-446F31402874}" dt="2019-10-13T10:46:56.134" v="284" actId="478"/>
          <ac:spMkLst>
            <pc:docMk/>
            <pc:sldMk cId="1838014484" sldId="519"/>
            <ac:spMk id="3" creationId="{0EABDDDC-CF86-4541-9CED-AD906AC3EE12}"/>
          </ac:spMkLst>
        </pc:spChg>
        <pc:spChg chg="add del">
          <ac:chgData name="Cristian Chilipirea" userId="34ab170da5908fc4" providerId="LiveId" clId="{7840C37D-FDDB-4314-A31E-446F31402874}" dt="2019-10-13T10:46:58.201" v="286"/>
          <ac:spMkLst>
            <pc:docMk/>
            <pc:sldMk cId="1838014484" sldId="519"/>
            <ac:spMk id="6" creationId="{63E4D3A2-B33C-4222-A762-A40145C4B676}"/>
          </ac:spMkLst>
        </pc:spChg>
        <pc:spChg chg="add">
          <ac:chgData name="Cristian Chilipirea" userId="34ab170da5908fc4" providerId="LiveId" clId="{7840C37D-FDDB-4314-A31E-446F31402874}" dt="2019-10-13T10:46:58.214" v="287"/>
          <ac:spMkLst>
            <pc:docMk/>
            <pc:sldMk cId="1838014484" sldId="519"/>
            <ac:spMk id="7" creationId="{B997D82C-5ABF-4DE5-B4C3-2B05F4D4C6A8}"/>
          </ac:spMkLst>
        </pc:spChg>
      </pc:sldChg>
      <pc:sldChg chg="addSp delSp modSp add modAnim">
        <pc:chgData name="Cristian Chilipirea" userId="34ab170da5908fc4" providerId="LiveId" clId="{7840C37D-FDDB-4314-A31E-446F31402874}" dt="2019-10-13T10:47:16.435" v="295" actId="1076"/>
        <pc:sldMkLst>
          <pc:docMk/>
          <pc:sldMk cId="3412537942" sldId="520"/>
        </pc:sldMkLst>
        <pc:spChg chg="mod">
          <ac:chgData name="Cristian Chilipirea" userId="34ab170da5908fc4" providerId="LiveId" clId="{7840C37D-FDDB-4314-A31E-446F31402874}" dt="2019-10-13T10:47:07.922" v="290"/>
          <ac:spMkLst>
            <pc:docMk/>
            <pc:sldMk cId="3412537942" sldId="520"/>
            <ac:spMk id="2" creationId="{5FF57556-4FE8-43C6-949F-E057485AC03D}"/>
          </ac:spMkLst>
        </pc:spChg>
        <pc:spChg chg="del">
          <ac:chgData name="Cristian Chilipirea" userId="34ab170da5908fc4" providerId="LiveId" clId="{7840C37D-FDDB-4314-A31E-446F31402874}" dt="2019-10-13T10:47:09.434" v="291" actId="478"/>
          <ac:spMkLst>
            <pc:docMk/>
            <pc:sldMk cId="3412537942" sldId="520"/>
            <ac:spMk id="3" creationId="{AAD8B5E8-5891-463A-BFF2-A8C80F691426}"/>
          </ac:spMkLst>
        </pc:spChg>
        <pc:spChg chg="add del">
          <ac:chgData name="Cristian Chilipirea" userId="34ab170da5908fc4" providerId="LiveId" clId="{7840C37D-FDDB-4314-A31E-446F31402874}" dt="2019-10-13T10:47:14.518" v="293"/>
          <ac:spMkLst>
            <pc:docMk/>
            <pc:sldMk cId="3412537942" sldId="520"/>
            <ac:spMk id="4" creationId="{467C8562-A571-47D6-9B58-6BA688620E82}"/>
          </ac:spMkLst>
        </pc:spChg>
        <pc:spChg chg="add mod">
          <ac:chgData name="Cristian Chilipirea" userId="34ab170da5908fc4" providerId="LiveId" clId="{7840C37D-FDDB-4314-A31E-446F31402874}" dt="2019-10-13T10:47:16.435" v="295" actId="1076"/>
          <ac:spMkLst>
            <pc:docMk/>
            <pc:sldMk cId="3412537942" sldId="520"/>
            <ac:spMk id="5" creationId="{9620AF28-DD20-4946-9FBB-7786B269E950}"/>
          </ac:spMkLst>
        </pc:spChg>
      </pc:sldChg>
      <pc:sldChg chg="addSp delSp modSp add modAnim">
        <pc:chgData name="Cristian Chilipirea" userId="34ab170da5908fc4" providerId="LiveId" clId="{7840C37D-FDDB-4314-A31E-446F31402874}" dt="2019-10-13T10:47:28.534" v="301"/>
        <pc:sldMkLst>
          <pc:docMk/>
          <pc:sldMk cId="4136712767" sldId="521"/>
        </pc:sldMkLst>
        <pc:spChg chg="mod">
          <ac:chgData name="Cristian Chilipirea" userId="34ab170da5908fc4" providerId="LiveId" clId="{7840C37D-FDDB-4314-A31E-446F31402874}" dt="2019-10-13T10:47:21.643" v="297"/>
          <ac:spMkLst>
            <pc:docMk/>
            <pc:sldMk cId="4136712767" sldId="521"/>
            <ac:spMk id="2" creationId="{C4F284B7-62E8-4015-9E14-2E64A37D4121}"/>
          </ac:spMkLst>
        </pc:spChg>
        <pc:spChg chg="del">
          <ac:chgData name="Cristian Chilipirea" userId="34ab170da5908fc4" providerId="LiveId" clId="{7840C37D-FDDB-4314-A31E-446F31402874}" dt="2019-10-13T10:47:23.546" v="298" actId="478"/>
          <ac:spMkLst>
            <pc:docMk/>
            <pc:sldMk cId="4136712767" sldId="521"/>
            <ac:spMk id="3" creationId="{98ED1C3D-557B-4A20-B580-7B4FF8409D2E}"/>
          </ac:spMkLst>
        </pc:spChg>
        <pc:spChg chg="add del">
          <ac:chgData name="Cristian Chilipirea" userId="34ab170da5908fc4" providerId="LiveId" clId="{7840C37D-FDDB-4314-A31E-446F31402874}" dt="2019-10-13T10:47:28.494" v="300"/>
          <ac:spMkLst>
            <pc:docMk/>
            <pc:sldMk cId="4136712767" sldId="521"/>
            <ac:spMk id="4" creationId="{FDD7B8A2-37D0-48CF-AFB6-80CB66138DD0}"/>
          </ac:spMkLst>
        </pc:spChg>
        <pc:spChg chg="add del">
          <ac:chgData name="Cristian Chilipirea" userId="34ab170da5908fc4" providerId="LiveId" clId="{7840C37D-FDDB-4314-A31E-446F31402874}" dt="2019-10-13T10:47:28.494" v="300"/>
          <ac:spMkLst>
            <pc:docMk/>
            <pc:sldMk cId="4136712767" sldId="521"/>
            <ac:spMk id="5" creationId="{4F0D8DE1-2274-4D2F-A481-023A3B8F1BC9}"/>
          </ac:spMkLst>
        </pc:spChg>
        <pc:spChg chg="add del">
          <ac:chgData name="Cristian Chilipirea" userId="34ab170da5908fc4" providerId="LiveId" clId="{7840C37D-FDDB-4314-A31E-446F31402874}" dt="2019-10-13T10:47:28.494" v="300"/>
          <ac:spMkLst>
            <pc:docMk/>
            <pc:sldMk cId="4136712767" sldId="521"/>
            <ac:spMk id="6" creationId="{DC113957-E1BF-4393-A4D3-1EB5F72A3057}"/>
          </ac:spMkLst>
        </pc:spChg>
        <pc:spChg chg="add del">
          <ac:chgData name="Cristian Chilipirea" userId="34ab170da5908fc4" providerId="LiveId" clId="{7840C37D-FDDB-4314-A31E-446F31402874}" dt="2019-10-13T10:47:28.494" v="300"/>
          <ac:spMkLst>
            <pc:docMk/>
            <pc:sldMk cId="4136712767" sldId="521"/>
            <ac:spMk id="7" creationId="{0DF6DF29-74FB-4616-B8CB-6668111598D9}"/>
          </ac:spMkLst>
        </pc:spChg>
        <pc:spChg chg="add del">
          <ac:chgData name="Cristian Chilipirea" userId="34ab170da5908fc4" providerId="LiveId" clId="{7840C37D-FDDB-4314-A31E-446F31402874}" dt="2019-10-13T10:47:28.494" v="300"/>
          <ac:spMkLst>
            <pc:docMk/>
            <pc:sldMk cId="4136712767" sldId="521"/>
            <ac:spMk id="14" creationId="{3F4CD53B-364B-4E7F-A5B5-62ACF89ABDE8}"/>
          </ac:spMkLst>
        </pc:spChg>
        <pc:spChg chg="add del">
          <ac:chgData name="Cristian Chilipirea" userId="34ab170da5908fc4" providerId="LiveId" clId="{7840C37D-FDDB-4314-A31E-446F31402874}" dt="2019-10-13T10:47:28.494" v="300"/>
          <ac:spMkLst>
            <pc:docMk/>
            <pc:sldMk cId="4136712767" sldId="521"/>
            <ac:spMk id="15" creationId="{E79FE035-5B66-4479-9512-C49D6929639C}"/>
          </ac:spMkLst>
        </pc:spChg>
        <pc:spChg chg="add del">
          <ac:chgData name="Cristian Chilipirea" userId="34ab170da5908fc4" providerId="LiveId" clId="{7840C37D-FDDB-4314-A31E-446F31402874}" dt="2019-10-13T10:47:28.494" v="300"/>
          <ac:spMkLst>
            <pc:docMk/>
            <pc:sldMk cId="4136712767" sldId="521"/>
            <ac:spMk id="16" creationId="{CC39A536-3A7F-4E0B-A5FF-9F7EFA07A920}"/>
          </ac:spMkLst>
        </pc:spChg>
        <pc:spChg chg="add del">
          <ac:chgData name="Cristian Chilipirea" userId="34ab170da5908fc4" providerId="LiveId" clId="{7840C37D-FDDB-4314-A31E-446F31402874}" dt="2019-10-13T10:47:28.494" v="300"/>
          <ac:spMkLst>
            <pc:docMk/>
            <pc:sldMk cId="4136712767" sldId="521"/>
            <ac:spMk id="17" creationId="{ABAAEFCA-42E4-4C96-B492-68012664A6A1}"/>
          </ac:spMkLst>
        </pc:spChg>
        <pc:spChg chg="add del">
          <ac:chgData name="Cristian Chilipirea" userId="34ab170da5908fc4" providerId="LiveId" clId="{7840C37D-FDDB-4314-A31E-446F31402874}" dt="2019-10-13T10:47:28.494" v="300"/>
          <ac:spMkLst>
            <pc:docMk/>
            <pc:sldMk cId="4136712767" sldId="521"/>
            <ac:spMk id="18" creationId="{B2290E3A-582F-4E39-98BD-C4FC7C28377F}"/>
          </ac:spMkLst>
        </pc:spChg>
        <pc:spChg chg="add del">
          <ac:chgData name="Cristian Chilipirea" userId="34ab170da5908fc4" providerId="LiveId" clId="{7840C37D-FDDB-4314-A31E-446F31402874}" dt="2019-10-13T10:47:28.494" v="300"/>
          <ac:spMkLst>
            <pc:docMk/>
            <pc:sldMk cId="4136712767" sldId="521"/>
            <ac:spMk id="19" creationId="{957D02A1-5C4B-44B1-A172-FE448896C7B0}"/>
          </ac:spMkLst>
        </pc:spChg>
        <pc:spChg chg="add del">
          <ac:chgData name="Cristian Chilipirea" userId="34ab170da5908fc4" providerId="LiveId" clId="{7840C37D-FDDB-4314-A31E-446F31402874}" dt="2019-10-13T10:47:28.494" v="300"/>
          <ac:spMkLst>
            <pc:docMk/>
            <pc:sldMk cId="4136712767" sldId="521"/>
            <ac:spMk id="20" creationId="{F6889D18-9204-477D-9BEF-DB0F932EB3F2}"/>
          </ac:spMkLst>
        </pc:spChg>
        <pc:spChg chg="add del">
          <ac:chgData name="Cristian Chilipirea" userId="34ab170da5908fc4" providerId="LiveId" clId="{7840C37D-FDDB-4314-A31E-446F31402874}" dt="2019-10-13T10:47:28.494" v="300"/>
          <ac:spMkLst>
            <pc:docMk/>
            <pc:sldMk cId="4136712767" sldId="521"/>
            <ac:spMk id="21" creationId="{49D706F8-3731-4D33-86C9-48B9CE9520F4}"/>
          </ac:spMkLst>
        </pc:spChg>
        <pc:spChg chg="add del">
          <ac:chgData name="Cristian Chilipirea" userId="34ab170da5908fc4" providerId="LiveId" clId="{7840C37D-FDDB-4314-A31E-446F31402874}" dt="2019-10-13T10:47:28.494" v="300"/>
          <ac:spMkLst>
            <pc:docMk/>
            <pc:sldMk cId="4136712767" sldId="521"/>
            <ac:spMk id="22" creationId="{CD2F0BB5-EE2D-463E-A2E7-2913663ED5B6}"/>
          </ac:spMkLst>
        </pc:spChg>
        <pc:spChg chg="add del">
          <ac:chgData name="Cristian Chilipirea" userId="34ab170da5908fc4" providerId="LiveId" clId="{7840C37D-FDDB-4314-A31E-446F31402874}" dt="2019-10-13T10:47:28.494" v="300"/>
          <ac:spMkLst>
            <pc:docMk/>
            <pc:sldMk cId="4136712767" sldId="521"/>
            <ac:spMk id="23" creationId="{19E081F4-9F46-49BE-A240-4E05A52149BB}"/>
          </ac:spMkLst>
        </pc:spChg>
        <pc:spChg chg="add del">
          <ac:chgData name="Cristian Chilipirea" userId="34ab170da5908fc4" providerId="LiveId" clId="{7840C37D-FDDB-4314-A31E-446F31402874}" dt="2019-10-13T10:47:28.494" v="300"/>
          <ac:spMkLst>
            <pc:docMk/>
            <pc:sldMk cId="4136712767" sldId="521"/>
            <ac:spMk id="24" creationId="{5D7C137A-1A40-4E92-8B9D-B1E01D7A4D76}"/>
          </ac:spMkLst>
        </pc:spChg>
        <pc:spChg chg="add del">
          <ac:chgData name="Cristian Chilipirea" userId="34ab170da5908fc4" providerId="LiveId" clId="{7840C37D-FDDB-4314-A31E-446F31402874}" dt="2019-10-13T10:47:28.494" v="300"/>
          <ac:spMkLst>
            <pc:docMk/>
            <pc:sldMk cId="4136712767" sldId="521"/>
            <ac:spMk id="25" creationId="{49341CB4-EE1B-48E3-A4E6-1A0C68F53DB6}"/>
          </ac:spMkLst>
        </pc:spChg>
        <pc:spChg chg="add del">
          <ac:chgData name="Cristian Chilipirea" userId="34ab170da5908fc4" providerId="LiveId" clId="{7840C37D-FDDB-4314-A31E-446F31402874}" dt="2019-10-13T10:47:28.494" v="300"/>
          <ac:spMkLst>
            <pc:docMk/>
            <pc:sldMk cId="4136712767" sldId="521"/>
            <ac:spMk id="26" creationId="{026DAB82-6162-426B-89CD-B9DF942FADB8}"/>
          </ac:spMkLst>
        </pc:spChg>
        <pc:spChg chg="add del">
          <ac:chgData name="Cristian Chilipirea" userId="34ab170da5908fc4" providerId="LiveId" clId="{7840C37D-FDDB-4314-A31E-446F31402874}" dt="2019-10-13T10:47:28.494" v="300"/>
          <ac:spMkLst>
            <pc:docMk/>
            <pc:sldMk cId="4136712767" sldId="521"/>
            <ac:spMk id="27" creationId="{D316216D-E0E9-4EF8-8FA3-06D22CAF9A73}"/>
          </ac:spMkLst>
        </pc:spChg>
        <pc:spChg chg="add del">
          <ac:chgData name="Cristian Chilipirea" userId="34ab170da5908fc4" providerId="LiveId" clId="{7840C37D-FDDB-4314-A31E-446F31402874}" dt="2019-10-13T10:47:28.494" v="300"/>
          <ac:spMkLst>
            <pc:docMk/>
            <pc:sldMk cId="4136712767" sldId="521"/>
            <ac:spMk id="28" creationId="{356B67F2-0C2C-452C-B5A1-ED7A8C17557E}"/>
          </ac:spMkLst>
        </pc:spChg>
        <pc:spChg chg="add del">
          <ac:chgData name="Cristian Chilipirea" userId="34ab170da5908fc4" providerId="LiveId" clId="{7840C37D-FDDB-4314-A31E-446F31402874}" dt="2019-10-13T10:47:28.494" v="300"/>
          <ac:spMkLst>
            <pc:docMk/>
            <pc:sldMk cId="4136712767" sldId="521"/>
            <ac:spMk id="29" creationId="{09CA6E41-170A-4822-A6EB-702E2986263F}"/>
          </ac:spMkLst>
        </pc:spChg>
        <pc:spChg chg="add del">
          <ac:chgData name="Cristian Chilipirea" userId="34ab170da5908fc4" providerId="LiveId" clId="{7840C37D-FDDB-4314-A31E-446F31402874}" dt="2019-10-13T10:47:28.494" v="300"/>
          <ac:spMkLst>
            <pc:docMk/>
            <pc:sldMk cId="4136712767" sldId="521"/>
            <ac:spMk id="30" creationId="{DA876B95-DA47-46D3-82A5-679A68CBC5A1}"/>
          </ac:spMkLst>
        </pc:spChg>
        <pc:spChg chg="add del">
          <ac:chgData name="Cristian Chilipirea" userId="34ab170da5908fc4" providerId="LiveId" clId="{7840C37D-FDDB-4314-A31E-446F31402874}" dt="2019-10-13T10:47:28.494" v="300"/>
          <ac:spMkLst>
            <pc:docMk/>
            <pc:sldMk cId="4136712767" sldId="521"/>
            <ac:spMk id="31" creationId="{F4A18860-3894-4E87-9165-515EAE5F13CB}"/>
          </ac:spMkLst>
        </pc:spChg>
        <pc:spChg chg="add del">
          <ac:chgData name="Cristian Chilipirea" userId="34ab170da5908fc4" providerId="LiveId" clId="{7840C37D-FDDB-4314-A31E-446F31402874}" dt="2019-10-13T10:47:28.494" v="300"/>
          <ac:spMkLst>
            <pc:docMk/>
            <pc:sldMk cId="4136712767" sldId="521"/>
            <ac:spMk id="32" creationId="{BE906F0A-1EC2-4181-A098-8D9B53C0C1EA}"/>
          </ac:spMkLst>
        </pc:spChg>
        <pc:spChg chg="add del">
          <ac:chgData name="Cristian Chilipirea" userId="34ab170da5908fc4" providerId="LiveId" clId="{7840C37D-FDDB-4314-A31E-446F31402874}" dt="2019-10-13T10:47:28.494" v="300"/>
          <ac:spMkLst>
            <pc:docMk/>
            <pc:sldMk cId="4136712767" sldId="521"/>
            <ac:spMk id="33" creationId="{2ABFC1E8-102F-4AFB-9207-D96678D44717}"/>
          </ac:spMkLst>
        </pc:spChg>
        <pc:spChg chg="add del">
          <ac:chgData name="Cristian Chilipirea" userId="34ab170da5908fc4" providerId="LiveId" clId="{7840C37D-FDDB-4314-A31E-446F31402874}" dt="2019-10-13T10:47:28.494" v="300"/>
          <ac:spMkLst>
            <pc:docMk/>
            <pc:sldMk cId="4136712767" sldId="521"/>
            <ac:spMk id="34" creationId="{87BA0002-DE51-41CE-8136-B2243AD74926}"/>
          </ac:spMkLst>
        </pc:spChg>
        <pc:spChg chg="add del">
          <ac:chgData name="Cristian Chilipirea" userId="34ab170da5908fc4" providerId="LiveId" clId="{7840C37D-FDDB-4314-A31E-446F31402874}" dt="2019-10-13T10:47:28.494" v="300"/>
          <ac:spMkLst>
            <pc:docMk/>
            <pc:sldMk cId="4136712767" sldId="521"/>
            <ac:spMk id="35" creationId="{5BB3D601-593B-4A06-99A8-83B98A415B71}"/>
          </ac:spMkLst>
        </pc:spChg>
        <pc:spChg chg="add del">
          <ac:chgData name="Cristian Chilipirea" userId="34ab170da5908fc4" providerId="LiveId" clId="{7840C37D-FDDB-4314-A31E-446F31402874}" dt="2019-10-13T10:47:28.494" v="300"/>
          <ac:spMkLst>
            <pc:docMk/>
            <pc:sldMk cId="4136712767" sldId="521"/>
            <ac:spMk id="36" creationId="{3CEFF2FC-2EE7-4D07-801C-7FA4E8D3819F}"/>
          </ac:spMkLst>
        </pc:spChg>
        <pc:spChg chg="add del">
          <ac:chgData name="Cristian Chilipirea" userId="34ab170da5908fc4" providerId="LiveId" clId="{7840C37D-FDDB-4314-A31E-446F31402874}" dt="2019-10-13T10:47:28.494" v="300"/>
          <ac:spMkLst>
            <pc:docMk/>
            <pc:sldMk cId="4136712767" sldId="521"/>
            <ac:spMk id="37" creationId="{3031E64C-7119-46F5-8555-2628A39D9A45}"/>
          </ac:spMkLst>
        </pc:spChg>
        <pc:spChg chg="add del">
          <ac:chgData name="Cristian Chilipirea" userId="34ab170da5908fc4" providerId="LiveId" clId="{7840C37D-FDDB-4314-A31E-446F31402874}" dt="2019-10-13T10:47:28.494" v="300"/>
          <ac:spMkLst>
            <pc:docMk/>
            <pc:sldMk cId="4136712767" sldId="521"/>
            <ac:spMk id="38" creationId="{927CB411-4BC7-49D1-A515-BDFA23A0B846}"/>
          </ac:spMkLst>
        </pc:spChg>
        <pc:spChg chg="add del">
          <ac:chgData name="Cristian Chilipirea" userId="34ab170da5908fc4" providerId="LiveId" clId="{7840C37D-FDDB-4314-A31E-446F31402874}" dt="2019-10-13T10:47:28.494" v="300"/>
          <ac:spMkLst>
            <pc:docMk/>
            <pc:sldMk cId="4136712767" sldId="521"/>
            <ac:spMk id="39" creationId="{3E4ACF60-9971-4778-AB00-DA9B48703790}"/>
          </ac:spMkLst>
        </pc:spChg>
        <pc:spChg chg="add del">
          <ac:chgData name="Cristian Chilipirea" userId="34ab170da5908fc4" providerId="LiveId" clId="{7840C37D-FDDB-4314-A31E-446F31402874}" dt="2019-10-13T10:47:28.494" v="300"/>
          <ac:spMkLst>
            <pc:docMk/>
            <pc:sldMk cId="4136712767" sldId="521"/>
            <ac:spMk id="40" creationId="{3C5B98F9-23C0-4FCD-8BD3-3D1E7707933A}"/>
          </ac:spMkLst>
        </pc:spChg>
        <pc:spChg chg="add del">
          <ac:chgData name="Cristian Chilipirea" userId="34ab170da5908fc4" providerId="LiveId" clId="{7840C37D-FDDB-4314-A31E-446F31402874}" dt="2019-10-13T10:47:28.494" v="300"/>
          <ac:spMkLst>
            <pc:docMk/>
            <pc:sldMk cId="4136712767" sldId="521"/>
            <ac:spMk id="41" creationId="{9D20B7B0-8D05-4D1B-B7FE-9E552E70B7D2}"/>
          </ac:spMkLst>
        </pc:spChg>
        <pc:spChg chg="add del">
          <ac:chgData name="Cristian Chilipirea" userId="34ab170da5908fc4" providerId="LiveId" clId="{7840C37D-FDDB-4314-A31E-446F31402874}" dt="2019-10-13T10:47:28.494" v="300"/>
          <ac:spMkLst>
            <pc:docMk/>
            <pc:sldMk cId="4136712767" sldId="521"/>
            <ac:spMk id="42" creationId="{0D729C1B-575A-48B3-AFD8-1BE5B0B61526}"/>
          </ac:spMkLst>
        </pc:spChg>
        <pc:spChg chg="add del">
          <ac:chgData name="Cristian Chilipirea" userId="34ab170da5908fc4" providerId="LiveId" clId="{7840C37D-FDDB-4314-A31E-446F31402874}" dt="2019-10-13T10:47:28.494" v="300"/>
          <ac:spMkLst>
            <pc:docMk/>
            <pc:sldMk cId="4136712767" sldId="521"/>
            <ac:spMk id="43" creationId="{33364E48-36CD-4DC1-8388-98EE3A456BC8}"/>
          </ac:spMkLst>
        </pc:spChg>
        <pc:spChg chg="add del">
          <ac:chgData name="Cristian Chilipirea" userId="34ab170da5908fc4" providerId="LiveId" clId="{7840C37D-FDDB-4314-A31E-446F31402874}" dt="2019-10-13T10:47:28.494" v="300"/>
          <ac:spMkLst>
            <pc:docMk/>
            <pc:sldMk cId="4136712767" sldId="521"/>
            <ac:spMk id="44" creationId="{DB954D21-EDC8-4A8D-9F48-FB3518B44B8E}"/>
          </ac:spMkLst>
        </pc:spChg>
        <pc:spChg chg="add del">
          <ac:chgData name="Cristian Chilipirea" userId="34ab170da5908fc4" providerId="LiveId" clId="{7840C37D-FDDB-4314-A31E-446F31402874}" dt="2019-10-13T10:47:28.494" v="300"/>
          <ac:spMkLst>
            <pc:docMk/>
            <pc:sldMk cId="4136712767" sldId="521"/>
            <ac:spMk id="45" creationId="{7C668764-000D-4167-A902-0CB6AFA78205}"/>
          </ac:spMkLst>
        </pc:spChg>
        <pc:spChg chg="add del">
          <ac:chgData name="Cristian Chilipirea" userId="34ab170da5908fc4" providerId="LiveId" clId="{7840C37D-FDDB-4314-A31E-446F31402874}" dt="2019-10-13T10:47:28.494" v="300"/>
          <ac:spMkLst>
            <pc:docMk/>
            <pc:sldMk cId="4136712767" sldId="521"/>
            <ac:spMk id="46" creationId="{3E13B7DB-3F5E-42CE-93E7-D6EC412CD6DE}"/>
          </ac:spMkLst>
        </pc:spChg>
        <pc:spChg chg="add del">
          <ac:chgData name="Cristian Chilipirea" userId="34ab170da5908fc4" providerId="LiveId" clId="{7840C37D-FDDB-4314-A31E-446F31402874}" dt="2019-10-13T10:47:28.494" v="300"/>
          <ac:spMkLst>
            <pc:docMk/>
            <pc:sldMk cId="4136712767" sldId="521"/>
            <ac:spMk id="47" creationId="{7CAE5A84-362F-47DE-8EDD-63E71C5A33DC}"/>
          </ac:spMkLst>
        </pc:spChg>
        <pc:spChg chg="add del">
          <ac:chgData name="Cristian Chilipirea" userId="34ab170da5908fc4" providerId="LiveId" clId="{7840C37D-FDDB-4314-A31E-446F31402874}" dt="2019-10-13T10:47:28.494" v="300"/>
          <ac:spMkLst>
            <pc:docMk/>
            <pc:sldMk cId="4136712767" sldId="521"/>
            <ac:spMk id="48" creationId="{3A5A974A-679A-4563-B6DE-FF3B27A7ABE5}"/>
          </ac:spMkLst>
        </pc:spChg>
        <pc:spChg chg="add del">
          <ac:chgData name="Cristian Chilipirea" userId="34ab170da5908fc4" providerId="LiveId" clId="{7840C37D-FDDB-4314-A31E-446F31402874}" dt="2019-10-13T10:47:28.494" v="300"/>
          <ac:spMkLst>
            <pc:docMk/>
            <pc:sldMk cId="4136712767" sldId="521"/>
            <ac:spMk id="49" creationId="{F2B56850-D304-4624-AF46-240764E09868}"/>
          </ac:spMkLst>
        </pc:spChg>
        <pc:spChg chg="add del">
          <ac:chgData name="Cristian Chilipirea" userId="34ab170da5908fc4" providerId="LiveId" clId="{7840C37D-FDDB-4314-A31E-446F31402874}" dt="2019-10-13T10:47:28.494" v="300"/>
          <ac:spMkLst>
            <pc:docMk/>
            <pc:sldMk cId="4136712767" sldId="521"/>
            <ac:spMk id="50" creationId="{90C910D7-7C2C-41DA-A3A0-72BA592616AA}"/>
          </ac:spMkLst>
        </pc:spChg>
        <pc:spChg chg="add del">
          <ac:chgData name="Cristian Chilipirea" userId="34ab170da5908fc4" providerId="LiveId" clId="{7840C37D-FDDB-4314-A31E-446F31402874}" dt="2019-10-13T10:47:28.494" v="300"/>
          <ac:spMkLst>
            <pc:docMk/>
            <pc:sldMk cId="4136712767" sldId="521"/>
            <ac:spMk id="51" creationId="{EA861EDA-AC73-4A0F-8F8F-F9DAC9789A72}"/>
          </ac:spMkLst>
        </pc:spChg>
        <pc:spChg chg="add del">
          <ac:chgData name="Cristian Chilipirea" userId="34ab170da5908fc4" providerId="LiveId" clId="{7840C37D-FDDB-4314-A31E-446F31402874}" dt="2019-10-13T10:47:28.494" v="300"/>
          <ac:spMkLst>
            <pc:docMk/>
            <pc:sldMk cId="4136712767" sldId="521"/>
            <ac:spMk id="52" creationId="{04E01FF9-444F-46F3-9DC4-B78F800810D9}"/>
          </ac:spMkLst>
        </pc:spChg>
        <pc:spChg chg="add del">
          <ac:chgData name="Cristian Chilipirea" userId="34ab170da5908fc4" providerId="LiveId" clId="{7840C37D-FDDB-4314-A31E-446F31402874}" dt="2019-10-13T10:47:28.494" v="300"/>
          <ac:spMkLst>
            <pc:docMk/>
            <pc:sldMk cId="4136712767" sldId="521"/>
            <ac:spMk id="53" creationId="{52521E6C-EBD5-4294-89B5-3B12431ED9EA}"/>
          </ac:spMkLst>
        </pc:spChg>
        <pc:spChg chg="add del">
          <ac:chgData name="Cristian Chilipirea" userId="34ab170da5908fc4" providerId="LiveId" clId="{7840C37D-FDDB-4314-A31E-446F31402874}" dt="2019-10-13T10:47:28.494" v="300"/>
          <ac:spMkLst>
            <pc:docMk/>
            <pc:sldMk cId="4136712767" sldId="521"/>
            <ac:spMk id="54" creationId="{9530A655-A368-4A6D-AB72-54C168CFED5D}"/>
          </ac:spMkLst>
        </pc:spChg>
        <pc:spChg chg="add del">
          <ac:chgData name="Cristian Chilipirea" userId="34ab170da5908fc4" providerId="LiveId" clId="{7840C37D-FDDB-4314-A31E-446F31402874}" dt="2019-10-13T10:47:28.494" v="300"/>
          <ac:spMkLst>
            <pc:docMk/>
            <pc:sldMk cId="4136712767" sldId="521"/>
            <ac:spMk id="55" creationId="{93443756-5B5F-400C-9621-E6E902BEB380}"/>
          </ac:spMkLst>
        </pc:spChg>
        <pc:spChg chg="add del">
          <ac:chgData name="Cristian Chilipirea" userId="34ab170da5908fc4" providerId="LiveId" clId="{7840C37D-FDDB-4314-A31E-446F31402874}" dt="2019-10-13T10:47:28.494" v="300"/>
          <ac:spMkLst>
            <pc:docMk/>
            <pc:sldMk cId="4136712767" sldId="521"/>
            <ac:spMk id="56" creationId="{91B24E4C-DD48-4488-A564-BECC9B3C2EC6}"/>
          </ac:spMkLst>
        </pc:spChg>
        <pc:spChg chg="add del">
          <ac:chgData name="Cristian Chilipirea" userId="34ab170da5908fc4" providerId="LiveId" clId="{7840C37D-FDDB-4314-A31E-446F31402874}" dt="2019-10-13T10:47:28.494" v="300"/>
          <ac:spMkLst>
            <pc:docMk/>
            <pc:sldMk cId="4136712767" sldId="521"/>
            <ac:spMk id="57" creationId="{D51094B9-D4C6-4261-B652-2EFF2C5EB20F}"/>
          </ac:spMkLst>
        </pc:spChg>
        <pc:spChg chg="add del">
          <ac:chgData name="Cristian Chilipirea" userId="34ab170da5908fc4" providerId="LiveId" clId="{7840C37D-FDDB-4314-A31E-446F31402874}" dt="2019-10-13T10:47:28.494" v="300"/>
          <ac:spMkLst>
            <pc:docMk/>
            <pc:sldMk cId="4136712767" sldId="521"/>
            <ac:spMk id="58" creationId="{1ED1E833-6273-4FB4-9ABF-0AB162E31760}"/>
          </ac:spMkLst>
        </pc:spChg>
        <pc:spChg chg="add del">
          <ac:chgData name="Cristian Chilipirea" userId="34ab170da5908fc4" providerId="LiveId" clId="{7840C37D-FDDB-4314-A31E-446F31402874}" dt="2019-10-13T10:47:28.494" v="300"/>
          <ac:spMkLst>
            <pc:docMk/>
            <pc:sldMk cId="4136712767" sldId="521"/>
            <ac:spMk id="59" creationId="{571A678F-C490-4C72-BD96-535848ECC6D0}"/>
          </ac:spMkLst>
        </pc:spChg>
        <pc:spChg chg="add">
          <ac:chgData name="Cristian Chilipirea" userId="34ab170da5908fc4" providerId="LiveId" clId="{7840C37D-FDDB-4314-A31E-446F31402874}" dt="2019-10-13T10:47:28.534" v="301"/>
          <ac:spMkLst>
            <pc:docMk/>
            <pc:sldMk cId="4136712767" sldId="521"/>
            <ac:spMk id="60" creationId="{996E813B-5FD2-458C-9F8B-C850B1971B69}"/>
          </ac:spMkLst>
        </pc:spChg>
        <pc:spChg chg="add">
          <ac:chgData name="Cristian Chilipirea" userId="34ab170da5908fc4" providerId="LiveId" clId="{7840C37D-FDDB-4314-A31E-446F31402874}" dt="2019-10-13T10:47:28.534" v="301"/>
          <ac:spMkLst>
            <pc:docMk/>
            <pc:sldMk cId="4136712767" sldId="521"/>
            <ac:spMk id="61" creationId="{B92DA966-D491-4061-AB87-C3F8C59AFF17}"/>
          </ac:spMkLst>
        </pc:spChg>
        <pc:spChg chg="add">
          <ac:chgData name="Cristian Chilipirea" userId="34ab170da5908fc4" providerId="LiveId" clId="{7840C37D-FDDB-4314-A31E-446F31402874}" dt="2019-10-13T10:47:28.534" v="301"/>
          <ac:spMkLst>
            <pc:docMk/>
            <pc:sldMk cId="4136712767" sldId="521"/>
            <ac:spMk id="62" creationId="{66FBE697-CD1D-494E-ACB1-F74E3A9893BD}"/>
          </ac:spMkLst>
        </pc:spChg>
        <pc:spChg chg="add">
          <ac:chgData name="Cristian Chilipirea" userId="34ab170da5908fc4" providerId="LiveId" clId="{7840C37D-FDDB-4314-A31E-446F31402874}" dt="2019-10-13T10:47:28.534" v="301"/>
          <ac:spMkLst>
            <pc:docMk/>
            <pc:sldMk cId="4136712767" sldId="521"/>
            <ac:spMk id="63" creationId="{66FE7D4E-7D74-49B1-B736-91AE0E0215A1}"/>
          </ac:spMkLst>
        </pc:spChg>
        <pc:spChg chg="add">
          <ac:chgData name="Cristian Chilipirea" userId="34ab170da5908fc4" providerId="LiveId" clId="{7840C37D-FDDB-4314-A31E-446F31402874}" dt="2019-10-13T10:47:28.534" v="301"/>
          <ac:spMkLst>
            <pc:docMk/>
            <pc:sldMk cId="4136712767" sldId="521"/>
            <ac:spMk id="70" creationId="{46F6AF9A-86F6-43A0-881F-A5B6DF5EFFDF}"/>
          </ac:spMkLst>
        </pc:spChg>
        <pc:spChg chg="add">
          <ac:chgData name="Cristian Chilipirea" userId="34ab170da5908fc4" providerId="LiveId" clId="{7840C37D-FDDB-4314-A31E-446F31402874}" dt="2019-10-13T10:47:28.534" v="301"/>
          <ac:spMkLst>
            <pc:docMk/>
            <pc:sldMk cId="4136712767" sldId="521"/>
            <ac:spMk id="71" creationId="{7F400989-A763-4873-B9FD-FECA4AA5561B}"/>
          </ac:spMkLst>
        </pc:spChg>
        <pc:spChg chg="add">
          <ac:chgData name="Cristian Chilipirea" userId="34ab170da5908fc4" providerId="LiveId" clId="{7840C37D-FDDB-4314-A31E-446F31402874}" dt="2019-10-13T10:47:28.534" v="301"/>
          <ac:spMkLst>
            <pc:docMk/>
            <pc:sldMk cId="4136712767" sldId="521"/>
            <ac:spMk id="72" creationId="{8EEC5B4A-26E2-4680-A323-DA4249C3B5DE}"/>
          </ac:spMkLst>
        </pc:spChg>
        <pc:spChg chg="add">
          <ac:chgData name="Cristian Chilipirea" userId="34ab170da5908fc4" providerId="LiveId" clId="{7840C37D-FDDB-4314-A31E-446F31402874}" dt="2019-10-13T10:47:28.534" v="301"/>
          <ac:spMkLst>
            <pc:docMk/>
            <pc:sldMk cId="4136712767" sldId="521"/>
            <ac:spMk id="73" creationId="{40827FAD-74EB-48A1-B5C0-35A79BB034D4}"/>
          </ac:spMkLst>
        </pc:spChg>
        <pc:spChg chg="add">
          <ac:chgData name="Cristian Chilipirea" userId="34ab170da5908fc4" providerId="LiveId" clId="{7840C37D-FDDB-4314-A31E-446F31402874}" dt="2019-10-13T10:47:28.534" v="301"/>
          <ac:spMkLst>
            <pc:docMk/>
            <pc:sldMk cId="4136712767" sldId="521"/>
            <ac:spMk id="74" creationId="{9348E228-F52C-4853-AB11-9DC89F28185A}"/>
          </ac:spMkLst>
        </pc:spChg>
        <pc:spChg chg="add">
          <ac:chgData name="Cristian Chilipirea" userId="34ab170da5908fc4" providerId="LiveId" clId="{7840C37D-FDDB-4314-A31E-446F31402874}" dt="2019-10-13T10:47:28.534" v="301"/>
          <ac:spMkLst>
            <pc:docMk/>
            <pc:sldMk cId="4136712767" sldId="521"/>
            <ac:spMk id="75" creationId="{0D06214A-6594-4164-9059-DCB7AA7CDB71}"/>
          </ac:spMkLst>
        </pc:spChg>
        <pc:spChg chg="add">
          <ac:chgData name="Cristian Chilipirea" userId="34ab170da5908fc4" providerId="LiveId" clId="{7840C37D-FDDB-4314-A31E-446F31402874}" dt="2019-10-13T10:47:28.534" v="301"/>
          <ac:spMkLst>
            <pc:docMk/>
            <pc:sldMk cId="4136712767" sldId="521"/>
            <ac:spMk id="76" creationId="{51FA36B0-6927-4349-A196-4DF7DAD69844}"/>
          </ac:spMkLst>
        </pc:spChg>
        <pc:spChg chg="add">
          <ac:chgData name="Cristian Chilipirea" userId="34ab170da5908fc4" providerId="LiveId" clId="{7840C37D-FDDB-4314-A31E-446F31402874}" dt="2019-10-13T10:47:28.534" v="301"/>
          <ac:spMkLst>
            <pc:docMk/>
            <pc:sldMk cId="4136712767" sldId="521"/>
            <ac:spMk id="77" creationId="{BFB3EB9F-7D8E-4669-A6CA-5F011087A221}"/>
          </ac:spMkLst>
        </pc:spChg>
        <pc:spChg chg="add">
          <ac:chgData name="Cristian Chilipirea" userId="34ab170da5908fc4" providerId="LiveId" clId="{7840C37D-FDDB-4314-A31E-446F31402874}" dt="2019-10-13T10:47:28.534" v="301"/>
          <ac:spMkLst>
            <pc:docMk/>
            <pc:sldMk cId="4136712767" sldId="521"/>
            <ac:spMk id="78" creationId="{ED39049B-24E0-4C83-8FEB-299B94950908}"/>
          </ac:spMkLst>
        </pc:spChg>
        <pc:spChg chg="add">
          <ac:chgData name="Cristian Chilipirea" userId="34ab170da5908fc4" providerId="LiveId" clId="{7840C37D-FDDB-4314-A31E-446F31402874}" dt="2019-10-13T10:47:28.534" v="301"/>
          <ac:spMkLst>
            <pc:docMk/>
            <pc:sldMk cId="4136712767" sldId="521"/>
            <ac:spMk id="79" creationId="{EFC57ED6-8D5F-4C9D-85C6-B4CC9226537C}"/>
          </ac:spMkLst>
        </pc:spChg>
        <pc:spChg chg="add">
          <ac:chgData name="Cristian Chilipirea" userId="34ab170da5908fc4" providerId="LiveId" clId="{7840C37D-FDDB-4314-A31E-446F31402874}" dt="2019-10-13T10:47:28.534" v="301"/>
          <ac:spMkLst>
            <pc:docMk/>
            <pc:sldMk cId="4136712767" sldId="521"/>
            <ac:spMk id="80" creationId="{B6D7A9C8-342E-42A0-B049-164D799E5979}"/>
          </ac:spMkLst>
        </pc:spChg>
        <pc:spChg chg="add">
          <ac:chgData name="Cristian Chilipirea" userId="34ab170da5908fc4" providerId="LiveId" clId="{7840C37D-FDDB-4314-A31E-446F31402874}" dt="2019-10-13T10:47:28.534" v="301"/>
          <ac:spMkLst>
            <pc:docMk/>
            <pc:sldMk cId="4136712767" sldId="521"/>
            <ac:spMk id="81" creationId="{CD4DA168-3791-4499-9DB6-B023560F3790}"/>
          </ac:spMkLst>
        </pc:spChg>
        <pc:spChg chg="add">
          <ac:chgData name="Cristian Chilipirea" userId="34ab170da5908fc4" providerId="LiveId" clId="{7840C37D-FDDB-4314-A31E-446F31402874}" dt="2019-10-13T10:47:28.534" v="301"/>
          <ac:spMkLst>
            <pc:docMk/>
            <pc:sldMk cId="4136712767" sldId="521"/>
            <ac:spMk id="82" creationId="{300818D4-2186-4DBD-A720-19ACD1A765ED}"/>
          </ac:spMkLst>
        </pc:spChg>
        <pc:spChg chg="add">
          <ac:chgData name="Cristian Chilipirea" userId="34ab170da5908fc4" providerId="LiveId" clId="{7840C37D-FDDB-4314-A31E-446F31402874}" dt="2019-10-13T10:47:28.534" v="301"/>
          <ac:spMkLst>
            <pc:docMk/>
            <pc:sldMk cId="4136712767" sldId="521"/>
            <ac:spMk id="83" creationId="{EB590826-A85A-41B3-87EB-81132B11D606}"/>
          </ac:spMkLst>
        </pc:spChg>
        <pc:spChg chg="add">
          <ac:chgData name="Cristian Chilipirea" userId="34ab170da5908fc4" providerId="LiveId" clId="{7840C37D-FDDB-4314-A31E-446F31402874}" dt="2019-10-13T10:47:28.534" v="301"/>
          <ac:spMkLst>
            <pc:docMk/>
            <pc:sldMk cId="4136712767" sldId="521"/>
            <ac:spMk id="84" creationId="{4A6CE124-FC8D-4649-A406-F3E3A552F3DF}"/>
          </ac:spMkLst>
        </pc:spChg>
        <pc:spChg chg="add">
          <ac:chgData name="Cristian Chilipirea" userId="34ab170da5908fc4" providerId="LiveId" clId="{7840C37D-FDDB-4314-A31E-446F31402874}" dt="2019-10-13T10:47:28.534" v="301"/>
          <ac:spMkLst>
            <pc:docMk/>
            <pc:sldMk cId="4136712767" sldId="521"/>
            <ac:spMk id="85" creationId="{77675F04-517C-4539-950C-B6AF77588CFC}"/>
          </ac:spMkLst>
        </pc:spChg>
        <pc:spChg chg="add">
          <ac:chgData name="Cristian Chilipirea" userId="34ab170da5908fc4" providerId="LiveId" clId="{7840C37D-FDDB-4314-A31E-446F31402874}" dt="2019-10-13T10:47:28.534" v="301"/>
          <ac:spMkLst>
            <pc:docMk/>
            <pc:sldMk cId="4136712767" sldId="521"/>
            <ac:spMk id="86" creationId="{AEF77E80-7FE6-4CCF-948E-85DF07B41A22}"/>
          </ac:spMkLst>
        </pc:spChg>
        <pc:spChg chg="add">
          <ac:chgData name="Cristian Chilipirea" userId="34ab170da5908fc4" providerId="LiveId" clId="{7840C37D-FDDB-4314-A31E-446F31402874}" dt="2019-10-13T10:47:28.534" v="301"/>
          <ac:spMkLst>
            <pc:docMk/>
            <pc:sldMk cId="4136712767" sldId="521"/>
            <ac:spMk id="87" creationId="{04DD4ED8-B783-409D-BB00-71C04658DA05}"/>
          </ac:spMkLst>
        </pc:spChg>
        <pc:spChg chg="add">
          <ac:chgData name="Cristian Chilipirea" userId="34ab170da5908fc4" providerId="LiveId" clId="{7840C37D-FDDB-4314-A31E-446F31402874}" dt="2019-10-13T10:47:28.534" v="301"/>
          <ac:spMkLst>
            <pc:docMk/>
            <pc:sldMk cId="4136712767" sldId="521"/>
            <ac:spMk id="88" creationId="{DDC1620C-74EF-4407-BA0E-1B6950452A9E}"/>
          </ac:spMkLst>
        </pc:spChg>
        <pc:spChg chg="add">
          <ac:chgData name="Cristian Chilipirea" userId="34ab170da5908fc4" providerId="LiveId" clId="{7840C37D-FDDB-4314-A31E-446F31402874}" dt="2019-10-13T10:47:28.534" v="301"/>
          <ac:spMkLst>
            <pc:docMk/>
            <pc:sldMk cId="4136712767" sldId="521"/>
            <ac:spMk id="89" creationId="{26947F4F-4AC6-4F09-B1EA-D40C6B1ADC21}"/>
          </ac:spMkLst>
        </pc:spChg>
        <pc:spChg chg="add">
          <ac:chgData name="Cristian Chilipirea" userId="34ab170da5908fc4" providerId="LiveId" clId="{7840C37D-FDDB-4314-A31E-446F31402874}" dt="2019-10-13T10:47:28.534" v="301"/>
          <ac:spMkLst>
            <pc:docMk/>
            <pc:sldMk cId="4136712767" sldId="521"/>
            <ac:spMk id="90" creationId="{29A64B63-BCB0-47A7-B575-19B85027E0EE}"/>
          </ac:spMkLst>
        </pc:spChg>
        <pc:spChg chg="add">
          <ac:chgData name="Cristian Chilipirea" userId="34ab170da5908fc4" providerId="LiveId" clId="{7840C37D-FDDB-4314-A31E-446F31402874}" dt="2019-10-13T10:47:28.534" v="301"/>
          <ac:spMkLst>
            <pc:docMk/>
            <pc:sldMk cId="4136712767" sldId="521"/>
            <ac:spMk id="91" creationId="{FCCC4584-619F-4916-8E4A-5AF871DB09BA}"/>
          </ac:spMkLst>
        </pc:spChg>
        <pc:spChg chg="add">
          <ac:chgData name="Cristian Chilipirea" userId="34ab170da5908fc4" providerId="LiveId" clId="{7840C37D-FDDB-4314-A31E-446F31402874}" dt="2019-10-13T10:47:28.534" v="301"/>
          <ac:spMkLst>
            <pc:docMk/>
            <pc:sldMk cId="4136712767" sldId="521"/>
            <ac:spMk id="92" creationId="{E7954982-8B7C-4AF9-B568-96BCF79C49A6}"/>
          </ac:spMkLst>
        </pc:spChg>
        <pc:spChg chg="add">
          <ac:chgData name="Cristian Chilipirea" userId="34ab170da5908fc4" providerId="LiveId" clId="{7840C37D-FDDB-4314-A31E-446F31402874}" dt="2019-10-13T10:47:28.534" v="301"/>
          <ac:spMkLst>
            <pc:docMk/>
            <pc:sldMk cId="4136712767" sldId="521"/>
            <ac:spMk id="93" creationId="{C262D2E4-5026-48EB-ACF3-D48CC0C7E9BD}"/>
          </ac:spMkLst>
        </pc:spChg>
        <pc:spChg chg="add">
          <ac:chgData name="Cristian Chilipirea" userId="34ab170da5908fc4" providerId="LiveId" clId="{7840C37D-FDDB-4314-A31E-446F31402874}" dt="2019-10-13T10:47:28.534" v="301"/>
          <ac:spMkLst>
            <pc:docMk/>
            <pc:sldMk cId="4136712767" sldId="521"/>
            <ac:spMk id="94" creationId="{41A6F831-D141-451E-84E4-B3B0A9B1B469}"/>
          </ac:spMkLst>
        </pc:spChg>
        <pc:spChg chg="add">
          <ac:chgData name="Cristian Chilipirea" userId="34ab170da5908fc4" providerId="LiveId" clId="{7840C37D-FDDB-4314-A31E-446F31402874}" dt="2019-10-13T10:47:28.534" v="301"/>
          <ac:spMkLst>
            <pc:docMk/>
            <pc:sldMk cId="4136712767" sldId="521"/>
            <ac:spMk id="95" creationId="{B2E9B271-8BFA-459F-9F96-6631A26DEC36}"/>
          </ac:spMkLst>
        </pc:spChg>
        <pc:spChg chg="add">
          <ac:chgData name="Cristian Chilipirea" userId="34ab170da5908fc4" providerId="LiveId" clId="{7840C37D-FDDB-4314-A31E-446F31402874}" dt="2019-10-13T10:47:28.534" v="301"/>
          <ac:spMkLst>
            <pc:docMk/>
            <pc:sldMk cId="4136712767" sldId="521"/>
            <ac:spMk id="96" creationId="{7BEC05B3-B1B7-462D-A8A6-0808C2056F39}"/>
          </ac:spMkLst>
        </pc:spChg>
        <pc:spChg chg="add">
          <ac:chgData name="Cristian Chilipirea" userId="34ab170da5908fc4" providerId="LiveId" clId="{7840C37D-FDDB-4314-A31E-446F31402874}" dt="2019-10-13T10:47:28.534" v="301"/>
          <ac:spMkLst>
            <pc:docMk/>
            <pc:sldMk cId="4136712767" sldId="521"/>
            <ac:spMk id="97" creationId="{7442C9E9-C676-4BFE-A329-0AD71530C810}"/>
          </ac:spMkLst>
        </pc:spChg>
        <pc:spChg chg="add">
          <ac:chgData name="Cristian Chilipirea" userId="34ab170da5908fc4" providerId="LiveId" clId="{7840C37D-FDDB-4314-A31E-446F31402874}" dt="2019-10-13T10:47:28.534" v="301"/>
          <ac:spMkLst>
            <pc:docMk/>
            <pc:sldMk cId="4136712767" sldId="521"/>
            <ac:spMk id="98" creationId="{2F26D644-EA1F-4F19-936C-A56F72880585}"/>
          </ac:spMkLst>
        </pc:spChg>
        <pc:spChg chg="add">
          <ac:chgData name="Cristian Chilipirea" userId="34ab170da5908fc4" providerId="LiveId" clId="{7840C37D-FDDB-4314-A31E-446F31402874}" dt="2019-10-13T10:47:28.534" v="301"/>
          <ac:spMkLst>
            <pc:docMk/>
            <pc:sldMk cId="4136712767" sldId="521"/>
            <ac:spMk id="99" creationId="{EB010C5E-A5C3-4F78-8E07-29E58EA3A3A3}"/>
          </ac:spMkLst>
        </pc:spChg>
        <pc:spChg chg="add">
          <ac:chgData name="Cristian Chilipirea" userId="34ab170da5908fc4" providerId="LiveId" clId="{7840C37D-FDDB-4314-A31E-446F31402874}" dt="2019-10-13T10:47:28.534" v="301"/>
          <ac:spMkLst>
            <pc:docMk/>
            <pc:sldMk cId="4136712767" sldId="521"/>
            <ac:spMk id="100" creationId="{586FAA44-C749-4C6B-9F0B-43A07C87E796}"/>
          </ac:spMkLst>
        </pc:spChg>
        <pc:spChg chg="add">
          <ac:chgData name="Cristian Chilipirea" userId="34ab170da5908fc4" providerId="LiveId" clId="{7840C37D-FDDB-4314-A31E-446F31402874}" dt="2019-10-13T10:47:28.534" v="301"/>
          <ac:spMkLst>
            <pc:docMk/>
            <pc:sldMk cId="4136712767" sldId="521"/>
            <ac:spMk id="101" creationId="{F27D0418-4A8C-4F33-8021-11108A43C0DA}"/>
          </ac:spMkLst>
        </pc:spChg>
        <pc:spChg chg="add">
          <ac:chgData name="Cristian Chilipirea" userId="34ab170da5908fc4" providerId="LiveId" clId="{7840C37D-FDDB-4314-A31E-446F31402874}" dt="2019-10-13T10:47:28.534" v="301"/>
          <ac:spMkLst>
            <pc:docMk/>
            <pc:sldMk cId="4136712767" sldId="521"/>
            <ac:spMk id="102" creationId="{A0D1BA4E-4CAC-4FDC-ADBE-F209E65EE79E}"/>
          </ac:spMkLst>
        </pc:spChg>
        <pc:spChg chg="add">
          <ac:chgData name="Cristian Chilipirea" userId="34ab170da5908fc4" providerId="LiveId" clId="{7840C37D-FDDB-4314-A31E-446F31402874}" dt="2019-10-13T10:47:28.534" v="301"/>
          <ac:spMkLst>
            <pc:docMk/>
            <pc:sldMk cId="4136712767" sldId="521"/>
            <ac:spMk id="103" creationId="{3BC9119A-B9D3-4F56-AE5F-DE3E73273802}"/>
          </ac:spMkLst>
        </pc:spChg>
        <pc:spChg chg="add">
          <ac:chgData name="Cristian Chilipirea" userId="34ab170da5908fc4" providerId="LiveId" clId="{7840C37D-FDDB-4314-A31E-446F31402874}" dt="2019-10-13T10:47:28.534" v="301"/>
          <ac:spMkLst>
            <pc:docMk/>
            <pc:sldMk cId="4136712767" sldId="521"/>
            <ac:spMk id="104" creationId="{D691494B-772E-450E-93AE-D7691C8557CD}"/>
          </ac:spMkLst>
        </pc:spChg>
        <pc:spChg chg="add">
          <ac:chgData name="Cristian Chilipirea" userId="34ab170da5908fc4" providerId="LiveId" clId="{7840C37D-FDDB-4314-A31E-446F31402874}" dt="2019-10-13T10:47:28.534" v="301"/>
          <ac:spMkLst>
            <pc:docMk/>
            <pc:sldMk cId="4136712767" sldId="521"/>
            <ac:spMk id="105" creationId="{75B82E94-D673-4044-9A2C-7C7066AEB50B}"/>
          </ac:spMkLst>
        </pc:spChg>
        <pc:spChg chg="add">
          <ac:chgData name="Cristian Chilipirea" userId="34ab170da5908fc4" providerId="LiveId" clId="{7840C37D-FDDB-4314-A31E-446F31402874}" dt="2019-10-13T10:47:28.534" v="301"/>
          <ac:spMkLst>
            <pc:docMk/>
            <pc:sldMk cId="4136712767" sldId="521"/>
            <ac:spMk id="106" creationId="{80AFAD67-AD13-406A-B26C-BF481B266748}"/>
          </ac:spMkLst>
        </pc:spChg>
        <pc:spChg chg="add">
          <ac:chgData name="Cristian Chilipirea" userId="34ab170da5908fc4" providerId="LiveId" clId="{7840C37D-FDDB-4314-A31E-446F31402874}" dt="2019-10-13T10:47:28.534" v="301"/>
          <ac:spMkLst>
            <pc:docMk/>
            <pc:sldMk cId="4136712767" sldId="521"/>
            <ac:spMk id="107" creationId="{7B96DFEC-305C-4BF3-A2D4-61F904CB63D6}"/>
          </ac:spMkLst>
        </pc:spChg>
        <pc:spChg chg="add">
          <ac:chgData name="Cristian Chilipirea" userId="34ab170da5908fc4" providerId="LiveId" clId="{7840C37D-FDDB-4314-A31E-446F31402874}" dt="2019-10-13T10:47:28.534" v="301"/>
          <ac:spMkLst>
            <pc:docMk/>
            <pc:sldMk cId="4136712767" sldId="521"/>
            <ac:spMk id="108" creationId="{79BA65F6-5528-439F-89CB-44EDF9E8C24E}"/>
          </ac:spMkLst>
        </pc:spChg>
        <pc:spChg chg="add">
          <ac:chgData name="Cristian Chilipirea" userId="34ab170da5908fc4" providerId="LiveId" clId="{7840C37D-FDDB-4314-A31E-446F31402874}" dt="2019-10-13T10:47:28.534" v="301"/>
          <ac:spMkLst>
            <pc:docMk/>
            <pc:sldMk cId="4136712767" sldId="521"/>
            <ac:spMk id="109" creationId="{5EB8872C-F2ED-4774-A7A7-E239D4C1D8CC}"/>
          </ac:spMkLst>
        </pc:spChg>
        <pc:spChg chg="add">
          <ac:chgData name="Cristian Chilipirea" userId="34ab170da5908fc4" providerId="LiveId" clId="{7840C37D-FDDB-4314-A31E-446F31402874}" dt="2019-10-13T10:47:28.534" v="301"/>
          <ac:spMkLst>
            <pc:docMk/>
            <pc:sldMk cId="4136712767" sldId="521"/>
            <ac:spMk id="110" creationId="{9DADC3AC-6797-413C-8DFA-2746FA9DF224}"/>
          </ac:spMkLst>
        </pc:spChg>
        <pc:spChg chg="add">
          <ac:chgData name="Cristian Chilipirea" userId="34ab170da5908fc4" providerId="LiveId" clId="{7840C37D-FDDB-4314-A31E-446F31402874}" dt="2019-10-13T10:47:28.534" v="301"/>
          <ac:spMkLst>
            <pc:docMk/>
            <pc:sldMk cId="4136712767" sldId="521"/>
            <ac:spMk id="111" creationId="{57DB197B-1842-460E-9A65-057FAD50A6C0}"/>
          </ac:spMkLst>
        </pc:spChg>
        <pc:spChg chg="add">
          <ac:chgData name="Cristian Chilipirea" userId="34ab170da5908fc4" providerId="LiveId" clId="{7840C37D-FDDB-4314-A31E-446F31402874}" dt="2019-10-13T10:47:28.534" v="301"/>
          <ac:spMkLst>
            <pc:docMk/>
            <pc:sldMk cId="4136712767" sldId="521"/>
            <ac:spMk id="112" creationId="{541883BC-404C-4999-8BA0-CDF31F2F567E}"/>
          </ac:spMkLst>
        </pc:spChg>
        <pc:spChg chg="add">
          <ac:chgData name="Cristian Chilipirea" userId="34ab170da5908fc4" providerId="LiveId" clId="{7840C37D-FDDB-4314-A31E-446F31402874}" dt="2019-10-13T10:47:28.534" v="301"/>
          <ac:spMkLst>
            <pc:docMk/>
            <pc:sldMk cId="4136712767" sldId="521"/>
            <ac:spMk id="113" creationId="{D0ED8324-0B4D-42F9-A3A7-69D4592C6DCE}"/>
          </ac:spMkLst>
        </pc:spChg>
        <pc:spChg chg="add">
          <ac:chgData name="Cristian Chilipirea" userId="34ab170da5908fc4" providerId="LiveId" clId="{7840C37D-FDDB-4314-A31E-446F31402874}" dt="2019-10-13T10:47:28.534" v="301"/>
          <ac:spMkLst>
            <pc:docMk/>
            <pc:sldMk cId="4136712767" sldId="521"/>
            <ac:spMk id="114" creationId="{FB7108CB-C848-4EF6-96B9-3808A62E2603}"/>
          </ac:spMkLst>
        </pc:spChg>
        <pc:spChg chg="add">
          <ac:chgData name="Cristian Chilipirea" userId="34ab170da5908fc4" providerId="LiveId" clId="{7840C37D-FDDB-4314-A31E-446F31402874}" dt="2019-10-13T10:47:28.534" v="301"/>
          <ac:spMkLst>
            <pc:docMk/>
            <pc:sldMk cId="4136712767" sldId="521"/>
            <ac:spMk id="115" creationId="{B344021D-F580-440A-BF07-79FEE2AB7437}"/>
          </ac:spMkLst>
        </pc:spChg>
        <pc:cxnChg chg="add del">
          <ac:chgData name="Cristian Chilipirea" userId="34ab170da5908fc4" providerId="LiveId" clId="{7840C37D-FDDB-4314-A31E-446F31402874}" dt="2019-10-13T10:47:28.494" v="300"/>
          <ac:cxnSpMkLst>
            <pc:docMk/>
            <pc:sldMk cId="4136712767" sldId="521"/>
            <ac:cxnSpMk id="8" creationId="{FCBF417E-CB6F-42A8-9D47-F972098E8ECB}"/>
          </ac:cxnSpMkLst>
        </pc:cxnChg>
        <pc:cxnChg chg="add del">
          <ac:chgData name="Cristian Chilipirea" userId="34ab170da5908fc4" providerId="LiveId" clId="{7840C37D-FDDB-4314-A31E-446F31402874}" dt="2019-10-13T10:47:28.494" v="300"/>
          <ac:cxnSpMkLst>
            <pc:docMk/>
            <pc:sldMk cId="4136712767" sldId="521"/>
            <ac:cxnSpMk id="9" creationId="{28D0800C-0482-4780-BC5A-98205925BD29}"/>
          </ac:cxnSpMkLst>
        </pc:cxnChg>
        <pc:cxnChg chg="add del">
          <ac:chgData name="Cristian Chilipirea" userId="34ab170da5908fc4" providerId="LiveId" clId="{7840C37D-FDDB-4314-A31E-446F31402874}" dt="2019-10-13T10:47:28.494" v="300"/>
          <ac:cxnSpMkLst>
            <pc:docMk/>
            <pc:sldMk cId="4136712767" sldId="521"/>
            <ac:cxnSpMk id="10" creationId="{B6F9E05B-3729-4A72-90D5-C93B36E68099}"/>
          </ac:cxnSpMkLst>
        </pc:cxnChg>
        <pc:cxnChg chg="add del">
          <ac:chgData name="Cristian Chilipirea" userId="34ab170da5908fc4" providerId="LiveId" clId="{7840C37D-FDDB-4314-A31E-446F31402874}" dt="2019-10-13T10:47:28.494" v="300"/>
          <ac:cxnSpMkLst>
            <pc:docMk/>
            <pc:sldMk cId="4136712767" sldId="521"/>
            <ac:cxnSpMk id="11" creationId="{DE92F690-6303-4E80-A182-FC251DE3F70D}"/>
          </ac:cxnSpMkLst>
        </pc:cxnChg>
        <pc:cxnChg chg="add del">
          <ac:chgData name="Cristian Chilipirea" userId="34ab170da5908fc4" providerId="LiveId" clId="{7840C37D-FDDB-4314-A31E-446F31402874}" dt="2019-10-13T10:47:28.494" v="300"/>
          <ac:cxnSpMkLst>
            <pc:docMk/>
            <pc:sldMk cId="4136712767" sldId="521"/>
            <ac:cxnSpMk id="12" creationId="{CF25316B-73A6-44E6-83B6-7EF527FCC9A9}"/>
          </ac:cxnSpMkLst>
        </pc:cxnChg>
        <pc:cxnChg chg="add del">
          <ac:chgData name="Cristian Chilipirea" userId="34ab170da5908fc4" providerId="LiveId" clId="{7840C37D-FDDB-4314-A31E-446F31402874}" dt="2019-10-13T10:47:28.494" v="300"/>
          <ac:cxnSpMkLst>
            <pc:docMk/>
            <pc:sldMk cId="4136712767" sldId="521"/>
            <ac:cxnSpMk id="13" creationId="{E129B044-3679-4398-A96B-45B43F6C2532}"/>
          </ac:cxnSpMkLst>
        </pc:cxnChg>
        <pc:cxnChg chg="add">
          <ac:chgData name="Cristian Chilipirea" userId="34ab170da5908fc4" providerId="LiveId" clId="{7840C37D-FDDB-4314-A31E-446F31402874}" dt="2019-10-13T10:47:28.534" v="301"/>
          <ac:cxnSpMkLst>
            <pc:docMk/>
            <pc:sldMk cId="4136712767" sldId="521"/>
            <ac:cxnSpMk id="64" creationId="{2A0561DE-0379-46E0-B573-61C299943EC4}"/>
          </ac:cxnSpMkLst>
        </pc:cxnChg>
        <pc:cxnChg chg="add">
          <ac:chgData name="Cristian Chilipirea" userId="34ab170da5908fc4" providerId="LiveId" clId="{7840C37D-FDDB-4314-A31E-446F31402874}" dt="2019-10-13T10:47:28.534" v="301"/>
          <ac:cxnSpMkLst>
            <pc:docMk/>
            <pc:sldMk cId="4136712767" sldId="521"/>
            <ac:cxnSpMk id="65" creationId="{5055DC80-1349-4EE9-A1B1-646002A67EC1}"/>
          </ac:cxnSpMkLst>
        </pc:cxnChg>
        <pc:cxnChg chg="add">
          <ac:chgData name="Cristian Chilipirea" userId="34ab170da5908fc4" providerId="LiveId" clId="{7840C37D-FDDB-4314-A31E-446F31402874}" dt="2019-10-13T10:47:28.534" v="301"/>
          <ac:cxnSpMkLst>
            <pc:docMk/>
            <pc:sldMk cId="4136712767" sldId="521"/>
            <ac:cxnSpMk id="66" creationId="{02A0D8F0-9F76-4C4A-92FD-B701CA6F0F31}"/>
          </ac:cxnSpMkLst>
        </pc:cxnChg>
        <pc:cxnChg chg="add">
          <ac:chgData name="Cristian Chilipirea" userId="34ab170da5908fc4" providerId="LiveId" clId="{7840C37D-FDDB-4314-A31E-446F31402874}" dt="2019-10-13T10:47:28.534" v="301"/>
          <ac:cxnSpMkLst>
            <pc:docMk/>
            <pc:sldMk cId="4136712767" sldId="521"/>
            <ac:cxnSpMk id="67" creationId="{F70A1820-FEBD-4721-9117-6494A776F0CB}"/>
          </ac:cxnSpMkLst>
        </pc:cxnChg>
        <pc:cxnChg chg="add">
          <ac:chgData name="Cristian Chilipirea" userId="34ab170da5908fc4" providerId="LiveId" clId="{7840C37D-FDDB-4314-A31E-446F31402874}" dt="2019-10-13T10:47:28.534" v="301"/>
          <ac:cxnSpMkLst>
            <pc:docMk/>
            <pc:sldMk cId="4136712767" sldId="521"/>
            <ac:cxnSpMk id="68" creationId="{9D90D533-061E-4902-8FEB-A737AF8C33A1}"/>
          </ac:cxnSpMkLst>
        </pc:cxnChg>
        <pc:cxnChg chg="add">
          <ac:chgData name="Cristian Chilipirea" userId="34ab170da5908fc4" providerId="LiveId" clId="{7840C37D-FDDB-4314-A31E-446F31402874}" dt="2019-10-13T10:47:28.534" v="301"/>
          <ac:cxnSpMkLst>
            <pc:docMk/>
            <pc:sldMk cId="4136712767" sldId="521"/>
            <ac:cxnSpMk id="69" creationId="{B6C506FF-07BB-4369-A1A1-38FE0793C74D}"/>
          </ac:cxnSpMkLst>
        </pc:cxnChg>
      </pc:sldChg>
      <pc:sldChg chg="addSp delSp modSp add">
        <pc:chgData name="Cristian Chilipirea" userId="34ab170da5908fc4" providerId="LiveId" clId="{7840C37D-FDDB-4314-A31E-446F31402874}" dt="2019-10-13T10:47:42.951" v="308" actId="1076"/>
        <pc:sldMkLst>
          <pc:docMk/>
          <pc:sldMk cId="1521766123" sldId="522"/>
        </pc:sldMkLst>
        <pc:spChg chg="mod">
          <ac:chgData name="Cristian Chilipirea" userId="34ab170da5908fc4" providerId="LiveId" clId="{7840C37D-FDDB-4314-A31E-446F31402874}" dt="2019-10-13T10:47:34.454" v="303"/>
          <ac:spMkLst>
            <pc:docMk/>
            <pc:sldMk cId="1521766123" sldId="522"/>
            <ac:spMk id="2" creationId="{087583AB-EE35-4D0A-81C9-5B612E005724}"/>
          </ac:spMkLst>
        </pc:spChg>
        <pc:spChg chg="del">
          <ac:chgData name="Cristian Chilipirea" userId="34ab170da5908fc4" providerId="LiveId" clId="{7840C37D-FDDB-4314-A31E-446F31402874}" dt="2019-10-13T10:47:35.990" v="304" actId="478"/>
          <ac:spMkLst>
            <pc:docMk/>
            <pc:sldMk cId="1521766123" sldId="522"/>
            <ac:spMk id="3" creationId="{93EB761A-E291-4B7E-9C23-D19CA9EA903B}"/>
          </ac:spMkLst>
        </pc:spChg>
        <pc:spChg chg="add del">
          <ac:chgData name="Cristian Chilipirea" userId="34ab170da5908fc4" providerId="LiveId" clId="{7840C37D-FDDB-4314-A31E-446F31402874}" dt="2019-10-13T10:47:41.202" v="306"/>
          <ac:spMkLst>
            <pc:docMk/>
            <pc:sldMk cId="1521766123" sldId="522"/>
            <ac:spMk id="4" creationId="{1E84260C-069E-4F2F-AEA7-B7E5F53A7722}"/>
          </ac:spMkLst>
        </pc:spChg>
        <pc:spChg chg="add mod">
          <ac:chgData name="Cristian Chilipirea" userId="34ab170da5908fc4" providerId="LiveId" clId="{7840C37D-FDDB-4314-A31E-446F31402874}" dt="2019-10-13T10:47:42.951" v="308" actId="1076"/>
          <ac:spMkLst>
            <pc:docMk/>
            <pc:sldMk cId="1521766123" sldId="522"/>
            <ac:spMk id="5" creationId="{DC47B47B-A2A8-4FB6-BF0D-0938F44D49C3}"/>
          </ac:spMkLst>
        </pc:spChg>
      </pc:sldChg>
      <pc:sldChg chg="addSp delSp modSp add">
        <pc:chgData name="Cristian Chilipirea" userId="34ab170da5908fc4" providerId="LiveId" clId="{7840C37D-FDDB-4314-A31E-446F31402874}" dt="2019-10-13T10:48:04.162" v="321" actId="1076"/>
        <pc:sldMkLst>
          <pc:docMk/>
          <pc:sldMk cId="2856208639" sldId="523"/>
        </pc:sldMkLst>
        <pc:spChg chg="mod">
          <ac:chgData name="Cristian Chilipirea" userId="34ab170da5908fc4" providerId="LiveId" clId="{7840C37D-FDDB-4314-A31E-446F31402874}" dt="2019-10-13T10:47:55.581" v="314" actId="20577"/>
          <ac:spMkLst>
            <pc:docMk/>
            <pc:sldMk cId="2856208639" sldId="523"/>
            <ac:spMk id="2" creationId="{5ABD4010-30AB-4B32-9DB5-F7BBD4346106}"/>
          </ac:spMkLst>
        </pc:spChg>
        <pc:spChg chg="add del">
          <ac:chgData name="Cristian Chilipirea" userId="34ab170da5908fc4" providerId="LiveId" clId="{7840C37D-FDDB-4314-A31E-446F31402874}" dt="2019-10-13T10:48:00.818" v="317" actId="478"/>
          <ac:spMkLst>
            <pc:docMk/>
            <pc:sldMk cId="2856208639" sldId="523"/>
            <ac:spMk id="3" creationId="{37E0E0A0-8AA7-4B46-9225-4616B0B8FC46}"/>
          </ac:spMkLst>
        </pc:spChg>
        <pc:spChg chg="add del">
          <ac:chgData name="Cristian Chilipirea" userId="34ab170da5908fc4" providerId="LiveId" clId="{7840C37D-FDDB-4314-A31E-446F31402874}" dt="2019-10-13T10:47:59.530" v="316"/>
          <ac:spMkLst>
            <pc:docMk/>
            <pc:sldMk cId="2856208639" sldId="523"/>
            <ac:spMk id="4" creationId="{4ABD68A8-8173-4621-8C69-57285E06B9A1}"/>
          </ac:spMkLst>
        </pc:spChg>
        <pc:spChg chg="add del">
          <ac:chgData name="Cristian Chilipirea" userId="34ab170da5908fc4" providerId="LiveId" clId="{7840C37D-FDDB-4314-A31E-446F31402874}" dt="2019-10-13T10:48:02.614" v="319"/>
          <ac:spMkLst>
            <pc:docMk/>
            <pc:sldMk cId="2856208639" sldId="523"/>
            <ac:spMk id="5" creationId="{BEF2C98E-C338-4432-8D89-1016BEB623FD}"/>
          </ac:spMkLst>
        </pc:spChg>
        <pc:spChg chg="add mod">
          <ac:chgData name="Cristian Chilipirea" userId="34ab170da5908fc4" providerId="LiveId" clId="{7840C37D-FDDB-4314-A31E-446F31402874}" dt="2019-10-13T10:48:04.162" v="321" actId="1076"/>
          <ac:spMkLst>
            <pc:docMk/>
            <pc:sldMk cId="2856208639" sldId="523"/>
            <ac:spMk id="6" creationId="{FCEB5C27-C595-4472-868D-D22E5E10196A}"/>
          </ac:spMkLst>
        </pc:spChg>
      </pc:sldChg>
      <pc:sldChg chg="addSp delSp modSp add">
        <pc:chgData name="Cristian Chilipirea" userId="34ab170da5908fc4" providerId="LiveId" clId="{7840C37D-FDDB-4314-A31E-446F31402874}" dt="2019-10-13T10:48:23.878" v="329" actId="1076"/>
        <pc:sldMkLst>
          <pc:docMk/>
          <pc:sldMk cId="3044049693" sldId="524"/>
        </pc:sldMkLst>
        <pc:spChg chg="mod">
          <ac:chgData name="Cristian Chilipirea" userId="34ab170da5908fc4" providerId="LiveId" clId="{7840C37D-FDDB-4314-A31E-446F31402874}" dt="2019-10-13T10:48:14.994" v="324"/>
          <ac:spMkLst>
            <pc:docMk/>
            <pc:sldMk cId="3044049693" sldId="524"/>
            <ac:spMk id="2" creationId="{BA8B5143-6A53-4BC8-869E-34A96148FB21}"/>
          </ac:spMkLst>
        </pc:spChg>
        <pc:spChg chg="del">
          <ac:chgData name="Cristian Chilipirea" userId="34ab170da5908fc4" providerId="LiveId" clId="{7840C37D-FDDB-4314-A31E-446F31402874}" dt="2019-10-13T10:48:16.538" v="325" actId="478"/>
          <ac:spMkLst>
            <pc:docMk/>
            <pc:sldMk cId="3044049693" sldId="524"/>
            <ac:spMk id="3" creationId="{D25897CD-F3C7-40BA-AA26-D060F31EEFC2}"/>
          </ac:spMkLst>
        </pc:spChg>
        <pc:spChg chg="add del">
          <ac:chgData name="Cristian Chilipirea" userId="34ab170da5908fc4" providerId="LiveId" clId="{7840C37D-FDDB-4314-A31E-446F31402874}" dt="2019-10-13T10:48:21.722" v="327"/>
          <ac:spMkLst>
            <pc:docMk/>
            <pc:sldMk cId="3044049693" sldId="524"/>
            <ac:spMk id="4" creationId="{0785F1C4-FDB5-4450-89E7-A68C8C61A1DE}"/>
          </ac:spMkLst>
        </pc:spChg>
        <pc:spChg chg="add mod">
          <ac:chgData name="Cristian Chilipirea" userId="34ab170da5908fc4" providerId="LiveId" clId="{7840C37D-FDDB-4314-A31E-446F31402874}" dt="2019-10-13T10:48:23.878" v="329" actId="1076"/>
          <ac:spMkLst>
            <pc:docMk/>
            <pc:sldMk cId="3044049693" sldId="524"/>
            <ac:spMk id="5" creationId="{15ACF909-0E4B-4F63-B31B-29203DAE0504}"/>
          </ac:spMkLst>
        </pc:spChg>
      </pc:sldChg>
      <pc:sldChg chg="addSp delSp modSp add modAnim">
        <pc:chgData name="Cristian Chilipirea" userId="34ab170da5908fc4" providerId="LiveId" clId="{7840C37D-FDDB-4314-A31E-446F31402874}" dt="2019-10-13T10:48:42.726" v="334" actId="1076"/>
        <pc:sldMkLst>
          <pc:docMk/>
          <pc:sldMk cId="2776878137" sldId="525"/>
        </pc:sldMkLst>
        <pc:spChg chg="mod">
          <ac:chgData name="Cristian Chilipirea" userId="34ab170da5908fc4" providerId="LiveId" clId="{7840C37D-FDDB-4314-A31E-446F31402874}" dt="2019-10-13T10:48:29.215" v="331"/>
          <ac:spMkLst>
            <pc:docMk/>
            <pc:sldMk cId="2776878137" sldId="525"/>
            <ac:spMk id="2" creationId="{76C2AD36-DC8F-414F-8155-6A2E3A41E1B8}"/>
          </ac:spMkLst>
        </pc:spChg>
        <pc:spChg chg="del">
          <ac:chgData name="Cristian Chilipirea" userId="34ab170da5908fc4" providerId="LiveId" clId="{7840C37D-FDDB-4314-A31E-446F31402874}" dt="2019-10-13T10:48:31.485" v="332" actId="478"/>
          <ac:spMkLst>
            <pc:docMk/>
            <pc:sldMk cId="2776878137" sldId="525"/>
            <ac:spMk id="3" creationId="{D5970C0C-96E8-441B-8D4B-B53869A30BD3}"/>
          </ac:spMkLst>
        </pc:spChg>
        <pc:spChg chg="add mod">
          <ac:chgData name="Cristian Chilipirea" userId="34ab170da5908fc4" providerId="LiveId" clId="{7840C37D-FDDB-4314-A31E-446F31402874}" dt="2019-10-13T10:48:42.726" v="334" actId="1076"/>
          <ac:spMkLst>
            <pc:docMk/>
            <pc:sldMk cId="2776878137" sldId="525"/>
            <ac:spMk id="5" creationId="{38C7907B-12CA-41CD-9B30-51ABC79AF802}"/>
          </ac:spMkLst>
        </pc:spChg>
        <pc:spChg chg="add mod">
          <ac:chgData name="Cristian Chilipirea" userId="34ab170da5908fc4" providerId="LiveId" clId="{7840C37D-FDDB-4314-A31E-446F31402874}" dt="2019-10-13T10:48:42.726" v="334" actId="1076"/>
          <ac:spMkLst>
            <pc:docMk/>
            <pc:sldMk cId="2776878137" sldId="525"/>
            <ac:spMk id="6" creationId="{0F877DD3-BAA7-4AE1-AE9A-791289C179EF}"/>
          </ac:spMkLst>
        </pc:spChg>
        <pc:spChg chg="add mod">
          <ac:chgData name="Cristian Chilipirea" userId="34ab170da5908fc4" providerId="LiveId" clId="{7840C37D-FDDB-4314-A31E-446F31402874}" dt="2019-10-13T10:48:42.726" v="334" actId="1076"/>
          <ac:spMkLst>
            <pc:docMk/>
            <pc:sldMk cId="2776878137" sldId="525"/>
            <ac:spMk id="7" creationId="{1105D914-6C26-4632-A4D7-42EA3C88EF67}"/>
          </ac:spMkLst>
        </pc:spChg>
        <pc:spChg chg="add mod">
          <ac:chgData name="Cristian Chilipirea" userId="34ab170da5908fc4" providerId="LiveId" clId="{7840C37D-FDDB-4314-A31E-446F31402874}" dt="2019-10-13T10:48:42.726" v="334" actId="1076"/>
          <ac:spMkLst>
            <pc:docMk/>
            <pc:sldMk cId="2776878137" sldId="525"/>
            <ac:spMk id="8" creationId="{D7CAAD16-E950-4C35-8411-873D912A1CD9}"/>
          </ac:spMkLst>
        </pc:spChg>
        <pc:spChg chg="add mod">
          <ac:chgData name="Cristian Chilipirea" userId="34ab170da5908fc4" providerId="LiveId" clId="{7840C37D-FDDB-4314-A31E-446F31402874}" dt="2019-10-13T10:48:42.726" v="334" actId="1076"/>
          <ac:spMkLst>
            <pc:docMk/>
            <pc:sldMk cId="2776878137" sldId="525"/>
            <ac:spMk id="13" creationId="{1B9E306E-030F-4FD6-9179-2E535617EEE2}"/>
          </ac:spMkLst>
        </pc:spChg>
        <pc:spChg chg="add mod">
          <ac:chgData name="Cristian Chilipirea" userId="34ab170da5908fc4" providerId="LiveId" clId="{7840C37D-FDDB-4314-A31E-446F31402874}" dt="2019-10-13T10:48:42.726" v="334" actId="1076"/>
          <ac:spMkLst>
            <pc:docMk/>
            <pc:sldMk cId="2776878137" sldId="525"/>
            <ac:spMk id="14" creationId="{FD5409F2-F757-4147-BBCA-7941C03C8BBC}"/>
          </ac:spMkLst>
        </pc:spChg>
        <pc:spChg chg="add mod">
          <ac:chgData name="Cristian Chilipirea" userId="34ab170da5908fc4" providerId="LiveId" clId="{7840C37D-FDDB-4314-A31E-446F31402874}" dt="2019-10-13T10:48:42.726" v="334" actId="1076"/>
          <ac:spMkLst>
            <pc:docMk/>
            <pc:sldMk cId="2776878137" sldId="525"/>
            <ac:spMk id="15" creationId="{B475DB6A-EE79-41F2-A508-1AA3134B4101}"/>
          </ac:spMkLst>
        </pc:spChg>
        <pc:spChg chg="add mod">
          <ac:chgData name="Cristian Chilipirea" userId="34ab170da5908fc4" providerId="LiveId" clId="{7840C37D-FDDB-4314-A31E-446F31402874}" dt="2019-10-13T10:48:42.726" v="334" actId="1076"/>
          <ac:spMkLst>
            <pc:docMk/>
            <pc:sldMk cId="2776878137" sldId="525"/>
            <ac:spMk id="16" creationId="{40C54DE1-B86B-4F43-9252-B1AFB7B5C3C7}"/>
          </ac:spMkLst>
        </pc:spChg>
        <pc:spChg chg="add mod">
          <ac:chgData name="Cristian Chilipirea" userId="34ab170da5908fc4" providerId="LiveId" clId="{7840C37D-FDDB-4314-A31E-446F31402874}" dt="2019-10-13T10:48:42.726" v="334" actId="1076"/>
          <ac:spMkLst>
            <pc:docMk/>
            <pc:sldMk cId="2776878137" sldId="525"/>
            <ac:spMk id="17" creationId="{5ADB9742-22A2-444F-869E-D1E88DB928A1}"/>
          </ac:spMkLst>
        </pc:spChg>
        <pc:spChg chg="add mod">
          <ac:chgData name="Cristian Chilipirea" userId="34ab170da5908fc4" providerId="LiveId" clId="{7840C37D-FDDB-4314-A31E-446F31402874}" dt="2019-10-13T10:48:42.726" v="334" actId="1076"/>
          <ac:spMkLst>
            <pc:docMk/>
            <pc:sldMk cId="2776878137" sldId="525"/>
            <ac:spMk id="18" creationId="{CAF083CA-B062-4795-8396-6BF898604167}"/>
          </ac:spMkLst>
        </pc:spChg>
        <pc:spChg chg="add mod">
          <ac:chgData name="Cristian Chilipirea" userId="34ab170da5908fc4" providerId="LiveId" clId="{7840C37D-FDDB-4314-A31E-446F31402874}" dt="2019-10-13T10:48:42.726" v="334" actId="1076"/>
          <ac:spMkLst>
            <pc:docMk/>
            <pc:sldMk cId="2776878137" sldId="525"/>
            <ac:spMk id="19" creationId="{4E56696D-E50C-47CD-BE58-0850553E4EA3}"/>
          </ac:spMkLst>
        </pc:spChg>
        <pc:spChg chg="add mod">
          <ac:chgData name="Cristian Chilipirea" userId="34ab170da5908fc4" providerId="LiveId" clId="{7840C37D-FDDB-4314-A31E-446F31402874}" dt="2019-10-13T10:48:42.726" v="334" actId="1076"/>
          <ac:spMkLst>
            <pc:docMk/>
            <pc:sldMk cId="2776878137" sldId="525"/>
            <ac:spMk id="20" creationId="{CD7173D3-2692-45E6-AE4F-70129717BB6A}"/>
          </ac:spMkLst>
        </pc:spChg>
        <pc:spChg chg="add mod">
          <ac:chgData name="Cristian Chilipirea" userId="34ab170da5908fc4" providerId="LiveId" clId="{7840C37D-FDDB-4314-A31E-446F31402874}" dt="2019-10-13T10:48:42.726" v="334" actId="1076"/>
          <ac:spMkLst>
            <pc:docMk/>
            <pc:sldMk cId="2776878137" sldId="525"/>
            <ac:spMk id="21" creationId="{40F63699-1146-43D2-BDB4-427EAF90F102}"/>
          </ac:spMkLst>
        </pc:spChg>
        <pc:spChg chg="add mod">
          <ac:chgData name="Cristian Chilipirea" userId="34ab170da5908fc4" providerId="LiveId" clId="{7840C37D-FDDB-4314-A31E-446F31402874}" dt="2019-10-13T10:48:42.726" v="334" actId="1076"/>
          <ac:spMkLst>
            <pc:docMk/>
            <pc:sldMk cId="2776878137" sldId="525"/>
            <ac:spMk id="22" creationId="{41D2CF89-FCDE-4696-943C-BA73535A0A31}"/>
          </ac:spMkLst>
        </pc:spChg>
        <pc:spChg chg="add mod">
          <ac:chgData name="Cristian Chilipirea" userId="34ab170da5908fc4" providerId="LiveId" clId="{7840C37D-FDDB-4314-A31E-446F31402874}" dt="2019-10-13T10:48:42.726" v="334" actId="1076"/>
          <ac:spMkLst>
            <pc:docMk/>
            <pc:sldMk cId="2776878137" sldId="525"/>
            <ac:spMk id="23" creationId="{E9032150-5B95-4B33-8D9C-3C2C78B16C35}"/>
          </ac:spMkLst>
        </pc:spChg>
        <pc:spChg chg="add mod">
          <ac:chgData name="Cristian Chilipirea" userId="34ab170da5908fc4" providerId="LiveId" clId="{7840C37D-FDDB-4314-A31E-446F31402874}" dt="2019-10-13T10:48:42.726" v="334" actId="1076"/>
          <ac:spMkLst>
            <pc:docMk/>
            <pc:sldMk cId="2776878137" sldId="525"/>
            <ac:spMk id="24" creationId="{004C84DB-C454-4D70-B89C-2A184953F68F}"/>
          </ac:spMkLst>
        </pc:spChg>
        <pc:spChg chg="add mod">
          <ac:chgData name="Cristian Chilipirea" userId="34ab170da5908fc4" providerId="LiveId" clId="{7840C37D-FDDB-4314-A31E-446F31402874}" dt="2019-10-13T10:48:42.726" v="334" actId="1076"/>
          <ac:spMkLst>
            <pc:docMk/>
            <pc:sldMk cId="2776878137" sldId="525"/>
            <ac:spMk id="25" creationId="{088E2F2C-B78E-4F81-BE0C-E368A6CAB53C}"/>
          </ac:spMkLst>
        </pc:spChg>
        <pc:spChg chg="add mod">
          <ac:chgData name="Cristian Chilipirea" userId="34ab170da5908fc4" providerId="LiveId" clId="{7840C37D-FDDB-4314-A31E-446F31402874}" dt="2019-10-13T10:48:42.726" v="334" actId="1076"/>
          <ac:spMkLst>
            <pc:docMk/>
            <pc:sldMk cId="2776878137" sldId="525"/>
            <ac:spMk id="26" creationId="{BCB2CA00-BF5E-4E54-9066-21117AB49EAA}"/>
          </ac:spMkLst>
        </pc:spChg>
        <pc:spChg chg="add mod">
          <ac:chgData name="Cristian Chilipirea" userId="34ab170da5908fc4" providerId="LiveId" clId="{7840C37D-FDDB-4314-A31E-446F31402874}" dt="2019-10-13T10:48:42.726" v="334" actId="1076"/>
          <ac:spMkLst>
            <pc:docMk/>
            <pc:sldMk cId="2776878137" sldId="525"/>
            <ac:spMk id="27" creationId="{94FA6548-E5FB-4706-BC38-2FC5592253BE}"/>
          </ac:spMkLst>
        </pc:spChg>
        <pc:spChg chg="add mod">
          <ac:chgData name="Cristian Chilipirea" userId="34ab170da5908fc4" providerId="LiveId" clId="{7840C37D-FDDB-4314-A31E-446F31402874}" dt="2019-10-13T10:48:42.726" v="334" actId="1076"/>
          <ac:spMkLst>
            <pc:docMk/>
            <pc:sldMk cId="2776878137" sldId="525"/>
            <ac:spMk id="28" creationId="{95D2BDF3-E6CE-404A-9449-F3A140021B6E}"/>
          </ac:spMkLst>
        </pc:spChg>
        <pc:spChg chg="add mod">
          <ac:chgData name="Cristian Chilipirea" userId="34ab170da5908fc4" providerId="LiveId" clId="{7840C37D-FDDB-4314-A31E-446F31402874}" dt="2019-10-13T10:48:42.726" v="334" actId="1076"/>
          <ac:spMkLst>
            <pc:docMk/>
            <pc:sldMk cId="2776878137" sldId="525"/>
            <ac:spMk id="29" creationId="{3EBBC738-5B2E-4E95-91E4-05DE9A0F9AC5}"/>
          </ac:spMkLst>
        </pc:spChg>
        <pc:spChg chg="add mod">
          <ac:chgData name="Cristian Chilipirea" userId="34ab170da5908fc4" providerId="LiveId" clId="{7840C37D-FDDB-4314-A31E-446F31402874}" dt="2019-10-13T10:48:42.726" v="334" actId="1076"/>
          <ac:spMkLst>
            <pc:docMk/>
            <pc:sldMk cId="2776878137" sldId="525"/>
            <ac:spMk id="30" creationId="{4024097E-36FB-4DED-AFAA-42E84C6BFEAE}"/>
          </ac:spMkLst>
        </pc:spChg>
        <pc:spChg chg="add mod">
          <ac:chgData name="Cristian Chilipirea" userId="34ab170da5908fc4" providerId="LiveId" clId="{7840C37D-FDDB-4314-A31E-446F31402874}" dt="2019-10-13T10:48:42.726" v="334" actId="1076"/>
          <ac:spMkLst>
            <pc:docMk/>
            <pc:sldMk cId="2776878137" sldId="525"/>
            <ac:spMk id="31" creationId="{32C15D76-5D14-48BC-85FD-C6E468CD7DF6}"/>
          </ac:spMkLst>
        </pc:spChg>
        <pc:spChg chg="add mod">
          <ac:chgData name="Cristian Chilipirea" userId="34ab170da5908fc4" providerId="LiveId" clId="{7840C37D-FDDB-4314-A31E-446F31402874}" dt="2019-10-13T10:48:42.726" v="334" actId="1076"/>
          <ac:spMkLst>
            <pc:docMk/>
            <pc:sldMk cId="2776878137" sldId="525"/>
            <ac:spMk id="32" creationId="{3A1A1243-22F8-44A8-BA83-C167C9CFA7F2}"/>
          </ac:spMkLst>
        </pc:spChg>
        <pc:spChg chg="add mod">
          <ac:chgData name="Cristian Chilipirea" userId="34ab170da5908fc4" providerId="LiveId" clId="{7840C37D-FDDB-4314-A31E-446F31402874}" dt="2019-10-13T10:48:42.726" v="334" actId="1076"/>
          <ac:spMkLst>
            <pc:docMk/>
            <pc:sldMk cId="2776878137" sldId="525"/>
            <ac:spMk id="33" creationId="{EC3D5D0F-818C-43A9-9286-95576341F5D4}"/>
          </ac:spMkLst>
        </pc:spChg>
        <pc:spChg chg="add mod">
          <ac:chgData name="Cristian Chilipirea" userId="34ab170da5908fc4" providerId="LiveId" clId="{7840C37D-FDDB-4314-A31E-446F31402874}" dt="2019-10-13T10:48:42.726" v="334" actId="1076"/>
          <ac:spMkLst>
            <pc:docMk/>
            <pc:sldMk cId="2776878137" sldId="525"/>
            <ac:spMk id="34" creationId="{8777B920-2641-4202-8AFB-B1E056FC695E}"/>
          </ac:spMkLst>
        </pc:spChg>
        <pc:spChg chg="add mod">
          <ac:chgData name="Cristian Chilipirea" userId="34ab170da5908fc4" providerId="LiveId" clId="{7840C37D-FDDB-4314-A31E-446F31402874}" dt="2019-10-13T10:48:42.726" v="334" actId="1076"/>
          <ac:spMkLst>
            <pc:docMk/>
            <pc:sldMk cId="2776878137" sldId="525"/>
            <ac:spMk id="35" creationId="{715AC5F4-6233-4F7A-A205-AFBD160C82D6}"/>
          </ac:spMkLst>
        </pc:spChg>
        <pc:spChg chg="add mod">
          <ac:chgData name="Cristian Chilipirea" userId="34ab170da5908fc4" providerId="LiveId" clId="{7840C37D-FDDB-4314-A31E-446F31402874}" dt="2019-10-13T10:48:42.726" v="334" actId="1076"/>
          <ac:spMkLst>
            <pc:docMk/>
            <pc:sldMk cId="2776878137" sldId="525"/>
            <ac:spMk id="36" creationId="{073A0A4A-B743-4C36-B908-9A65818F150B}"/>
          </ac:spMkLst>
        </pc:spChg>
        <pc:spChg chg="add mod">
          <ac:chgData name="Cristian Chilipirea" userId="34ab170da5908fc4" providerId="LiveId" clId="{7840C37D-FDDB-4314-A31E-446F31402874}" dt="2019-10-13T10:48:42.726" v="334" actId="1076"/>
          <ac:spMkLst>
            <pc:docMk/>
            <pc:sldMk cId="2776878137" sldId="525"/>
            <ac:spMk id="37" creationId="{59C1644E-3D12-4189-B149-66E118A41A56}"/>
          </ac:spMkLst>
        </pc:spChg>
        <pc:spChg chg="add mod">
          <ac:chgData name="Cristian Chilipirea" userId="34ab170da5908fc4" providerId="LiveId" clId="{7840C37D-FDDB-4314-A31E-446F31402874}" dt="2019-10-13T10:48:42.726" v="334" actId="1076"/>
          <ac:spMkLst>
            <pc:docMk/>
            <pc:sldMk cId="2776878137" sldId="525"/>
            <ac:spMk id="38" creationId="{8DA6C9CC-A19B-40DB-A732-D9BA6C94E365}"/>
          </ac:spMkLst>
        </pc:spChg>
        <pc:spChg chg="add mod">
          <ac:chgData name="Cristian Chilipirea" userId="34ab170da5908fc4" providerId="LiveId" clId="{7840C37D-FDDB-4314-A31E-446F31402874}" dt="2019-10-13T10:48:42.726" v="334" actId="1076"/>
          <ac:spMkLst>
            <pc:docMk/>
            <pc:sldMk cId="2776878137" sldId="525"/>
            <ac:spMk id="39" creationId="{196F35C3-9546-47D3-BD58-6A2FE20BFE83}"/>
          </ac:spMkLst>
        </pc:spChg>
        <pc:spChg chg="add mod">
          <ac:chgData name="Cristian Chilipirea" userId="34ab170da5908fc4" providerId="LiveId" clId="{7840C37D-FDDB-4314-A31E-446F31402874}" dt="2019-10-13T10:48:42.726" v="334" actId="1076"/>
          <ac:spMkLst>
            <pc:docMk/>
            <pc:sldMk cId="2776878137" sldId="525"/>
            <ac:spMk id="40" creationId="{8F22925F-7CB0-473E-A232-F91A5BAB7ACB}"/>
          </ac:spMkLst>
        </pc:spChg>
        <pc:spChg chg="add mod">
          <ac:chgData name="Cristian Chilipirea" userId="34ab170da5908fc4" providerId="LiveId" clId="{7840C37D-FDDB-4314-A31E-446F31402874}" dt="2019-10-13T10:48:42.726" v="334" actId="1076"/>
          <ac:spMkLst>
            <pc:docMk/>
            <pc:sldMk cId="2776878137" sldId="525"/>
            <ac:spMk id="41" creationId="{B70EDDB1-C232-4936-BD22-39FC346296A3}"/>
          </ac:spMkLst>
        </pc:spChg>
        <pc:spChg chg="add mod">
          <ac:chgData name="Cristian Chilipirea" userId="34ab170da5908fc4" providerId="LiveId" clId="{7840C37D-FDDB-4314-A31E-446F31402874}" dt="2019-10-13T10:48:42.726" v="334" actId="1076"/>
          <ac:spMkLst>
            <pc:docMk/>
            <pc:sldMk cId="2776878137" sldId="525"/>
            <ac:spMk id="42" creationId="{62D2E133-1D65-44DC-BB65-320A423B175E}"/>
          </ac:spMkLst>
        </pc:spChg>
        <pc:spChg chg="add mod">
          <ac:chgData name="Cristian Chilipirea" userId="34ab170da5908fc4" providerId="LiveId" clId="{7840C37D-FDDB-4314-A31E-446F31402874}" dt="2019-10-13T10:48:42.726" v="334" actId="1076"/>
          <ac:spMkLst>
            <pc:docMk/>
            <pc:sldMk cId="2776878137" sldId="525"/>
            <ac:spMk id="43" creationId="{8C3252E1-10C2-4ABD-9F3A-7E9A7A82A651}"/>
          </ac:spMkLst>
        </pc:spChg>
        <pc:spChg chg="add mod">
          <ac:chgData name="Cristian Chilipirea" userId="34ab170da5908fc4" providerId="LiveId" clId="{7840C37D-FDDB-4314-A31E-446F31402874}" dt="2019-10-13T10:48:42.726" v="334" actId="1076"/>
          <ac:spMkLst>
            <pc:docMk/>
            <pc:sldMk cId="2776878137" sldId="525"/>
            <ac:spMk id="44" creationId="{C51CEF52-F661-42BE-BFA2-C746BF805C5E}"/>
          </ac:spMkLst>
        </pc:spChg>
        <pc:spChg chg="add mod">
          <ac:chgData name="Cristian Chilipirea" userId="34ab170da5908fc4" providerId="LiveId" clId="{7840C37D-FDDB-4314-A31E-446F31402874}" dt="2019-10-13T10:48:42.726" v="334" actId="1076"/>
          <ac:spMkLst>
            <pc:docMk/>
            <pc:sldMk cId="2776878137" sldId="525"/>
            <ac:spMk id="45" creationId="{EF70FA6B-8240-4FDF-B988-ADCC14E126FD}"/>
          </ac:spMkLst>
        </pc:spChg>
        <pc:spChg chg="add mod">
          <ac:chgData name="Cristian Chilipirea" userId="34ab170da5908fc4" providerId="LiveId" clId="{7840C37D-FDDB-4314-A31E-446F31402874}" dt="2019-10-13T10:48:42.726" v="334" actId="1076"/>
          <ac:spMkLst>
            <pc:docMk/>
            <pc:sldMk cId="2776878137" sldId="525"/>
            <ac:spMk id="46" creationId="{072DAA88-9259-4514-B805-62C7BFA600A6}"/>
          </ac:spMkLst>
        </pc:spChg>
        <pc:spChg chg="add mod">
          <ac:chgData name="Cristian Chilipirea" userId="34ab170da5908fc4" providerId="LiveId" clId="{7840C37D-FDDB-4314-A31E-446F31402874}" dt="2019-10-13T10:48:42.726" v="334" actId="1076"/>
          <ac:spMkLst>
            <pc:docMk/>
            <pc:sldMk cId="2776878137" sldId="525"/>
            <ac:spMk id="47" creationId="{E962DC8B-7A95-4531-A50F-033F50D81C30}"/>
          </ac:spMkLst>
        </pc:spChg>
        <pc:spChg chg="add mod">
          <ac:chgData name="Cristian Chilipirea" userId="34ab170da5908fc4" providerId="LiveId" clId="{7840C37D-FDDB-4314-A31E-446F31402874}" dt="2019-10-13T10:48:42.726" v="334" actId="1076"/>
          <ac:spMkLst>
            <pc:docMk/>
            <pc:sldMk cId="2776878137" sldId="525"/>
            <ac:spMk id="48" creationId="{CEBA8E86-7ED0-40FB-A451-947B5BB98C5B}"/>
          </ac:spMkLst>
        </pc:spChg>
        <pc:spChg chg="add mod">
          <ac:chgData name="Cristian Chilipirea" userId="34ab170da5908fc4" providerId="LiveId" clId="{7840C37D-FDDB-4314-A31E-446F31402874}" dt="2019-10-13T10:48:42.726" v="334" actId="1076"/>
          <ac:spMkLst>
            <pc:docMk/>
            <pc:sldMk cId="2776878137" sldId="525"/>
            <ac:spMk id="49" creationId="{BAFEF17C-DC09-4CE7-8545-5C8FB9EF1C53}"/>
          </ac:spMkLst>
        </pc:spChg>
        <pc:spChg chg="add mod">
          <ac:chgData name="Cristian Chilipirea" userId="34ab170da5908fc4" providerId="LiveId" clId="{7840C37D-FDDB-4314-A31E-446F31402874}" dt="2019-10-13T10:48:42.726" v="334" actId="1076"/>
          <ac:spMkLst>
            <pc:docMk/>
            <pc:sldMk cId="2776878137" sldId="525"/>
            <ac:spMk id="50" creationId="{EA1C19F8-2FAB-44C5-A353-5DC620927BDB}"/>
          </ac:spMkLst>
        </pc:spChg>
        <pc:spChg chg="add mod">
          <ac:chgData name="Cristian Chilipirea" userId="34ab170da5908fc4" providerId="LiveId" clId="{7840C37D-FDDB-4314-A31E-446F31402874}" dt="2019-10-13T10:48:42.726" v="334" actId="1076"/>
          <ac:spMkLst>
            <pc:docMk/>
            <pc:sldMk cId="2776878137" sldId="525"/>
            <ac:spMk id="51" creationId="{285FA30D-2364-4D98-BC6F-AFFBC4C2052C}"/>
          </ac:spMkLst>
        </pc:spChg>
        <pc:spChg chg="add mod">
          <ac:chgData name="Cristian Chilipirea" userId="34ab170da5908fc4" providerId="LiveId" clId="{7840C37D-FDDB-4314-A31E-446F31402874}" dt="2019-10-13T10:48:42.726" v="334" actId="1076"/>
          <ac:spMkLst>
            <pc:docMk/>
            <pc:sldMk cId="2776878137" sldId="525"/>
            <ac:spMk id="52" creationId="{E13FD87E-F9F7-4093-8B4B-D757CC07DB5B}"/>
          </ac:spMkLst>
        </pc:spChg>
        <pc:spChg chg="add mod">
          <ac:chgData name="Cristian Chilipirea" userId="34ab170da5908fc4" providerId="LiveId" clId="{7840C37D-FDDB-4314-A31E-446F31402874}" dt="2019-10-13T10:48:42.726" v="334" actId="1076"/>
          <ac:spMkLst>
            <pc:docMk/>
            <pc:sldMk cId="2776878137" sldId="525"/>
            <ac:spMk id="53" creationId="{D8288422-1D9D-4F94-8147-5B85499A2544}"/>
          </ac:spMkLst>
        </pc:spChg>
        <pc:spChg chg="add mod">
          <ac:chgData name="Cristian Chilipirea" userId="34ab170da5908fc4" providerId="LiveId" clId="{7840C37D-FDDB-4314-A31E-446F31402874}" dt="2019-10-13T10:48:42.726" v="334" actId="1076"/>
          <ac:spMkLst>
            <pc:docMk/>
            <pc:sldMk cId="2776878137" sldId="525"/>
            <ac:spMk id="54" creationId="{57447930-D8FA-40EC-A848-169002A67195}"/>
          </ac:spMkLst>
        </pc:spChg>
        <pc:spChg chg="add mod">
          <ac:chgData name="Cristian Chilipirea" userId="34ab170da5908fc4" providerId="LiveId" clId="{7840C37D-FDDB-4314-A31E-446F31402874}" dt="2019-10-13T10:48:42.726" v="334" actId="1076"/>
          <ac:spMkLst>
            <pc:docMk/>
            <pc:sldMk cId="2776878137" sldId="525"/>
            <ac:spMk id="55" creationId="{09D83A86-756C-4FC6-9390-6EB9307A362D}"/>
          </ac:spMkLst>
        </pc:spChg>
        <pc:spChg chg="add mod">
          <ac:chgData name="Cristian Chilipirea" userId="34ab170da5908fc4" providerId="LiveId" clId="{7840C37D-FDDB-4314-A31E-446F31402874}" dt="2019-10-13T10:48:42.726" v="334" actId="1076"/>
          <ac:spMkLst>
            <pc:docMk/>
            <pc:sldMk cId="2776878137" sldId="525"/>
            <ac:spMk id="56" creationId="{0138EE3D-7F11-43D8-91F4-27388FE46221}"/>
          </ac:spMkLst>
        </pc:spChg>
        <pc:spChg chg="add mod">
          <ac:chgData name="Cristian Chilipirea" userId="34ab170da5908fc4" providerId="LiveId" clId="{7840C37D-FDDB-4314-A31E-446F31402874}" dt="2019-10-13T10:48:42.726" v="334" actId="1076"/>
          <ac:spMkLst>
            <pc:docMk/>
            <pc:sldMk cId="2776878137" sldId="525"/>
            <ac:spMk id="57" creationId="{0A64F772-B2AD-4933-A4D4-16355D533714}"/>
          </ac:spMkLst>
        </pc:spChg>
        <pc:spChg chg="add mod">
          <ac:chgData name="Cristian Chilipirea" userId="34ab170da5908fc4" providerId="LiveId" clId="{7840C37D-FDDB-4314-A31E-446F31402874}" dt="2019-10-13T10:48:42.726" v="334" actId="1076"/>
          <ac:spMkLst>
            <pc:docMk/>
            <pc:sldMk cId="2776878137" sldId="525"/>
            <ac:spMk id="58" creationId="{E840F293-D7ED-4809-8539-E3D7A561C05F}"/>
          </ac:spMkLst>
        </pc:spChg>
        <pc:spChg chg="add mod">
          <ac:chgData name="Cristian Chilipirea" userId="34ab170da5908fc4" providerId="LiveId" clId="{7840C37D-FDDB-4314-A31E-446F31402874}" dt="2019-10-13T10:48:42.726" v="334" actId="1076"/>
          <ac:spMkLst>
            <pc:docMk/>
            <pc:sldMk cId="2776878137" sldId="525"/>
            <ac:spMk id="59" creationId="{8C4728BF-0E0B-451E-8EDC-3412CD6D5802}"/>
          </ac:spMkLst>
        </pc:spChg>
        <pc:spChg chg="add mod">
          <ac:chgData name="Cristian Chilipirea" userId="34ab170da5908fc4" providerId="LiveId" clId="{7840C37D-FDDB-4314-A31E-446F31402874}" dt="2019-10-13T10:48:42.726" v="334" actId="1076"/>
          <ac:spMkLst>
            <pc:docMk/>
            <pc:sldMk cId="2776878137" sldId="525"/>
            <ac:spMk id="60" creationId="{5F9EDCB6-7522-4D9B-810A-A30B54E088F6}"/>
          </ac:spMkLst>
        </pc:spChg>
        <pc:spChg chg="add mod">
          <ac:chgData name="Cristian Chilipirea" userId="34ab170da5908fc4" providerId="LiveId" clId="{7840C37D-FDDB-4314-A31E-446F31402874}" dt="2019-10-13T10:48:42.726" v="334" actId="1076"/>
          <ac:spMkLst>
            <pc:docMk/>
            <pc:sldMk cId="2776878137" sldId="525"/>
            <ac:spMk id="61" creationId="{72E6158C-46A9-4544-962C-F8B723B77D2F}"/>
          </ac:spMkLst>
        </pc:spChg>
        <pc:spChg chg="add mod">
          <ac:chgData name="Cristian Chilipirea" userId="34ab170da5908fc4" providerId="LiveId" clId="{7840C37D-FDDB-4314-A31E-446F31402874}" dt="2019-10-13T10:48:42.726" v="334" actId="1076"/>
          <ac:spMkLst>
            <pc:docMk/>
            <pc:sldMk cId="2776878137" sldId="525"/>
            <ac:spMk id="62" creationId="{584199CE-ECCA-4FAE-B1BC-9BCECF9E98C3}"/>
          </ac:spMkLst>
        </pc:spChg>
        <pc:spChg chg="add mod">
          <ac:chgData name="Cristian Chilipirea" userId="34ab170da5908fc4" providerId="LiveId" clId="{7840C37D-FDDB-4314-A31E-446F31402874}" dt="2019-10-13T10:48:42.726" v="334" actId="1076"/>
          <ac:spMkLst>
            <pc:docMk/>
            <pc:sldMk cId="2776878137" sldId="525"/>
            <ac:spMk id="63" creationId="{7398007D-7F67-486A-AB11-4A721216ED85}"/>
          </ac:spMkLst>
        </pc:spChg>
        <pc:spChg chg="add mod">
          <ac:chgData name="Cristian Chilipirea" userId="34ab170da5908fc4" providerId="LiveId" clId="{7840C37D-FDDB-4314-A31E-446F31402874}" dt="2019-10-13T10:48:42.726" v="334" actId="1076"/>
          <ac:spMkLst>
            <pc:docMk/>
            <pc:sldMk cId="2776878137" sldId="525"/>
            <ac:spMk id="64" creationId="{6839AD41-3298-43C0-B5B2-320A84420B3E}"/>
          </ac:spMkLst>
        </pc:spChg>
        <pc:spChg chg="add mod">
          <ac:chgData name="Cristian Chilipirea" userId="34ab170da5908fc4" providerId="LiveId" clId="{7840C37D-FDDB-4314-A31E-446F31402874}" dt="2019-10-13T10:48:42.726" v="334" actId="1076"/>
          <ac:spMkLst>
            <pc:docMk/>
            <pc:sldMk cId="2776878137" sldId="525"/>
            <ac:spMk id="65" creationId="{D1C9959A-62AF-42F9-A07F-805B92F1DF46}"/>
          </ac:spMkLst>
        </pc:spChg>
        <pc:spChg chg="add mod">
          <ac:chgData name="Cristian Chilipirea" userId="34ab170da5908fc4" providerId="LiveId" clId="{7840C37D-FDDB-4314-A31E-446F31402874}" dt="2019-10-13T10:48:42.726" v="334" actId="1076"/>
          <ac:spMkLst>
            <pc:docMk/>
            <pc:sldMk cId="2776878137" sldId="525"/>
            <ac:spMk id="66" creationId="{D8224F6E-FE63-40B0-B994-807BB027E6EE}"/>
          </ac:spMkLst>
        </pc:spChg>
        <pc:spChg chg="add mod">
          <ac:chgData name="Cristian Chilipirea" userId="34ab170da5908fc4" providerId="LiveId" clId="{7840C37D-FDDB-4314-A31E-446F31402874}" dt="2019-10-13T10:48:42.726" v="334" actId="1076"/>
          <ac:spMkLst>
            <pc:docMk/>
            <pc:sldMk cId="2776878137" sldId="525"/>
            <ac:spMk id="67" creationId="{E6856EE3-A814-41F3-BB7D-B2E08D0042D1}"/>
          </ac:spMkLst>
        </pc:spChg>
        <pc:spChg chg="add mod">
          <ac:chgData name="Cristian Chilipirea" userId="34ab170da5908fc4" providerId="LiveId" clId="{7840C37D-FDDB-4314-A31E-446F31402874}" dt="2019-10-13T10:48:42.726" v="334" actId="1076"/>
          <ac:spMkLst>
            <pc:docMk/>
            <pc:sldMk cId="2776878137" sldId="525"/>
            <ac:spMk id="68" creationId="{6595A613-289F-4B73-A2D6-A026F6EE27AC}"/>
          </ac:spMkLst>
        </pc:spChg>
        <pc:spChg chg="add mod">
          <ac:chgData name="Cristian Chilipirea" userId="34ab170da5908fc4" providerId="LiveId" clId="{7840C37D-FDDB-4314-A31E-446F31402874}" dt="2019-10-13T10:48:42.726" v="334" actId="1076"/>
          <ac:spMkLst>
            <pc:docMk/>
            <pc:sldMk cId="2776878137" sldId="525"/>
            <ac:spMk id="69" creationId="{F84CE5DE-D087-4FAE-9497-351345CAD8E4}"/>
          </ac:spMkLst>
        </pc:spChg>
        <pc:spChg chg="add mod">
          <ac:chgData name="Cristian Chilipirea" userId="34ab170da5908fc4" providerId="LiveId" clId="{7840C37D-FDDB-4314-A31E-446F31402874}" dt="2019-10-13T10:48:42.726" v="334" actId="1076"/>
          <ac:spMkLst>
            <pc:docMk/>
            <pc:sldMk cId="2776878137" sldId="525"/>
            <ac:spMk id="70" creationId="{45A8FD3E-739C-4129-B299-82F400532F4A}"/>
          </ac:spMkLst>
        </pc:spChg>
        <pc:spChg chg="add mod">
          <ac:chgData name="Cristian Chilipirea" userId="34ab170da5908fc4" providerId="LiveId" clId="{7840C37D-FDDB-4314-A31E-446F31402874}" dt="2019-10-13T10:48:42.726" v="334" actId="1076"/>
          <ac:spMkLst>
            <pc:docMk/>
            <pc:sldMk cId="2776878137" sldId="525"/>
            <ac:spMk id="71" creationId="{2DBAF6BD-85F8-4CCC-83E4-E4954E34378A}"/>
          </ac:spMkLst>
        </pc:spChg>
        <pc:spChg chg="add mod">
          <ac:chgData name="Cristian Chilipirea" userId="34ab170da5908fc4" providerId="LiveId" clId="{7840C37D-FDDB-4314-A31E-446F31402874}" dt="2019-10-13T10:48:42.726" v="334" actId="1076"/>
          <ac:spMkLst>
            <pc:docMk/>
            <pc:sldMk cId="2776878137" sldId="525"/>
            <ac:spMk id="72" creationId="{86F5A8F6-B0F2-40B0-8D18-3389F5A539B8}"/>
          </ac:spMkLst>
        </pc:spChg>
        <pc:spChg chg="add mod">
          <ac:chgData name="Cristian Chilipirea" userId="34ab170da5908fc4" providerId="LiveId" clId="{7840C37D-FDDB-4314-A31E-446F31402874}" dt="2019-10-13T10:48:42.726" v="334" actId="1076"/>
          <ac:spMkLst>
            <pc:docMk/>
            <pc:sldMk cId="2776878137" sldId="525"/>
            <ac:spMk id="73" creationId="{EE53F5DB-063D-4A49-8036-E6F4ED4BAFBD}"/>
          </ac:spMkLst>
        </pc:spChg>
        <pc:spChg chg="add mod">
          <ac:chgData name="Cristian Chilipirea" userId="34ab170da5908fc4" providerId="LiveId" clId="{7840C37D-FDDB-4314-A31E-446F31402874}" dt="2019-10-13T10:48:42.726" v="334" actId="1076"/>
          <ac:spMkLst>
            <pc:docMk/>
            <pc:sldMk cId="2776878137" sldId="525"/>
            <ac:spMk id="74" creationId="{9FC11182-2F20-4AEA-95F8-75D7AB6D9595}"/>
          </ac:spMkLst>
        </pc:spChg>
        <pc:spChg chg="add mod">
          <ac:chgData name="Cristian Chilipirea" userId="34ab170da5908fc4" providerId="LiveId" clId="{7840C37D-FDDB-4314-A31E-446F31402874}" dt="2019-10-13T10:48:42.726" v="334" actId="1076"/>
          <ac:spMkLst>
            <pc:docMk/>
            <pc:sldMk cId="2776878137" sldId="525"/>
            <ac:spMk id="75" creationId="{E0C997A0-5B93-499D-AD32-FB2057083F61}"/>
          </ac:spMkLst>
        </pc:spChg>
        <pc:spChg chg="add mod">
          <ac:chgData name="Cristian Chilipirea" userId="34ab170da5908fc4" providerId="LiveId" clId="{7840C37D-FDDB-4314-A31E-446F31402874}" dt="2019-10-13T10:48:42.726" v="334" actId="1076"/>
          <ac:spMkLst>
            <pc:docMk/>
            <pc:sldMk cId="2776878137" sldId="525"/>
            <ac:spMk id="76" creationId="{B2AAC70F-DFF3-4B82-BC86-30D78B6660C1}"/>
          </ac:spMkLst>
        </pc:spChg>
        <pc:spChg chg="add mod">
          <ac:chgData name="Cristian Chilipirea" userId="34ab170da5908fc4" providerId="LiveId" clId="{7840C37D-FDDB-4314-A31E-446F31402874}" dt="2019-10-13T10:48:42.726" v="334" actId="1076"/>
          <ac:spMkLst>
            <pc:docMk/>
            <pc:sldMk cId="2776878137" sldId="525"/>
            <ac:spMk id="77" creationId="{4B51A38C-A3D1-4068-95D0-18EAC0248275}"/>
          </ac:spMkLst>
        </pc:spChg>
        <pc:spChg chg="add mod">
          <ac:chgData name="Cristian Chilipirea" userId="34ab170da5908fc4" providerId="LiveId" clId="{7840C37D-FDDB-4314-A31E-446F31402874}" dt="2019-10-13T10:48:42.726" v="334" actId="1076"/>
          <ac:spMkLst>
            <pc:docMk/>
            <pc:sldMk cId="2776878137" sldId="525"/>
            <ac:spMk id="78" creationId="{28508F5D-DEA1-408E-90C2-7792D7374992}"/>
          </ac:spMkLst>
        </pc:spChg>
        <pc:spChg chg="add mod">
          <ac:chgData name="Cristian Chilipirea" userId="34ab170da5908fc4" providerId="LiveId" clId="{7840C37D-FDDB-4314-A31E-446F31402874}" dt="2019-10-13T10:48:42.726" v="334" actId="1076"/>
          <ac:spMkLst>
            <pc:docMk/>
            <pc:sldMk cId="2776878137" sldId="525"/>
            <ac:spMk id="79" creationId="{A8350FAF-29CA-460D-AA21-3C6FAEF9E0C6}"/>
          </ac:spMkLst>
        </pc:spChg>
        <pc:spChg chg="add mod">
          <ac:chgData name="Cristian Chilipirea" userId="34ab170da5908fc4" providerId="LiveId" clId="{7840C37D-FDDB-4314-A31E-446F31402874}" dt="2019-10-13T10:48:42.726" v="334" actId="1076"/>
          <ac:spMkLst>
            <pc:docMk/>
            <pc:sldMk cId="2776878137" sldId="525"/>
            <ac:spMk id="80" creationId="{F6A8C90D-4357-4AB6-BF1F-49DFBE8BD826}"/>
          </ac:spMkLst>
        </pc:spChg>
        <pc:spChg chg="add mod">
          <ac:chgData name="Cristian Chilipirea" userId="34ab170da5908fc4" providerId="LiveId" clId="{7840C37D-FDDB-4314-A31E-446F31402874}" dt="2019-10-13T10:48:42.726" v="334" actId="1076"/>
          <ac:spMkLst>
            <pc:docMk/>
            <pc:sldMk cId="2776878137" sldId="525"/>
            <ac:spMk id="81" creationId="{26806A4C-3061-4381-BDC4-DC6905C947B9}"/>
          </ac:spMkLst>
        </pc:spChg>
        <pc:spChg chg="add mod">
          <ac:chgData name="Cristian Chilipirea" userId="34ab170da5908fc4" providerId="LiveId" clId="{7840C37D-FDDB-4314-A31E-446F31402874}" dt="2019-10-13T10:48:42.726" v="334" actId="1076"/>
          <ac:spMkLst>
            <pc:docMk/>
            <pc:sldMk cId="2776878137" sldId="525"/>
            <ac:spMk id="82" creationId="{EFF4A38F-D7FC-4A4A-8EA0-DF8EF8F0411C}"/>
          </ac:spMkLst>
        </pc:spChg>
        <pc:spChg chg="add mod">
          <ac:chgData name="Cristian Chilipirea" userId="34ab170da5908fc4" providerId="LiveId" clId="{7840C37D-FDDB-4314-A31E-446F31402874}" dt="2019-10-13T10:48:42.726" v="334" actId="1076"/>
          <ac:spMkLst>
            <pc:docMk/>
            <pc:sldMk cId="2776878137" sldId="525"/>
            <ac:spMk id="83" creationId="{EDF67FEC-B7AC-4D7A-9225-672350B79213}"/>
          </ac:spMkLst>
        </pc:spChg>
        <pc:cxnChg chg="add mod">
          <ac:chgData name="Cristian Chilipirea" userId="34ab170da5908fc4" providerId="LiveId" clId="{7840C37D-FDDB-4314-A31E-446F31402874}" dt="2019-10-13T10:48:42.726" v="334" actId="1076"/>
          <ac:cxnSpMkLst>
            <pc:docMk/>
            <pc:sldMk cId="2776878137" sldId="525"/>
            <ac:cxnSpMk id="4" creationId="{42C7DE38-6389-4306-8E4C-D9B85EEEF7A4}"/>
          </ac:cxnSpMkLst>
        </pc:cxnChg>
        <pc:cxnChg chg="add mod">
          <ac:chgData name="Cristian Chilipirea" userId="34ab170da5908fc4" providerId="LiveId" clId="{7840C37D-FDDB-4314-A31E-446F31402874}" dt="2019-10-13T10:48:42.726" v="334" actId="1076"/>
          <ac:cxnSpMkLst>
            <pc:docMk/>
            <pc:sldMk cId="2776878137" sldId="525"/>
            <ac:cxnSpMk id="9" creationId="{74014110-3255-4B33-9CBD-A67198DE7AF7}"/>
          </ac:cxnSpMkLst>
        </pc:cxnChg>
        <pc:cxnChg chg="add mod">
          <ac:chgData name="Cristian Chilipirea" userId="34ab170da5908fc4" providerId="LiveId" clId="{7840C37D-FDDB-4314-A31E-446F31402874}" dt="2019-10-13T10:48:42.726" v="334" actId="1076"/>
          <ac:cxnSpMkLst>
            <pc:docMk/>
            <pc:sldMk cId="2776878137" sldId="525"/>
            <ac:cxnSpMk id="10" creationId="{A39AABF8-113C-4617-A14B-AD5284B425E5}"/>
          </ac:cxnSpMkLst>
        </pc:cxnChg>
        <pc:cxnChg chg="add mod">
          <ac:chgData name="Cristian Chilipirea" userId="34ab170da5908fc4" providerId="LiveId" clId="{7840C37D-FDDB-4314-A31E-446F31402874}" dt="2019-10-13T10:48:42.726" v="334" actId="1076"/>
          <ac:cxnSpMkLst>
            <pc:docMk/>
            <pc:sldMk cId="2776878137" sldId="525"/>
            <ac:cxnSpMk id="11" creationId="{5A435EA1-9400-4F8F-ACC5-51EF1686DDE5}"/>
          </ac:cxnSpMkLst>
        </pc:cxnChg>
        <pc:cxnChg chg="add mod">
          <ac:chgData name="Cristian Chilipirea" userId="34ab170da5908fc4" providerId="LiveId" clId="{7840C37D-FDDB-4314-A31E-446F31402874}" dt="2019-10-13T10:48:42.726" v="334" actId="1076"/>
          <ac:cxnSpMkLst>
            <pc:docMk/>
            <pc:sldMk cId="2776878137" sldId="525"/>
            <ac:cxnSpMk id="12" creationId="{81695A97-2E2C-479F-A822-DBD8374FA1F1}"/>
          </ac:cxnSpMkLst>
        </pc:cxnChg>
      </pc:sldChg>
      <pc:sldChg chg="addSp delSp modSp add">
        <pc:chgData name="Cristian Chilipirea" userId="34ab170da5908fc4" providerId="LiveId" clId="{7840C37D-FDDB-4314-A31E-446F31402874}" dt="2019-10-13T10:48:59.894" v="341" actId="1076"/>
        <pc:sldMkLst>
          <pc:docMk/>
          <pc:sldMk cId="446574509" sldId="526"/>
        </pc:sldMkLst>
        <pc:spChg chg="mod">
          <ac:chgData name="Cristian Chilipirea" userId="34ab170da5908fc4" providerId="LiveId" clId="{7840C37D-FDDB-4314-A31E-446F31402874}" dt="2019-10-13T10:48:50.086" v="336"/>
          <ac:spMkLst>
            <pc:docMk/>
            <pc:sldMk cId="446574509" sldId="526"/>
            <ac:spMk id="2" creationId="{2129A5EC-B9FF-43F5-BA0A-842723540CA9}"/>
          </ac:spMkLst>
        </pc:spChg>
        <pc:spChg chg="del">
          <ac:chgData name="Cristian Chilipirea" userId="34ab170da5908fc4" providerId="LiveId" clId="{7840C37D-FDDB-4314-A31E-446F31402874}" dt="2019-10-13T10:48:52.238" v="337" actId="478"/>
          <ac:spMkLst>
            <pc:docMk/>
            <pc:sldMk cId="446574509" sldId="526"/>
            <ac:spMk id="3" creationId="{27C828FE-3449-45CF-BA6D-E982E7DE9E69}"/>
          </ac:spMkLst>
        </pc:spChg>
        <pc:spChg chg="add del">
          <ac:chgData name="Cristian Chilipirea" userId="34ab170da5908fc4" providerId="LiveId" clId="{7840C37D-FDDB-4314-A31E-446F31402874}" dt="2019-10-13T10:48:58.067" v="339"/>
          <ac:spMkLst>
            <pc:docMk/>
            <pc:sldMk cId="446574509" sldId="526"/>
            <ac:spMk id="4" creationId="{61593F65-324F-4E9C-A54E-DC6AD5EEE374}"/>
          </ac:spMkLst>
        </pc:spChg>
        <pc:spChg chg="add mod">
          <ac:chgData name="Cristian Chilipirea" userId="34ab170da5908fc4" providerId="LiveId" clId="{7840C37D-FDDB-4314-A31E-446F31402874}" dt="2019-10-13T10:48:59.894" v="341" actId="1076"/>
          <ac:spMkLst>
            <pc:docMk/>
            <pc:sldMk cId="446574509" sldId="526"/>
            <ac:spMk id="5" creationId="{D1FCF92A-81A2-43C0-9450-2017E7B4FAAE}"/>
          </ac:spMkLst>
        </pc:spChg>
      </pc:sldChg>
      <pc:sldChg chg="addSp delSp modSp add">
        <pc:chgData name="Cristian Chilipirea" userId="34ab170da5908fc4" providerId="LiveId" clId="{7840C37D-FDDB-4314-A31E-446F31402874}" dt="2019-10-13T10:49:22.069" v="351" actId="1076"/>
        <pc:sldMkLst>
          <pc:docMk/>
          <pc:sldMk cId="3406959657" sldId="527"/>
        </pc:sldMkLst>
        <pc:spChg chg="del">
          <ac:chgData name="Cristian Chilipirea" userId="34ab170da5908fc4" providerId="LiveId" clId="{7840C37D-FDDB-4314-A31E-446F31402874}" dt="2019-10-13T10:49:19.362" v="350" actId="478"/>
          <ac:spMkLst>
            <pc:docMk/>
            <pc:sldMk cId="3406959657" sldId="527"/>
            <ac:spMk id="2" creationId="{5DE1B37E-43F2-4BB6-A3C2-CB46B383B3B3}"/>
          </ac:spMkLst>
        </pc:spChg>
        <pc:spChg chg="del">
          <ac:chgData name="Cristian Chilipirea" userId="34ab170da5908fc4" providerId="LiveId" clId="{7840C37D-FDDB-4314-A31E-446F31402874}" dt="2019-10-13T10:49:09.057" v="343" actId="478"/>
          <ac:spMkLst>
            <pc:docMk/>
            <pc:sldMk cId="3406959657" sldId="527"/>
            <ac:spMk id="3" creationId="{56852551-63AE-4F8B-9B96-5F7E55F9AF17}"/>
          </ac:spMkLst>
        </pc:spChg>
        <pc:spChg chg="add del">
          <ac:chgData name="Cristian Chilipirea" userId="34ab170da5908fc4" providerId="LiveId" clId="{7840C37D-FDDB-4314-A31E-446F31402874}" dt="2019-10-13T10:49:11.389" v="345"/>
          <ac:spMkLst>
            <pc:docMk/>
            <pc:sldMk cId="3406959657" sldId="527"/>
            <ac:spMk id="4" creationId="{988C0D74-091C-42C8-A272-FDDA88DBBD54}"/>
          </ac:spMkLst>
        </pc:spChg>
        <pc:spChg chg="add mod">
          <ac:chgData name="Cristian Chilipirea" userId="34ab170da5908fc4" providerId="LiveId" clId="{7840C37D-FDDB-4314-A31E-446F31402874}" dt="2019-10-13T10:49:22.069" v="351" actId="1076"/>
          <ac:spMkLst>
            <pc:docMk/>
            <pc:sldMk cId="3406959657" sldId="527"/>
            <ac:spMk id="5" creationId="{F7B45C96-18A3-469E-86D2-B3CF0D198F4F}"/>
          </ac:spMkLst>
        </pc:spChg>
      </pc:sldChg>
      <pc:sldChg chg="addSp delSp modSp add">
        <pc:chgData name="Cristian Chilipirea" userId="34ab170da5908fc4" providerId="LiveId" clId="{7840C37D-FDDB-4314-A31E-446F31402874}" dt="2019-10-13T10:49:41.297" v="362" actId="1076"/>
        <pc:sldMkLst>
          <pc:docMk/>
          <pc:sldMk cId="1247627106" sldId="528"/>
        </pc:sldMkLst>
        <pc:spChg chg="del">
          <ac:chgData name="Cristian Chilipirea" userId="34ab170da5908fc4" providerId="LiveId" clId="{7840C37D-FDDB-4314-A31E-446F31402874}" dt="2019-10-13T10:49:31.454" v="354" actId="478"/>
          <ac:spMkLst>
            <pc:docMk/>
            <pc:sldMk cId="1247627106" sldId="528"/>
            <ac:spMk id="2" creationId="{9C51318E-15B6-4360-B8EE-D89B4AE6E362}"/>
          </ac:spMkLst>
        </pc:spChg>
        <pc:spChg chg="del">
          <ac:chgData name="Cristian Chilipirea" userId="34ab170da5908fc4" providerId="LiveId" clId="{7840C37D-FDDB-4314-A31E-446F31402874}" dt="2019-10-13T10:49:30.342" v="353" actId="478"/>
          <ac:spMkLst>
            <pc:docMk/>
            <pc:sldMk cId="1247627106" sldId="528"/>
            <ac:spMk id="3" creationId="{F17D994C-8496-4B06-995F-EB754FEA2C48}"/>
          </ac:spMkLst>
        </pc:spChg>
        <pc:spChg chg="add del mod">
          <ac:chgData name="Cristian Chilipirea" userId="34ab170da5908fc4" providerId="LiveId" clId="{7840C37D-FDDB-4314-A31E-446F31402874}" dt="2019-10-13T10:49:37.158" v="358"/>
          <ac:spMkLst>
            <pc:docMk/>
            <pc:sldMk cId="1247627106" sldId="528"/>
            <ac:spMk id="4" creationId="{37BF4F5D-E0D5-4474-B539-6F0F1070EC22}"/>
          </ac:spMkLst>
        </pc:spChg>
        <pc:spChg chg="add del">
          <ac:chgData name="Cristian Chilipirea" userId="34ab170da5908fc4" providerId="LiveId" clId="{7840C37D-FDDB-4314-A31E-446F31402874}" dt="2019-10-13T10:49:39.234" v="360"/>
          <ac:spMkLst>
            <pc:docMk/>
            <pc:sldMk cId="1247627106" sldId="528"/>
            <ac:spMk id="5" creationId="{0E7D0C3C-17FD-4F1F-AC8D-A20E38AFE338}"/>
          </ac:spMkLst>
        </pc:spChg>
        <pc:spChg chg="add mod">
          <ac:chgData name="Cristian Chilipirea" userId="34ab170da5908fc4" providerId="LiveId" clId="{7840C37D-FDDB-4314-A31E-446F31402874}" dt="2019-10-13T10:49:41.297" v="362" actId="1076"/>
          <ac:spMkLst>
            <pc:docMk/>
            <pc:sldMk cId="1247627106" sldId="528"/>
            <ac:spMk id="6" creationId="{6B403CBD-FEF9-4518-BC20-7AAC39C999FD}"/>
          </ac:spMkLst>
        </pc:spChg>
      </pc:sldChg>
      <pc:sldChg chg="addSp delSp add">
        <pc:chgData name="Cristian Chilipirea" userId="34ab170da5908fc4" providerId="LiveId" clId="{7840C37D-FDDB-4314-A31E-446F31402874}" dt="2019-10-13T10:49:51.748" v="368"/>
        <pc:sldMkLst>
          <pc:docMk/>
          <pc:sldMk cId="1718984827" sldId="529"/>
        </pc:sldMkLst>
        <pc:spChg chg="del">
          <ac:chgData name="Cristian Chilipirea" userId="34ab170da5908fc4" providerId="LiveId" clId="{7840C37D-FDDB-4314-A31E-446F31402874}" dt="2019-10-13T10:49:48.645" v="364" actId="478"/>
          <ac:spMkLst>
            <pc:docMk/>
            <pc:sldMk cId="1718984827" sldId="529"/>
            <ac:spMk id="2" creationId="{357E70B2-C4AE-4085-8C0F-B9E0DA1D2C72}"/>
          </ac:spMkLst>
        </pc:spChg>
        <pc:spChg chg="del">
          <ac:chgData name="Cristian Chilipirea" userId="34ab170da5908fc4" providerId="LiveId" clId="{7840C37D-FDDB-4314-A31E-446F31402874}" dt="2019-10-13T10:49:49.269" v="365" actId="478"/>
          <ac:spMkLst>
            <pc:docMk/>
            <pc:sldMk cId="1718984827" sldId="529"/>
            <ac:spMk id="3" creationId="{11377053-2E24-4D90-B59F-F1DD6E2F10BB}"/>
          </ac:spMkLst>
        </pc:spChg>
        <pc:spChg chg="add del">
          <ac:chgData name="Cristian Chilipirea" userId="34ab170da5908fc4" providerId="LiveId" clId="{7840C37D-FDDB-4314-A31E-446F31402874}" dt="2019-10-13T10:49:51.736" v="367"/>
          <ac:spMkLst>
            <pc:docMk/>
            <pc:sldMk cId="1718984827" sldId="529"/>
            <ac:spMk id="4" creationId="{5757CF1A-4805-4727-A166-6C2DBBCB7131}"/>
          </ac:spMkLst>
        </pc:spChg>
        <pc:spChg chg="add">
          <ac:chgData name="Cristian Chilipirea" userId="34ab170da5908fc4" providerId="LiveId" clId="{7840C37D-FDDB-4314-A31E-446F31402874}" dt="2019-10-13T10:49:51.748" v="368"/>
          <ac:spMkLst>
            <pc:docMk/>
            <pc:sldMk cId="1718984827" sldId="529"/>
            <ac:spMk id="5" creationId="{C9499DF6-B48A-4E0A-AD15-80A87276548B}"/>
          </ac:spMkLst>
        </pc:spChg>
      </pc:sldChg>
      <pc:sldChg chg="addSp delSp modSp add">
        <pc:chgData name="Cristian Chilipirea" userId="34ab170da5908fc4" providerId="LiveId" clId="{7840C37D-FDDB-4314-A31E-446F31402874}" dt="2019-10-13T10:50:05.715" v="375" actId="1076"/>
        <pc:sldMkLst>
          <pc:docMk/>
          <pc:sldMk cId="3210230482" sldId="530"/>
        </pc:sldMkLst>
        <pc:spChg chg="mod">
          <ac:chgData name="Cristian Chilipirea" userId="34ab170da5908fc4" providerId="LiveId" clId="{7840C37D-FDDB-4314-A31E-446F31402874}" dt="2019-10-13T10:49:57.977" v="370"/>
          <ac:spMkLst>
            <pc:docMk/>
            <pc:sldMk cId="3210230482" sldId="530"/>
            <ac:spMk id="2" creationId="{8E9AAC1F-506F-4C24-A32C-4B1756823371}"/>
          </ac:spMkLst>
        </pc:spChg>
        <pc:spChg chg="del">
          <ac:chgData name="Cristian Chilipirea" userId="34ab170da5908fc4" providerId="LiveId" clId="{7840C37D-FDDB-4314-A31E-446F31402874}" dt="2019-10-13T10:49:59.234" v="371" actId="478"/>
          <ac:spMkLst>
            <pc:docMk/>
            <pc:sldMk cId="3210230482" sldId="530"/>
            <ac:spMk id="3" creationId="{47F0E3F4-5D0F-4049-899E-2AFB5912976B}"/>
          </ac:spMkLst>
        </pc:spChg>
        <pc:spChg chg="add del">
          <ac:chgData name="Cristian Chilipirea" userId="34ab170da5908fc4" providerId="LiveId" clId="{7840C37D-FDDB-4314-A31E-446F31402874}" dt="2019-10-13T10:50:04.119" v="373"/>
          <ac:spMkLst>
            <pc:docMk/>
            <pc:sldMk cId="3210230482" sldId="530"/>
            <ac:spMk id="4" creationId="{1CF41557-83B8-4C1A-A098-D9C9D4FE9B1F}"/>
          </ac:spMkLst>
        </pc:spChg>
        <pc:spChg chg="add mod">
          <ac:chgData name="Cristian Chilipirea" userId="34ab170da5908fc4" providerId="LiveId" clId="{7840C37D-FDDB-4314-A31E-446F31402874}" dt="2019-10-13T10:50:05.715" v="375" actId="1076"/>
          <ac:spMkLst>
            <pc:docMk/>
            <pc:sldMk cId="3210230482" sldId="530"/>
            <ac:spMk id="5" creationId="{DE1A1C7D-69AC-4B41-A1D0-C482DF198926}"/>
          </ac:spMkLst>
        </pc:spChg>
      </pc:sldChg>
      <pc:sldChg chg="addSp delSp add">
        <pc:chgData name="Cristian Chilipirea" userId="34ab170da5908fc4" providerId="LiveId" clId="{7840C37D-FDDB-4314-A31E-446F31402874}" dt="2019-10-13T10:50:16.213" v="381"/>
        <pc:sldMkLst>
          <pc:docMk/>
          <pc:sldMk cId="2615869572" sldId="531"/>
        </pc:sldMkLst>
        <pc:spChg chg="del">
          <ac:chgData name="Cristian Chilipirea" userId="34ab170da5908fc4" providerId="LiveId" clId="{7840C37D-FDDB-4314-A31E-446F31402874}" dt="2019-10-13T10:50:13.866" v="378" actId="478"/>
          <ac:spMkLst>
            <pc:docMk/>
            <pc:sldMk cId="2615869572" sldId="531"/>
            <ac:spMk id="2" creationId="{9391609E-F946-4B8C-82E1-FD2B37628CB4}"/>
          </ac:spMkLst>
        </pc:spChg>
        <pc:spChg chg="del">
          <ac:chgData name="Cristian Chilipirea" userId="34ab170da5908fc4" providerId="LiveId" clId="{7840C37D-FDDB-4314-A31E-446F31402874}" dt="2019-10-13T10:50:13.306" v="377" actId="478"/>
          <ac:spMkLst>
            <pc:docMk/>
            <pc:sldMk cId="2615869572" sldId="531"/>
            <ac:spMk id="3" creationId="{267D4F46-1A2B-4C70-ACD1-DB21ACADB3D9}"/>
          </ac:spMkLst>
        </pc:spChg>
        <pc:spChg chg="add del">
          <ac:chgData name="Cristian Chilipirea" userId="34ab170da5908fc4" providerId="LiveId" clId="{7840C37D-FDDB-4314-A31E-446F31402874}" dt="2019-10-13T10:50:16.208" v="380"/>
          <ac:spMkLst>
            <pc:docMk/>
            <pc:sldMk cId="2615869572" sldId="531"/>
            <ac:spMk id="4" creationId="{56999948-903E-4E1E-9C0B-94DA6F2C33B7}"/>
          </ac:spMkLst>
        </pc:spChg>
        <pc:spChg chg="add">
          <ac:chgData name="Cristian Chilipirea" userId="34ab170da5908fc4" providerId="LiveId" clId="{7840C37D-FDDB-4314-A31E-446F31402874}" dt="2019-10-13T10:50:16.213" v="381"/>
          <ac:spMkLst>
            <pc:docMk/>
            <pc:sldMk cId="2615869572" sldId="531"/>
            <ac:spMk id="5" creationId="{B85A72CE-1215-4D95-A111-A0780083E75A}"/>
          </ac:spMkLst>
        </pc:spChg>
      </pc:sldChg>
    </pc:docChg>
  </pc:docChgLst>
  <pc:docChgLst>
    <pc:chgData name="Cristian Chilipirea" userId="34ab170da5908fc4" providerId="LiveId" clId="{DCEBB7B4-3170-4693-8AB6-7F4F6AAD376C}"/>
    <pc:docChg chg="custSel addSld modSld">
      <pc:chgData name="Cristian Chilipirea" userId="34ab170da5908fc4" providerId="LiveId" clId="{DCEBB7B4-3170-4693-8AB6-7F4F6AAD376C}" dt="2018-10-02T10:52:58.122" v="825" actId="20577"/>
      <pc:docMkLst>
        <pc:docMk/>
      </pc:docMkLst>
      <pc:sldChg chg="modSp">
        <pc:chgData name="Cristian Chilipirea" userId="34ab170da5908fc4" providerId="LiveId" clId="{DCEBB7B4-3170-4693-8AB6-7F4F6AAD376C}" dt="2018-10-02T10:40:18.637" v="84" actId="1076"/>
        <pc:sldMkLst>
          <pc:docMk/>
          <pc:sldMk cId="2850693201" sldId="498"/>
        </pc:sldMkLst>
        <pc:spChg chg="mod">
          <ac:chgData name="Cristian Chilipirea" userId="34ab170da5908fc4" providerId="LiveId" clId="{DCEBB7B4-3170-4693-8AB6-7F4F6AAD376C}" dt="2018-10-02T10:40:18.637" v="84" actId="1076"/>
          <ac:spMkLst>
            <pc:docMk/>
            <pc:sldMk cId="2850693201" sldId="498"/>
            <ac:spMk id="3" creationId="{F96CF7B7-ACA9-427A-82FB-767222FD1E19}"/>
          </ac:spMkLst>
        </pc:spChg>
      </pc:sldChg>
      <pc:sldChg chg="modSp">
        <pc:chgData name="Cristian Chilipirea" userId="34ab170da5908fc4" providerId="LiveId" clId="{DCEBB7B4-3170-4693-8AB6-7F4F6AAD376C}" dt="2018-10-02T10:52:58.122" v="825" actId="20577"/>
        <pc:sldMkLst>
          <pc:docMk/>
          <pc:sldMk cId="3593157976" sldId="499"/>
        </pc:sldMkLst>
        <pc:spChg chg="mod">
          <ac:chgData name="Cristian Chilipirea" userId="34ab170da5908fc4" providerId="LiveId" clId="{DCEBB7B4-3170-4693-8AB6-7F4F6AAD376C}" dt="2018-10-02T10:50:44.221" v="550" actId="20577"/>
          <ac:spMkLst>
            <pc:docMk/>
            <pc:sldMk cId="3593157976" sldId="499"/>
            <ac:spMk id="2" creationId="{D953BD27-5FD5-4EAC-B8C4-CA94D3B73005}"/>
          </ac:spMkLst>
        </pc:spChg>
        <pc:spChg chg="mod">
          <ac:chgData name="Cristian Chilipirea" userId="34ab170da5908fc4" providerId="LiveId" clId="{DCEBB7B4-3170-4693-8AB6-7F4F6AAD376C}" dt="2018-10-02T10:52:58.122" v="825" actId="20577"/>
          <ac:spMkLst>
            <pc:docMk/>
            <pc:sldMk cId="3593157976" sldId="499"/>
            <ac:spMk id="3" creationId="{38DD686F-6C2C-4E52-A196-BD47AD4C72BA}"/>
          </ac:spMkLst>
        </pc:spChg>
      </pc:sldChg>
      <pc:sldChg chg="modSp add">
        <pc:chgData name="Cristian Chilipirea" userId="34ab170da5908fc4" providerId="LiveId" clId="{DCEBB7B4-3170-4693-8AB6-7F4F6AAD376C}" dt="2018-10-02T10:47:22.731" v="101" actId="20577"/>
        <pc:sldMkLst>
          <pc:docMk/>
          <pc:sldMk cId="384922801" sldId="526"/>
        </pc:sldMkLst>
        <pc:spChg chg="mod">
          <ac:chgData name="Cristian Chilipirea" userId="34ab170da5908fc4" providerId="LiveId" clId="{DCEBB7B4-3170-4693-8AB6-7F4F6AAD376C}" dt="2018-10-02T10:47:22.731" v="101" actId="20577"/>
          <ac:spMkLst>
            <pc:docMk/>
            <pc:sldMk cId="384922801" sldId="526"/>
            <ac:spMk id="2" creationId="{C246B18D-21B3-4B24-B48E-7496160B3CF6}"/>
          </ac:spMkLst>
        </pc:spChg>
      </pc:sldChg>
      <pc:sldChg chg="modSp add">
        <pc:chgData name="Cristian Chilipirea" userId="34ab170da5908fc4" providerId="LiveId" clId="{DCEBB7B4-3170-4693-8AB6-7F4F6AAD376C}" dt="2018-10-02T10:47:34.684" v="146" actId="20577"/>
        <pc:sldMkLst>
          <pc:docMk/>
          <pc:sldMk cId="2918988431" sldId="527"/>
        </pc:sldMkLst>
        <pc:spChg chg="mod">
          <ac:chgData name="Cristian Chilipirea" userId="34ab170da5908fc4" providerId="LiveId" clId="{DCEBB7B4-3170-4693-8AB6-7F4F6AAD376C}" dt="2018-10-02T10:47:34.684" v="146" actId="20577"/>
          <ac:spMkLst>
            <pc:docMk/>
            <pc:sldMk cId="2918988431" sldId="527"/>
            <ac:spMk id="2" creationId="{C3E94133-1880-4417-AA41-BF0388D21CA5}"/>
          </ac:spMkLst>
        </pc:spChg>
      </pc:sldChg>
      <pc:sldChg chg="modSp add">
        <pc:chgData name="Cristian Chilipirea" userId="34ab170da5908fc4" providerId="LiveId" clId="{DCEBB7B4-3170-4693-8AB6-7F4F6AAD376C}" dt="2018-10-02T10:47:59.807" v="228" actId="20577"/>
        <pc:sldMkLst>
          <pc:docMk/>
          <pc:sldMk cId="371541737" sldId="528"/>
        </pc:sldMkLst>
        <pc:spChg chg="mod">
          <ac:chgData name="Cristian Chilipirea" userId="34ab170da5908fc4" providerId="LiveId" clId="{DCEBB7B4-3170-4693-8AB6-7F4F6AAD376C}" dt="2018-10-02T10:47:59.807" v="228" actId="20577"/>
          <ac:spMkLst>
            <pc:docMk/>
            <pc:sldMk cId="371541737" sldId="528"/>
            <ac:spMk id="2" creationId="{A1D93475-2C96-4076-8427-B487F8A011F7}"/>
          </ac:spMkLst>
        </pc:spChg>
      </pc:sldChg>
    </pc:docChg>
  </pc:docChgLst>
  <pc:docChgLst>
    <pc:chgData name="Cristian Chilipirea" userId="34ab170da5908fc4" providerId="LiveId" clId="{51E1D80A-4A29-4E2A-B293-4232621C1517}"/>
    <pc:docChg chg="undo addSld delSld modSld modSection">
      <pc:chgData name="Cristian Chilipirea" userId="34ab170da5908fc4" providerId="LiveId" clId="{51E1D80A-4A29-4E2A-B293-4232621C1517}" dt="2019-10-06T18:10:02.976" v="298"/>
      <pc:docMkLst>
        <pc:docMk/>
      </pc:docMkLst>
      <pc:sldChg chg="modSp">
        <pc:chgData name="Cristian Chilipirea" userId="34ab170da5908fc4" providerId="LiveId" clId="{51E1D80A-4A29-4E2A-B293-4232621C1517}" dt="2019-10-06T17:51:08.463" v="1" actId="1076"/>
        <pc:sldMkLst>
          <pc:docMk/>
          <pc:sldMk cId="0" sldId="485"/>
        </pc:sldMkLst>
        <pc:spChg chg="mod">
          <ac:chgData name="Cristian Chilipirea" userId="34ab170da5908fc4" providerId="LiveId" clId="{51E1D80A-4A29-4E2A-B293-4232621C1517}" dt="2019-10-06T17:51:08.463" v="1" actId="1076"/>
          <ac:spMkLst>
            <pc:docMk/>
            <pc:sldMk cId="0" sldId="485"/>
            <ac:spMk id="15361" creationId="{B7373C27-AE51-474E-BA1F-0C5F0233AACE}"/>
          </ac:spMkLst>
        </pc:spChg>
      </pc:sldChg>
      <pc:sldChg chg="addSp delSp add">
        <pc:chgData name="Cristian Chilipirea" userId="34ab170da5908fc4" providerId="LiveId" clId="{51E1D80A-4A29-4E2A-B293-4232621C1517}" dt="2019-10-06T17:51:34.132" v="29" actId="478"/>
        <pc:sldMkLst>
          <pc:docMk/>
          <pc:sldMk cId="1011767499" sldId="486"/>
        </pc:sldMkLst>
        <pc:spChg chg="del">
          <ac:chgData name="Cristian Chilipirea" userId="34ab170da5908fc4" providerId="LiveId" clId="{51E1D80A-4A29-4E2A-B293-4232621C1517}" dt="2019-10-06T17:51:34.132" v="29" actId="478"/>
          <ac:spMkLst>
            <pc:docMk/>
            <pc:sldMk cId="1011767499" sldId="486"/>
            <ac:spMk id="2" creationId="{28E32F68-BB04-46C2-94FD-281E352C5007}"/>
          </ac:spMkLst>
        </pc:spChg>
        <pc:spChg chg="del">
          <ac:chgData name="Cristian Chilipirea" userId="34ab170da5908fc4" providerId="LiveId" clId="{51E1D80A-4A29-4E2A-B293-4232621C1517}" dt="2019-10-06T17:51:26.388" v="23" actId="478"/>
          <ac:spMkLst>
            <pc:docMk/>
            <pc:sldMk cId="1011767499" sldId="486"/>
            <ac:spMk id="3" creationId="{AE501617-3A3E-48A5-ADBF-80588AAF3470}"/>
          </ac:spMkLst>
        </pc:spChg>
        <pc:spChg chg="add del">
          <ac:chgData name="Cristian Chilipirea" userId="34ab170da5908fc4" providerId="LiveId" clId="{51E1D80A-4A29-4E2A-B293-4232621C1517}" dt="2019-10-06T17:51:30.945" v="27"/>
          <ac:spMkLst>
            <pc:docMk/>
            <pc:sldMk cId="1011767499" sldId="486"/>
            <ac:spMk id="4" creationId="{3DCB6BF8-07C6-4BF0-BC0B-20CDD26067AD}"/>
          </ac:spMkLst>
        </pc:spChg>
        <pc:spChg chg="add">
          <ac:chgData name="Cristian Chilipirea" userId="34ab170da5908fc4" providerId="LiveId" clId="{51E1D80A-4A29-4E2A-B293-4232621C1517}" dt="2019-10-06T17:51:30.952" v="28"/>
          <ac:spMkLst>
            <pc:docMk/>
            <pc:sldMk cId="1011767499" sldId="486"/>
            <ac:spMk id="5" creationId="{203EF41F-97F0-4B05-9808-D1ACD3534FDE}"/>
          </ac:spMkLst>
        </pc:spChg>
      </pc:sldChg>
      <pc:sldChg chg="del">
        <pc:chgData name="Cristian Chilipirea" userId="34ab170da5908fc4" providerId="LiveId" clId="{51E1D80A-4A29-4E2A-B293-4232621C1517}" dt="2019-10-06T17:51:10.704" v="2" actId="2696"/>
        <pc:sldMkLst>
          <pc:docMk/>
          <pc:sldMk cId="1027992857" sldId="486"/>
        </pc:sldMkLst>
      </pc:sldChg>
      <pc:sldChg chg="del">
        <pc:chgData name="Cristian Chilipirea" userId="34ab170da5908fc4" providerId="LiveId" clId="{51E1D80A-4A29-4E2A-B293-4232621C1517}" dt="2019-10-06T17:51:11.281" v="3" actId="2696"/>
        <pc:sldMkLst>
          <pc:docMk/>
          <pc:sldMk cId="138587081" sldId="487"/>
        </pc:sldMkLst>
      </pc:sldChg>
      <pc:sldChg chg="addSp delSp modSp add">
        <pc:chgData name="Cristian Chilipirea" userId="34ab170da5908fc4" providerId="LiveId" clId="{51E1D80A-4A29-4E2A-B293-4232621C1517}" dt="2019-10-06T17:52:43.745" v="35"/>
        <pc:sldMkLst>
          <pc:docMk/>
          <pc:sldMk cId="3224258351" sldId="487"/>
        </pc:sldMkLst>
        <pc:spChg chg="mod">
          <ac:chgData name="Cristian Chilipirea" userId="34ab170da5908fc4" providerId="LiveId" clId="{51E1D80A-4A29-4E2A-B293-4232621C1517}" dt="2019-10-06T17:52:35.964" v="31"/>
          <ac:spMkLst>
            <pc:docMk/>
            <pc:sldMk cId="3224258351" sldId="487"/>
            <ac:spMk id="2" creationId="{083F82FB-9BCD-4363-9319-3076B05262DC}"/>
          </ac:spMkLst>
        </pc:spChg>
        <pc:spChg chg="del">
          <ac:chgData name="Cristian Chilipirea" userId="34ab170da5908fc4" providerId="LiveId" clId="{51E1D80A-4A29-4E2A-B293-4232621C1517}" dt="2019-10-06T17:52:41.268" v="32" actId="478"/>
          <ac:spMkLst>
            <pc:docMk/>
            <pc:sldMk cId="3224258351" sldId="487"/>
            <ac:spMk id="3" creationId="{B0900F2A-3D5F-41FD-9CA2-0A0E8AB70FFD}"/>
          </ac:spMkLst>
        </pc:spChg>
        <pc:spChg chg="add del">
          <ac:chgData name="Cristian Chilipirea" userId="34ab170da5908fc4" providerId="LiveId" clId="{51E1D80A-4A29-4E2A-B293-4232621C1517}" dt="2019-10-06T17:52:43.736" v="34"/>
          <ac:spMkLst>
            <pc:docMk/>
            <pc:sldMk cId="3224258351" sldId="487"/>
            <ac:spMk id="4" creationId="{CD80CD29-221F-4F58-9C9F-00C27FCD37D0}"/>
          </ac:spMkLst>
        </pc:spChg>
        <pc:spChg chg="add">
          <ac:chgData name="Cristian Chilipirea" userId="34ab170da5908fc4" providerId="LiveId" clId="{51E1D80A-4A29-4E2A-B293-4232621C1517}" dt="2019-10-06T17:52:43.745" v="35"/>
          <ac:spMkLst>
            <pc:docMk/>
            <pc:sldMk cId="3224258351" sldId="487"/>
            <ac:spMk id="5" creationId="{8815B978-EF87-4F35-97BF-C35EE8F52A8F}"/>
          </ac:spMkLst>
        </pc:spChg>
      </pc:sldChg>
      <pc:sldChg chg="del">
        <pc:chgData name="Cristian Chilipirea" userId="34ab170da5908fc4" providerId="LiveId" clId="{51E1D80A-4A29-4E2A-B293-4232621C1517}" dt="2019-10-06T17:51:11.377" v="4" actId="2696"/>
        <pc:sldMkLst>
          <pc:docMk/>
          <pc:sldMk cId="1246785372" sldId="488"/>
        </pc:sldMkLst>
      </pc:sldChg>
      <pc:sldChg chg="addSp delSp modSp add modAnim">
        <pc:chgData name="Cristian Chilipirea" userId="34ab170da5908fc4" providerId="LiveId" clId="{51E1D80A-4A29-4E2A-B293-4232621C1517}" dt="2019-10-06T17:53:02.860" v="43" actId="1076"/>
        <pc:sldMkLst>
          <pc:docMk/>
          <pc:sldMk cId="2593252418" sldId="488"/>
        </pc:sldMkLst>
        <pc:spChg chg="mod">
          <ac:chgData name="Cristian Chilipirea" userId="34ab170da5908fc4" providerId="LiveId" clId="{51E1D80A-4A29-4E2A-B293-4232621C1517}" dt="2019-10-06T17:52:50.904" v="37"/>
          <ac:spMkLst>
            <pc:docMk/>
            <pc:sldMk cId="2593252418" sldId="488"/>
            <ac:spMk id="2" creationId="{CC3451E0-000E-4353-AD66-70B7D7379EA1}"/>
          </ac:spMkLst>
        </pc:spChg>
        <pc:spChg chg="del">
          <ac:chgData name="Cristian Chilipirea" userId="34ab170da5908fc4" providerId="LiveId" clId="{51E1D80A-4A29-4E2A-B293-4232621C1517}" dt="2019-10-06T17:52:58.265" v="38" actId="478"/>
          <ac:spMkLst>
            <pc:docMk/>
            <pc:sldMk cId="2593252418" sldId="488"/>
            <ac:spMk id="3" creationId="{2B8ABC55-09EA-4567-BFA2-314CBC83E683}"/>
          </ac:spMkLst>
        </pc:spChg>
        <pc:spChg chg="add del mod">
          <ac:chgData name="Cristian Chilipirea" userId="34ab170da5908fc4" providerId="LiveId" clId="{51E1D80A-4A29-4E2A-B293-4232621C1517}" dt="2019-10-06T17:53:00.421" v="41"/>
          <ac:spMkLst>
            <pc:docMk/>
            <pc:sldMk cId="2593252418" sldId="488"/>
            <ac:spMk id="4" creationId="{28EEDB18-8DB1-49F4-BC64-8EE141ED397D}"/>
          </ac:spMkLst>
        </pc:spChg>
        <pc:spChg chg="add mod">
          <ac:chgData name="Cristian Chilipirea" userId="34ab170da5908fc4" providerId="LiveId" clId="{51E1D80A-4A29-4E2A-B293-4232621C1517}" dt="2019-10-06T17:53:02.860" v="43" actId="1076"/>
          <ac:spMkLst>
            <pc:docMk/>
            <pc:sldMk cId="2593252418" sldId="488"/>
            <ac:spMk id="5" creationId="{3DF5BFF6-2442-42F3-8C82-18CF0891BE83}"/>
          </ac:spMkLst>
        </pc:spChg>
      </pc:sldChg>
      <pc:sldChg chg="del">
        <pc:chgData name="Cristian Chilipirea" userId="34ab170da5908fc4" providerId="LiveId" clId="{51E1D80A-4A29-4E2A-B293-4232621C1517}" dt="2019-10-06T17:51:11.527" v="5" actId="2696"/>
        <pc:sldMkLst>
          <pc:docMk/>
          <pc:sldMk cId="2831191411" sldId="489"/>
        </pc:sldMkLst>
      </pc:sldChg>
      <pc:sldChg chg="addSp delSp modSp add">
        <pc:chgData name="Cristian Chilipirea" userId="34ab170da5908fc4" providerId="LiveId" clId="{51E1D80A-4A29-4E2A-B293-4232621C1517}" dt="2019-10-06T17:53:27.907" v="49"/>
        <pc:sldMkLst>
          <pc:docMk/>
          <pc:sldMk cId="3875688009" sldId="489"/>
        </pc:sldMkLst>
        <pc:spChg chg="mod">
          <ac:chgData name="Cristian Chilipirea" userId="34ab170da5908fc4" providerId="LiveId" clId="{51E1D80A-4A29-4E2A-B293-4232621C1517}" dt="2019-10-06T17:53:15.700" v="45"/>
          <ac:spMkLst>
            <pc:docMk/>
            <pc:sldMk cId="3875688009" sldId="489"/>
            <ac:spMk id="2" creationId="{1163C7E7-9A71-4B15-B0EE-B27171DA57AB}"/>
          </ac:spMkLst>
        </pc:spChg>
        <pc:spChg chg="del">
          <ac:chgData name="Cristian Chilipirea" userId="34ab170da5908fc4" providerId="LiveId" clId="{51E1D80A-4A29-4E2A-B293-4232621C1517}" dt="2019-10-06T17:53:25.535" v="46" actId="478"/>
          <ac:spMkLst>
            <pc:docMk/>
            <pc:sldMk cId="3875688009" sldId="489"/>
            <ac:spMk id="3" creationId="{C6F09C53-BDE9-48B4-9FF0-DBECAFC36FDB}"/>
          </ac:spMkLst>
        </pc:spChg>
        <pc:spChg chg="add del">
          <ac:chgData name="Cristian Chilipirea" userId="34ab170da5908fc4" providerId="LiveId" clId="{51E1D80A-4A29-4E2A-B293-4232621C1517}" dt="2019-10-06T17:53:27.895" v="48"/>
          <ac:spMkLst>
            <pc:docMk/>
            <pc:sldMk cId="3875688009" sldId="489"/>
            <ac:spMk id="4" creationId="{170218D5-FCAD-4ED7-B350-DFB84F47F334}"/>
          </ac:spMkLst>
        </pc:spChg>
        <pc:spChg chg="add">
          <ac:chgData name="Cristian Chilipirea" userId="34ab170da5908fc4" providerId="LiveId" clId="{51E1D80A-4A29-4E2A-B293-4232621C1517}" dt="2019-10-06T17:53:27.907" v="49"/>
          <ac:spMkLst>
            <pc:docMk/>
            <pc:sldMk cId="3875688009" sldId="489"/>
            <ac:spMk id="5" creationId="{1DAB8A77-88C2-4E00-8CE4-349273446CED}"/>
          </ac:spMkLst>
        </pc:spChg>
      </pc:sldChg>
      <pc:sldChg chg="del">
        <pc:chgData name="Cristian Chilipirea" userId="34ab170da5908fc4" providerId="LiveId" clId="{51E1D80A-4A29-4E2A-B293-4232621C1517}" dt="2019-10-06T17:51:11.545" v="6" actId="2696"/>
        <pc:sldMkLst>
          <pc:docMk/>
          <pc:sldMk cId="4095643832" sldId="490"/>
        </pc:sldMkLst>
      </pc:sldChg>
      <pc:sldChg chg="addSp delSp modSp add modAnim">
        <pc:chgData name="Cristian Chilipirea" userId="34ab170da5908fc4" providerId="LiveId" clId="{51E1D80A-4A29-4E2A-B293-4232621C1517}" dt="2019-10-06T17:53:54.850" v="55" actId="1076"/>
        <pc:sldMkLst>
          <pc:docMk/>
          <pc:sldMk cId="4257711336" sldId="490"/>
        </pc:sldMkLst>
        <pc:spChg chg="mod">
          <ac:chgData name="Cristian Chilipirea" userId="34ab170da5908fc4" providerId="LiveId" clId="{51E1D80A-4A29-4E2A-B293-4232621C1517}" dt="2019-10-06T17:53:39.247" v="51"/>
          <ac:spMkLst>
            <pc:docMk/>
            <pc:sldMk cId="4257711336" sldId="490"/>
            <ac:spMk id="2" creationId="{3892ED03-7146-43EF-A63A-7B6EAE33634A}"/>
          </ac:spMkLst>
        </pc:spChg>
        <pc:spChg chg="del">
          <ac:chgData name="Cristian Chilipirea" userId="34ab170da5908fc4" providerId="LiveId" clId="{51E1D80A-4A29-4E2A-B293-4232621C1517}" dt="2019-10-06T17:53:41.577" v="52" actId="478"/>
          <ac:spMkLst>
            <pc:docMk/>
            <pc:sldMk cId="4257711336" sldId="490"/>
            <ac:spMk id="3" creationId="{7A7A06EE-B6B2-4003-8B85-DB2BE77CCCFE}"/>
          </ac:spMkLst>
        </pc:spChg>
        <pc:spChg chg="add mod">
          <ac:chgData name="Cristian Chilipirea" userId="34ab170da5908fc4" providerId="LiveId" clId="{51E1D80A-4A29-4E2A-B293-4232621C1517}" dt="2019-10-06T17:53:54.850" v="55" actId="1076"/>
          <ac:spMkLst>
            <pc:docMk/>
            <pc:sldMk cId="4257711336" sldId="490"/>
            <ac:spMk id="4" creationId="{F48B5211-B16E-4AD1-9979-B269CCE14C36}"/>
          </ac:spMkLst>
        </pc:spChg>
        <pc:spChg chg="add mod">
          <ac:chgData name="Cristian Chilipirea" userId="34ab170da5908fc4" providerId="LiveId" clId="{51E1D80A-4A29-4E2A-B293-4232621C1517}" dt="2019-10-06T17:53:54.850" v="55" actId="1076"/>
          <ac:spMkLst>
            <pc:docMk/>
            <pc:sldMk cId="4257711336" sldId="490"/>
            <ac:spMk id="5" creationId="{961545CB-392B-4C39-89F7-E95B98136963}"/>
          </ac:spMkLst>
        </pc:spChg>
        <pc:spChg chg="add mod">
          <ac:chgData name="Cristian Chilipirea" userId="34ab170da5908fc4" providerId="LiveId" clId="{51E1D80A-4A29-4E2A-B293-4232621C1517}" dt="2019-10-06T17:53:54.850" v="55" actId="1076"/>
          <ac:spMkLst>
            <pc:docMk/>
            <pc:sldMk cId="4257711336" sldId="490"/>
            <ac:spMk id="6" creationId="{6AA0DD25-887B-46A3-832C-66EF32273F31}"/>
          </ac:spMkLst>
        </pc:spChg>
        <pc:spChg chg="add mod">
          <ac:chgData name="Cristian Chilipirea" userId="34ab170da5908fc4" providerId="LiveId" clId="{51E1D80A-4A29-4E2A-B293-4232621C1517}" dt="2019-10-06T17:53:54.850" v="55" actId="1076"/>
          <ac:spMkLst>
            <pc:docMk/>
            <pc:sldMk cId="4257711336" sldId="490"/>
            <ac:spMk id="7" creationId="{67957DBA-FFEB-4E8C-B633-2B0BE1471CE2}"/>
          </ac:spMkLst>
        </pc:spChg>
        <pc:grpChg chg="add mod">
          <ac:chgData name="Cristian Chilipirea" userId="34ab170da5908fc4" providerId="LiveId" clId="{51E1D80A-4A29-4E2A-B293-4232621C1517}" dt="2019-10-06T17:53:54.850" v="55" actId="1076"/>
          <ac:grpSpMkLst>
            <pc:docMk/>
            <pc:sldMk cId="4257711336" sldId="490"/>
            <ac:grpSpMk id="8" creationId="{2CEDD53F-9CB0-4EDE-8E3B-E38C0D55B95D}"/>
          </ac:grpSpMkLst>
        </pc:grpChg>
        <pc:grpChg chg="add mod">
          <ac:chgData name="Cristian Chilipirea" userId="34ab170da5908fc4" providerId="LiveId" clId="{51E1D80A-4A29-4E2A-B293-4232621C1517}" dt="2019-10-06T17:53:54.850" v="55" actId="1076"/>
          <ac:grpSpMkLst>
            <pc:docMk/>
            <pc:sldMk cId="4257711336" sldId="490"/>
            <ac:grpSpMk id="29" creationId="{F09FB433-8BBE-433B-BF5F-3FAAD093A7DE}"/>
          </ac:grpSpMkLst>
        </pc:grpChg>
        <pc:grpChg chg="add mod">
          <ac:chgData name="Cristian Chilipirea" userId="34ab170da5908fc4" providerId="LiveId" clId="{51E1D80A-4A29-4E2A-B293-4232621C1517}" dt="2019-10-06T17:53:54.850" v="55" actId="1076"/>
          <ac:grpSpMkLst>
            <pc:docMk/>
            <pc:sldMk cId="4257711336" sldId="490"/>
            <ac:grpSpMk id="43" creationId="{A0137961-8069-489C-A7AE-F5CAA87C0020}"/>
          </ac:grpSpMkLst>
        </pc:grpChg>
        <pc:grpChg chg="mod">
          <ac:chgData name="Cristian Chilipirea" userId="34ab170da5908fc4" providerId="LiveId" clId="{51E1D80A-4A29-4E2A-B293-4232621C1517}" dt="2019-10-06T17:53:54.850" v="55" actId="1076"/>
          <ac:grpSpMkLst>
            <pc:docMk/>
            <pc:sldMk cId="4257711336" sldId="490"/>
            <ac:grpSpMk id="46" creationId="{079B3A9D-51F5-4F7D-8687-2A5BB99A16F1}"/>
          </ac:grpSpMkLst>
        </pc:grpChg>
      </pc:sldChg>
      <pc:sldChg chg="del">
        <pc:chgData name="Cristian Chilipirea" userId="34ab170da5908fc4" providerId="LiveId" clId="{51E1D80A-4A29-4E2A-B293-4232621C1517}" dt="2019-10-06T17:51:11.677" v="7" actId="2696"/>
        <pc:sldMkLst>
          <pc:docMk/>
          <pc:sldMk cId="2192830871" sldId="491"/>
        </pc:sldMkLst>
      </pc:sldChg>
      <pc:sldChg chg="addSp delSp modSp add">
        <pc:chgData name="Cristian Chilipirea" userId="34ab170da5908fc4" providerId="LiveId" clId="{51E1D80A-4A29-4E2A-B293-4232621C1517}" dt="2019-10-06T17:55:31.910" v="60" actId="1076"/>
        <pc:sldMkLst>
          <pc:docMk/>
          <pc:sldMk cId="3240090476" sldId="491"/>
        </pc:sldMkLst>
        <pc:spChg chg="mod">
          <ac:chgData name="Cristian Chilipirea" userId="34ab170da5908fc4" providerId="LiveId" clId="{51E1D80A-4A29-4E2A-B293-4232621C1517}" dt="2019-10-06T17:55:23.740" v="57"/>
          <ac:spMkLst>
            <pc:docMk/>
            <pc:sldMk cId="3240090476" sldId="491"/>
            <ac:spMk id="2" creationId="{95E7974C-4805-45F8-AAFF-9AB6EA187E17}"/>
          </ac:spMkLst>
        </pc:spChg>
        <pc:spChg chg="del">
          <ac:chgData name="Cristian Chilipirea" userId="34ab170da5908fc4" providerId="LiveId" clId="{51E1D80A-4A29-4E2A-B293-4232621C1517}" dt="2019-10-06T17:55:29.735" v="58" actId="478"/>
          <ac:spMkLst>
            <pc:docMk/>
            <pc:sldMk cId="3240090476" sldId="491"/>
            <ac:spMk id="3" creationId="{C963F3E8-E041-45BB-958F-EBB72842D768}"/>
          </ac:spMkLst>
        </pc:spChg>
        <pc:grpChg chg="add mod">
          <ac:chgData name="Cristian Chilipirea" userId="34ab170da5908fc4" providerId="LiveId" clId="{51E1D80A-4A29-4E2A-B293-4232621C1517}" dt="2019-10-06T17:55:31.910" v="60" actId="1076"/>
          <ac:grpSpMkLst>
            <pc:docMk/>
            <pc:sldMk cId="3240090476" sldId="491"/>
            <ac:grpSpMk id="4" creationId="{43C1F2E6-8110-4512-921D-825F59E29AE7}"/>
          </ac:grpSpMkLst>
        </pc:grpChg>
      </pc:sldChg>
      <pc:sldChg chg="addSp delSp modSp add">
        <pc:chgData name="Cristian Chilipirea" userId="34ab170da5908fc4" providerId="LiveId" clId="{51E1D80A-4A29-4E2A-B293-4232621C1517}" dt="2019-10-06T17:55:50.645" v="67" actId="1076"/>
        <pc:sldMkLst>
          <pc:docMk/>
          <pc:sldMk cId="2821618671" sldId="492"/>
        </pc:sldMkLst>
        <pc:spChg chg="mod">
          <ac:chgData name="Cristian Chilipirea" userId="34ab170da5908fc4" providerId="LiveId" clId="{51E1D80A-4A29-4E2A-B293-4232621C1517}" dt="2019-10-06T17:55:40.932" v="62"/>
          <ac:spMkLst>
            <pc:docMk/>
            <pc:sldMk cId="2821618671" sldId="492"/>
            <ac:spMk id="2" creationId="{9A2E8FB6-A020-4CE3-861F-7A2DC4BA3058}"/>
          </ac:spMkLst>
        </pc:spChg>
        <pc:spChg chg="del">
          <ac:chgData name="Cristian Chilipirea" userId="34ab170da5908fc4" providerId="LiveId" clId="{51E1D80A-4A29-4E2A-B293-4232621C1517}" dt="2019-10-06T17:55:43.484" v="63" actId="478"/>
          <ac:spMkLst>
            <pc:docMk/>
            <pc:sldMk cId="2821618671" sldId="492"/>
            <ac:spMk id="3" creationId="{6B20E1F8-0EFE-4A52-9884-261CC0211FDA}"/>
          </ac:spMkLst>
        </pc:spChg>
        <pc:spChg chg="add del">
          <ac:chgData name="Cristian Chilipirea" userId="34ab170da5908fc4" providerId="LiveId" clId="{51E1D80A-4A29-4E2A-B293-4232621C1517}" dt="2019-10-06T17:55:48.821" v="65"/>
          <ac:spMkLst>
            <pc:docMk/>
            <pc:sldMk cId="2821618671" sldId="492"/>
            <ac:spMk id="4" creationId="{43BF1D93-61A1-4BC9-BC01-2913E589E8C4}"/>
          </ac:spMkLst>
        </pc:spChg>
        <pc:spChg chg="add mod">
          <ac:chgData name="Cristian Chilipirea" userId="34ab170da5908fc4" providerId="LiveId" clId="{51E1D80A-4A29-4E2A-B293-4232621C1517}" dt="2019-10-06T17:55:50.645" v="67" actId="1076"/>
          <ac:spMkLst>
            <pc:docMk/>
            <pc:sldMk cId="2821618671" sldId="492"/>
            <ac:spMk id="5" creationId="{AB7DFA0E-EE35-41EF-87C0-BFB827543EEB}"/>
          </ac:spMkLst>
        </pc:spChg>
      </pc:sldChg>
      <pc:sldChg chg="del">
        <pc:chgData name="Cristian Chilipirea" userId="34ab170da5908fc4" providerId="LiveId" clId="{51E1D80A-4A29-4E2A-B293-4232621C1517}" dt="2019-10-06T17:51:11.894" v="8" actId="2696"/>
        <pc:sldMkLst>
          <pc:docMk/>
          <pc:sldMk cId="2867972107" sldId="492"/>
        </pc:sldMkLst>
      </pc:sldChg>
      <pc:sldChg chg="del">
        <pc:chgData name="Cristian Chilipirea" userId="34ab170da5908fc4" providerId="LiveId" clId="{51E1D80A-4A29-4E2A-B293-4232621C1517}" dt="2019-10-06T17:51:12.315" v="9" actId="2696"/>
        <pc:sldMkLst>
          <pc:docMk/>
          <pc:sldMk cId="225010310" sldId="493"/>
        </pc:sldMkLst>
      </pc:sldChg>
      <pc:sldChg chg="addSp delSp modSp add">
        <pc:chgData name="Cristian Chilipirea" userId="34ab170da5908fc4" providerId="LiveId" clId="{51E1D80A-4A29-4E2A-B293-4232621C1517}" dt="2019-10-06T17:56:22.615" v="74" actId="1076"/>
        <pc:sldMkLst>
          <pc:docMk/>
          <pc:sldMk cId="2594526626" sldId="493"/>
        </pc:sldMkLst>
        <pc:spChg chg="mod">
          <ac:chgData name="Cristian Chilipirea" userId="34ab170da5908fc4" providerId="LiveId" clId="{51E1D80A-4A29-4E2A-B293-4232621C1517}" dt="2019-10-06T17:56:09.473" v="69"/>
          <ac:spMkLst>
            <pc:docMk/>
            <pc:sldMk cId="2594526626" sldId="493"/>
            <ac:spMk id="2" creationId="{71DE1D45-4265-4FBE-B312-C57AEF50C57D}"/>
          </ac:spMkLst>
        </pc:spChg>
        <pc:spChg chg="del">
          <ac:chgData name="Cristian Chilipirea" userId="34ab170da5908fc4" providerId="LiveId" clId="{51E1D80A-4A29-4E2A-B293-4232621C1517}" dt="2019-10-06T17:56:17.856" v="70" actId="478"/>
          <ac:spMkLst>
            <pc:docMk/>
            <pc:sldMk cId="2594526626" sldId="493"/>
            <ac:spMk id="3" creationId="{B6EEA3DB-8340-4756-B733-126FF3372A32}"/>
          </ac:spMkLst>
        </pc:spChg>
        <pc:spChg chg="add del">
          <ac:chgData name="Cristian Chilipirea" userId="34ab170da5908fc4" providerId="LiveId" clId="{51E1D80A-4A29-4E2A-B293-4232621C1517}" dt="2019-10-06T17:56:19.995" v="72"/>
          <ac:spMkLst>
            <pc:docMk/>
            <pc:sldMk cId="2594526626" sldId="493"/>
            <ac:spMk id="4" creationId="{E028B0D4-CBC5-4908-9470-154F066553DA}"/>
          </ac:spMkLst>
        </pc:spChg>
        <pc:spChg chg="add mod">
          <ac:chgData name="Cristian Chilipirea" userId="34ab170da5908fc4" providerId="LiveId" clId="{51E1D80A-4A29-4E2A-B293-4232621C1517}" dt="2019-10-06T17:56:22.615" v="74" actId="1076"/>
          <ac:spMkLst>
            <pc:docMk/>
            <pc:sldMk cId="2594526626" sldId="493"/>
            <ac:spMk id="5" creationId="{5A0F00E9-9F6F-4BDD-AEE1-AA7452E3C04F}"/>
          </ac:spMkLst>
        </pc:spChg>
      </pc:sldChg>
      <pc:sldChg chg="addSp delSp modSp add">
        <pc:chgData name="Cristian Chilipirea" userId="34ab170da5908fc4" providerId="LiveId" clId="{51E1D80A-4A29-4E2A-B293-4232621C1517}" dt="2019-10-06T17:56:45.503" v="85" actId="1076"/>
        <pc:sldMkLst>
          <pc:docMk/>
          <pc:sldMk cId="1937755242" sldId="494"/>
        </pc:sldMkLst>
        <pc:spChg chg="mod">
          <ac:chgData name="Cristian Chilipirea" userId="34ab170da5908fc4" providerId="LiveId" clId="{51E1D80A-4A29-4E2A-B293-4232621C1517}" dt="2019-10-06T17:56:29.904" v="76"/>
          <ac:spMkLst>
            <pc:docMk/>
            <pc:sldMk cId="1937755242" sldId="494"/>
            <ac:spMk id="2" creationId="{0BF265FC-03D0-4B79-8083-CB5F5C85E092}"/>
          </ac:spMkLst>
        </pc:spChg>
        <pc:spChg chg="del">
          <ac:chgData name="Cristian Chilipirea" userId="34ab170da5908fc4" providerId="LiveId" clId="{51E1D80A-4A29-4E2A-B293-4232621C1517}" dt="2019-10-06T17:56:31.888" v="77" actId="478"/>
          <ac:spMkLst>
            <pc:docMk/>
            <pc:sldMk cId="1937755242" sldId="494"/>
            <ac:spMk id="3" creationId="{B22BA51B-7296-4DCB-8339-B14926462470}"/>
          </ac:spMkLst>
        </pc:spChg>
        <pc:spChg chg="add del mod">
          <ac:chgData name="Cristian Chilipirea" userId="34ab170da5908fc4" providerId="LiveId" clId="{51E1D80A-4A29-4E2A-B293-4232621C1517}" dt="2019-10-06T17:56:40.945" v="81"/>
          <ac:spMkLst>
            <pc:docMk/>
            <pc:sldMk cId="1937755242" sldId="494"/>
            <ac:spMk id="4" creationId="{DB4964D3-3DFD-4D97-912C-7FE774591A96}"/>
          </ac:spMkLst>
        </pc:spChg>
        <pc:spChg chg="add del">
          <ac:chgData name="Cristian Chilipirea" userId="34ab170da5908fc4" providerId="LiveId" clId="{51E1D80A-4A29-4E2A-B293-4232621C1517}" dt="2019-10-06T17:56:42.925" v="83"/>
          <ac:spMkLst>
            <pc:docMk/>
            <pc:sldMk cId="1937755242" sldId="494"/>
            <ac:spMk id="5" creationId="{A4622B35-4818-458B-8A87-428F0F9B3CE0}"/>
          </ac:spMkLst>
        </pc:spChg>
        <pc:spChg chg="add mod">
          <ac:chgData name="Cristian Chilipirea" userId="34ab170da5908fc4" providerId="LiveId" clId="{51E1D80A-4A29-4E2A-B293-4232621C1517}" dt="2019-10-06T17:56:45.503" v="85" actId="1076"/>
          <ac:spMkLst>
            <pc:docMk/>
            <pc:sldMk cId="1937755242" sldId="494"/>
            <ac:spMk id="6" creationId="{F1C8A590-C365-45D6-839E-9FD6B6C5A7C5}"/>
          </ac:spMkLst>
        </pc:spChg>
      </pc:sldChg>
      <pc:sldChg chg="del">
        <pc:chgData name="Cristian Chilipirea" userId="34ab170da5908fc4" providerId="LiveId" clId="{51E1D80A-4A29-4E2A-B293-4232621C1517}" dt="2019-10-06T17:51:12.562" v="10" actId="2696"/>
        <pc:sldMkLst>
          <pc:docMk/>
          <pc:sldMk cId="2096246749" sldId="494"/>
        </pc:sldMkLst>
      </pc:sldChg>
      <pc:sldChg chg="addSp delSp modSp add">
        <pc:chgData name="Cristian Chilipirea" userId="34ab170da5908fc4" providerId="LiveId" clId="{51E1D80A-4A29-4E2A-B293-4232621C1517}" dt="2019-10-06T17:57:04.556" v="93" actId="1076"/>
        <pc:sldMkLst>
          <pc:docMk/>
          <pc:sldMk cId="487379393" sldId="495"/>
        </pc:sldMkLst>
        <pc:spChg chg="mod">
          <ac:chgData name="Cristian Chilipirea" userId="34ab170da5908fc4" providerId="LiveId" clId="{51E1D80A-4A29-4E2A-B293-4232621C1517}" dt="2019-10-06T17:56:55.149" v="87"/>
          <ac:spMkLst>
            <pc:docMk/>
            <pc:sldMk cId="487379393" sldId="495"/>
            <ac:spMk id="2" creationId="{CEB8EB6B-6A11-4DE7-B508-184425716A6A}"/>
          </ac:spMkLst>
        </pc:spChg>
        <pc:spChg chg="del">
          <ac:chgData name="Cristian Chilipirea" userId="34ab170da5908fc4" providerId="LiveId" clId="{51E1D80A-4A29-4E2A-B293-4232621C1517}" dt="2019-10-06T17:56:59.340" v="88" actId="478"/>
          <ac:spMkLst>
            <pc:docMk/>
            <pc:sldMk cId="487379393" sldId="495"/>
            <ac:spMk id="3" creationId="{AC30F318-096E-4D5B-9D8A-450EFFFD8A3A}"/>
          </ac:spMkLst>
        </pc:spChg>
        <pc:spChg chg="add del mod">
          <ac:chgData name="Cristian Chilipirea" userId="34ab170da5908fc4" providerId="LiveId" clId="{51E1D80A-4A29-4E2A-B293-4232621C1517}" dt="2019-10-06T17:57:02.532" v="91"/>
          <ac:spMkLst>
            <pc:docMk/>
            <pc:sldMk cId="487379393" sldId="495"/>
            <ac:spMk id="4" creationId="{936A1D15-676F-4766-B341-67415623243D}"/>
          </ac:spMkLst>
        </pc:spChg>
        <pc:spChg chg="add mod">
          <ac:chgData name="Cristian Chilipirea" userId="34ab170da5908fc4" providerId="LiveId" clId="{51E1D80A-4A29-4E2A-B293-4232621C1517}" dt="2019-10-06T17:57:04.556" v="93" actId="1076"/>
          <ac:spMkLst>
            <pc:docMk/>
            <pc:sldMk cId="487379393" sldId="495"/>
            <ac:spMk id="5" creationId="{DA18A7A6-983F-4195-A290-2BC0F09384DC}"/>
          </ac:spMkLst>
        </pc:spChg>
      </pc:sldChg>
      <pc:sldChg chg="del">
        <pc:chgData name="Cristian Chilipirea" userId="34ab170da5908fc4" providerId="LiveId" clId="{51E1D80A-4A29-4E2A-B293-4232621C1517}" dt="2019-10-06T17:51:12.819" v="11" actId="2696"/>
        <pc:sldMkLst>
          <pc:docMk/>
          <pc:sldMk cId="3714542689" sldId="495"/>
        </pc:sldMkLst>
      </pc:sldChg>
      <pc:sldChg chg="del">
        <pc:chgData name="Cristian Chilipirea" userId="34ab170da5908fc4" providerId="LiveId" clId="{51E1D80A-4A29-4E2A-B293-4232621C1517}" dt="2019-10-06T17:51:12.989" v="12" actId="2696"/>
        <pc:sldMkLst>
          <pc:docMk/>
          <pc:sldMk cId="1341029990" sldId="496"/>
        </pc:sldMkLst>
      </pc:sldChg>
      <pc:sldChg chg="addSp delSp add">
        <pc:chgData name="Cristian Chilipirea" userId="34ab170da5908fc4" providerId="LiveId" clId="{51E1D80A-4A29-4E2A-B293-4232621C1517}" dt="2019-10-06T17:57:19.320" v="99" actId="478"/>
        <pc:sldMkLst>
          <pc:docMk/>
          <pc:sldMk cId="3763663029" sldId="496"/>
        </pc:sldMkLst>
        <pc:spChg chg="del">
          <ac:chgData name="Cristian Chilipirea" userId="34ab170da5908fc4" providerId="LiveId" clId="{51E1D80A-4A29-4E2A-B293-4232621C1517}" dt="2019-10-06T17:57:19.320" v="99" actId="478"/>
          <ac:spMkLst>
            <pc:docMk/>
            <pc:sldMk cId="3763663029" sldId="496"/>
            <ac:spMk id="2" creationId="{77F4E05F-C61C-41AA-AE09-552CB237BA6B}"/>
          </ac:spMkLst>
        </pc:spChg>
        <pc:spChg chg="del">
          <ac:chgData name="Cristian Chilipirea" userId="34ab170da5908fc4" providerId="LiveId" clId="{51E1D80A-4A29-4E2A-B293-4232621C1517}" dt="2019-10-06T17:57:14.476" v="95" actId="478"/>
          <ac:spMkLst>
            <pc:docMk/>
            <pc:sldMk cId="3763663029" sldId="496"/>
            <ac:spMk id="3" creationId="{F523964C-5E9B-4738-846A-8ACF801F2C18}"/>
          </ac:spMkLst>
        </pc:spChg>
        <pc:spChg chg="add del">
          <ac:chgData name="Cristian Chilipirea" userId="34ab170da5908fc4" providerId="LiveId" clId="{51E1D80A-4A29-4E2A-B293-4232621C1517}" dt="2019-10-06T17:57:17.318" v="97"/>
          <ac:spMkLst>
            <pc:docMk/>
            <pc:sldMk cId="3763663029" sldId="496"/>
            <ac:spMk id="4" creationId="{4DB75CFE-C0D2-4D00-9F60-892885973BBB}"/>
          </ac:spMkLst>
        </pc:spChg>
        <pc:spChg chg="add">
          <ac:chgData name="Cristian Chilipirea" userId="34ab170da5908fc4" providerId="LiveId" clId="{51E1D80A-4A29-4E2A-B293-4232621C1517}" dt="2019-10-06T17:57:17.325" v="98"/>
          <ac:spMkLst>
            <pc:docMk/>
            <pc:sldMk cId="3763663029" sldId="496"/>
            <ac:spMk id="5" creationId="{39108EA8-1646-4A79-AE04-2AA7A5A6B0F1}"/>
          </ac:spMkLst>
        </pc:spChg>
      </pc:sldChg>
      <pc:sldChg chg="del">
        <pc:chgData name="Cristian Chilipirea" userId="34ab170da5908fc4" providerId="LiveId" clId="{51E1D80A-4A29-4E2A-B293-4232621C1517}" dt="2019-10-06T17:51:13.005" v="13" actId="2696"/>
        <pc:sldMkLst>
          <pc:docMk/>
          <pc:sldMk cId="152564301" sldId="497"/>
        </pc:sldMkLst>
      </pc:sldChg>
      <pc:sldChg chg="addSp delSp modSp add modAnim">
        <pc:chgData name="Cristian Chilipirea" userId="34ab170da5908fc4" providerId="LiveId" clId="{51E1D80A-4A29-4E2A-B293-4232621C1517}" dt="2019-10-06T17:57:41.281" v="106" actId="1076"/>
        <pc:sldMkLst>
          <pc:docMk/>
          <pc:sldMk cId="3065354528" sldId="497"/>
        </pc:sldMkLst>
        <pc:spChg chg="mod">
          <ac:chgData name="Cristian Chilipirea" userId="34ab170da5908fc4" providerId="LiveId" clId="{51E1D80A-4A29-4E2A-B293-4232621C1517}" dt="2019-10-06T17:57:27.064" v="101"/>
          <ac:spMkLst>
            <pc:docMk/>
            <pc:sldMk cId="3065354528" sldId="497"/>
            <ac:spMk id="2" creationId="{7C6973B9-0C39-40C2-A640-21E3682E28A0}"/>
          </ac:spMkLst>
        </pc:spChg>
        <pc:spChg chg="del">
          <ac:chgData name="Cristian Chilipirea" userId="34ab170da5908fc4" providerId="LiveId" clId="{51E1D80A-4A29-4E2A-B293-4232621C1517}" dt="2019-10-06T17:57:34.864" v="102" actId="478"/>
          <ac:spMkLst>
            <pc:docMk/>
            <pc:sldMk cId="3065354528" sldId="497"/>
            <ac:spMk id="3" creationId="{060EEC77-6F4E-4FAD-A566-938F76ED69AF}"/>
          </ac:spMkLst>
        </pc:spChg>
        <pc:spChg chg="add del">
          <ac:chgData name="Cristian Chilipirea" userId="34ab170da5908fc4" providerId="LiveId" clId="{51E1D80A-4A29-4E2A-B293-4232621C1517}" dt="2019-10-06T17:57:37.761" v="104"/>
          <ac:spMkLst>
            <pc:docMk/>
            <pc:sldMk cId="3065354528" sldId="497"/>
            <ac:spMk id="4" creationId="{9C354E9B-955C-4042-ABC4-2576B283D579}"/>
          </ac:spMkLst>
        </pc:spChg>
        <pc:spChg chg="add del">
          <ac:chgData name="Cristian Chilipirea" userId="34ab170da5908fc4" providerId="LiveId" clId="{51E1D80A-4A29-4E2A-B293-4232621C1517}" dt="2019-10-06T17:57:37.761" v="104"/>
          <ac:spMkLst>
            <pc:docMk/>
            <pc:sldMk cId="3065354528" sldId="497"/>
            <ac:spMk id="98" creationId="{35DA9236-C5C4-4391-8D28-C2D87C2E879C}"/>
          </ac:spMkLst>
        </pc:spChg>
        <pc:spChg chg="add del">
          <ac:chgData name="Cristian Chilipirea" userId="34ab170da5908fc4" providerId="LiveId" clId="{51E1D80A-4A29-4E2A-B293-4232621C1517}" dt="2019-10-06T17:57:37.761" v="104"/>
          <ac:spMkLst>
            <pc:docMk/>
            <pc:sldMk cId="3065354528" sldId="497"/>
            <ac:spMk id="99" creationId="{036BE035-B2BE-49A0-B137-5A76B0913484}"/>
          </ac:spMkLst>
        </pc:spChg>
        <pc:spChg chg="add del">
          <ac:chgData name="Cristian Chilipirea" userId="34ab170da5908fc4" providerId="LiveId" clId="{51E1D80A-4A29-4E2A-B293-4232621C1517}" dt="2019-10-06T17:57:37.761" v="104"/>
          <ac:spMkLst>
            <pc:docMk/>
            <pc:sldMk cId="3065354528" sldId="497"/>
            <ac:spMk id="100" creationId="{4EE281BB-700F-451B-A1B7-02328CBE767D}"/>
          </ac:spMkLst>
        </pc:spChg>
        <pc:spChg chg="add del">
          <ac:chgData name="Cristian Chilipirea" userId="34ab170da5908fc4" providerId="LiveId" clId="{51E1D80A-4A29-4E2A-B293-4232621C1517}" dt="2019-10-06T17:57:37.761" v="104"/>
          <ac:spMkLst>
            <pc:docMk/>
            <pc:sldMk cId="3065354528" sldId="497"/>
            <ac:spMk id="101" creationId="{092D2BD8-EEF2-4BB9-8913-70327C7A3A98}"/>
          </ac:spMkLst>
        </pc:spChg>
        <pc:spChg chg="add del">
          <ac:chgData name="Cristian Chilipirea" userId="34ab170da5908fc4" providerId="LiveId" clId="{51E1D80A-4A29-4E2A-B293-4232621C1517}" dt="2019-10-06T17:57:37.761" v="104"/>
          <ac:spMkLst>
            <pc:docMk/>
            <pc:sldMk cId="3065354528" sldId="497"/>
            <ac:spMk id="102" creationId="{0911E7F7-78DA-4C70-B2D7-A1ED7B0B5D0F}"/>
          </ac:spMkLst>
        </pc:spChg>
        <pc:spChg chg="add del">
          <ac:chgData name="Cristian Chilipirea" userId="34ab170da5908fc4" providerId="LiveId" clId="{51E1D80A-4A29-4E2A-B293-4232621C1517}" dt="2019-10-06T17:57:37.761" v="104"/>
          <ac:spMkLst>
            <pc:docMk/>
            <pc:sldMk cId="3065354528" sldId="497"/>
            <ac:spMk id="103" creationId="{733C50C6-F622-4CF1-A7A8-01482EAB5DFD}"/>
          </ac:spMkLst>
        </pc:spChg>
        <pc:spChg chg="add del">
          <ac:chgData name="Cristian Chilipirea" userId="34ab170da5908fc4" providerId="LiveId" clId="{51E1D80A-4A29-4E2A-B293-4232621C1517}" dt="2019-10-06T17:57:37.761" v="104"/>
          <ac:spMkLst>
            <pc:docMk/>
            <pc:sldMk cId="3065354528" sldId="497"/>
            <ac:spMk id="104" creationId="{C56B3C49-D2F6-4E66-B7FC-DA3144B2CE62}"/>
          </ac:spMkLst>
        </pc:spChg>
        <pc:spChg chg="add del">
          <ac:chgData name="Cristian Chilipirea" userId="34ab170da5908fc4" providerId="LiveId" clId="{51E1D80A-4A29-4E2A-B293-4232621C1517}" dt="2019-10-06T17:57:37.761" v="104"/>
          <ac:spMkLst>
            <pc:docMk/>
            <pc:sldMk cId="3065354528" sldId="497"/>
            <ac:spMk id="105" creationId="{42890D97-DA42-44D4-945D-0D89DAC7B06B}"/>
          </ac:spMkLst>
        </pc:spChg>
        <pc:spChg chg="add del">
          <ac:chgData name="Cristian Chilipirea" userId="34ab170da5908fc4" providerId="LiveId" clId="{51E1D80A-4A29-4E2A-B293-4232621C1517}" dt="2019-10-06T17:57:37.761" v="104"/>
          <ac:spMkLst>
            <pc:docMk/>
            <pc:sldMk cId="3065354528" sldId="497"/>
            <ac:spMk id="116" creationId="{0A67C0CC-F25D-4830-A1B4-F81D388CAC20}"/>
          </ac:spMkLst>
        </pc:spChg>
        <pc:spChg chg="add mod">
          <ac:chgData name="Cristian Chilipirea" userId="34ab170da5908fc4" providerId="LiveId" clId="{51E1D80A-4A29-4E2A-B293-4232621C1517}" dt="2019-10-06T17:57:41.281" v="106" actId="1076"/>
          <ac:spMkLst>
            <pc:docMk/>
            <pc:sldMk cId="3065354528" sldId="497"/>
            <ac:spMk id="117" creationId="{63EA967E-DFC6-41BF-9F72-E042862F2C4B}"/>
          </ac:spMkLst>
        </pc:spChg>
        <pc:spChg chg="add mod">
          <ac:chgData name="Cristian Chilipirea" userId="34ab170da5908fc4" providerId="LiveId" clId="{51E1D80A-4A29-4E2A-B293-4232621C1517}" dt="2019-10-06T17:57:41.281" v="106" actId="1076"/>
          <ac:spMkLst>
            <pc:docMk/>
            <pc:sldMk cId="3065354528" sldId="497"/>
            <ac:spMk id="211" creationId="{9205327D-C80F-4F0C-A567-706058796F70}"/>
          </ac:spMkLst>
        </pc:spChg>
        <pc:spChg chg="add mod">
          <ac:chgData name="Cristian Chilipirea" userId="34ab170da5908fc4" providerId="LiveId" clId="{51E1D80A-4A29-4E2A-B293-4232621C1517}" dt="2019-10-06T17:57:41.281" v="106" actId="1076"/>
          <ac:spMkLst>
            <pc:docMk/>
            <pc:sldMk cId="3065354528" sldId="497"/>
            <ac:spMk id="212" creationId="{333547A5-FA62-434B-9E1E-2B6D91648847}"/>
          </ac:spMkLst>
        </pc:spChg>
        <pc:spChg chg="add mod">
          <ac:chgData name="Cristian Chilipirea" userId="34ab170da5908fc4" providerId="LiveId" clId="{51E1D80A-4A29-4E2A-B293-4232621C1517}" dt="2019-10-06T17:57:41.281" v="106" actId="1076"/>
          <ac:spMkLst>
            <pc:docMk/>
            <pc:sldMk cId="3065354528" sldId="497"/>
            <ac:spMk id="213" creationId="{84FB0839-8F80-48F2-AE2B-7003548B316E}"/>
          </ac:spMkLst>
        </pc:spChg>
        <pc:spChg chg="add mod">
          <ac:chgData name="Cristian Chilipirea" userId="34ab170da5908fc4" providerId="LiveId" clId="{51E1D80A-4A29-4E2A-B293-4232621C1517}" dt="2019-10-06T17:57:41.281" v="106" actId="1076"/>
          <ac:spMkLst>
            <pc:docMk/>
            <pc:sldMk cId="3065354528" sldId="497"/>
            <ac:spMk id="214" creationId="{326BA4E8-E16B-4752-A958-CE976CDCCFBE}"/>
          </ac:spMkLst>
        </pc:spChg>
        <pc:spChg chg="add mod">
          <ac:chgData name="Cristian Chilipirea" userId="34ab170da5908fc4" providerId="LiveId" clId="{51E1D80A-4A29-4E2A-B293-4232621C1517}" dt="2019-10-06T17:57:41.281" v="106" actId="1076"/>
          <ac:spMkLst>
            <pc:docMk/>
            <pc:sldMk cId="3065354528" sldId="497"/>
            <ac:spMk id="215" creationId="{59056631-B2A2-4D52-B68A-55EBC28A26F4}"/>
          </ac:spMkLst>
        </pc:spChg>
        <pc:spChg chg="add mod">
          <ac:chgData name="Cristian Chilipirea" userId="34ab170da5908fc4" providerId="LiveId" clId="{51E1D80A-4A29-4E2A-B293-4232621C1517}" dt="2019-10-06T17:57:41.281" v="106" actId="1076"/>
          <ac:spMkLst>
            <pc:docMk/>
            <pc:sldMk cId="3065354528" sldId="497"/>
            <ac:spMk id="216" creationId="{FCAB311D-5A4E-45E5-9905-293CED5AAEAC}"/>
          </ac:spMkLst>
        </pc:spChg>
        <pc:spChg chg="add mod">
          <ac:chgData name="Cristian Chilipirea" userId="34ab170da5908fc4" providerId="LiveId" clId="{51E1D80A-4A29-4E2A-B293-4232621C1517}" dt="2019-10-06T17:57:41.281" v="106" actId="1076"/>
          <ac:spMkLst>
            <pc:docMk/>
            <pc:sldMk cId="3065354528" sldId="497"/>
            <ac:spMk id="217" creationId="{0CCDB21B-1F68-4D63-A3B9-845CCDF962BA}"/>
          </ac:spMkLst>
        </pc:spChg>
        <pc:spChg chg="add mod">
          <ac:chgData name="Cristian Chilipirea" userId="34ab170da5908fc4" providerId="LiveId" clId="{51E1D80A-4A29-4E2A-B293-4232621C1517}" dt="2019-10-06T17:57:41.281" v="106" actId="1076"/>
          <ac:spMkLst>
            <pc:docMk/>
            <pc:sldMk cId="3065354528" sldId="497"/>
            <ac:spMk id="218" creationId="{447BF5C2-2868-4D08-A084-822F6F62969B}"/>
          </ac:spMkLst>
        </pc:spChg>
        <pc:spChg chg="add mod">
          <ac:chgData name="Cristian Chilipirea" userId="34ab170da5908fc4" providerId="LiveId" clId="{51E1D80A-4A29-4E2A-B293-4232621C1517}" dt="2019-10-06T17:57:41.281" v="106" actId="1076"/>
          <ac:spMkLst>
            <pc:docMk/>
            <pc:sldMk cId="3065354528" sldId="497"/>
            <ac:spMk id="229" creationId="{35191E1F-62CA-41CD-BD27-CE6E312CBC4D}"/>
          </ac:spMkLst>
        </pc:spChg>
        <pc:grpChg chg="add del">
          <ac:chgData name="Cristian Chilipirea" userId="34ab170da5908fc4" providerId="LiveId" clId="{51E1D80A-4A29-4E2A-B293-4232621C1517}" dt="2019-10-06T17:57:37.761" v="104"/>
          <ac:grpSpMkLst>
            <pc:docMk/>
            <pc:sldMk cId="3065354528" sldId="497"/>
            <ac:grpSpMk id="5" creationId="{C7F9B02F-2871-4AF3-A3A2-2A6F411AAAA6}"/>
          </ac:grpSpMkLst>
        </pc:grpChg>
        <pc:grpChg chg="add del">
          <ac:chgData name="Cristian Chilipirea" userId="34ab170da5908fc4" providerId="LiveId" clId="{51E1D80A-4A29-4E2A-B293-4232621C1517}" dt="2019-10-06T17:57:37.761" v="104"/>
          <ac:grpSpMkLst>
            <pc:docMk/>
            <pc:sldMk cId="3065354528" sldId="497"/>
            <ac:grpSpMk id="16" creationId="{265F48BB-10E4-4088-8FB7-B83FD6DEC900}"/>
          </ac:grpSpMkLst>
        </pc:grpChg>
        <pc:grpChg chg="add del">
          <ac:chgData name="Cristian Chilipirea" userId="34ab170da5908fc4" providerId="LiveId" clId="{51E1D80A-4A29-4E2A-B293-4232621C1517}" dt="2019-10-06T17:57:37.761" v="104"/>
          <ac:grpSpMkLst>
            <pc:docMk/>
            <pc:sldMk cId="3065354528" sldId="497"/>
            <ac:grpSpMk id="28" creationId="{672ED01C-FC49-425D-946F-82E410596C27}"/>
          </ac:grpSpMkLst>
        </pc:grpChg>
        <pc:grpChg chg="add del">
          <ac:chgData name="Cristian Chilipirea" userId="34ab170da5908fc4" providerId="LiveId" clId="{51E1D80A-4A29-4E2A-B293-4232621C1517}" dt="2019-10-06T17:57:37.761" v="104"/>
          <ac:grpSpMkLst>
            <pc:docMk/>
            <pc:sldMk cId="3065354528" sldId="497"/>
            <ac:grpSpMk id="38" creationId="{6A5D436B-DB96-4FAA-94BA-511F3762F918}"/>
          </ac:grpSpMkLst>
        </pc:grpChg>
        <pc:grpChg chg="add del">
          <ac:chgData name="Cristian Chilipirea" userId="34ab170da5908fc4" providerId="LiveId" clId="{51E1D80A-4A29-4E2A-B293-4232621C1517}" dt="2019-10-06T17:57:37.761" v="104"/>
          <ac:grpSpMkLst>
            <pc:docMk/>
            <pc:sldMk cId="3065354528" sldId="497"/>
            <ac:grpSpMk id="49" creationId="{D4D3F139-EB39-49B2-A4F7-D092EEC9589E}"/>
          </ac:grpSpMkLst>
        </pc:grpChg>
        <pc:grpChg chg="add del">
          <ac:chgData name="Cristian Chilipirea" userId="34ab170da5908fc4" providerId="LiveId" clId="{51E1D80A-4A29-4E2A-B293-4232621C1517}" dt="2019-10-06T17:57:37.761" v="104"/>
          <ac:grpSpMkLst>
            <pc:docMk/>
            <pc:sldMk cId="3065354528" sldId="497"/>
            <ac:grpSpMk id="62" creationId="{A17BB9D1-FEA1-4AA2-975C-28C9EEAE571F}"/>
          </ac:grpSpMkLst>
        </pc:grpChg>
        <pc:grpChg chg="add del">
          <ac:chgData name="Cristian Chilipirea" userId="34ab170da5908fc4" providerId="LiveId" clId="{51E1D80A-4A29-4E2A-B293-4232621C1517}" dt="2019-10-06T17:57:37.761" v="104"/>
          <ac:grpSpMkLst>
            <pc:docMk/>
            <pc:sldMk cId="3065354528" sldId="497"/>
            <ac:grpSpMk id="71" creationId="{E6DCB373-1025-4C28-8B37-C3461B643765}"/>
          </ac:grpSpMkLst>
        </pc:grpChg>
        <pc:grpChg chg="add del">
          <ac:chgData name="Cristian Chilipirea" userId="34ab170da5908fc4" providerId="LiveId" clId="{51E1D80A-4A29-4E2A-B293-4232621C1517}" dt="2019-10-06T17:57:37.761" v="104"/>
          <ac:grpSpMkLst>
            <pc:docMk/>
            <pc:sldMk cId="3065354528" sldId="497"/>
            <ac:grpSpMk id="86" creationId="{F23289DD-086C-4F6A-AF7C-95030B3BE8B7}"/>
          </ac:grpSpMkLst>
        </pc:grpChg>
        <pc:grpChg chg="add del">
          <ac:chgData name="Cristian Chilipirea" userId="34ab170da5908fc4" providerId="LiveId" clId="{51E1D80A-4A29-4E2A-B293-4232621C1517}" dt="2019-10-06T17:57:37.761" v="104"/>
          <ac:grpSpMkLst>
            <pc:docMk/>
            <pc:sldMk cId="3065354528" sldId="497"/>
            <ac:grpSpMk id="106" creationId="{143E2CD5-F9E4-4731-9381-C8E96B2DB4CC}"/>
          </ac:grpSpMkLst>
        </pc:grpChg>
        <pc:grpChg chg="add mod">
          <ac:chgData name="Cristian Chilipirea" userId="34ab170da5908fc4" providerId="LiveId" clId="{51E1D80A-4A29-4E2A-B293-4232621C1517}" dt="2019-10-06T17:57:41.281" v="106" actId="1076"/>
          <ac:grpSpMkLst>
            <pc:docMk/>
            <pc:sldMk cId="3065354528" sldId="497"/>
            <ac:grpSpMk id="118" creationId="{74B7F877-9313-436B-B7A1-3F072FC1EA22}"/>
          </ac:grpSpMkLst>
        </pc:grpChg>
        <pc:grpChg chg="add mod">
          <ac:chgData name="Cristian Chilipirea" userId="34ab170da5908fc4" providerId="LiveId" clId="{51E1D80A-4A29-4E2A-B293-4232621C1517}" dt="2019-10-06T17:57:41.281" v="106" actId="1076"/>
          <ac:grpSpMkLst>
            <pc:docMk/>
            <pc:sldMk cId="3065354528" sldId="497"/>
            <ac:grpSpMk id="129" creationId="{DFCEC98D-5F8B-4D20-8483-6817C0427012}"/>
          </ac:grpSpMkLst>
        </pc:grpChg>
        <pc:grpChg chg="add mod">
          <ac:chgData name="Cristian Chilipirea" userId="34ab170da5908fc4" providerId="LiveId" clId="{51E1D80A-4A29-4E2A-B293-4232621C1517}" dt="2019-10-06T17:57:41.281" v="106" actId="1076"/>
          <ac:grpSpMkLst>
            <pc:docMk/>
            <pc:sldMk cId="3065354528" sldId="497"/>
            <ac:grpSpMk id="141" creationId="{729E4238-F37B-4F61-91D2-A509D4339CB9}"/>
          </ac:grpSpMkLst>
        </pc:grpChg>
        <pc:grpChg chg="add mod">
          <ac:chgData name="Cristian Chilipirea" userId="34ab170da5908fc4" providerId="LiveId" clId="{51E1D80A-4A29-4E2A-B293-4232621C1517}" dt="2019-10-06T17:57:41.281" v="106" actId="1076"/>
          <ac:grpSpMkLst>
            <pc:docMk/>
            <pc:sldMk cId="3065354528" sldId="497"/>
            <ac:grpSpMk id="151" creationId="{AF48D32C-08BD-435F-9FC2-A33C9D699317}"/>
          </ac:grpSpMkLst>
        </pc:grpChg>
        <pc:grpChg chg="add mod">
          <ac:chgData name="Cristian Chilipirea" userId="34ab170da5908fc4" providerId="LiveId" clId="{51E1D80A-4A29-4E2A-B293-4232621C1517}" dt="2019-10-06T17:57:41.281" v="106" actId="1076"/>
          <ac:grpSpMkLst>
            <pc:docMk/>
            <pc:sldMk cId="3065354528" sldId="497"/>
            <ac:grpSpMk id="162" creationId="{58B22DD1-A3F5-411D-926C-A0741521B385}"/>
          </ac:grpSpMkLst>
        </pc:grpChg>
        <pc:grpChg chg="add mod">
          <ac:chgData name="Cristian Chilipirea" userId="34ab170da5908fc4" providerId="LiveId" clId="{51E1D80A-4A29-4E2A-B293-4232621C1517}" dt="2019-10-06T17:57:41.281" v="106" actId="1076"/>
          <ac:grpSpMkLst>
            <pc:docMk/>
            <pc:sldMk cId="3065354528" sldId="497"/>
            <ac:grpSpMk id="175" creationId="{D37276E2-0B12-4978-84D1-0D7D918D9983}"/>
          </ac:grpSpMkLst>
        </pc:grpChg>
        <pc:grpChg chg="add mod">
          <ac:chgData name="Cristian Chilipirea" userId="34ab170da5908fc4" providerId="LiveId" clId="{51E1D80A-4A29-4E2A-B293-4232621C1517}" dt="2019-10-06T17:57:41.281" v="106" actId="1076"/>
          <ac:grpSpMkLst>
            <pc:docMk/>
            <pc:sldMk cId="3065354528" sldId="497"/>
            <ac:grpSpMk id="184" creationId="{43BBD4B0-6D09-43E0-B95E-B2BA324DAFF7}"/>
          </ac:grpSpMkLst>
        </pc:grpChg>
        <pc:grpChg chg="add mod">
          <ac:chgData name="Cristian Chilipirea" userId="34ab170da5908fc4" providerId="LiveId" clId="{51E1D80A-4A29-4E2A-B293-4232621C1517}" dt="2019-10-06T17:57:41.281" v="106" actId="1076"/>
          <ac:grpSpMkLst>
            <pc:docMk/>
            <pc:sldMk cId="3065354528" sldId="497"/>
            <ac:grpSpMk id="199" creationId="{A3435713-FC29-4D18-87D1-BADE77C261AC}"/>
          </ac:grpSpMkLst>
        </pc:grpChg>
        <pc:grpChg chg="add mod">
          <ac:chgData name="Cristian Chilipirea" userId="34ab170da5908fc4" providerId="LiveId" clId="{51E1D80A-4A29-4E2A-B293-4232621C1517}" dt="2019-10-06T17:57:41.281" v="106" actId="1076"/>
          <ac:grpSpMkLst>
            <pc:docMk/>
            <pc:sldMk cId="3065354528" sldId="497"/>
            <ac:grpSpMk id="219" creationId="{7910FFE1-F25A-4F49-97D5-5B8328556D3F}"/>
          </ac:grpSpMkLst>
        </pc:grpChg>
        <pc:grpChg chg="mod">
          <ac:chgData name="Cristian Chilipirea" userId="34ab170da5908fc4" providerId="LiveId" clId="{51E1D80A-4A29-4E2A-B293-4232621C1517}" dt="2019-10-06T17:57:41.281" v="106" actId="1076"/>
          <ac:grpSpMkLst>
            <pc:docMk/>
            <pc:sldMk cId="3065354528" sldId="497"/>
            <ac:grpSpMk id="220" creationId="{844FA837-A7DC-48C5-B246-40E39548EC7F}"/>
          </ac:grpSpMkLst>
        </pc:grpChg>
        <pc:grpChg chg="mod">
          <ac:chgData name="Cristian Chilipirea" userId="34ab170da5908fc4" providerId="LiveId" clId="{51E1D80A-4A29-4E2A-B293-4232621C1517}" dt="2019-10-06T17:57:41.281" v="106" actId="1076"/>
          <ac:grpSpMkLst>
            <pc:docMk/>
            <pc:sldMk cId="3065354528" sldId="497"/>
            <ac:grpSpMk id="221" creationId="{430B0ADA-3DDA-405F-A6B5-9B2D61B5EE9A}"/>
          </ac:grpSpMkLst>
        </pc:grpChg>
        <pc:grpChg chg="mod">
          <ac:chgData name="Cristian Chilipirea" userId="34ab170da5908fc4" providerId="LiveId" clId="{51E1D80A-4A29-4E2A-B293-4232621C1517}" dt="2019-10-06T17:57:41.281" v="106" actId="1076"/>
          <ac:grpSpMkLst>
            <pc:docMk/>
            <pc:sldMk cId="3065354528" sldId="497"/>
            <ac:grpSpMk id="222" creationId="{F8DCB053-EB2B-4E5D-AB92-0E588F6410A0}"/>
          </ac:grpSpMkLst>
        </pc:grpChg>
        <pc:cxnChg chg="add del">
          <ac:chgData name="Cristian Chilipirea" userId="34ab170da5908fc4" providerId="LiveId" clId="{51E1D80A-4A29-4E2A-B293-4232621C1517}" dt="2019-10-06T17:57:37.761" v="104"/>
          <ac:cxnSpMkLst>
            <pc:docMk/>
            <pc:sldMk cId="3065354528" sldId="497"/>
            <ac:cxnSpMk id="96" creationId="{C71F2D28-7EAF-4D08-9311-38695F67996E}"/>
          </ac:cxnSpMkLst>
        </pc:cxnChg>
        <pc:cxnChg chg="add del">
          <ac:chgData name="Cristian Chilipirea" userId="34ab170da5908fc4" providerId="LiveId" clId="{51E1D80A-4A29-4E2A-B293-4232621C1517}" dt="2019-10-06T17:57:37.761" v="104"/>
          <ac:cxnSpMkLst>
            <pc:docMk/>
            <pc:sldMk cId="3065354528" sldId="497"/>
            <ac:cxnSpMk id="97" creationId="{F2D7B149-7C4E-4818-83A6-3369C78F5D87}"/>
          </ac:cxnSpMkLst>
        </pc:cxnChg>
        <pc:cxnChg chg="add mod">
          <ac:chgData name="Cristian Chilipirea" userId="34ab170da5908fc4" providerId="LiveId" clId="{51E1D80A-4A29-4E2A-B293-4232621C1517}" dt="2019-10-06T17:57:41.281" v="106" actId="1076"/>
          <ac:cxnSpMkLst>
            <pc:docMk/>
            <pc:sldMk cId="3065354528" sldId="497"/>
            <ac:cxnSpMk id="209" creationId="{83E35F71-EB7E-4B8E-B092-0C54B7A00F6E}"/>
          </ac:cxnSpMkLst>
        </pc:cxnChg>
        <pc:cxnChg chg="add mod">
          <ac:chgData name="Cristian Chilipirea" userId="34ab170da5908fc4" providerId="LiveId" clId="{51E1D80A-4A29-4E2A-B293-4232621C1517}" dt="2019-10-06T17:57:41.281" v="106" actId="1076"/>
          <ac:cxnSpMkLst>
            <pc:docMk/>
            <pc:sldMk cId="3065354528" sldId="497"/>
            <ac:cxnSpMk id="210" creationId="{C48103D8-DF3D-410C-8B4F-C8927DABC000}"/>
          </ac:cxnSpMkLst>
        </pc:cxnChg>
      </pc:sldChg>
      <pc:sldChg chg="addSp delSp modSp add">
        <pc:chgData name="Cristian Chilipirea" userId="34ab170da5908fc4" providerId="LiveId" clId="{51E1D80A-4A29-4E2A-B293-4232621C1517}" dt="2019-10-06T17:58:15.286" v="119" actId="1076"/>
        <pc:sldMkLst>
          <pc:docMk/>
          <pc:sldMk cId="378574680" sldId="498"/>
        </pc:sldMkLst>
        <pc:spChg chg="mod">
          <ac:chgData name="Cristian Chilipirea" userId="34ab170da5908fc4" providerId="LiveId" clId="{51E1D80A-4A29-4E2A-B293-4232621C1517}" dt="2019-10-06T17:57:49.156" v="108"/>
          <ac:spMkLst>
            <pc:docMk/>
            <pc:sldMk cId="378574680" sldId="498"/>
            <ac:spMk id="2" creationId="{C3FDB324-EF68-4047-ABD3-60AB9B715477}"/>
          </ac:spMkLst>
        </pc:spChg>
        <pc:spChg chg="del">
          <ac:chgData name="Cristian Chilipirea" userId="34ab170da5908fc4" providerId="LiveId" clId="{51E1D80A-4A29-4E2A-B293-4232621C1517}" dt="2019-10-06T17:58:05.836" v="111" actId="478"/>
          <ac:spMkLst>
            <pc:docMk/>
            <pc:sldMk cId="378574680" sldId="498"/>
            <ac:spMk id="3" creationId="{7959CE95-D836-4B43-9435-6800CDF75CA8}"/>
          </ac:spMkLst>
        </pc:spChg>
        <pc:spChg chg="add del mod">
          <ac:chgData name="Cristian Chilipirea" userId="34ab170da5908fc4" providerId="LiveId" clId="{51E1D80A-4A29-4E2A-B293-4232621C1517}" dt="2019-10-06T17:58:11.324" v="115"/>
          <ac:spMkLst>
            <pc:docMk/>
            <pc:sldMk cId="378574680" sldId="498"/>
            <ac:spMk id="5" creationId="{7B2D453E-0696-4354-AB2A-E89533A60AAD}"/>
          </ac:spMkLst>
        </pc:spChg>
        <pc:spChg chg="add del">
          <ac:chgData name="Cristian Chilipirea" userId="34ab170da5908fc4" providerId="LiveId" clId="{51E1D80A-4A29-4E2A-B293-4232621C1517}" dt="2019-10-06T17:58:13.086" v="117"/>
          <ac:spMkLst>
            <pc:docMk/>
            <pc:sldMk cId="378574680" sldId="498"/>
            <ac:spMk id="6" creationId="{16BCD8D6-D9A7-49F3-8B6C-364CE604EE9C}"/>
          </ac:spMkLst>
        </pc:spChg>
        <pc:spChg chg="add mod">
          <ac:chgData name="Cristian Chilipirea" userId="34ab170da5908fc4" providerId="LiveId" clId="{51E1D80A-4A29-4E2A-B293-4232621C1517}" dt="2019-10-06T17:58:15.286" v="119" actId="1076"/>
          <ac:spMkLst>
            <pc:docMk/>
            <pc:sldMk cId="378574680" sldId="498"/>
            <ac:spMk id="7" creationId="{EDA8FD9C-91C1-4D2B-89C6-F9CC0EAB9933}"/>
          </ac:spMkLst>
        </pc:spChg>
        <pc:picChg chg="add mod">
          <ac:chgData name="Cristian Chilipirea" userId="34ab170da5908fc4" providerId="LiveId" clId="{51E1D80A-4A29-4E2A-B293-4232621C1517}" dt="2019-10-06T17:57:58.215" v="110" actId="1076"/>
          <ac:picMkLst>
            <pc:docMk/>
            <pc:sldMk cId="378574680" sldId="498"/>
            <ac:picMk id="4" creationId="{6A9A6F89-8EC5-4B2E-A3E3-5C641AF26301}"/>
          </ac:picMkLst>
        </pc:picChg>
      </pc:sldChg>
      <pc:sldChg chg="del">
        <pc:chgData name="Cristian Chilipirea" userId="34ab170da5908fc4" providerId="LiveId" clId="{51E1D80A-4A29-4E2A-B293-4232621C1517}" dt="2019-10-06T17:51:13.021" v="14" actId="2696"/>
        <pc:sldMkLst>
          <pc:docMk/>
          <pc:sldMk cId="3733676236" sldId="498"/>
        </pc:sldMkLst>
      </pc:sldChg>
      <pc:sldChg chg="addSp delSp modSp add">
        <pc:chgData name="Cristian Chilipirea" userId="34ab170da5908fc4" providerId="LiveId" clId="{51E1D80A-4A29-4E2A-B293-4232621C1517}" dt="2019-10-06T17:58:30.167" v="125"/>
        <pc:sldMkLst>
          <pc:docMk/>
          <pc:sldMk cId="586011746" sldId="499"/>
        </pc:sldMkLst>
        <pc:spChg chg="mod">
          <ac:chgData name="Cristian Chilipirea" userId="34ab170da5908fc4" providerId="LiveId" clId="{51E1D80A-4A29-4E2A-B293-4232621C1517}" dt="2019-10-06T17:58:22.407" v="121"/>
          <ac:spMkLst>
            <pc:docMk/>
            <pc:sldMk cId="586011746" sldId="499"/>
            <ac:spMk id="2" creationId="{08DFD5C1-D2FD-4399-A63B-3E1A2B89C025}"/>
          </ac:spMkLst>
        </pc:spChg>
        <pc:spChg chg="del">
          <ac:chgData name="Cristian Chilipirea" userId="34ab170da5908fc4" providerId="LiveId" clId="{51E1D80A-4A29-4E2A-B293-4232621C1517}" dt="2019-10-06T17:58:28.056" v="122" actId="478"/>
          <ac:spMkLst>
            <pc:docMk/>
            <pc:sldMk cId="586011746" sldId="499"/>
            <ac:spMk id="3" creationId="{B11EB426-20FE-4D97-8570-2C2D5C025328}"/>
          </ac:spMkLst>
        </pc:spChg>
        <pc:spChg chg="add del">
          <ac:chgData name="Cristian Chilipirea" userId="34ab170da5908fc4" providerId="LiveId" clId="{51E1D80A-4A29-4E2A-B293-4232621C1517}" dt="2019-10-06T17:58:30.157" v="124"/>
          <ac:spMkLst>
            <pc:docMk/>
            <pc:sldMk cId="586011746" sldId="499"/>
            <ac:spMk id="4" creationId="{1261F98B-0C2F-4506-91F9-4C9F3538826A}"/>
          </ac:spMkLst>
        </pc:spChg>
        <pc:spChg chg="add">
          <ac:chgData name="Cristian Chilipirea" userId="34ab170da5908fc4" providerId="LiveId" clId="{51E1D80A-4A29-4E2A-B293-4232621C1517}" dt="2019-10-06T17:58:30.167" v="125"/>
          <ac:spMkLst>
            <pc:docMk/>
            <pc:sldMk cId="586011746" sldId="499"/>
            <ac:spMk id="5" creationId="{9F67D044-B532-493E-8B8A-C8FD2279429A}"/>
          </ac:spMkLst>
        </pc:spChg>
      </pc:sldChg>
      <pc:sldChg chg="del">
        <pc:chgData name="Cristian Chilipirea" userId="34ab170da5908fc4" providerId="LiveId" clId="{51E1D80A-4A29-4E2A-B293-4232621C1517}" dt="2019-10-06T17:51:13.113" v="15" actId="2696"/>
        <pc:sldMkLst>
          <pc:docMk/>
          <pc:sldMk cId="3990504236" sldId="499"/>
        </pc:sldMkLst>
      </pc:sldChg>
      <pc:sldChg chg="addSp delSp modSp add">
        <pc:chgData name="Cristian Chilipirea" userId="34ab170da5908fc4" providerId="LiveId" clId="{51E1D80A-4A29-4E2A-B293-4232621C1517}" dt="2019-10-06T17:58:50.608" v="132" actId="1076"/>
        <pc:sldMkLst>
          <pc:docMk/>
          <pc:sldMk cId="2032635208" sldId="500"/>
        </pc:sldMkLst>
        <pc:spChg chg="mod">
          <ac:chgData name="Cristian Chilipirea" userId="34ab170da5908fc4" providerId="LiveId" clId="{51E1D80A-4A29-4E2A-B293-4232621C1517}" dt="2019-10-06T17:58:36.729" v="127"/>
          <ac:spMkLst>
            <pc:docMk/>
            <pc:sldMk cId="2032635208" sldId="500"/>
            <ac:spMk id="2" creationId="{7AA8D217-347C-409F-BFE6-7C02DE02C918}"/>
          </ac:spMkLst>
        </pc:spChg>
        <pc:spChg chg="del">
          <ac:chgData name="Cristian Chilipirea" userId="34ab170da5908fc4" providerId="LiveId" clId="{51E1D80A-4A29-4E2A-B293-4232621C1517}" dt="2019-10-06T17:58:38.972" v="128" actId="478"/>
          <ac:spMkLst>
            <pc:docMk/>
            <pc:sldMk cId="2032635208" sldId="500"/>
            <ac:spMk id="3" creationId="{B9A78669-C8E4-4AE1-A9E8-A3C47606B766}"/>
          </ac:spMkLst>
        </pc:spChg>
        <pc:spChg chg="add del">
          <ac:chgData name="Cristian Chilipirea" userId="34ab170da5908fc4" providerId="LiveId" clId="{51E1D80A-4A29-4E2A-B293-4232621C1517}" dt="2019-10-06T17:58:46.429" v="130"/>
          <ac:spMkLst>
            <pc:docMk/>
            <pc:sldMk cId="2032635208" sldId="500"/>
            <ac:spMk id="4" creationId="{3FF2D913-05DA-4D3D-BDB8-12B55153EEEC}"/>
          </ac:spMkLst>
        </pc:spChg>
        <pc:spChg chg="add del">
          <ac:chgData name="Cristian Chilipirea" userId="34ab170da5908fc4" providerId="LiveId" clId="{51E1D80A-4A29-4E2A-B293-4232621C1517}" dt="2019-10-06T17:58:46.429" v="130"/>
          <ac:spMkLst>
            <pc:docMk/>
            <pc:sldMk cId="2032635208" sldId="500"/>
            <ac:spMk id="8" creationId="{8F86E406-03F2-416B-9F71-C54069133987}"/>
          </ac:spMkLst>
        </pc:spChg>
        <pc:spChg chg="add del">
          <ac:chgData name="Cristian Chilipirea" userId="34ab170da5908fc4" providerId="LiveId" clId="{51E1D80A-4A29-4E2A-B293-4232621C1517}" dt="2019-10-06T17:58:46.429" v="130"/>
          <ac:spMkLst>
            <pc:docMk/>
            <pc:sldMk cId="2032635208" sldId="500"/>
            <ac:spMk id="10" creationId="{8C56FEBF-9352-4D48-B669-115AB055FC5F}"/>
          </ac:spMkLst>
        </pc:spChg>
        <pc:spChg chg="add del">
          <ac:chgData name="Cristian Chilipirea" userId="34ab170da5908fc4" providerId="LiveId" clId="{51E1D80A-4A29-4E2A-B293-4232621C1517}" dt="2019-10-06T17:58:46.429" v="130"/>
          <ac:spMkLst>
            <pc:docMk/>
            <pc:sldMk cId="2032635208" sldId="500"/>
            <ac:spMk id="11" creationId="{B6595CBB-2CFA-4124-9A3D-207FE9BAEDE7}"/>
          </ac:spMkLst>
        </pc:spChg>
        <pc:spChg chg="add del">
          <ac:chgData name="Cristian Chilipirea" userId="34ab170da5908fc4" providerId="LiveId" clId="{51E1D80A-4A29-4E2A-B293-4232621C1517}" dt="2019-10-06T17:58:46.429" v="130"/>
          <ac:spMkLst>
            <pc:docMk/>
            <pc:sldMk cId="2032635208" sldId="500"/>
            <ac:spMk id="14" creationId="{F9110F9B-384A-42D8-8C29-EE2F2BA1E2A0}"/>
          </ac:spMkLst>
        </pc:spChg>
        <pc:spChg chg="add del">
          <ac:chgData name="Cristian Chilipirea" userId="34ab170da5908fc4" providerId="LiveId" clId="{51E1D80A-4A29-4E2A-B293-4232621C1517}" dt="2019-10-06T17:58:46.429" v="130"/>
          <ac:spMkLst>
            <pc:docMk/>
            <pc:sldMk cId="2032635208" sldId="500"/>
            <ac:spMk id="15" creationId="{8C594866-97FC-4827-9FE4-77A131A67CA2}"/>
          </ac:spMkLst>
        </pc:spChg>
        <pc:spChg chg="add del">
          <ac:chgData name="Cristian Chilipirea" userId="34ab170da5908fc4" providerId="LiveId" clId="{51E1D80A-4A29-4E2A-B293-4232621C1517}" dt="2019-10-06T17:58:46.429" v="130"/>
          <ac:spMkLst>
            <pc:docMk/>
            <pc:sldMk cId="2032635208" sldId="500"/>
            <ac:spMk id="16" creationId="{D4342C27-6A62-4BA2-B795-70AD7E78F4AB}"/>
          </ac:spMkLst>
        </pc:spChg>
        <pc:spChg chg="add mod">
          <ac:chgData name="Cristian Chilipirea" userId="34ab170da5908fc4" providerId="LiveId" clId="{51E1D80A-4A29-4E2A-B293-4232621C1517}" dt="2019-10-06T17:58:50.608" v="132" actId="1076"/>
          <ac:spMkLst>
            <pc:docMk/>
            <pc:sldMk cId="2032635208" sldId="500"/>
            <ac:spMk id="18" creationId="{1D1ACA0B-D72E-455C-9DFF-CFBEDA6DEFE7}"/>
          </ac:spMkLst>
        </pc:spChg>
        <pc:spChg chg="add mod">
          <ac:chgData name="Cristian Chilipirea" userId="34ab170da5908fc4" providerId="LiveId" clId="{51E1D80A-4A29-4E2A-B293-4232621C1517}" dt="2019-10-06T17:58:50.608" v="132" actId="1076"/>
          <ac:spMkLst>
            <pc:docMk/>
            <pc:sldMk cId="2032635208" sldId="500"/>
            <ac:spMk id="22" creationId="{909D6B2A-F7D2-40FA-9397-B614B90F7FDC}"/>
          </ac:spMkLst>
        </pc:spChg>
        <pc:spChg chg="add mod">
          <ac:chgData name="Cristian Chilipirea" userId="34ab170da5908fc4" providerId="LiveId" clId="{51E1D80A-4A29-4E2A-B293-4232621C1517}" dt="2019-10-06T17:58:50.608" v="132" actId="1076"/>
          <ac:spMkLst>
            <pc:docMk/>
            <pc:sldMk cId="2032635208" sldId="500"/>
            <ac:spMk id="24" creationId="{908793B3-0B20-4796-8A56-68E5843B0950}"/>
          </ac:spMkLst>
        </pc:spChg>
        <pc:spChg chg="add mod">
          <ac:chgData name="Cristian Chilipirea" userId="34ab170da5908fc4" providerId="LiveId" clId="{51E1D80A-4A29-4E2A-B293-4232621C1517}" dt="2019-10-06T17:58:50.608" v="132" actId="1076"/>
          <ac:spMkLst>
            <pc:docMk/>
            <pc:sldMk cId="2032635208" sldId="500"/>
            <ac:spMk id="25" creationId="{81151DC6-391A-4340-8911-0BBCCBB360CE}"/>
          </ac:spMkLst>
        </pc:spChg>
        <pc:spChg chg="add mod">
          <ac:chgData name="Cristian Chilipirea" userId="34ab170da5908fc4" providerId="LiveId" clId="{51E1D80A-4A29-4E2A-B293-4232621C1517}" dt="2019-10-06T17:58:50.608" v="132" actId="1076"/>
          <ac:spMkLst>
            <pc:docMk/>
            <pc:sldMk cId="2032635208" sldId="500"/>
            <ac:spMk id="28" creationId="{A47FA332-6337-4126-ACE4-42414021CDB8}"/>
          </ac:spMkLst>
        </pc:spChg>
        <pc:spChg chg="add mod">
          <ac:chgData name="Cristian Chilipirea" userId="34ab170da5908fc4" providerId="LiveId" clId="{51E1D80A-4A29-4E2A-B293-4232621C1517}" dt="2019-10-06T17:58:50.608" v="132" actId="1076"/>
          <ac:spMkLst>
            <pc:docMk/>
            <pc:sldMk cId="2032635208" sldId="500"/>
            <ac:spMk id="29" creationId="{10201BA3-AE03-4428-877F-9BDA3DD9702E}"/>
          </ac:spMkLst>
        </pc:spChg>
        <pc:spChg chg="add mod">
          <ac:chgData name="Cristian Chilipirea" userId="34ab170da5908fc4" providerId="LiveId" clId="{51E1D80A-4A29-4E2A-B293-4232621C1517}" dt="2019-10-06T17:58:50.608" v="132" actId="1076"/>
          <ac:spMkLst>
            <pc:docMk/>
            <pc:sldMk cId="2032635208" sldId="500"/>
            <ac:spMk id="30" creationId="{3E824F6C-0347-4394-9470-B10074EEC865}"/>
          </ac:spMkLst>
        </pc:spChg>
        <pc:grpChg chg="add del">
          <ac:chgData name="Cristian Chilipirea" userId="34ab170da5908fc4" providerId="LiveId" clId="{51E1D80A-4A29-4E2A-B293-4232621C1517}" dt="2019-10-06T17:58:46.429" v="130"/>
          <ac:grpSpMkLst>
            <pc:docMk/>
            <pc:sldMk cId="2032635208" sldId="500"/>
            <ac:grpSpMk id="5" creationId="{8FC151E5-AC77-4B4E-8398-73A897B3DAD1}"/>
          </ac:grpSpMkLst>
        </pc:grpChg>
        <pc:grpChg chg="add mod">
          <ac:chgData name="Cristian Chilipirea" userId="34ab170da5908fc4" providerId="LiveId" clId="{51E1D80A-4A29-4E2A-B293-4232621C1517}" dt="2019-10-06T17:58:50.608" v="132" actId="1076"/>
          <ac:grpSpMkLst>
            <pc:docMk/>
            <pc:sldMk cId="2032635208" sldId="500"/>
            <ac:grpSpMk id="19" creationId="{250AE118-B315-4F93-9C71-6A249C362B21}"/>
          </ac:grpSpMkLst>
        </pc:grpChg>
        <pc:graphicFrameChg chg="add del">
          <ac:chgData name="Cristian Chilipirea" userId="34ab170da5908fc4" providerId="LiveId" clId="{51E1D80A-4A29-4E2A-B293-4232621C1517}" dt="2019-10-06T17:58:46.429" v="130"/>
          <ac:graphicFrameMkLst>
            <pc:docMk/>
            <pc:sldMk cId="2032635208" sldId="500"/>
            <ac:graphicFrameMk id="17" creationId="{BA4E9A66-23DE-4B67-ACC1-D51A111B6DF0}"/>
          </ac:graphicFrameMkLst>
        </pc:graphicFrameChg>
        <pc:graphicFrameChg chg="add mod">
          <ac:chgData name="Cristian Chilipirea" userId="34ab170da5908fc4" providerId="LiveId" clId="{51E1D80A-4A29-4E2A-B293-4232621C1517}" dt="2019-10-06T17:58:50.608" v="132" actId="1076"/>
          <ac:graphicFrameMkLst>
            <pc:docMk/>
            <pc:sldMk cId="2032635208" sldId="500"/>
            <ac:graphicFrameMk id="31" creationId="{EEB91A91-4B04-4AEC-9D3E-AD51B0C1D991}"/>
          </ac:graphicFrameMkLst>
        </pc:graphicFrameChg>
        <pc:cxnChg chg="add del">
          <ac:chgData name="Cristian Chilipirea" userId="34ab170da5908fc4" providerId="LiveId" clId="{51E1D80A-4A29-4E2A-B293-4232621C1517}" dt="2019-10-06T17:58:46.429" v="130"/>
          <ac:cxnSpMkLst>
            <pc:docMk/>
            <pc:sldMk cId="2032635208" sldId="500"/>
            <ac:cxnSpMk id="9" creationId="{032C451C-0A2B-493C-8B50-0AC2669B26F8}"/>
          </ac:cxnSpMkLst>
        </pc:cxnChg>
        <pc:cxnChg chg="add del">
          <ac:chgData name="Cristian Chilipirea" userId="34ab170da5908fc4" providerId="LiveId" clId="{51E1D80A-4A29-4E2A-B293-4232621C1517}" dt="2019-10-06T17:58:46.429" v="130"/>
          <ac:cxnSpMkLst>
            <pc:docMk/>
            <pc:sldMk cId="2032635208" sldId="500"/>
            <ac:cxnSpMk id="12" creationId="{F885F1C8-8075-4BCE-9E47-29D5988DD6D9}"/>
          </ac:cxnSpMkLst>
        </pc:cxnChg>
        <pc:cxnChg chg="add del">
          <ac:chgData name="Cristian Chilipirea" userId="34ab170da5908fc4" providerId="LiveId" clId="{51E1D80A-4A29-4E2A-B293-4232621C1517}" dt="2019-10-06T17:58:46.429" v="130"/>
          <ac:cxnSpMkLst>
            <pc:docMk/>
            <pc:sldMk cId="2032635208" sldId="500"/>
            <ac:cxnSpMk id="13" creationId="{136AAF56-BF96-428C-A76F-378CE1F4E80F}"/>
          </ac:cxnSpMkLst>
        </pc:cxnChg>
        <pc:cxnChg chg="add mod">
          <ac:chgData name="Cristian Chilipirea" userId="34ab170da5908fc4" providerId="LiveId" clId="{51E1D80A-4A29-4E2A-B293-4232621C1517}" dt="2019-10-06T17:58:50.608" v="132" actId="1076"/>
          <ac:cxnSpMkLst>
            <pc:docMk/>
            <pc:sldMk cId="2032635208" sldId="500"/>
            <ac:cxnSpMk id="23" creationId="{272FB2B5-BF1F-4A34-B60E-38A78F8E5F94}"/>
          </ac:cxnSpMkLst>
        </pc:cxnChg>
        <pc:cxnChg chg="add mod">
          <ac:chgData name="Cristian Chilipirea" userId="34ab170da5908fc4" providerId="LiveId" clId="{51E1D80A-4A29-4E2A-B293-4232621C1517}" dt="2019-10-06T17:58:50.608" v="132" actId="1076"/>
          <ac:cxnSpMkLst>
            <pc:docMk/>
            <pc:sldMk cId="2032635208" sldId="500"/>
            <ac:cxnSpMk id="26" creationId="{A0E6E64F-85FB-467A-BB2A-E51AC0A56D11}"/>
          </ac:cxnSpMkLst>
        </pc:cxnChg>
        <pc:cxnChg chg="add mod">
          <ac:chgData name="Cristian Chilipirea" userId="34ab170da5908fc4" providerId="LiveId" clId="{51E1D80A-4A29-4E2A-B293-4232621C1517}" dt="2019-10-06T17:58:50.608" v="132" actId="1076"/>
          <ac:cxnSpMkLst>
            <pc:docMk/>
            <pc:sldMk cId="2032635208" sldId="500"/>
            <ac:cxnSpMk id="27" creationId="{94825116-F350-436D-BD40-027C45C28D64}"/>
          </ac:cxnSpMkLst>
        </pc:cxnChg>
      </pc:sldChg>
      <pc:sldChg chg="del">
        <pc:chgData name="Cristian Chilipirea" userId="34ab170da5908fc4" providerId="LiveId" clId="{51E1D80A-4A29-4E2A-B293-4232621C1517}" dt="2019-10-06T17:51:13.695" v="16" actId="2696"/>
        <pc:sldMkLst>
          <pc:docMk/>
          <pc:sldMk cId="4007712790" sldId="500"/>
        </pc:sldMkLst>
      </pc:sldChg>
      <pc:sldChg chg="del">
        <pc:chgData name="Cristian Chilipirea" userId="34ab170da5908fc4" providerId="LiveId" clId="{51E1D80A-4A29-4E2A-B293-4232621C1517}" dt="2019-10-06T17:51:13.938" v="17" actId="2696"/>
        <pc:sldMkLst>
          <pc:docMk/>
          <pc:sldMk cId="215342913" sldId="501"/>
        </pc:sldMkLst>
      </pc:sldChg>
      <pc:sldChg chg="addSp delSp modSp add">
        <pc:chgData name="Cristian Chilipirea" userId="34ab170da5908fc4" providerId="LiveId" clId="{51E1D80A-4A29-4E2A-B293-4232621C1517}" dt="2019-10-06T18:00:16.960" v="141" actId="1076"/>
        <pc:sldMkLst>
          <pc:docMk/>
          <pc:sldMk cId="231591143" sldId="501"/>
        </pc:sldMkLst>
        <pc:spChg chg="mod">
          <ac:chgData name="Cristian Chilipirea" userId="34ab170da5908fc4" providerId="LiveId" clId="{51E1D80A-4A29-4E2A-B293-4232621C1517}" dt="2019-10-06T18:00:05.407" v="134"/>
          <ac:spMkLst>
            <pc:docMk/>
            <pc:sldMk cId="231591143" sldId="501"/>
            <ac:spMk id="2" creationId="{3DE8457D-E736-4AAE-9C00-FA78735ECCF0}"/>
          </ac:spMkLst>
        </pc:spChg>
        <pc:spChg chg="del">
          <ac:chgData name="Cristian Chilipirea" userId="34ab170da5908fc4" providerId="LiveId" clId="{51E1D80A-4A29-4E2A-B293-4232621C1517}" dt="2019-10-06T18:00:08.793" v="135" actId="478"/>
          <ac:spMkLst>
            <pc:docMk/>
            <pc:sldMk cId="231591143" sldId="501"/>
            <ac:spMk id="3" creationId="{19D5ED2A-2AFB-4937-91E2-282D524F7EA2}"/>
          </ac:spMkLst>
        </pc:spChg>
        <pc:spChg chg="add del">
          <ac:chgData name="Cristian Chilipirea" userId="34ab170da5908fc4" providerId="LiveId" clId="{51E1D80A-4A29-4E2A-B293-4232621C1517}" dt="2019-10-06T18:00:15.050" v="139"/>
          <ac:spMkLst>
            <pc:docMk/>
            <pc:sldMk cId="231591143" sldId="501"/>
            <ac:spMk id="4" creationId="{A9CD85A9-0291-4891-8161-B8A508BAC2B4}"/>
          </ac:spMkLst>
        </pc:spChg>
        <pc:spChg chg="add del">
          <ac:chgData name="Cristian Chilipirea" userId="34ab170da5908fc4" providerId="LiveId" clId="{51E1D80A-4A29-4E2A-B293-4232621C1517}" dt="2019-10-06T18:00:15.050" v="139"/>
          <ac:spMkLst>
            <pc:docMk/>
            <pc:sldMk cId="231591143" sldId="501"/>
            <ac:spMk id="5" creationId="{5086BF25-4599-47B7-9202-704F024A77CD}"/>
          </ac:spMkLst>
        </pc:spChg>
        <pc:spChg chg="add mod">
          <ac:chgData name="Cristian Chilipirea" userId="34ab170da5908fc4" providerId="LiveId" clId="{51E1D80A-4A29-4E2A-B293-4232621C1517}" dt="2019-10-06T18:00:16.960" v="141" actId="1076"/>
          <ac:spMkLst>
            <pc:docMk/>
            <pc:sldMk cId="231591143" sldId="501"/>
            <ac:spMk id="51" creationId="{1D6768BD-74C3-4252-91B9-ABEBDF54F300}"/>
          </ac:spMkLst>
        </pc:spChg>
        <pc:spChg chg="add mod">
          <ac:chgData name="Cristian Chilipirea" userId="34ab170da5908fc4" providerId="LiveId" clId="{51E1D80A-4A29-4E2A-B293-4232621C1517}" dt="2019-10-06T18:00:16.960" v="141" actId="1076"/>
          <ac:spMkLst>
            <pc:docMk/>
            <pc:sldMk cId="231591143" sldId="501"/>
            <ac:spMk id="52" creationId="{7208AE88-19AE-44CB-8D4B-B347B384383E}"/>
          </ac:spMkLst>
        </pc:spChg>
        <pc:grpChg chg="add del">
          <ac:chgData name="Cristian Chilipirea" userId="34ab170da5908fc4" providerId="LiveId" clId="{51E1D80A-4A29-4E2A-B293-4232621C1517}" dt="2019-10-06T18:00:15.050" v="139"/>
          <ac:grpSpMkLst>
            <pc:docMk/>
            <pc:sldMk cId="231591143" sldId="501"/>
            <ac:grpSpMk id="6" creationId="{F9A368E9-80D1-402E-8F31-21E4AC8CFB1A}"/>
          </ac:grpSpMkLst>
        </pc:grpChg>
        <pc:grpChg chg="add mod">
          <ac:chgData name="Cristian Chilipirea" userId="34ab170da5908fc4" providerId="LiveId" clId="{51E1D80A-4A29-4E2A-B293-4232621C1517}" dt="2019-10-06T18:00:16.960" v="141" actId="1076"/>
          <ac:grpSpMkLst>
            <pc:docMk/>
            <pc:sldMk cId="231591143" sldId="501"/>
            <ac:grpSpMk id="53" creationId="{4282F7C7-D4C0-46A8-8FDF-D41789F47929}"/>
          </ac:grpSpMkLst>
        </pc:grpChg>
        <pc:grpChg chg="mod">
          <ac:chgData name="Cristian Chilipirea" userId="34ab170da5908fc4" providerId="LiveId" clId="{51E1D80A-4A29-4E2A-B293-4232621C1517}" dt="2019-10-06T18:00:16.960" v="141" actId="1076"/>
          <ac:grpSpMkLst>
            <pc:docMk/>
            <pc:sldMk cId="231591143" sldId="501"/>
            <ac:grpSpMk id="54" creationId="{1722A8D3-7A32-4190-8D98-2BAD558093CF}"/>
          </ac:grpSpMkLst>
        </pc:grpChg>
        <pc:grpChg chg="mod">
          <ac:chgData name="Cristian Chilipirea" userId="34ab170da5908fc4" providerId="LiveId" clId="{51E1D80A-4A29-4E2A-B293-4232621C1517}" dt="2019-10-06T18:00:16.960" v="141" actId="1076"/>
          <ac:grpSpMkLst>
            <pc:docMk/>
            <pc:sldMk cId="231591143" sldId="501"/>
            <ac:grpSpMk id="72" creationId="{B58BD2A6-8A87-460D-B5F5-5F1F1E3766F8}"/>
          </ac:grpSpMkLst>
        </pc:grpChg>
      </pc:sldChg>
      <pc:sldChg chg="addSp delSp modSp add">
        <pc:chgData name="Cristian Chilipirea" userId="34ab170da5908fc4" providerId="LiveId" clId="{51E1D80A-4A29-4E2A-B293-4232621C1517}" dt="2019-10-06T18:00:34.568" v="147"/>
        <pc:sldMkLst>
          <pc:docMk/>
          <pc:sldMk cId="3589621216" sldId="502"/>
        </pc:sldMkLst>
        <pc:spChg chg="mod">
          <ac:chgData name="Cristian Chilipirea" userId="34ab170da5908fc4" providerId="LiveId" clId="{51E1D80A-4A29-4E2A-B293-4232621C1517}" dt="2019-10-06T18:00:24.810" v="143"/>
          <ac:spMkLst>
            <pc:docMk/>
            <pc:sldMk cId="3589621216" sldId="502"/>
            <ac:spMk id="2" creationId="{EE314078-BF8E-41AB-B8C2-7CA0CEED8E9A}"/>
          </ac:spMkLst>
        </pc:spChg>
        <pc:spChg chg="del">
          <ac:chgData name="Cristian Chilipirea" userId="34ab170da5908fc4" providerId="LiveId" clId="{51E1D80A-4A29-4E2A-B293-4232621C1517}" dt="2019-10-06T18:00:27.140" v="144" actId="478"/>
          <ac:spMkLst>
            <pc:docMk/>
            <pc:sldMk cId="3589621216" sldId="502"/>
            <ac:spMk id="3" creationId="{60292671-A154-4F5B-9DCB-C089896ED0F9}"/>
          </ac:spMkLst>
        </pc:spChg>
        <pc:spChg chg="add del">
          <ac:chgData name="Cristian Chilipirea" userId="34ab170da5908fc4" providerId="LiveId" clId="{51E1D80A-4A29-4E2A-B293-4232621C1517}" dt="2019-10-06T18:00:34.557" v="146"/>
          <ac:spMkLst>
            <pc:docMk/>
            <pc:sldMk cId="3589621216" sldId="502"/>
            <ac:spMk id="4" creationId="{C16FEAE5-8BB4-4785-B01A-848435D6E060}"/>
          </ac:spMkLst>
        </pc:spChg>
        <pc:spChg chg="add">
          <ac:chgData name="Cristian Chilipirea" userId="34ab170da5908fc4" providerId="LiveId" clId="{51E1D80A-4A29-4E2A-B293-4232621C1517}" dt="2019-10-06T18:00:34.568" v="147"/>
          <ac:spMkLst>
            <pc:docMk/>
            <pc:sldMk cId="3589621216" sldId="502"/>
            <ac:spMk id="46" creationId="{FE5E358D-4095-46F0-8EB5-2404D9DACF5E}"/>
          </ac:spMkLst>
        </pc:spChg>
        <pc:grpChg chg="add del">
          <ac:chgData name="Cristian Chilipirea" userId="34ab170da5908fc4" providerId="LiveId" clId="{51E1D80A-4A29-4E2A-B293-4232621C1517}" dt="2019-10-06T18:00:34.557" v="146"/>
          <ac:grpSpMkLst>
            <pc:docMk/>
            <pc:sldMk cId="3589621216" sldId="502"/>
            <ac:grpSpMk id="5" creationId="{2D02910F-3E36-4E8C-B81A-303D2A0206CD}"/>
          </ac:grpSpMkLst>
        </pc:grpChg>
        <pc:grpChg chg="add">
          <ac:chgData name="Cristian Chilipirea" userId="34ab170da5908fc4" providerId="LiveId" clId="{51E1D80A-4A29-4E2A-B293-4232621C1517}" dt="2019-10-06T18:00:34.568" v="147"/>
          <ac:grpSpMkLst>
            <pc:docMk/>
            <pc:sldMk cId="3589621216" sldId="502"/>
            <ac:grpSpMk id="47" creationId="{89B5453E-0AC2-4DC1-BC88-BC343A42DBBC}"/>
          </ac:grpSpMkLst>
        </pc:grpChg>
      </pc:sldChg>
      <pc:sldChg chg="del">
        <pc:chgData name="Cristian Chilipirea" userId="34ab170da5908fc4" providerId="LiveId" clId="{51E1D80A-4A29-4E2A-B293-4232621C1517}" dt="2019-10-06T17:51:14.429" v="18" actId="2696"/>
        <pc:sldMkLst>
          <pc:docMk/>
          <pc:sldMk cId="4086428221" sldId="502"/>
        </pc:sldMkLst>
      </pc:sldChg>
      <pc:sldChg chg="addSp delSp modSp add modAnim">
        <pc:chgData name="Cristian Chilipirea" userId="34ab170da5908fc4" providerId="LiveId" clId="{51E1D80A-4A29-4E2A-B293-4232621C1517}" dt="2019-10-06T18:03:49.853" v="162" actId="1076"/>
        <pc:sldMkLst>
          <pc:docMk/>
          <pc:sldMk cId="2217378888" sldId="503"/>
        </pc:sldMkLst>
        <pc:spChg chg="mod">
          <ac:chgData name="Cristian Chilipirea" userId="34ab170da5908fc4" providerId="LiveId" clId="{51E1D80A-4A29-4E2A-B293-4232621C1517}" dt="2019-10-06T18:01:11.540" v="149"/>
          <ac:spMkLst>
            <pc:docMk/>
            <pc:sldMk cId="2217378888" sldId="503"/>
            <ac:spMk id="2" creationId="{0BF4D2D0-DC8E-4A3D-BE4D-E71D9B659C6D}"/>
          </ac:spMkLst>
        </pc:spChg>
        <pc:spChg chg="del">
          <ac:chgData name="Cristian Chilipirea" userId="34ab170da5908fc4" providerId="LiveId" clId="{51E1D80A-4A29-4E2A-B293-4232621C1517}" dt="2019-10-06T18:01:20.676" v="150" actId="478"/>
          <ac:spMkLst>
            <pc:docMk/>
            <pc:sldMk cId="2217378888" sldId="503"/>
            <ac:spMk id="3" creationId="{D5399BB0-66C2-4D55-B4ED-7317A2C73573}"/>
          </ac:spMkLst>
        </pc:spChg>
        <pc:spChg chg="add del">
          <ac:chgData name="Cristian Chilipirea" userId="34ab170da5908fc4" providerId="LiveId" clId="{51E1D80A-4A29-4E2A-B293-4232621C1517}" dt="2019-10-06T18:02:59.894" v="152"/>
          <ac:spMkLst>
            <pc:docMk/>
            <pc:sldMk cId="2217378888" sldId="503"/>
            <ac:spMk id="8" creationId="{368E7836-7E43-45D3-929C-0267B89EF790}"/>
          </ac:spMkLst>
        </pc:spChg>
        <pc:spChg chg="add del">
          <ac:chgData name="Cristian Chilipirea" userId="34ab170da5908fc4" providerId="LiveId" clId="{51E1D80A-4A29-4E2A-B293-4232621C1517}" dt="2019-10-06T18:02:59.894" v="152"/>
          <ac:spMkLst>
            <pc:docMk/>
            <pc:sldMk cId="2217378888" sldId="503"/>
            <ac:spMk id="9" creationId="{9AB9CB9F-1ED3-4B65-B7C2-2710170C7D6F}"/>
          </ac:spMkLst>
        </pc:spChg>
        <pc:spChg chg="add del">
          <ac:chgData name="Cristian Chilipirea" userId="34ab170da5908fc4" providerId="LiveId" clId="{51E1D80A-4A29-4E2A-B293-4232621C1517}" dt="2019-10-06T18:02:59.894" v="152"/>
          <ac:spMkLst>
            <pc:docMk/>
            <pc:sldMk cId="2217378888" sldId="503"/>
            <ac:spMk id="10" creationId="{D5AB0CFB-0012-4FAB-9C0F-6555CE16560C}"/>
          </ac:spMkLst>
        </pc:spChg>
        <pc:spChg chg="add del">
          <ac:chgData name="Cristian Chilipirea" userId="34ab170da5908fc4" providerId="LiveId" clId="{51E1D80A-4A29-4E2A-B293-4232621C1517}" dt="2019-10-06T18:02:59.894" v="152"/>
          <ac:spMkLst>
            <pc:docMk/>
            <pc:sldMk cId="2217378888" sldId="503"/>
            <ac:spMk id="43" creationId="{13B8C755-192B-43A2-BB14-A18DAEC4BD05}"/>
          </ac:spMkLst>
        </pc:spChg>
        <pc:spChg chg="add del">
          <ac:chgData name="Cristian Chilipirea" userId="34ab170da5908fc4" providerId="LiveId" clId="{51E1D80A-4A29-4E2A-B293-4232621C1517}" dt="2019-10-06T18:03:08.539" v="154" actId="478"/>
          <ac:spMkLst>
            <pc:docMk/>
            <pc:sldMk cId="2217378888" sldId="503"/>
            <ac:spMk id="48" creationId="{23240492-6D7A-4E84-AEBC-2FFE6520ACE7}"/>
          </ac:spMkLst>
        </pc:spChg>
        <pc:spChg chg="add del">
          <ac:chgData name="Cristian Chilipirea" userId="34ab170da5908fc4" providerId="LiveId" clId="{51E1D80A-4A29-4E2A-B293-4232621C1517}" dt="2019-10-06T18:03:08.539" v="154" actId="478"/>
          <ac:spMkLst>
            <pc:docMk/>
            <pc:sldMk cId="2217378888" sldId="503"/>
            <ac:spMk id="49" creationId="{2A468E85-470B-46A0-B640-E98B3B0CE925}"/>
          </ac:spMkLst>
        </pc:spChg>
        <pc:spChg chg="add del">
          <ac:chgData name="Cristian Chilipirea" userId="34ab170da5908fc4" providerId="LiveId" clId="{51E1D80A-4A29-4E2A-B293-4232621C1517}" dt="2019-10-06T18:03:08.539" v="154" actId="478"/>
          <ac:spMkLst>
            <pc:docMk/>
            <pc:sldMk cId="2217378888" sldId="503"/>
            <ac:spMk id="50" creationId="{1CF8DCD4-06D4-4B19-843A-CF07BFE87C26}"/>
          </ac:spMkLst>
        </pc:spChg>
        <pc:spChg chg="add del">
          <ac:chgData name="Cristian Chilipirea" userId="34ab170da5908fc4" providerId="LiveId" clId="{51E1D80A-4A29-4E2A-B293-4232621C1517}" dt="2019-10-06T18:03:08.539" v="154" actId="478"/>
          <ac:spMkLst>
            <pc:docMk/>
            <pc:sldMk cId="2217378888" sldId="503"/>
            <ac:spMk id="83" creationId="{1CDC16D2-DF64-4435-9CAB-06EED5358251}"/>
          </ac:spMkLst>
        </pc:spChg>
        <pc:spChg chg="add del">
          <ac:chgData name="Cristian Chilipirea" userId="34ab170da5908fc4" providerId="LiveId" clId="{51E1D80A-4A29-4E2A-B293-4232621C1517}" dt="2019-10-06T18:03:30.462" v="156"/>
          <ac:spMkLst>
            <pc:docMk/>
            <pc:sldMk cId="2217378888" sldId="503"/>
            <ac:spMk id="88" creationId="{D0769491-C0CA-4845-B568-A9C9DA7BF4E1}"/>
          </ac:spMkLst>
        </pc:spChg>
        <pc:spChg chg="add del">
          <ac:chgData name="Cristian Chilipirea" userId="34ab170da5908fc4" providerId="LiveId" clId="{51E1D80A-4A29-4E2A-B293-4232621C1517}" dt="2019-10-06T18:03:30.462" v="156"/>
          <ac:spMkLst>
            <pc:docMk/>
            <pc:sldMk cId="2217378888" sldId="503"/>
            <ac:spMk id="89" creationId="{3DEFF6B3-597E-478B-8CA9-4AC41B04980D}"/>
          </ac:spMkLst>
        </pc:spChg>
        <pc:spChg chg="add del">
          <ac:chgData name="Cristian Chilipirea" userId="34ab170da5908fc4" providerId="LiveId" clId="{51E1D80A-4A29-4E2A-B293-4232621C1517}" dt="2019-10-06T18:03:30.462" v="156"/>
          <ac:spMkLst>
            <pc:docMk/>
            <pc:sldMk cId="2217378888" sldId="503"/>
            <ac:spMk id="90" creationId="{7E8AC842-8B98-4E1E-B601-00B3B1BDC723}"/>
          </ac:spMkLst>
        </pc:spChg>
        <pc:spChg chg="add del">
          <ac:chgData name="Cristian Chilipirea" userId="34ab170da5908fc4" providerId="LiveId" clId="{51E1D80A-4A29-4E2A-B293-4232621C1517}" dt="2019-10-06T18:03:30.462" v="156"/>
          <ac:spMkLst>
            <pc:docMk/>
            <pc:sldMk cId="2217378888" sldId="503"/>
            <ac:spMk id="123" creationId="{E472B4FC-3D13-452C-A2BE-DF4253D5879F}"/>
          </ac:spMkLst>
        </pc:spChg>
        <pc:spChg chg="add del">
          <ac:chgData name="Cristian Chilipirea" userId="34ab170da5908fc4" providerId="LiveId" clId="{51E1D80A-4A29-4E2A-B293-4232621C1517}" dt="2019-10-06T18:03:43.486" v="160"/>
          <ac:spMkLst>
            <pc:docMk/>
            <pc:sldMk cId="2217378888" sldId="503"/>
            <ac:spMk id="128" creationId="{D09E992C-66AD-4642-85FF-D91EC8D42CB3}"/>
          </ac:spMkLst>
        </pc:spChg>
        <pc:spChg chg="add del">
          <ac:chgData name="Cristian Chilipirea" userId="34ab170da5908fc4" providerId="LiveId" clId="{51E1D80A-4A29-4E2A-B293-4232621C1517}" dt="2019-10-06T18:03:43.486" v="160"/>
          <ac:spMkLst>
            <pc:docMk/>
            <pc:sldMk cId="2217378888" sldId="503"/>
            <ac:spMk id="129" creationId="{BDB773B0-3D30-4C7B-BD88-24AB5AA8A8A3}"/>
          </ac:spMkLst>
        </pc:spChg>
        <pc:spChg chg="add del">
          <ac:chgData name="Cristian Chilipirea" userId="34ab170da5908fc4" providerId="LiveId" clId="{51E1D80A-4A29-4E2A-B293-4232621C1517}" dt="2019-10-06T18:03:43.486" v="160"/>
          <ac:spMkLst>
            <pc:docMk/>
            <pc:sldMk cId="2217378888" sldId="503"/>
            <ac:spMk id="130" creationId="{7009B616-AF18-4A34-98B3-4EA5E1F85AD1}"/>
          </ac:spMkLst>
        </pc:spChg>
        <pc:spChg chg="add del">
          <ac:chgData name="Cristian Chilipirea" userId="34ab170da5908fc4" providerId="LiveId" clId="{51E1D80A-4A29-4E2A-B293-4232621C1517}" dt="2019-10-06T18:03:43.486" v="160"/>
          <ac:spMkLst>
            <pc:docMk/>
            <pc:sldMk cId="2217378888" sldId="503"/>
            <ac:spMk id="163" creationId="{686486D6-F019-49F3-8DAF-49EE43B66EC7}"/>
          </ac:spMkLst>
        </pc:spChg>
        <pc:spChg chg="add del">
          <ac:chgData name="Cristian Chilipirea" userId="34ab170da5908fc4" providerId="LiveId" clId="{51E1D80A-4A29-4E2A-B293-4232621C1517}" dt="2019-10-06T18:03:42.919" v="159"/>
          <ac:spMkLst>
            <pc:docMk/>
            <pc:sldMk cId="2217378888" sldId="503"/>
            <ac:spMk id="168" creationId="{8D663150-2809-4B86-A902-585A2AF9FC39}"/>
          </ac:spMkLst>
        </pc:spChg>
        <pc:spChg chg="add del">
          <ac:chgData name="Cristian Chilipirea" userId="34ab170da5908fc4" providerId="LiveId" clId="{51E1D80A-4A29-4E2A-B293-4232621C1517}" dt="2019-10-06T18:03:42.919" v="159"/>
          <ac:spMkLst>
            <pc:docMk/>
            <pc:sldMk cId="2217378888" sldId="503"/>
            <ac:spMk id="169" creationId="{1F4FE9C7-B097-4AE0-A587-BBC26EABE642}"/>
          </ac:spMkLst>
        </pc:spChg>
        <pc:spChg chg="add del">
          <ac:chgData name="Cristian Chilipirea" userId="34ab170da5908fc4" providerId="LiveId" clId="{51E1D80A-4A29-4E2A-B293-4232621C1517}" dt="2019-10-06T18:03:42.919" v="159"/>
          <ac:spMkLst>
            <pc:docMk/>
            <pc:sldMk cId="2217378888" sldId="503"/>
            <ac:spMk id="170" creationId="{1C08E9B6-AAE1-46E5-ACD4-3EF349CD184D}"/>
          </ac:spMkLst>
        </pc:spChg>
        <pc:spChg chg="add del">
          <ac:chgData name="Cristian Chilipirea" userId="34ab170da5908fc4" providerId="LiveId" clId="{51E1D80A-4A29-4E2A-B293-4232621C1517}" dt="2019-10-06T18:03:42.919" v="159"/>
          <ac:spMkLst>
            <pc:docMk/>
            <pc:sldMk cId="2217378888" sldId="503"/>
            <ac:spMk id="203" creationId="{51AA6BEC-987F-47D0-9842-DEC8BBDAE8C3}"/>
          </ac:spMkLst>
        </pc:spChg>
        <pc:spChg chg="add mod">
          <ac:chgData name="Cristian Chilipirea" userId="34ab170da5908fc4" providerId="LiveId" clId="{51E1D80A-4A29-4E2A-B293-4232621C1517}" dt="2019-10-06T18:03:49.853" v="162" actId="1076"/>
          <ac:spMkLst>
            <pc:docMk/>
            <pc:sldMk cId="2217378888" sldId="503"/>
            <ac:spMk id="208" creationId="{98E0FCF5-E924-42F3-A185-8C5D04ECDE9D}"/>
          </ac:spMkLst>
        </pc:spChg>
        <pc:spChg chg="add mod">
          <ac:chgData name="Cristian Chilipirea" userId="34ab170da5908fc4" providerId="LiveId" clId="{51E1D80A-4A29-4E2A-B293-4232621C1517}" dt="2019-10-06T18:03:49.853" v="162" actId="1076"/>
          <ac:spMkLst>
            <pc:docMk/>
            <pc:sldMk cId="2217378888" sldId="503"/>
            <ac:spMk id="209" creationId="{9105335A-1356-4830-A76A-D8D32E974768}"/>
          </ac:spMkLst>
        </pc:spChg>
        <pc:spChg chg="add mod">
          <ac:chgData name="Cristian Chilipirea" userId="34ab170da5908fc4" providerId="LiveId" clId="{51E1D80A-4A29-4E2A-B293-4232621C1517}" dt="2019-10-06T18:03:49.853" v="162" actId="1076"/>
          <ac:spMkLst>
            <pc:docMk/>
            <pc:sldMk cId="2217378888" sldId="503"/>
            <ac:spMk id="210" creationId="{CCD77360-786D-476B-9334-4B45D1ACB7D8}"/>
          </ac:spMkLst>
        </pc:spChg>
        <pc:spChg chg="add mod">
          <ac:chgData name="Cristian Chilipirea" userId="34ab170da5908fc4" providerId="LiveId" clId="{51E1D80A-4A29-4E2A-B293-4232621C1517}" dt="2019-10-06T18:03:49.853" v="162" actId="1076"/>
          <ac:spMkLst>
            <pc:docMk/>
            <pc:sldMk cId="2217378888" sldId="503"/>
            <ac:spMk id="243" creationId="{16793AE4-8A47-4A6A-AF2C-DAC130592842}"/>
          </ac:spMkLst>
        </pc:spChg>
        <pc:grpChg chg="add del">
          <ac:chgData name="Cristian Chilipirea" userId="34ab170da5908fc4" providerId="LiveId" clId="{51E1D80A-4A29-4E2A-B293-4232621C1517}" dt="2019-10-06T18:02:59.894" v="152"/>
          <ac:grpSpMkLst>
            <pc:docMk/>
            <pc:sldMk cId="2217378888" sldId="503"/>
            <ac:grpSpMk id="11" creationId="{F254FB2C-0B3A-4D90-B59A-D58B11E49297}"/>
          </ac:grpSpMkLst>
        </pc:grpChg>
        <pc:grpChg chg="add del">
          <ac:chgData name="Cristian Chilipirea" userId="34ab170da5908fc4" providerId="LiveId" clId="{51E1D80A-4A29-4E2A-B293-4232621C1517}" dt="2019-10-06T18:02:59.894" v="152"/>
          <ac:grpSpMkLst>
            <pc:docMk/>
            <pc:sldMk cId="2217378888" sldId="503"/>
            <ac:grpSpMk id="19" creationId="{160484FE-E920-4E51-84CC-C46D91868E29}"/>
          </ac:grpSpMkLst>
        </pc:grpChg>
        <pc:grpChg chg="add del">
          <ac:chgData name="Cristian Chilipirea" userId="34ab170da5908fc4" providerId="LiveId" clId="{51E1D80A-4A29-4E2A-B293-4232621C1517}" dt="2019-10-06T18:02:59.894" v="152"/>
          <ac:grpSpMkLst>
            <pc:docMk/>
            <pc:sldMk cId="2217378888" sldId="503"/>
            <ac:grpSpMk id="27" creationId="{16476BAE-B42E-4B8E-A955-2FEA6A13335D}"/>
          </ac:grpSpMkLst>
        </pc:grpChg>
        <pc:grpChg chg="add del">
          <ac:chgData name="Cristian Chilipirea" userId="34ab170da5908fc4" providerId="LiveId" clId="{51E1D80A-4A29-4E2A-B293-4232621C1517}" dt="2019-10-06T18:03:08.539" v="154" actId="478"/>
          <ac:grpSpMkLst>
            <pc:docMk/>
            <pc:sldMk cId="2217378888" sldId="503"/>
            <ac:grpSpMk id="51" creationId="{F6C12079-10BD-4E56-8815-B9B453C76799}"/>
          </ac:grpSpMkLst>
        </pc:grpChg>
        <pc:grpChg chg="add del">
          <ac:chgData name="Cristian Chilipirea" userId="34ab170da5908fc4" providerId="LiveId" clId="{51E1D80A-4A29-4E2A-B293-4232621C1517}" dt="2019-10-06T18:03:08.539" v="154" actId="478"/>
          <ac:grpSpMkLst>
            <pc:docMk/>
            <pc:sldMk cId="2217378888" sldId="503"/>
            <ac:grpSpMk id="59" creationId="{E4432CA4-CC63-49DA-B4C6-1E124640015A}"/>
          </ac:grpSpMkLst>
        </pc:grpChg>
        <pc:grpChg chg="add del">
          <ac:chgData name="Cristian Chilipirea" userId="34ab170da5908fc4" providerId="LiveId" clId="{51E1D80A-4A29-4E2A-B293-4232621C1517}" dt="2019-10-06T18:03:08.539" v="154" actId="478"/>
          <ac:grpSpMkLst>
            <pc:docMk/>
            <pc:sldMk cId="2217378888" sldId="503"/>
            <ac:grpSpMk id="67" creationId="{F006C705-0E98-4182-A8B5-D61D8DD9B07D}"/>
          </ac:grpSpMkLst>
        </pc:grpChg>
        <pc:grpChg chg="add del">
          <ac:chgData name="Cristian Chilipirea" userId="34ab170da5908fc4" providerId="LiveId" clId="{51E1D80A-4A29-4E2A-B293-4232621C1517}" dt="2019-10-06T18:03:30.462" v="156"/>
          <ac:grpSpMkLst>
            <pc:docMk/>
            <pc:sldMk cId="2217378888" sldId="503"/>
            <ac:grpSpMk id="91" creationId="{460D50D5-88A9-44D8-9CC1-ACED3AD7275F}"/>
          </ac:grpSpMkLst>
        </pc:grpChg>
        <pc:grpChg chg="add del">
          <ac:chgData name="Cristian Chilipirea" userId="34ab170da5908fc4" providerId="LiveId" clId="{51E1D80A-4A29-4E2A-B293-4232621C1517}" dt="2019-10-06T18:03:30.462" v="156"/>
          <ac:grpSpMkLst>
            <pc:docMk/>
            <pc:sldMk cId="2217378888" sldId="503"/>
            <ac:grpSpMk id="99" creationId="{690731AE-3871-4FE6-BE95-488A9B9525E9}"/>
          </ac:grpSpMkLst>
        </pc:grpChg>
        <pc:grpChg chg="add del">
          <ac:chgData name="Cristian Chilipirea" userId="34ab170da5908fc4" providerId="LiveId" clId="{51E1D80A-4A29-4E2A-B293-4232621C1517}" dt="2019-10-06T18:03:30.462" v="156"/>
          <ac:grpSpMkLst>
            <pc:docMk/>
            <pc:sldMk cId="2217378888" sldId="503"/>
            <ac:grpSpMk id="107" creationId="{121DAAEA-F9A0-47E3-8DF3-46185CEC66BD}"/>
          </ac:grpSpMkLst>
        </pc:grpChg>
        <pc:grpChg chg="add del">
          <ac:chgData name="Cristian Chilipirea" userId="34ab170da5908fc4" providerId="LiveId" clId="{51E1D80A-4A29-4E2A-B293-4232621C1517}" dt="2019-10-06T18:03:43.486" v="160"/>
          <ac:grpSpMkLst>
            <pc:docMk/>
            <pc:sldMk cId="2217378888" sldId="503"/>
            <ac:grpSpMk id="131" creationId="{D19A162F-FB3D-41A0-AE1E-454881E0ACF3}"/>
          </ac:grpSpMkLst>
        </pc:grpChg>
        <pc:grpChg chg="add del">
          <ac:chgData name="Cristian Chilipirea" userId="34ab170da5908fc4" providerId="LiveId" clId="{51E1D80A-4A29-4E2A-B293-4232621C1517}" dt="2019-10-06T18:03:43.486" v="160"/>
          <ac:grpSpMkLst>
            <pc:docMk/>
            <pc:sldMk cId="2217378888" sldId="503"/>
            <ac:grpSpMk id="139" creationId="{2C7BB0B4-F642-492C-A230-D67CEAE63BE1}"/>
          </ac:grpSpMkLst>
        </pc:grpChg>
        <pc:grpChg chg="add del">
          <ac:chgData name="Cristian Chilipirea" userId="34ab170da5908fc4" providerId="LiveId" clId="{51E1D80A-4A29-4E2A-B293-4232621C1517}" dt="2019-10-06T18:03:43.486" v="160"/>
          <ac:grpSpMkLst>
            <pc:docMk/>
            <pc:sldMk cId="2217378888" sldId="503"/>
            <ac:grpSpMk id="147" creationId="{26298A21-1DE5-4116-BC4C-9FE2376F175C}"/>
          </ac:grpSpMkLst>
        </pc:grpChg>
        <pc:grpChg chg="add del mod">
          <ac:chgData name="Cristian Chilipirea" userId="34ab170da5908fc4" providerId="LiveId" clId="{51E1D80A-4A29-4E2A-B293-4232621C1517}" dt="2019-10-06T18:03:42.919" v="159"/>
          <ac:grpSpMkLst>
            <pc:docMk/>
            <pc:sldMk cId="2217378888" sldId="503"/>
            <ac:grpSpMk id="171" creationId="{EEB6C71D-A259-497D-B5DE-D516DF7F95F7}"/>
          </ac:grpSpMkLst>
        </pc:grpChg>
        <pc:grpChg chg="add del mod">
          <ac:chgData name="Cristian Chilipirea" userId="34ab170da5908fc4" providerId="LiveId" clId="{51E1D80A-4A29-4E2A-B293-4232621C1517}" dt="2019-10-06T18:03:42.919" v="159"/>
          <ac:grpSpMkLst>
            <pc:docMk/>
            <pc:sldMk cId="2217378888" sldId="503"/>
            <ac:grpSpMk id="179" creationId="{45DB6D8B-CED9-4A90-9A45-FC22019F6E27}"/>
          </ac:grpSpMkLst>
        </pc:grpChg>
        <pc:grpChg chg="add del mod">
          <ac:chgData name="Cristian Chilipirea" userId="34ab170da5908fc4" providerId="LiveId" clId="{51E1D80A-4A29-4E2A-B293-4232621C1517}" dt="2019-10-06T18:03:42.919" v="159"/>
          <ac:grpSpMkLst>
            <pc:docMk/>
            <pc:sldMk cId="2217378888" sldId="503"/>
            <ac:grpSpMk id="187" creationId="{7AE70C6C-C604-4BAA-BC8D-2C89283EDB59}"/>
          </ac:grpSpMkLst>
        </pc:grpChg>
        <pc:grpChg chg="add mod">
          <ac:chgData name="Cristian Chilipirea" userId="34ab170da5908fc4" providerId="LiveId" clId="{51E1D80A-4A29-4E2A-B293-4232621C1517}" dt="2019-10-06T18:03:49.853" v="162" actId="1076"/>
          <ac:grpSpMkLst>
            <pc:docMk/>
            <pc:sldMk cId="2217378888" sldId="503"/>
            <ac:grpSpMk id="211" creationId="{4AFC6305-3868-4E35-BDB4-4653CCB5D365}"/>
          </ac:grpSpMkLst>
        </pc:grpChg>
        <pc:grpChg chg="add mod">
          <ac:chgData name="Cristian Chilipirea" userId="34ab170da5908fc4" providerId="LiveId" clId="{51E1D80A-4A29-4E2A-B293-4232621C1517}" dt="2019-10-06T18:03:49.853" v="162" actId="1076"/>
          <ac:grpSpMkLst>
            <pc:docMk/>
            <pc:sldMk cId="2217378888" sldId="503"/>
            <ac:grpSpMk id="219" creationId="{B65553EF-09A4-4F76-A6CF-C6C6EE397434}"/>
          </ac:grpSpMkLst>
        </pc:grpChg>
        <pc:grpChg chg="add mod">
          <ac:chgData name="Cristian Chilipirea" userId="34ab170da5908fc4" providerId="LiveId" clId="{51E1D80A-4A29-4E2A-B293-4232621C1517}" dt="2019-10-06T18:03:49.853" v="162" actId="1076"/>
          <ac:grpSpMkLst>
            <pc:docMk/>
            <pc:sldMk cId="2217378888" sldId="503"/>
            <ac:grpSpMk id="227" creationId="{628DE4BE-DB6B-45F6-A4F4-2AEDFE354F44}"/>
          </ac:grpSpMkLst>
        </pc:grpChg>
        <pc:picChg chg="add del">
          <ac:chgData name="Cristian Chilipirea" userId="34ab170da5908fc4" providerId="LiveId" clId="{51E1D80A-4A29-4E2A-B293-4232621C1517}" dt="2019-10-06T18:02:59.894" v="152"/>
          <ac:picMkLst>
            <pc:docMk/>
            <pc:sldMk cId="2217378888" sldId="503"/>
            <ac:picMk id="37" creationId="{1DAE7790-5D02-4FB1-9071-AF1331C5D32D}"/>
          </ac:picMkLst>
        </pc:picChg>
        <pc:picChg chg="add del">
          <ac:chgData name="Cristian Chilipirea" userId="34ab170da5908fc4" providerId="LiveId" clId="{51E1D80A-4A29-4E2A-B293-4232621C1517}" dt="2019-10-06T18:02:59.894" v="152"/>
          <ac:picMkLst>
            <pc:docMk/>
            <pc:sldMk cId="2217378888" sldId="503"/>
            <ac:picMk id="38" creationId="{1F19E40D-A1AB-4BC5-A005-8908411FC3E9}"/>
          </ac:picMkLst>
        </pc:picChg>
        <pc:picChg chg="add del">
          <ac:chgData name="Cristian Chilipirea" userId="34ab170da5908fc4" providerId="LiveId" clId="{51E1D80A-4A29-4E2A-B293-4232621C1517}" dt="2019-10-06T18:02:59.894" v="152"/>
          <ac:picMkLst>
            <pc:docMk/>
            <pc:sldMk cId="2217378888" sldId="503"/>
            <ac:picMk id="39" creationId="{25A6C2F8-0C68-435F-91B2-4DF8C931BE3A}"/>
          </ac:picMkLst>
        </pc:picChg>
        <pc:picChg chg="add del">
          <ac:chgData name="Cristian Chilipirea" userId="34ab170da5908fc4" providerId="LiveId" clId="{51E1D80A-4A29-4E2A-B293-4232621C1517}" dt="2019-10-06T18:02:59.894" v="152"/>
          <ac:picMkLst>
            <pc:docMk/>
            <pc:sldMk cId="2217378888" sldId="503"/>
            <ac:picMk id="40" creationId="{D68CA2DE-E3A4-435F-9A03-4C874ECD9ED0}"/>
          </ac:picMkLst>
        </pc:picChg>
        <pc:picChg chg="add del">
          <ac:chgData name="Cristian Chilipirea" userId="34ab170da5908fc4" providerId="LiveId" clId="{51E1D80A-4A29-4E2A-B293-4232621C1517}" dt="2019-10-06T18:02:59.894" v="152"/>
          <ac:picMkLst>
            <pc:docMk/>
            <pc:sldMk cId="2217378888" sldId="503"/>
            <ac:picMk id="41" creationId="{F875E265-7B3E-4C93-B532-A0E12A9D9F73}"/>
          </ac:picMkLst>
        </pc:picChg>
        <pc:picChg chg="add del">
          <ac:chgData name="Cristian Chilipirea" userId="34ab170da5908fc4" providerId="LiveId" clId="{51E1D80A-4A29-4E2A-B293-4232621C1517}" dt="2019-10-06T18:02:59.894" v="152"/>
          <ac:picMkLst>
            <pc:docMk/>
            <pc:sldMk cId="2217378888" sldId="503"/>
            <ac:picMk id="42" creationId="{D3279570-CE1F-4A42-A62F-47966FF021F6}"/>
          </ac:picMkLst>
        </pc:picChg>
        <pc:picChg chg="add del">
          <ac:chgData name="Cristian Chilipirea" userId="34ab170da5908fc4" providerId="LiveId" clId="{51E1D80A-4A29-4E2A-B293-4232621C1517}" dt="2019-10-06T18:03:08.539" v="154" actId="478"/>
          <ac:picMkLst>
            <pc:docMk/>
            <pc:sldMk cId="2217378888" sldId="503"/>
            <ac:picMk id="77" creationId="{4E9721B0-0BD9-466F-AB23-2B7383691692}"/>
          </ac:picMkLst>
        </pc:picChg>
        <pc:picChg chg="add del">
          <ac:chgData name="Cristian Chilipirea" userId="34ab170da5908fc4" providerId="LiveId" clId="{51E1D80A-4A29-4E2A-B293-4232621C1517}" dt="2019-10-06T18:03:08.539" v="154" actId="478"/>
          <ac:picMkLst>
            <pc:docMk/>
            <pc:sldMk cId="2217378888" sldId="503"/>
            <ac:picMk id="78" creationId="{21AA6DD9-F063-47CE-B4B5-99EDEAA61486}"/>
          </ac:picMkLst>
        </pc:picChg>
        <pc:picChg chg="add del">
          <ac:chgData name="Cristian Chilipirea" userId="34ab170da5908fc4" providerId="LiveId" clId="{51E1D80A-4A29-4E2A-B293-4232621C1517}" dt="2019-10-06T18:03:08.539" v="154" actId="478"/>
          <ac:picMkLst>
            <pc:docMk/>
            <pc:sldMk cId="2217378888" sldId="503"/>
            <ac:picMk id="79" creationId="{DC688DBA-EC1A-4736-B734-65313E710680}"/>
          </ac:picMkLst>
        </pc:picChg>
        <pc:picChg chg="add del">
          <ac:chgData name="Cristian Chilipirea" userId="34ab170da5908fc4" providerId="LiveId" clId="{51E1D80A-4A29-4E2A-B293-4232621C1517}" dt="2019-10-06T18:03:08.539" v="154" actId="478"/>
          <ac:picMkLst>
            <pc:docMk/>
            <pc:sldMk cId="2217378888" sldId="503"/>
            <ac:picMk id="80" creationId="{5F4AC015-E4C8-4F50-9C03-85C5E19D4596}"/>
          </ac:picMkLst>
        </pc:picChg>
        <pc:picChg chg="add del">
          <ac:chgData name="Cristian Chilipirea" userId="34ab170da5908fc4" providerId="LiveId" clId="{51E1D80A-4A29-4E2A-B293-4232621C1517}" dt="2019-10-06T18:03:08.539" v="154" actId="478"/>
          <ac:picMkLst>
            <pc:docMk/>
            <pc:sldMk cId="2217378888" sldId="503"/>
            <ac:picMk id="81" creationId="{739BB3D8-048D-494D-9A7E-DAE064742EDB}"/>
          </ac:picMkLst>
        </pc:picChg>
        <pc:picChg chg="add del">
          <ac:chgData name="Cristian Chilipirea" userId="34ab170da5908fc4" providerId="LiveId" clId="{51E1D80A-4A29-4E2A-B293-4232621C1517}" dt="2019-10-06T18:03:08.539" v="154" actId="478"/>
          <ac:picMkLst>
            <pc:docMk/>
            <pc:sldMk cId="2217378888" sldId="503"/>
            <ac:picMk id="82" creationId="{0B2393BD-F51A-4F99-9F08-3327706F19A7}"/>
          </ac:picMkLst>
        </pc:picChg>
        <pc:picChg chg="add del">
          <ac:chgData name="Cristian Chilipirea" userId="34ab170da5908fc4" providerId="LiveId" clId="{51E1D80A-4A29-4E2A-B293-4232621C1517}" dt="2019-10-06T18:03:30.462" v="156"/>
          <ac:picMkLst>
            <pc:docMk/>
            <pc:sldMk cId="2217378888" sldId="503"/>
            <ac:picMk id="117" creationId="{146818AB-7F5A-4C1B-A1D6-6DA6911C4D72}"/>
          </ac:picMkLst>
        </pc:picChg>
        <pc:picChg chg="add del">
          <ac:chgData name="Cristian Chilipirea" userId="34ab170da5908fc4" providerId="LiveId" clId="{51E1D80A-4A29-4E2A-B293-4232621C1517}" dt="2019-10-06T18:03:30.462" v="156"/>
          <ac:picMkLst>
            <pc:docMk/>
            <pc:sldMk cId="2217378888" sldId="503"/>
            <ac:picMk id="118" creationId="{D071CDB1-7B07-4F65-8B36-2DF458E4637C}"/>
          </ac:picMkLst>
        </pc:picChg>
        <pc:picChg chg="add del">
          <ac:chgData name="Cristian Chilipirea" userId="34ab170da5908fc4" providerId="LiveId" clId="{51E1D80A-4A29-4E2A-B293-4232621C1517}" dt="2019-10-06T18:03:30.462" v="156"/>
          <ac:picMkLst>
            <pc:docMk/>
            <pc:sldMk cId="2217378888" sldId="503"/>
            <ac:picMk id="119" creationId="{EB34F951-78C1-454B-96BD-ED4300CA0AEA}"/>
          </ac:picMkLst>
        </pc:picChg>
        <pc:picChg chg="add del">
          <ac:chgData name="Cristian Chilipirea" userId="34ab170da5908fc4" providerId="LiveId" clId="{51E1D80A-4A29-4E2A-B293-4232621C1517}" dt="2019-10-06T18:03:30.462" v="156"/>
          <ac:picMkLst>
            <pc:docMk/>
            <pc:sldMk cId="2217378888" sldId="503"/>
            <ac:picMk id="120" creationId="{9A917ED3-7578-4DDA-9E39-D9B8C62F146C}"/>
          </ac:picMkLst>
        </pc:picChg>
        <pc:picChg chg="add del">
          <ac:chgData name="Cristian Chilipirea" userId="34ab170da5908fc4" providerId="LiveId" clId="{51E1D80A-4A29-4E2A-B293-4232621C1517}" dt="2019-10-06T18:03:30.462" v="156"/>
          <ac:picMkLst>
            <pc:docMk/>
            <pc:sldMk cId="2217378888" sldId="503"/>
            <ac:picMk id="121" creationId="{563CB33B-DC8B-4FA9-87A1-81AEBCA7253A}"/>
          </ac:picMkLst>
        </pc:picChg>
        <pc:picChg chg="add del">
          <ac:chgData name="Cristian Chilipirea" userId="34ab170da5908fc4" providerId="LiveId" clId="{51E1D80A-4A29-4E2A-B293-4232621C1517}" dt="2019-10-06T18:03:30.462" v="156"/>
          <ac:picMkLst>
            <pc:docMk/>
            <pc:sldMk cId="2217378888" sldId="503"/>
            <ac:picMk id="122" creationId="{7A76D542-1322-404F-AE65-4F447E717700}"/>
          </ac:picMkLst>
        </pc:picChg>
        <pc:picChg chg="add del">
          <ac:chgData name="Cristian Chilipirea" userId="34ab170da5908fc4" providerId="LiveId" clId="{51E1D80A-4A29-4E2A-B293-4232621C1517}" dt="2019-10-06T18:03:43.486" v="160"/>
          <ac:picMkLst>
            <pc:docMk/>
            <pc:sldMk cId="2217378888" sldId="503"/>
            <ac:picMk id="157" creationId="{2DD7384F-E19B-42A9-BB25-0DF521EF33CC}"/>
          </ac:picMkLst>
        </pc:picChg>
        <pc:picChg chg="add del">
          <ac:chgData name="Cristian Chilipirea" userId="34ab170da5908fc4" providerId="LiveId" clId="{51E1D80A-4A29-4E2A-B293-4232621C1517}" dt="2019-10-06T18:03:43.486" v="160"/>
          <ac:picMkLst>
            <pc:docMk/>
            <pc:sldMk cId="2217378888" sldId="503"/>
            <ac:picMk id="158" creationId="{B2ED9921-80F5-4300-8B3A-937C47D5859C}"/>
          </ac:picMkLst>
        </pc:picChg>
        <pc:picChg chg="add del">
          <ac:chgData name="Cristian Chilipirea" userId="34ab170da5908fc4" providerId="LiveId" clId="{51E1D80A-4A29-4E2A-B293-4232621C1517}" dt="2019-10-06T18:03:43.486" v="160"/>
          <ac:picMkLst>
            <pc:docMk/>
            <pc:sldMk cId="2217378888" sldId="503"/>
            <ac:picMk id="159" creationId="{0EB7B4E6-FAA7-4A23-B516-E41745365A78}"/>
          </ac:picMkLst>
        </pc:picChg>
        <pc:picChg chg="add del">
          <ac:chgData name="Cristian Chilipirea" userId="34ab170da5908fc4" providerId="LiveId" clId="{51E1D80A-4A29-4E2A-B293-4232621C1517}" dt="2019-10-06T18:03:43.486" v="160"/>
          <ac:picMkLst>
            <pc:docMk/>
            <pc:sldMk cId="2217378888" sldId="503"/>
            <ac:picMk id="160" creationId="{A97890CB-5630-4E6A-9A1E-FBE075A95D67}"/>
          </ac:picMkLst>
        </pc:picChg>
        <pc:picChg chg="add del">
          <ac:chgData name="Cristian Chilipirea" userId="34ab170da5908fc4" providerId="LiveId" clId="{51E1D80A-4A29-4E2A-B293-4232621C1517}" dt="2019-10-06T18:03:43.486" v="160"/>
          <ac:picMkLst>
            <pc:docMk/>
            <pc:sldMk cId="2217378888" sldId="503"/>
            <ac:picMk id="161" creationId="{9847CE03-6514-49AC-B7E2-76C5A4F467C6}"/>
          </ac:picMkLst>
        </pc:picChg>
        <pc:picChg chg="add del">
          <ac:chgData name="Cristian Chilipirea" userId="34ab170da5908fc4" providerId="LiveId" clId="{51E1D80A-4A29-4E2A-B293-4232621C1517}" dt="2019-10-06T18:03:43.486" v="160"/>
          <ac:picMkLst>
            <pc:docMk/>
            <pc:sldMk cId="2217378888" sldId="503"/>
            <ac:picMk id="162" creationId="{FC5B814E-5527-4D32-8148-50E6EA3AF81E}"/>
          </ac:picMkLst>
        </pc:picChg>
        <pc:picChg chg="add del">
          <ac:chgData name="Cristian Chilipirea" userId="34ab170da5908fc4" providerId="LiveId" clId="{51E1D80A-4A29-4E2A-B293-4232621C1517}" dt="2019-10-06T18:03:42.919" v="159"/>
          <ac:picMkLst>
            <pc:docMk/>
            <pc:sldMk cId="2217378888" sldId="503"/>
            <ac:picMk id="197" creationId="{59D8B96A-8562-4612-8887-1EB209E71FF4}"/>
          </ac:picMkLst>
        </pc:picChg>
        <pc:picChg chg="add del">
          <ac:chgData name="Cristian Chilipirea" userId="34ab170da5908fc4" providerId="LiveId" clId="{51E1D80A-4A29-4E2A-B293-4232621C1517}" dt="2019-10-06T18:03:42.919" v="159"/>
          <ac:picMkLst>
            <pc:docMk/>
            <pc:sldMk cId="2217378888" sldId="503"/>
            <ac:picMk id="198" creationId="{7A91D37A-9A18-4B92-9728-3763C326C1A0}"/>
          </ac:picMkLst>
        </pc:picChg>
        <pc:picChg chg="add del">
          <ac:chgData name="Cristian Chilipirea" userId="34ab170da5908fc4" providerId="LiveId" clId="{51E1D80A-4A29-4E2A-B293-4232621C1517}" dt="2019-10-06T18:03:42.919" v="159"/>
          <ac:picMkLst>
            <pc:docMk/>
            <pc:sldMk cId="2217378888" sldId="503"/>
            <ac:picMk id="199" creationId="{01BA2E52-AA27-4A5F-9001-C6085D6910A5}"/>
          </ac:picMkLst>
        </pc:picChg>
        <pc:picChg chg="add del">
          <ac:chgData name="Cristian Chilipirea" userId="34ab170da5908fc4" providerId="LiveId" clId="{51E1D80A-4A29-4E2A-B293-4232621C1517}" dt="2019-10-06T18:03:42.919" v="159"/>
          <ac:picMkLst>
            <pc:docMk/>
            <pc:sldMk cId="2217378888" sldId="503"/>
            <ac:picMk id="200" creationId="{FD43BFB6-F785-46F8-B677-AC4A197F4F27}"/>
          </ac:picMkLst>
        </pc:picChg>
        <pc:picChg chg="add del">
          <ac:chgData name="Cristian Chilipirea" userId="34ab170da5908fc4" providerId="LiveId" clId="{51E1D80A-4A29-4E2A-B293-4232621C1517}" dt="2019-10-06T18:03:42.919" v="159"/>
          <ac:picMkLst>
            <pc:docMk/>
            <pc:sldMk cId="2217378888" sldId="503"/>
            <ac:picMk id="201" creationId="{99D987CD-DEA5-4346-837A-00D34062818A}"/>
          </ac:picMkLst>
        </pc:picChg>
        <pc:picChg chg="add del">
          <ac:chgData name="Cristian Chilipirea" userId="34ab170da5908fc4" providerId="LiveId" clId="{51E1D80A-4A29-4E2A-B293-4232621C1517}" dt="2019-10-06T18:03:42.919" v="159"/>
          <ac:picMkLst>
            <pc:docMk/>
            <pc:sldMk cId="2217378888" sldId="503"/>
            <ac:picMk id="202" creationId="{FCD56FEA-2BF6-4D87-B996-683F674C915B}"/>
          </ac:picMkLst>
        </pc:picChg>
        <pc:picChg chg="add mod">
          <ac:chgData name="Cristian Chilipirea" userId="34ab170da5908fc4" providerId="LiveId" clId="{51E1D80A-4A29-4E2A-B293-4232621C1517}" dt="2019-10-06T18:03:49.853" v="162" actId="1076"/>
          <ac:picMkLst>
            <pc:docMk/>
            <pc:sldMk cId="2217378888" sldId="503"/>
            <ac:picMk id="237" creationId="{97818D7A-D93D-4CD6-9292-00050C7A31D3}"/>
          </ac:picMkLst>
        </pc:picChg>
        <pc:picChg chg="add mod">
          <ac:chgData name="Cristian Chilipirea" userId="34ab170da5908fc4" providerId="LiveId" clId="{51E1D80A-4A29-4E2A-B293-4232621C1517}" dt="2019-10-06T18:03:49.853" v="162" actId="1076"/>
          <ac:picMkLst>
            <pc:docMk/>
            <pc:sldMk cId="2217378888" sldId="503"/>
            <ac:picMk id="238" creationId="{D10628C1-F4B3-4B15-8852-48C6A452BA34}"/>
          </ac:picMkLst>
        </pc:picChg>
        <pc:picChg chg="add mod">
          <ac:chgData name="Cristian Chilipirea" userId="34ab170da5908fc4" providerId="LiveId" clId="{51E1D80A-4A29-4E2A-B293-4232621C1517}" dt="2019-10-06T18:03:49.853" v="162" actId="1076"/>
          <ac:picMkLst>
            <pc:docMk/>
            <pc:sldMk cId="2217378888" sldId="503"/>
            <ac:picMk id="239" creationId="{CE4DB7EE-097C-4647-ABF2-85D6BCB189AF}"/>
          </ac:picMkLst>
        </pc:picChg>
        <pc:picChg chg="add mod">
          <ac:chgData name="Cristian Chilipirea" userId="34ab170da5908fc4" providerId="LiveId" clId="{51E1D80A-4A29-4E2A-B293-4232621C1517}" dt="2019-10-06T18:03:49.853" v="162" actId="1076"/>
          <ac:picMkLst>
            <pc:docMk/>
            <pc:sldMk cId="2217378888" sldId="503"/>
            <ac:picMk id="240" creationId="{40F27BEB-D969-47EB-93D4-B52956FD8A70}"/>
          </ac:picMkLst>
        </pc:picChg>
        <pc:picChg chg="add mod">
          <ac:chgData name="Cristian Chilipirea" userId="34ab170da5908fc4" providerId="LiveId" clId="{51E1D80A-4A29-4E2A-B293-4232621C1517}" dt="2019-10-06T18:03:49.853" v="162" actId="1076"/>
          <ac:picMkLst>
            <pc:docMk/>
            <pc:sldMk cId="2217378888" sldId="503"/>
            <ac:picMk id="241" creationId="{88C2E8DA-1F56-49CB-9B31-879B10C964A6}"/>
          </ac:picMkLst>
        </pc:picChg>
        <pc:picChg chg="add mod">
          <ac:chgData name="Cristian Chilipirea" userId="34ab170da5908fc4" providerId="LiveId" clId="{51E1D80A-4A29-4E2A-B293-4232621C1517}" dt="2019-10-06T18:03:49.853" v="162" actId="1076"/>
          <ac:picMkLst>
            <pc:docMk/>
            <pc:sldMk cId="2217378888" sldId="503"/>
            <ac:picMk id="242" creationId="{846A52A5-C9F6-4809-93A4-270D3B140F90}"/>
          </ac:picMkLst>
        </pc:picChg>
        <pc:cxnChg chg="add del">
          <ac:chgData name="Cristian Chilipirea" userId="34ab170da5908fc4" providerId="LiveId" clId="{51E1D80A-4A29-4E2A-B293-4232621C1517}" dt="2019-10-06T18:02:59.894" v="152"/>
          <ac:cxnSpMkLst>
            <pc:docMk/>
            <pc:sldMk cId="2217378888" sldId="503"/>
            <ac:cxnSpMk id="4" creationId="{7A3AAF52-8CC5-43A7-A362-BB76C70951B2}"/>
          </ac:cxnSpMkLst>
        </pc:cxnChg>
        <pc:cxnChg chg="add del">
          <ac:chgData name="Cristian Chilipirea" userId="34ab170da5908fc4" providerId="LiveId" clId="{51E1D80A-4A29-4E2A-B293-4232621C1517}" dt="2019-10-06T18:02:59.894" v="152"/>
          <ac:cxnSpMkLst>
            <pc:docMk/>
            <pc:sldMk cId="2217378888" sldId="503"/>
            <ac:cxnSpMk id="5" creationId="{85193A96-00AD-4600-A79E-06D9E01047CB}"/>
          </ac:cxnSpMkLst>
        </pc:cxnChg>
        <pc:cxnChg chg="add del">
          <ac:chgData name="Cristian Chilipirea" userId="34ab170da5908fc4" providerId="LiveId" clId="{51E1D80A-4A29-4E2A-B293-4232621C1517}" dt="2019-10-06T18:02:59.894" v="152"/>
          <ac:cxnSpMkLst>
            <pc:docMk/>
            <pc:sldMk cId="2217378888" sldId="503"/>
            <ac:cxnSpMk id="6" creationId="{58DAA6C7-61A1-4A07-96B1-75D5C38DA77F}"/>
          </ac:cxnSpMkLst>
        </pc:cxnChg>
        <pc:cxnChg chg="add del">
          <ac:chgData name="Cristian Chilipirea" userId="34ab170da5908fc4" providerId="LiveId" clId="{51E1D80A-4A29-4E2A-B293-4232621C1517}" dt="2019-10-06T18:02:59.894" v="152"/>
          <ac:cxnSpMkLst>
            <pc:docMk/>
            <pc:sldMk cId="2217378888" sldId="503"/>
            <ac:cxnSpMk id="7" creationId="{98C6289B-5320-46E3-8001-2EB2DB44B7EC}"/>
          </ac:cxnSpMkLst>
        </pc:cxnChg>
        <pc:cxnChg chg="add del">
          <ac:chgData name="Cristian Chilipirea" userId="34ab170da5908fc4" providerId="LiveId" clId="{51E1D80A-4A29-4E2A-B293-4232621C1517}" dt="2019-10-06T18:02:59.894" v="152"/>
          <ac:cxnSpMkLst>
            <pc:docMk/>
            <pc:sldMk cId="2217378888" sldId="503"/>
            <ac:cxnSpMk id="35" creationId="{65C92C47-EC56-4FCC-9970-C2916301C7E2}"/>
          </ac:cxnSpMkLst>
        </pc:cxnChg>
        <pc:cxnChg chg="add del">
          <ac:chgData name="Cristian Chilipirea" userId="34ab170da5908fc4" providerId="LiveId" clId="{51E1D80A-4A29-4E2A-B293-4232621C1517}" dt="2019-10-06T18:02:59.894" v="152"/>
          <ac:cxnSpMkLst>
            <pc:docMk/>
            <pc:sldMk cId="2217378888" sldId="503"/>
            <ac:cxnSpMk id="36" creationId="{4C03B21B-106D-4325-B6DE-3BE9B7113B59}"/>
          </ac:cxnSpMkLst>
        </pc:cxnChg>
        <pc:cxnChg chg="add del">
          <ac:chgData name="Cristian Chilipirea" userId="34ab170da5908fc4" providerId="LiveId" clId="{51E1D80A-4A29-4E2A-B293-4232621C1517}" dt="2019-10-06T18:03:08.539" v="154" actId="478"/>
          <ac:cxnSpMkLst>
            <pc:docMk/>
            <pc:sldMk cId="2217378888" sldId="503"/>
            <ac:cxnSpMk id="44" creationId="{B2C2DD13-9823-47FD-B7D7-E94B3C7601D1}"/>
          </ac:cxnSpMkLst>
        </pc:cxnChg>
        <pc:cxnChg chg="add del">
          <ac:chgData name="Cristian Chilipirea" userId="34ab170da5908fc4" providerId="LiveId" clId="{51E1D80A-4A29-4E2A-B293-4232621C1517}" dt="2019-10-06T18:03:08.539" v="154" actId="478"/>
          <ac:cxnSpMkLst>
            <pc:docMk/>
            <pc:sldMk cId="2217378888" sldId="503"/>
            <ac:cxnSpMk id="45" creationId="{4FA9B5B2-86F6-4322-8FB9-51B100C72F69}"/>
          </ac:cxnSpMkLst>
        </pc:cxnChg>
        <pc:cxnChg chg="add del">
          <ac:chgData name="Cristian Chilipirea" userId="34ab170da5908fc4" providerId="LiveId" clId="{51E1D80A-4A29-4E2A-B293-4232621C1517}" dt="2019-10-06T18:03:08.539" v="154" actId="478"/>
          <ac:cxnSpMkLst>
            <pc:docMk/>
            <pc:sldMk cId="2217378888" sldId="503"/>
            <ac:cxnSpMk id="46" creationId="{1C937C18-9276-4F17-B09E-A1D3055BB8B9}"/>
          </ac:cxnSpMkLst>
        </pc:cxnChg>
        <pc:cxnChg chg="add del">
          <ac:chgData name="Cristian Chilipirea" userId="34ab170da5908fc4" providerId="LiveId" clId="{51E1D80A-4A29-4E2A-B293-4232621C1517}" dt="2019-10-06T18:03:08.539" v="154" actId="478"/>
          <ac:cxnSpMkLst>
            <pc:docMk/>
            <pc:sldMk cId="2217378888" sldId="503"/>
            <ac:cxnSpMk id="47" creationId="{AED40983-53D9-4F66-9884-EB3691D462C5}"/>
          </ac:cxnSpMkLst>
        </pc:cxnChg>
        <pc:cxnChg chg="add del">
          <ac:chgData name="Cristian Chilipirea" userId="34ab170da5908fc4" providerId="LiveId" clId="{51E1D80A-4A29-4E2A-B293-4232621C1517}" dt="2019-10-06T18:03:08.539" v="154" actId="478"/>
          <ac:cxnSpMkLst>
            <pc:docMk/>
            <pc:sldMk cId="2217378888" sldId="503"/>
            <ac:cxnSpMk id="75" creationId="{A4B81B0F-EA09-4993-95AE-DF604C6EAF98}"/>
          </ac:cxnSpMkLst>
        </pc:cxnChg>
        <pc:cxnChg chg="add del">
          <ac:chgData name="Cristian Chilipirea" userId="34ab170da5908fc4" providerId="LiveId" clId="{51E1D80A-4A29-4E2A-B293-4232621C1517}" dt="2019-10-06T18:03:08.539" v="154" actId="478"/>
          <ac:cxnSpMkLst>
            <pc:docMk/>
            <pc:sldMk cId="2217378888" sldId="503"/>
            <ac:cxnSpMk id="76" creationId="{7889EBCE-14A6-434F-BE22-5FB6760A4361}"/>
          </ac:cxnSpMkLst>
        </pc:cxnChg>
        <pc:cxnChg chg="add del">
          <ac:chgData name="Cristian Chilipirea" userId="34ab170da5908fc4" providerId="LiveId" clId="{51E1D80A-4A29-4E2A-B293-4232621C1517}" dt="2019-10-06T18:03:30.462" v="156"/>
          <ac:cxnSpMkLst>
            <pc:docMk/>
            <pc:sldMk cId="2217378888" sldId="503"/>
            <ac:cxnSpMk id="84" creationId="{5C558CF1-8FFA-4DD8-A115-C017C95E4C3A}"/>
          </ac:cxnSpMkLst>
        </pc:cxnChg>
        <pc:cxnChg chg="add del">
          <ac:chgData name="Cristian Chilipirea" userId="34ab170da5908fc4" providerId="LiveId" clId="{51E1D80A-4A29-4E2A-B293-4232621C1517}" dt="2019-10-06T18:03:30.462" v="156"/>
          <ac:cxnSpMkLst>
            <pc:docMk/>
            <pc:sldMk cId="2217378888" sldId="503"/>
            <ac:cxnSpMk id="85" creationId="{4821BBFF-D4C4-45C0-9B07-6660050EADAA}"/>
          </ac:cxnSpMkLst>
        </pc:cxnChg>
        <pc:cxnChg chg="add del">
          <ac:chgData name="Cristian Chilipirea" userId="34ab170da5908fc4" providerId="LiveId" clId="{51E1D80A-4A29-4E2A-B293-4232621C1517}" dt="2019-10-06T18:03:30.462" v="156"/>
          <ac:cxnSpMkLst>
            <pc:docMk/>
            <pc:sldMk cId="2217378888" sldId="503"/>
            <ac:cxnSpMk id="86" creationId="{FE86E1C3-6479-4EDE-B3F4-86F6E55FB6A6}"/>
          </ac:cxnSpMkLst>
        </pc:cxnChg>
        <pc:cxnChg chg="add del">
          <ac:chgData name="Cristian Chilipirea" userId="34ab170da5908fc4" providerId="LiveId" clId="{51E1D80A-4A29-4E2A-B293-4232621C1517}" dt="2019-10-06T18:03:30.462" v="156"/>
          <ac:cxnSpMkLst>
            <pc:docMk/>
            <pc:sldMk cId="2217378888" sldId="503"/>
            <ac:cxnSpMk id="87" creationId="{464F83B2-6555-4D49-8FB0-22C75931EE17}"/>
          </ac:cxnSpMkLst>
        </pc:cxnChg>
        <pc:cxnChg chg="add del">
          <ac:chgData name="Cristian Chilipirea" userId="34ab170da5908fc4" providerId="LiveId" clId="{51E1D80A-4A29-4E2A-B293-4232621C1517}" dt="2019-10-06T18:03:30.462" v="156"/>
          <ac:cxnSpMkLst>
            <pc:docMk/>
            <pc:sldMk cId="2217378888" sldId="503"/>
            <ac:cxnSpMk id="115" creationId="{CE135E75-E57C-4B1B-AA34-3B2E8422DF71}"/>
          </ac:cxnSpMkLst>
        </pc:cxnChg>
        <pc:cxnChg chg="add del">
          <ac:chgData name="Cristian Chilipirea" userId="34ab170da5908fc4" providerId="LiveId" clId="{51E1D80A-4A29-4E2A-B293-4232621C1517}" dt="2019-10-06T18:03:30.462" v="156"/>
          <ac:cxnSpMkLst>
            <pc:docMk/>
            <pc:sldMk cId="2217378888" sldId="503"/>
            <ac:cxnSpMk id="116" creationId="{BD961C4E-2CCC-4763-A88B-B0B348A3F785}"/>
          </ac:cxnSpMkLst>
        </pc:cxnChg>
        <pc:cxnChg chg="add del">
          <ac:chgData name="Cristian Chilipirea" userId="34ab170da5908fc4" providerId="LiveId" clId="{51E1D80A-4A29-4E2A-B293-4232621C1517}" dt="2019-10-06T18:03:43.486" v="160"/>
          <ac:cxnSpMkLst>
            <pc:docMk/>
            <pc:sldMk cId="2217378888" sldId="503"/>
            <ac:cxnSpMk id="124" creationId="{651601CA-FE8A-4414-93E6-CA1A3C239A67}"/>
          </ac:cxnSpMkLst>
        </pc:cxnChg>
        <pc:cxnChg chg="add del">
          <ac:chgData name="Cristian Chilipirea" userId="34ab170da5908fc4" providerId="LiveId" clId="{51E1D80A-4A29-4E2A-B293-4232621C1517}" dt="2019-10-06T18:03:43.486" v="160"/>
          <ac:cxnSpMkLst>
            <pc:docMk/>
            <pc:sldMk cId="2217378888" sldId="503"/>
            <ac:cxnSpMk id="125" creationId="{08623BD0-5101-4F1B-87A0-58417DBBFF82}"/>
          </ac:cxnSpMkLst>
        </pc:cxnChg>
        <pc:cxnChg chg="add del">
          <ac:chgData name="Cristian Chilipirea" userId="34ab170da5908fc4" providerId="LiveId" clId="{51E1D80A-4A29-4E2A-B293-4232621C1517}" dt="2019-10-06T18:03:43.486" v="160"/>
          <ac:cxnSpMkLst>
            <pc:docMk/>
            <pc:sldMk cId="2217378888" sldId="503"/>
            <ac:cxnSpMk id="126" creationId="{D92058C4-E26F-48F6-8CE7-F5177E528200}"/>
          </ac:cxnSpMkLst>
        </pc:cxnChg>
        <pc:cxnChg chg="add del">
          <ac:chgData name="Cristian Chilipirea" userId="34ab170da5908fc4" providerId="LiveId" clId="{51E1D80A-4A29-4E2A-B293-4232621C1517}" dt="2019-10-06T18:03:43.486" v="160"/>
          <ac:cxnSpMkLst>
            <pc:docMk/>
            <pc:sldMk cId="2217378888" sldId="503"/>
            <ac:cxnSpMk id="127" creationId="{C246DACF-FAF7-4035-A024-23CE9B6474CE}"/>
          </ac:cxnSpMkLst>
        </pc:cxnChg>
        <pc:cxnChg chg="add del">
          <ac:chgData name="Cristian Chilipirea" userId="34ab170da5908fc4" providerId="LiveId" clId="{51E1D80A-4A29-4E2A-B293-4232621C1517}" dt="2019-10-06T18:03:43.486" v="160"/>
          <ac:cxnSpMkLst>
            <pc:docMk/>
            <pc:sldMk cId="2217378888" sldId="503"/>
            <ac:cxnSpMk id="155" creationId="{FB193494-9A90-4CA4-A923-8F6716799997}"/>
          </ac:cxnSpMkLst>
        </pc:cxnChg>
        <pc:cxnChg chg="add del">
          <ac:chgData name="Cristian Chilipirea" userId="34ab170da5908fc4" providerId="LiveId" clId="{51E1D80A-4A29-4E2A-B293-4232621C1517}" dt="2019-10-06T18:03:43.486" v="160"/>
          <ac:cxnSpMkLst>
            <pc:docMk/>
            <pc:sldMk cId="2217378888" sldId="503"/>
            <ac:cxnSpMk id="156" creationId="{92223D00-4FA9-4BDA-9D55-92E5D7A15A2C}"/>
          </ac:cxnSpMkLst>
        </pc:cxnChg>
        <pc:cxnChg chg="add del">
          <ac:chgData name="Cristian Chilipirea" userId="34ab170da5908fc4" providerId="LiveId" clId="{51E1D80A-4A29-4E2A-B293-4232621C1517}" dt="2019-10-06T18:03:42.919" v="159"/>
          <ac:cxnSpMkLst>
            <pc:docMk/>
            <pc:sldMk cId="2217378888" sldId="503"/>
            <ac:cxnSpMk id="164" creationId="{F2348E28-1C00-479B-844F-4A4469B6CBB3}"/>
          </ac:cxnSpMkLst>
        </pc:cxnChg>
        <pc:cxnChg chg="add del">
          <ac:chgData name="Cristian Chilipirea" userId="34ab170da5908fc4" providerId="LiveId" clId="{51E1D80A-4A29-4E2A-B293-4232621C1517}" dt="2019-10-06T18:03:42.919" v="159"/>
          <ac:cxnSpMkLst>
            <pc:docMk/>
            <pc:sldMk cId="2217378888" sldId="503"/>
            <ac:cxnSpMk id="165" creationId="{72A8DE24-902E-4DB8-A1E5-28726EBEEA15}"/>
          </ac:cxnSpMkLst>
        </pc:cxnChg>
        <pc:cxnChg chg="add del">
          <ac:chgData name="Cristian Chilipirea" userId="34ab170da5908fc4" providerId="LiveId" clId="{51E1D80A-4A29-4E2A-B293-4232621C1517}" dt="2019-10-06T18:03:42.919" v="159"/>
          <ac:cxnSpMkLst>
            <pc:docMk/>
            <pc:sldMk cId="2217378888" sldId="503"/>
            <ac:cxnSpMk id="166" creationId="{3E42DC21-72D0-47F7-A37C-281D2916F8DF}"/>
          </ac:cxnSpMkLst>
        </pc:cxnChg>
        <pc:cxnChg chg="add del">
          <ac:chgData name="Cristian Chilipirea" userId="34ab170da5908fc4" providerId="LiveId" clId="{51E1D80A-4A29-4E2A-B293-4232621C1517}" dt="2019-10-06T18:03:42.919" v="159"/>
          <ac:cxnSpMkLst>
            <pc:docMk/>
            <pc:sldMk cId="2217378888" sldId="503"/>
            <ac:cxnSpMk id="167" creationId="{D16740B3-E071-41C7-ACE9-DAC5BD36958C}"/>
          </ac:cxnSpMkLst>
        </pc:cxnChg>
        <pc:cxnChg chg="add del">
          <ac:chgData name="Cristian Chilipirea" userId="34ab170da5908fc4" providerId="LiveId" clId="{51E1D80A-4A29-4E2A-B293-4232621C1517}" dt="2019-10-06T18:03:42.919" v="159"/>
          <ac:cxnSpMkLst>
            <pc:docMk/>
            <pc:sldMk cId="2217378888" sldId="503"/>
            <ac:cxnSpMk id="195" creationId="{E5C02F8E-DA9C-4509-A7D6-6E9842B6CCAD}"/>
          </ac:cxnSpMkLst>
        </pc:cxnChg>
        <pc:cxnChg chg="add del">
          <ac:chgData name="Cristian Chilipirea" userId="34ab170da5908fc4" providerId="LiveId" clId="{51E1D80A-4A29-4E2A-B293-4232621C1517}" dt="2019-10-06T18:03:42.919" v="159"/>
          <ac:cxnSpMkLst>
            <pc:docMk/>
            <pc:sldMk cId="2217378888" sldId="503"/>
            <ac:cxnSpMk id="196" creationId="{DCF8F014-6396-47F6-8119-2D5CC65F831C}"/>
          </ac:cxnSpMkLst>
        </pc:cxnChg>
        <pc:cxnChg chg="add mod">
          <ac:chgData name="Cristian Chilipirea" userId="34ab170da5908fc4" providerId="LiveId" clId="{51E1D80A-4A29-4E2A-B293-4232621C1517}" dt="2019-10-06T18:03:49.853" v="162" actId="1076"/>
          <ac:cxnSpMkLst>
            <pc:docMk/>
            <pc:sldMk cId="2217378888" sldId="503"/>
            <ac:cxnSpMk id="204" creationId="{6A2FDE91-C147-4B7E-8C07-8154AC94E258}"/>
          </ac:cxnSpMkLst>
        </pc:cxnChg>
        <pc:cxnChg chg="add mod">
          <ac:chgData name="Cristian Chilipirea" userId="34ab170da5908fc4" providerId="LiveId" clId="{51E1D80A-4A29-4E2A-B293-4232621C1517}" dt="2019-10-06T18:03:49.853" v="162" actId="1076"/>
          <ac:cxnSpMkLst>
            <pc:docMk/>
            <pc:sldMk cId="2217378888" sldId="503"/>
            <ac:cxnSpMk id="205" creationId="{04516623-A67C-468A-AD2B-1181224F47E9}"/>
          </ac:cxnSpMkLst>
        </pc:cxnChg>
        <pc:cxnChg chg="add mod">
          <ac:chgData name="Cristian Chilipirea" userId="34ab170da5908fc4" providerId="LiveId" clId="{51E1D80A-4A29-4E2A-B293-4232621C1517}" dt="2019-10-06T18:03:49.853" v="162" actId="1076"/>
          <ac:cxnSpMkLst>
            <pc:docMk/>
            <pc:sldMk cId="2217378888" sldId="503"/>
            <ac:cxnSpMk id="206" creationId="{545AEF44-A90A-47D7-B37A-AFB8C816700E}"/>
          </ac:cxnSpMkLst>
        </pc:cxnChg>
        <pc:cxnChg chg="add mod">
          <ac:chgData name="Cristian Chilipirea" userId="34ab170da5908fc4" providerId="LiveId" clId="{51E1D80A-4A29-4E2A-B293-4232621C1517}" dt="2019-10-06T18:03:49.853" v="162" actId="1076"/>
          <ac:cxnSpMkLst>
            <pc:docMk/>
            <pc:sldMk cId="2217378888" sldId="503"/>
            <ac:cxnSpMk id="207" creationId="{FDE16FDF-AA87-42E2-BCF9-68D38B58DF39}"/>
          </ac:cxnSpMkLst>
        </pc:cxnChg>
        <pc:cxnChg chg="add mod">
          <ac:chgData name="Cristian Chilipirea" userId="34ab170da5908fc4" providerId="LiveId" clId="{51E1D80A-4A29-4E2A-B293-4232621C1517}" dt="2019-10-06T18:03:49.853" v="162" actId="1076"/>
          <ac:cxnSpMkLst>
            <pc:docMk/>
            <pc:sldMk cId="2217378888" sldId="503"/>
            <ac:cxnSpMk id="235" creationId="{68EC61B8-CEE4-4CAA-96B0-7977BBC53C66}"/>
          </ac:cxnSpMkLst>
        </pc:cxnChg>
        <pc:cxnChg chg="add mod">
          <ac:chgData name="Cristian Chilipirea" userId="34ab170da5908fc4" providerId="LiveId" clId="{51E1D80A-4A29-4E2A-B293-4232621C1517}" dt="2019-10-06T18:03:49.853" v="162" actId="1076"/>
          <ac:cxnSpMkLst>
            <pc:docMk/>
            <pc:sldMk cId="2217378888" sldId="503"/>
            <ac:cxnSpMk id="236" creationId="{4EF5F95F-7D2A-4D56-990F-748A0EA4DAC2}"/>
          </ac:cxnSpMkLst>
        </pc:cxnChg>
      </pc:sldChg>
      <pc:sldChg chg="del">
        <pc:chgData name="Cristian Chilipirea" userId="34ab170da5908fc4" providerId="LiveId" clId="{51E1D80A-4A29-4E2A-B293-4232621C1517}" dt="2019-10-06T17:51:14.973" v="19" actId="2696"/>
        <pc:sldMkLst>
          <pc:docMk/>
          <pc:sldMk cId="2561944996" sldId="503"/>
        </pc:sldMkLst>
      </pc:sldChg>
      <pc:sldChg chg="del">
        <pc:chgData name="Cristian Chilipirea" userId="34ab170da5908fc4" providerId="LiveId" clId="{51E1D80A-4A29-4E2A-B293-4232621C1517}" dt="2019-10-06T17:51:15.501" v="20" actId="2696"/>
        <pc:sldMkLst>
          <pc:docMk/>
          <pc:sldMk cId="3155671206" sldId="504"/>
        </pc:sldMkLst>
      </pc:sldChg>
      <pc:sldChg chg="addSp delSp modSp add">
        <pc:chgData name="Cristian Chilipirea" userId="34ab170da5908fc4" providerId="LiveId" clId="{51E1D80A-4A29-4E2A-B293-4232621C1517}" dt="2019-10-06T18:04:11.723" v="171" actId="1076"/>
        <pc:sldMkLst>
          <pc:docMk/>
          <pc:sldMk cId="3307072845" sldId="504"/>
        </pc:sldMkLst>
        <pc:spChg chg="mod">
          <ac:chgData name="Cristian Chilipirea" userId="34ab170da5908fc4" providerId="LiveId" clId="{51E1D80A-4A29-4E2A-B293-4232621C1517}" dt="2019-10-06T18:03:57.045" v="164"/>
          <ac:spMkLst>
            <pc:docMk/>
            <pc:sldMk cId="3307072845" sldId="504"/>
            <ac:spMk id="2" creationId="{1685609D-1F9A-46E4-8604-2D5BF565BB5A}"/>
          </ac:spMkLst>
        </pc:spChg>
        <pc:spChg chg="del">
          <ac:chgData name="Cristian Chilipirea" userId="34ab170da5908fc4" providerId="LiveId" clId="{51E1D80A-4A29-4E2A-B293-4232621C1517}" dt="2019-10-06T18:04:02.485" v="165" actId="478"/>
          <ac:spMkLst>
            <pc:docMk/>
            <pc:sldMk cId="3307072845" sldId="504"/>
            <ac:spMk id="3" creationId="{F074870F-1232-462D-905C-E434111934CF}"/>
          </ac:spMkLst>
        </pc:spChg>
        <pc:spChg chg="add del">
          <ac:chgData name="Cristian Chilipirea" userId="34ab170da5908fc4" providerId="LiveId" clId="{51E1D80A-4A29-4E2A-B293-4232621C1517}" dt="2019-10-06T18:04:03.694" v="167"/>
          <ac:spMkLst>
            <pc:docMk/>
            <pc:sldMk cId="3307072845" sldId="504"/>
            <ac:spMk id="4" creationId="{3784FAF5-3F7C-4500-BA5A-7F9D38D0923F}"/>
          </ac:spMkLst>
        </pc:spChg>
        <pc:spChg chg="add del">
          <ac:chgData name="Cristian Chilipirea" userId="34ab170da5908fc4" providerId="LiveId" clId="{51E1D80A-4A29-4E2A-B293-4232621C1517}" dt="2019-10-06T18:04:09.426" v="169"/>
          <ac:spMkLst>
            <pc:docMk/>
            <pc:sldMk cId="3307072845" sldId="504"/>
            <ac:spMk id="5" creationId="{0C619769-660C-4A26-8DE5-D7E36A555D4C}"/>
          </ac:spMkLst>
        </pc:spChg>
        <pc:spChg chg="add del">
          <ac:chgData name="Cristian Chilipirea" userId="34ab170da5908fc4" providerId="LiveId" clId="{51E1D80A-4A29-4E2A-B293-4232621C1517}" dt="2019-10-06T18:04:09.426" v="169"/>
          <ac:spMkLst>
            <pc:docMk/>
            <pc:sldMk cId="3307072845" sldId="504"/>
            <ac:spMk id="6" creationId="{9B4145FC-7452-48A7-9C0A-1DB60E60606E}"/>
          </ac:spMkLst>
        </pc:spChg>
        <pc:spChg chg="add del">
          <ac:chgData name="Cristian Chilipirea" userId="34ab170da5908fc4" providerId="LiveId" clId="{51E1D80A-4A29-4E2A-B293-4232621C1517}" dt="2019-10-06T18:04:09.426" v="169"/>
          <ac:spMkLst>
            <pc:docMk/>
            <pc:sldMk cId="3307072845" sldId="504"/>
            <ac:spMk id="7" creationId="{E0DE6183-9C90-4387-9400-1717A833713B}"/>
          </ac:spMkLst>
        </pc:spChg>
        <pc:spChg chg="add del">
          <ac:chgData name="Cristian Chilipirea" userId="34ab170da5908fc4" providerId="LiveId" clId="{51E1D80A-4A29-4E2A-B293-4232621C1517}" dt="2019-10-06T18:04:09.426" v="169"/>
          <ac:spMkLst>
            <pc:docMk/>
            <pc:sldMk cId="3307072845" sldId="504"/>
            <ac:spMk id="8" creationId="{ACC7A137-43F1-477E-921D-2E14704898F9}"/>
          </ac:spMkLst>
        </pc:spChg>
        <pc:spChg chg="add mod">
          <ac:chgData name="Cristian Chilipirea" userId="34ab170da5908fc4" providerId="LiveId" clId="{51E1D80A-4A29-4E2A-B293-4232621C1517}" dt="2019-10-06T18:04:11.723" v="171" actId="1076"/>
          <ac:spMkLst>
            <pc:docMk/>
            <pc:sldMk cId="3307072845" sldId="504"/>
            <ac:spMk id="9" creationId="{22732378-2673-4A77-946F-29F4E230878C}"/>
          </ac:spMkLst>
        </pc:spChg>
        <pc:spChg chg="add mod">
          <ac:chgData name="Cristian Chilipirea" userId="34ab170da5908fc4" providerId="LiveId" clId="{51E1D80A-4A29-4E2A-B293-4232621C1517}" dt="2019-10-06T18:04:11.723" v="171" actId="1076"/>
          <ac:spMkLst>
            <pc:docMk/>
            <pc:sldMk cId="3307072845" sldId="504"/>
            <ac:spMk id="10" creationId="{93CB0C61-E2B3-4426-A420-E232D0B2CCB2}"/>
          </ac:spMkLst>
        </pc:spChg>
        <pc:spChg chg="add mod">
          <ac:chgData name="Cristian Chilipirea" userId="34ab170da5908fc4" providerId="LiveId" clId="{51E1D80A-4A29-4E2A-B293-4232621C1517}" dt="2019-10-06T18:04:11.723" v="171" actId="1076"/>
          <ac:spMkLst>
            <pc:docMk/>
            <pc:sldMk cId="3307072845" sldId="504"/>
            <ac:spMk id="11" creationId="{300F8344-7D48-479F-8FAA-9DC4B1115892}"/>
          </ac:spMkLst>
        </pc:spChg>
        <pc:spChg chg="add mod">
          <ac:chgData name="Cristian Chilipirea" userId="34ab170da5908fc4" providerId="LiveId" clId="{51E1D80A-4A29-4E2A-B293-4232621C1517}" dt="2019-10-06T18:04:11.723" v="171" actId="1076"/>
          <ac:spMkLst>
            <pc:docMk/>
            <pc:sldMk cId="3307072845" sldId="504"/>
            <ac:spMk id="12" creationId="{A5ACEF14-82E9-41A9-AF0D-5BEDCAF5BF41}"/>
          </ac:spMkLst>
        </pc:spChg>
      </pc:sldChg>
      <pc:sldChg chg="del">
        <pc:chgData name="Cristian Chilipirea" userId="34ab170da5908fc4" providerId="LiveId" clId="{51E1D80A-4A29-4E2A-B293-4232621C1517}" dt="2019-10-06T17:51:16.749" v="21" actId="2696"/>
        <pc:sldMkLst>
          <pc:docMk/>
          <pc:sldMk cId="2699375114" sldId="505"/>
        </pc:sldMkLst>
      </pc:sldChg>
      <pc:sldChg chg="addSp delSp modSp add modAnim">
        <pc:chgData name="Cristian Chilipirea" userId="34ab170da5908fc4" providerId="LiveId" clId="{51E1D80A-4A29-4E2A-B293-4232621C1517}" dt="2019-10-06T18:04:30.448" v="178" actId="1076"/>
        <pc:sldMkLst>
          <pc:docMk/>
          <pc:sldMk cId="3110428701" sldId="505"/>
        </pc:sldMkLst>
        <pc:spChg chg="mod">
          <ac:chgData name="Cristian Chilipirea" userId="34ab170da5908fc4" providerId="LiveId" clId="{51E1D80A-4A29-4E2A-B293-4232621C1517}" dt="2019-10-06T18:04:20.280" v="173"/>
          <ac:spMkLst>
            <pc:docMk/>
            <pc:sldMk cId="3110428701" sldId="505"/>
            <ac:spMk id="2" creationId="{C0A795EB-3460-45AA-9D1D-2EC6CC9B203F}"/>
          </ac:spMkLst>
        </pc:spChg>
        <pc:spChg chg="del">
          <ac:chgData name="Cristian Chilipirea" userId="34ab170da5908fc4" providerId="LiveId" clId="{51E1D80A-4A29-4E2A-B293-4232621C1517}" dt="2019-10-06T18:04:25.984" v="174" actId="478"/>
          <ac:spMkLst>
            <pc:docMk/>
            <pc:sldMk cId="3110428701" sldId="505"/>
            <ac:spMk id="3" creationId="{32247455-2FBE-4250-9C36-FC1EBAB9A665}"/>
          </ac:spMkLst>
        </pc:spChg>
        <pc:spChg chg="add del">
          <ac:chgData name="Cristian Chilipirea" userId="34ab170da5908fc4" providerId="LiveId" clId="{51E1D80A-4A29-4E2A-B293-4232621C1517}" dt="2019-10-06T18:04:28.454" v="176"/>
          <ac:spMkLst>
            <pc:docMk/>
            <pc:sldMk cId="3110428701" sldId="505"/>
            <ac:spMk id="4" creationId="{703E616B-CFBF-470B-BD28-84BEC10017C9}"/>
          </ac:spMkLst>
        </pc:spChg>
        <pc:spChg chg="add del">
          <ac:chgData name="Cristian Chilipirea" userId="34ab170da5908fc4" providerId="LiveId" clId="{51E1D80A-4A29-4E2A-B293-4232621C1517}" dt="2019-10-06T18:04:28.454" v="176"/>
          <ac:spMkLst>
            <pc:docMk/>
            <pc:sldMk cId="3110428701" sldId="505"/>
            <ac:spMk id="5" creationId="{6C93E854-89D5-47D8-8619-EBEA6718EA51}"/>
          </ac:spMkLst>
        </pc:spChg>
        <pc:spChg chg="add del">
          <ac:chgData name="Cristian Chilipirea" userId="34ab170da5908fc4" providerId="LiveId" clId="{51E1D80A-4A29-4E2A-B293-4232621C1517}" dt="2019-10-06T18:04:28.454" v="176"/>
          <ac:spMkLst>
            <pc:docMk/>
            <pc:sldMk cId="3110428701" sldId="505"/>
            <ac:spMk id="6" creationId="{60227F41-52BC-4E6B-BB91-87F2DB39EE57}"/>
          </ac:spMkLst>
        </pc:spChg>
        <pc:spChg chg="add del">
          <ac:chgData name="Cristian Chilipirea" userId="34ab170da5908fc4" providerId="LiveId" clId="{51E1D80A-4A29-4E2A-B293-4232621C1517}" dt="2019-10-06T18:04:28.454" v="176"/>
          <ac:spMkLst>
            <pc:docMk/>
            <pc:sldMk cId="3110428701" sldId="505"/>
            <ac:spMk id="7" creationId="{38D9332D-9215-4FEA-8D1F-E6530E704D5F}"/>
          </ac:spMkLst>
        </pc:spChg>
        <pc:spChg chg="add del">
          <ac:chgData name="Cristian Chilipirea" userId="34ab170da5908fc4" providerId="LiveId" clId="{51E1D80A-4A29-4E2A-B293-4232621C1517}" dt="2019-10-06T18:04:28.454" v="176"/>
          <ac:spMkLst>
            <pc:docMk/>
            <pc:sldMk cId="3110428701" sldId="505"/>
            <ac:spMk id="8" creationId="{D1CB7AC1-6C1F-48C4-A753-00C2DC5AB9B9}"/>
          </ac:spMkLst>
        </pc:spChg>
        <pc:spChg chg="add del">
          <ac:chgData name="Cristian Chilipirea" userId="34ab170da5908fc4" providerId="LiveId" clId="{51E1D80A-4A29-4E2A-B293-4232621C1517}" dt="2019-10-06T18:04:28.454" v="176"/>
          <ac:spMkLst>
            <pc:docMk/>
            <pc:sldMk cId="3110428701" sldId="505"/>
            <ac:spMk id="9" creationId="{AE0EF1E1-7A9A-49C4-9291-AF773C53A32F}"/>
          </ac:spMkLst>
        </pc:spChg>
        <pc:spChg chg="add mod">
          <ac:chgData name="Cristian Chilipirea" userId="34ab170da5908fc4" providerId="LiveId" clId="{51E1D80A-4A29-4E2A-B293-4232621C1517}" dt="2019-10-06T18:04:30.448" v="178" actId="1076"/>
          <ac:spMkLst>
            <pc:docMk/>
            <pc:sldMk cId="3110428701" sldId="505"/>
            <ac:spMk id="11" creationId="{646D0E9D-A13A-4B04-A546-1CB5139807B9}"/>
          </ac:spMkLst>
        </pc:spChg>
        <pc:spChg chg="add mod">
          <ac:chgData name="Cristian Chilipirea" userId="34ab170da5908fc4" providerId="LiveId" clId="{51E1D80A-4A29-4E2A-B293-4232621C1517}" dt="2019-10-06T18:04:30.448" v="178" actId="1076"/>
          <ac:spMkLst>
            <pc:docMk/>
            <pc:sldMk cId="3110428701" sldId="505"/>
            <ac:spMk id="12" creationId="{F6DD9C0E-8080-4E23-8013-E6A734242E3F}"/>
          </ac:spMkLst>
        </pc:spChg>
        <pc:spChg chg="add mod">
          <ac:chgData name="Cristian Chilipirea" userId="34ab170da5908fc4" providerId="LiveId" clId="{51E1D80A-4A29-4E2A-B293-4232621C1517}" dt="2019-10-06T18:04:30.448" v="178" actId="1076"/>
          <ac:spMkLst>
            <pc:docMk/>
            <pc:sldMk cId="3110428701" sldId="505"/>
            <ac:spMk id="13" creationId="{21B4BC77-E1D8-442F-BF35-48170F497404}"/>
          </ac:spMkLst>
        </pc:spChg>
        <pc:spChg chg="add mod">
          <ac:chgData name="Cristian Chilipirea" userId="34ab170da5908fc4" providerId="LiveId" clId="{51E1D80A-4A29-4E2A-B293-4232621C1517}" dt="2019-10-06T18:04:30.448" v="178" actId="1076"/>
          <ac:spMkLst>
            <pc:docMk/>
            <pc:sldMk cId="3110428701" sldId="505"/>
            <ac:spMk id="14" creationId="{C294F259-E73F-4656-87A4-0E03CBFE2AB4}"/>
          </ac:spMkLst>
        </pc:spChg>
        <pc:spChg chg="add mod">
          <ac:chgData name="Cristian Chilipirea" userId="34ab170da5908fc4" providerId="LiveId" clId="{51E1D80A-4A29-4E2A-B293-4232621C1517}" dt="2019-10-06T18:04:30.448" v="178" actId="1076"/>
          <ac:spMkLst>
            <pc:docMk/>
            <pc:sldMk cId="3110428701" sldId="505"/>
            <ac:spMk id="15" creationId="{945BD313-BA0E-44F4-86FC-93B28F94599A}"/>
          </ac:spMkLst>
        </pc:spChg>
        <pc:spChg chg="add mod">
          <ac:chgData name="Cristian Chilipirea" userId="34ab170da5908fc4" providerId="LiveId" clId="{51E1D80A-4A29-4E2A-B293-4232621C1517}" dt="2019-10-06T18:04:30.448" v="178" actId="1076"/>
          <ac:spMkLst>
            <pc:docMk/>
            <pc:sldMk cId="3110428701" sldId="505"/>
            <ac:spMk id="16" creationId="{7A8A7A34-78CF-4EEC-94EB-07AA98F364C9}"/>
          </ac:spMkLst>
        </pc:spChg>
        <pc:picChg chg="add del">
          <ac:chgData name="Cristian Chilipirea" userId="34ab170da5908fc4" providerId="LiveId" clId="{51E1D80A-4A29-4E2A-B293-4232621C1517}" dt="2019-10-06T18:04:28.454" v="176"/>
          <ac:picMkLst>
            <pc:docMk/>
            <pc:sldMk cId="3110428701" sldId="505"/>
            <ac:picMk id="10" creationId="{686429FC-41C8-480A-A6BB-BA842BCF7AA2}"/>
          </ac:picMkLst>
        </pc:picChg>
        <pc:picChg chg="add mod">
          <ac:chgData name="Cristian Chilipirea" userId="34ab170da5908fc4" providerId="LiveId" clId="{51E1D80A-4A29-4E2A-B293-4232621C1517}" dt="2019-10-06T18:04:30.448" v="178" actId="1076"/>
          <ac:picMkLst>
            <pc:docMk/>
            <pc:sldMk cId="3110428701" sldId="505"/>
            <ac:picMk id="17" creationId="{37A2C15A-647D-4ABD-9602-D6A927C60C8E}"/>
          </ac:picMkLst>
        </pc:picChg>
      </pc:sldChg>
      <pc:sldChg chg="addSp delSp modSp add">
        <pc:chgData name="Cristian Chilipirea" userId="34ab170da5908fc4" providerId="LiveId" clId="{51E1D80A-4A29-4E2A-B293-4232621C1517}" dt="2019-10-06T18:04:51.464" v="185" actId="1076"/>
        <pc:sldMkLst>
          <pc:docMk/>
          <pc:sldMk cId="877778477" sldId="506"/>
        </pc:sldMkLst>
        <pc:spChg chg="mod">
          <ac:chgData name="Cristian Chilipirea" userId="34ab170da5908fc4" providerId="LiveId" clId="{51E1D80A-4A29-4E2A-B293-4232621C1517}" dt="2019-10-06T18:04:37.457" v="180"/>
          <ac:spMkLst>
            <pc:docMk/>
            <pc:sldMk cId="877778477" sldId="506"/>
            <ac:spMk id="2" creationId="{59538123-E1BA-4095-B683-FC2DA67E8779}"/>
          </ac:spMkLst>
        </pc:spChg>
        <pc:spChg chg="del">
          <ac:chgData name="Cristian Chilipirea" userId="34ab170da5908fc4" providerId="LiveId" clId="{51E1D80A-4A29-4E2A-B293-4232621C1517}" dt="2019-10-06T18:04:45.805" v="181" actId="478"/>
          <ac:spMkLst>
            <pc:docMk/>
            <pc:sldMk cId="877778477" sldId="506"/>
            <ac:spMk id="3" creationId="{3C1240A8-1F05-412C-BE84-93D824A91B4B}"/>
          </ac:spMkLst>
        </pc:spChg>
        <pc:spChg chg="add del">
          <ac:chgData name="Cristian Chilipirea" userId="34ab170da5908fc4" providerId="LiveId" clId="{51E1D80A-4A29-4E2A-B293-4232621C1517}" dt="2019-10-06T18:04:47.973" v="183"/>
          <ac:spMkLst>
            <pc:docMk/>
            <pc:sldMk cId="877778477" sldId="506"/>
            <ac:spMk id="4" creationId="{A7587888-4293-46E9-ADB8-46D306AC1980}"/>
          </ac:spMkLst>
        </pc:spChg>
        <pc:spChg chg="add del">
          <ac:chgData name="Cristian Chilipirea" userId="34ab170da5908fc4" providerId="LiveId" clId="{51E1D80A-4A29-4E2A-B293-4232621C1517}" dt="2019-10-06T18:04:47.973" v="183"/>
          <ac:spMkLst>
            <pc:docMk/>
            <pc:sldMk cId="877778477" sldId="506"/>
            <ac:spMk id="14" creationId="{65A45CC5-FB35-41C2-ABD8-5EA5A199C835}"/>
          </ac:spMkLst>
        </pc:spChg>
        <pc:spChg chg="add del">
          <ac:chgData name="Cristian Chilipirea" userId="34ab170da5908fc4" providerId="LiveId" clId="{51E1D80A-4A29-4E2A-B293-4232621C1517}" dt="2019-10-06T18:04:47.973" v="183"/>
          <ac:spMkLst>
            <pc:docMk/>
            <pc:sldMk cId="877778477" sldId="506"/>
            <ac:spMk id="15" creationId="{8BDDDECD-2CFB-4CD5-A73C-53D78769FCDF}"/>
          </ac:spMkLst>
        </pc:spChg>
        <pc:spChg chg="add del">
          <ac:chgData name="Cristian Chilipirea" userId="34ab170da5908fc4" providerId="LiveId" clId="{51E1D80A-4A29-4E2A-B293-4232621C1517}" dt="2019-10-06T18:04:47.973" v="183"/>
          <ac:spMkLst>
            <pc:docMk/>
            <pc:sldMk cId="877778477" sldId="506"/>
            <ac:spMk id="16" creationId="{F5275633-96E2-47DA-BFD2-1C075634BC8A}"/>
          </ac:spMkLst>
        </pc:spChg>
        <pc:spChg chg="add mod">
          <ac:chgData name="Cristian Chilipirea" userId="34ab170da5908fc4" providerId="LiveId" clId="{51E1D80A-4A29-4E2A-B293-4232621C1517}" dt="2019-10-06T18:04:51.464" v="185" actId="1076"/>
          <ac:spMkLst>
            <pc:docMk/>
            <pc:sldMk cId="877778477" sldId="506"/>
            <ac:spMk id="17" creationId="{0F8BAF01-A82B-4168-B07C-2C191CA837DD}"/>
          </ac:spMkLst>
        </pc:spChg>
        <pc:spChg chg="add mod">
          <ac:chgData name="Cristian Chilipirea" userId="34ab170da5908fc4" providerId="LiveId" clId="{51E1D80A-4A29-4E2A-B293-4232621C1517}" dt="2019-10-06T18:04:51.464" v="185" actId="1076"/>
          <ac:spMkLst>
            <pc:docMk/>
            <pc:sldMk cId="877778477" sldId="506"/>
            <ac:spMk id="27" creationId="{2ABC3859-644C-4FC5-AF89-DEB85DD1FF80}"/>
          </ac:spMkLst>
        </pc:spChg>
        <pc:spChg chg="add mod">
          <ac:chgData name="Cristian Chilipirea" userId="34ab170da5908fc4" providerId="LiveId" clId="{51E1D80A-4A29-4E2A-B293-4232621C1517}" dt="2019-10-06T18:04:51.464" v="185" actId="1076"/>
          <ac:spMkLst>
            <pc:docMk/>
            <pc:sldMk cId="877778477" sldId="506"/>
            <ac:spMk id="28" creationId="{B1B67014-FA73-472E-981B-F07F974086E9}"/>
          </ac:spMkLst>
        </pc:spChg>
        <pc:spChg chg="add mod">
          <ac:chgData name="Cristian Chilipirea" userId="34ab170da5908fc4" providerId="LiveId" clId="{51E1D80A-4A29-4E2A-B293-4232621C1517}" dt="2019-10-06T18:04:51.464" v="185" actId="1076"/>
          <ac:spMkLst>
            <pc:docMk/>
            <pc:sldMk cId="877778477" sldId="506"/>
            <ac:spMk id="29" creationId="{0D3753EF-D0E0-4C4D-8ADE-F24CFD2F729E}"/>
          </ac:spMkLst>
        </pc:spChg>
        <pc:grpChg chg="add del">
          <ac:chgData name="Cristian Chilipirea" userId="34ab170da5908fc4" providerId="LiveId" clId="{51E1D80A-4A29-4E2A-B293-4232621C1517}" dt="2019-10-06T18:04:47.973" v="183"/>
          <ac:grpSpMkLst>
            <pc:docMk/>
            <pc:sldMk cId="877778477" sldId="506"/>
            <ac:grpSpMk id="5" creationId="{B8610F89-1587-456A-8D7E-17AE1931A7F9}"/>
          </ac:grpSpMkLst>
        </pc:grpChg>
        <pc:grpChg chg="add del">
          <ac:chgData name="Cristian Chilipirea" userId="34ab170da5908fc4" providerId="LiveId" clId="{51E1D80A-4A29-4E2A-B293-4232621C1517}" dt="2019-10-06T18:04:47.973" v="183"/>
          <ac:grpSpMkLst>
            <pc:docMk/>
            <pc:sldMk cId="877778477" sldId="506"/>
            <ac:grpSpMk id="9" creationId="{2CE9C39D-E457-437B-A02A-50D6E609EA48}"/>
          </ac:grpSpMkLst>
        </pc:grpChg>
        <pc:grpChg chg="add mod">
          <ac:chgData name="Cristian Chilipirea" userId="34ab170da5908fc4" providerId="LiveId" clId="{51E1D80A-4A29-4E2A-B293-4232621C1517}" dt="2019-10-06T18:04:51.464" v="185" actId="1076"/>
          <ac:grpSpMkLst>
            <pc:docMk/>
            <pc:sldMk cId="877778477" sldId="506"/>
            <ac:grpSpMk id="18" creationId="{ED908454-1594-404D-95EE-CB79B2150824}"/>
          </ac:grpSpMkLst>
        </pc:grpChg>
        <pc:grpChg chg="add mod">
          <ac:chgData name="Cristian Chilipirea" userId="34ab170da5908fc4" providerId="LiveId" clId="{51E1D80A-4A29-4E2A-B293-4232621C1517}" dt="2019-10-06T18:04:51.464" v="185" actId="1076"/>
          <ac:grpSpMkLst>
            <pc:docMk/>
            <pc:sldMk cId="877778477" sldId="506"/>
            <ac:grpSpMk id="22" creationId="{F940DF6F-24B5-447D-9FF2-9AC85A380625}"/>
          </ac:grpSpMkLst>
        </pc:grpChg>
      </pc:sldChg>
      <pc:sldChg chg="addSp delSp modSp add">
        <pc:chgData name="Cristian Chilipirea" userId="34ab170da5908fc4" providerId="LiveId" clId="{51E1D80A-4A29-4E2A-B293-4232621C1517}" dt="2019-10-06T18:05:17.807" v="193"/>
        <pc:sldMkLst>
          <pc:docMk/>
          <pc:sldMk cId="3007868837" sldId="507"/>
        </pc:sldMkLst>
        <pc:spChg chg="mod">
          <ac:chgData name="Cristian Chilipirea" userId="34ab170da5908fc4" providerId="LiveId" clId="{51E1D80A-4A29-4E2A-B293-4232621C1517}" dt="2019-10-06T18:04:58.884" v="187"/>
          <ac:spMkLst>
            <pc:docMk/>
            <pc:sldMk cId="3007868837" sldId="507"/>
            <ac:spMk id="2" creationId="{1A71AC15-32FB-4883-989D-82D3F18738BE}"/>
          </ac:spMkLst>
        </pc:spChg>
        <pc:spChg chg="del">
          <ac:chgData name="Cristian Chilipirea" userId="34ab170da5908fc4" providerId="LiveId" clId="{51E1D80A-4A29-4E2A-B293-4232621C1517}" dt="2019-10-06T18:05:11.425" v="190" actId="478"/>
          <ac:spMkLst>
            <pc:docMk/>
            <pc:sldMk cId="3007868837" sldId="507"/>
            <ac:spMk id="3" creationId="{C8995EEC-6F50-4CEE-A420-634C4053B27C}"/>
          </ac:spMkLst>
        </pc:spChg>
        <pc:spChg chg="add del">
          <ac:chgData name="Cristian Chilipirea" userId="34ab170da5908fc4" providerId="LiveId" clId="{51E1D80A-4A29-4E2A-B293-4232621C1517}" dt="2019-10-06T18:05:17.795" v="192"/>
          <ac:spMkLst>
            <pc:docMk/>
            <pc:sldMk cId="3007868837" sldId="507"/>
            <ac:spMk id="5" creationId="{0D15DEA5-4A6D-4AE2-BB97-2366CD69A093}"/>
          </ac:spMkLst>
        </pc:spChg>
        <pc:spChg chg="add del">
          <ac:chgData name="Cristian Chilipirea" userId="34ab170da5908fc4" providerId="LiveId" clId="{51E1D80A-4A29-4E2A-B293-4232621C1517}" dt="2019-10-06T18:05:17.795" v="192"/>
          <ac:spMkLst>
            <pc:docMk/>
            <pc:sldMk cId="3007868837" sldId="507"/>
            <ac:spMk id="6" creationId="{06DDF20D-20DF-4807-855C-01DD47CDA796}"/>
          </ac:spMkLst>
        </pc:spChg>
        <pc:spChg chg="add del">
          <ac:chgData name="Cristian Chilipirea" userId="34ab170da5908fc4" providerId="LiveId" clId="{51E1D80A-4A29-4E2A-B293-4232621C1517}" dt="2019-10-06T18:05:17.795" v="192"/>
          <ac:spMkLst>
            <pc:docMk/>
            <pc:sldMk cId="3007868837" sldId="507"/>
            <ac:spMk id="7" creationId="{1F3A1B19-1A55-4044-8ACC-8182FC03B670}"/>
          </ac:spMkLst>
        </pc:spChg>
        <pc:spChg chg="add del">
          <ac:chgData name="Cristian Chilipirea" userId="34ab170da5908fc4" providerId="LiveId" clId="{51E1D80A-4A29-4E2A-B293-4232621C1517}" dt="2019-10-06T18:05:17.795" v="192"/>
          <ac:spMkLst>
            <pc:docMk/>
            <pc:sldMk cId="3007868837" sldId="507"/>
            <ac:spMk id="8" creationId="{24032FD8-4652-41A5-BABF-C9394F9818F0}"/>
          </ac:spMkLst>
        </pc:spChg>
        <pc:spChg chg="add del">
          <ac:chgData name="Cristian Chilipirea" userId="34ab170da5908fc4" providerId="LiveId" clId="{51E1D80A-4A29-4E2A-B293-4232621C1517}" dt="2019-10-06T18:05:17.795" v="192"/>
          <ac:spMkLst>
            <pc:docMk/>
            <pc:sldMk cId="3007868837" sldId="507"/>
            <ac:spMk id="9" creationId="{006873A5-51DE-48B0-AC62-161C6789E4E4}"/>
          </ac:spMkLst>
        </pc:spChg>
        <pc:spChg chg="add del">
          <ac:chgData name="Cristian Chilipirea" userId="34ab170da5908fc4" providerId="LiveId" clId="{51E1D80A-4A29-4E2A-B293-4232621C1517}" dt="2019-10-06T18:05:17.795" v="192"/>
          <ac:spMkLst>
            <pc:docMk/>
            <pc:sldMk cId="3007868837" sldId="507"/>
            <ac:spMk id="10" creationId="{6227DEC9-C4A6-4156-B89B-49C772AEBB8F}"/>
          </ac:spMkLst>
        </pc:spChg>
        <pc:spChg chg="add del">
          <ac:chgData name="Cristian Chilipirea" userId="34ab170da5908fc4" providerId="LiveId" clId="{51E1D80A-4A29-4E2A-B293-4232621C1517}" dt="2019-10-06T18:05:17.795" v="192"/>
          <ac:spMkLst>
            <pc:docMk/>
            <pc:sldMk cId="3007868837" sldId="507"/>
            <ac:spMk id="11" creationId="{E7427AAA-F0C0-495E-92BF-8FA607C7B6B7}"/>
          </ac:spMkLst>
        </pc:spChg>
        <pc:spChg chg="add">
          <ac:chgData name="Cristian Chilipirea" userId="34ab170da5908fc4" providerId="LiveId" clId="{51E1D80A-4A29-4E2A-B293-4232621C1517}" dt="2019-10-06T18:05:17.807" v="193"/>
          <ac:spMkLst>
            <pc:docMk/>
            <pc:sldMk cId="3007868837" sldId="507"/>
            <ac:spMk id="12" creationId="{6A9AAEE6-066E-4CD3-B7FF-171D278767A1}"/>
          </ac:spMkLst>
        </pc:spChg>
        <pc:spChg chg="add">
          <ac:chgData name="Cristian Chilipirea" userId="34ab170da5908fc4" providerId="LiveId" clId="{51E1D80A-4A29-4E2A-B293-4232621C1517}" dt="2019-10-06T18:05:17.807" v="193"/>
          <ac:spMkLst>
            <pc:docMk/>
            <pc:sldMk cId="3007868837" sldId="507"/>
            <ac:spMk id="13" creationId="{4442ED64-72FE-4A1D-873B-FE419038F5AE}"/>
          </ac:spMkLst>
        </pc:spChg>
        <pc:spChg chg="add">
          <ac:chgData name="Cristian Chilipirea" userId="34ab170da5908fc4" providerId="LiveId" clId="{51E1D80A-4A29-4E2A-B293-4232621C1517}" dt="2019-10-06T18:05:17.807" v="193"/>
          <ac:spMkLst>
            <pc:docMk/>
            <pc:sldMk cId="3007868837" sldId="507"/>
            <ac:spMk id="14" creationId="{2B5066BB-71E2-4129-AC9C-B9174609BA06}"/>
          </ac:spMkLst>
        </pc:spChg>
        <pc:spChg chg="add">
          <ac:chgData name="Cristian Chilipirea" userId="34ab170da5908fc4" providerId="LiveId" clId="{51E1D80A-4A29-4E2A-B293-4232621C1517}" dt="2019-10-06T18:05:17.807" v="193"/>
          <ac:spMkLst>
            <pc:docMk/>
            <pc:sldMk cId="3007868837" sldId="507"/>
            <ac:spMk id="15" creationId="{7FB796F5-AF06-4D6A-941F-3AEF4A10C8D4}"/>
          </ac:spMkLst>
        </pc:spChg>
        <pc:spChg chg="add">
          <ac:chgData name="Cristian Chilipirea" userId="34ab170da5908fc4" providerId="LiveId" clId="{51E1D80A-4A29-4E2A-B293-4232621C1517}" dt="2019-10-06T18:05:17.807" v="193"/>
          <ac:spMkLst>
            <pc:docMk/>
            <pc:sldMk cId="3007868837" sldId="507"/>
            <ac:spMk id="16" creationId="{3CAB46FF-4AE2-4A1E-BD6F-FAC929599742}"/>
          </ac:spMkLst>
        </pc:spChg>
        <pc:spChg chg="add">
          <ac:chgData name="Cristian Chilipirea" userId="34ab170da5908fc4" providerId="LiveId" clId="{51E1D80A-4A29-4E2A-B293-4232621C1517}" dt="2019-10-06T18:05:17.807" v="193"/>
          <ac:spMkLst>
            <pc:docMk/>
            <pc:sldMk cId="3007868837" sldId="507"/>
            <ac:spMk id="17" creationId="{76C4F07F-B0D1-4E9A-A8D6-8700AB136AF9}"/>
          </ac:spMkLst>
        </pc:spChg>
        <pc:spChg chg="add">
          <ac:chgData name="Cristian Chilipirea" userId="34ab170da5908fc4" providerId="LiveId" clId="{51E1D80A-4A29-4E2A-B293-4232621C1517}" dt="2019-10-06T18:05:17.807" v="193"/>
          <ac:spMkLst>
            <pc:docMk/>
            <pc:sldMk cId="3007868837" sldId="507"/>
            <ac:spMk id="18" creationId="{6BD28BDE-62F9-4615-BE14-5B63346F282D}"/>
          </ac:spMkLst>
        </pc:spChg>
        <pc:picChg chg="add mod">
          <ac:chgData name="Cristian Chilipirea" userId="34ab170da5908fc4" providerId="LiveId" clId="{51E1D80A-4A29-4E2A-B293-4232621C1517}" dt="2019-10-06T18:05:08.603" v="189" actId="1076"/>
          <ac:picMkLst>
            <pc:docMk/>
            <pc:sldMk cId="3007868837" sldId="507"/>
            <ac:picMk id="4" creationId="{B1A1B0E3-C580-48EF-A034-2779C50A772F}"/>
          </ac:picMkLst>
        </pc:picChg>
      </pc:sldChg>
      <pc:sldChg chg="addSp delSp modSp add">
        <pc:chgData name="Cristian Chilipirea" userId="34ab170da5908fc4" providerId="LiveId" clId="{51E1D80A-4A29-4E2A-B293-4232621C1517}" dt="2019-10-06T18:05:58.656" v="210" actId="1076"/>
        <pc:sldMkLst>
          <pc:docMk/>
          <pc:sldMk cId="974009073" sldId="508"/>
        </pc:sldMkLst>
        <pc:spChg chg="mod">
          <ac:chgData name="Cristian Chilipirea" userId="34ab170da5908fc4" providerId="LiveId" clId="{51E1D80A-4A29-4E2A-B293-4232621C1517}" dt="2019-10-06T18:05:26.145" v="195"/>
          <ac:spMkLst>
            <pc:docMk/>
            <pc:sldMk cId="974009073" sldId="508"/>
            <ac:spMk id="2" creationId="{6A3EC8ED-69AE-4259-AB8C-87DAB1939928}"/>
          </ac:spMkLst>
        </pc:spChg>
        <pc:spChg chg="del">
          <ac:chgData name="Cristian Chilipirea" userId="34ab170da5908fc4" providerId="LiveId" clId="{51E1D80A-4A29-4E2A-B293-4232621C1517}" dt="2019-10-06T18:05:28.825" v="196" actId="478"/>
          <ac:spMkLst>
            <pc:docMk/>
            <pc:sldMk cId="974009073" sldId="508"/>
            <ac:spMk id="3" creationId="{014C54A7-6137-4457-83D5-8F1119F39CD9}"/>
          </ac:spMkLst>
        </pc:spChg>
        <pc:spChg chg="add del mod">
          <ac:chgData name="Cristian Chilipirea" userId="34ab170da5908fc4" providerId="LiveId" clId="{51E1D80A-4A29-4E2A-B293-4232621C1517}" dt="2019-10-06T18:05:52.185" v="206"/>
          <ac:spMkLst>
            <pc:docMk/>
            <pc:sldMk cId="974009073" sldId="508"/>
            <ac:spMk id="4" creationId="{B7067E27-70F9-42F7-98B4-E3DC36A1874A}"/>
          </ac:spMkLst>
        </pc:spChg>
        <pc:spChg chg="add del mod">
          <ac:chgData name="Cristian Chilipirea" userId="34ab170da5908fc4" providerId="LiveId" clId="{51E1D80A-4A29-4E2A-B293-4232621C1517}" dt="2019-10-06T18:05:52.185" v="206"/>
          <ac:spMkLst>
            <pc:docMk/>
            <pc:sldMk cId="974009073" sldId="508"/>
            <ac:spMk id="6" creationId="{86338CC3-2D06-4BF7-BFB4-8AB49CBE2771}"/>
          </ac:spMkLst>
        </pc:spChg>
        <pc:spChg chg="add del">
          <ac:chgData name="Cristian Chilipirea" userId="34ab170da5908fc4" providerId="LiveId" clId="{51E1D80A-4A29-4E2A-B293-4232621C1517}" dt="2019-10-06T18:05:54.400" v="208"/>
          <ac:spMkLst>
            <pc:docMk/>
            <pc:sldMk cId="974009073" sldId="508"/>
            <ac:spMk id="7" creationId="{A54D0586-A6EF-49AC-A81D-08D0944CD826}"/>
          </ac:spMkLst>
        </pc:spChg>
        <pc:spChg chg="add del">
          <ac:chgData name="Cristian Chilipirea" userId="34ab170da5908fc4" providerId="LiveId" clId="{51E1D80A-4A29-4E2A-B293-4232621C1517}" dt="2019-10-06T18:05:54.400" v="208"/>
          <ac:spMkLst>
            <pc:docMk/>
            <pc:sldMk cId="974009073" sldId="508"/>
            <ac:spMk id="9" creationId="{1D6C2BA2-14B0-4DB5-A15C-C8A2C371F407}"/>
          </ac:spMkLst>
        </pc:spChg>
        <pc:spChg chg="add mod">
          <ac:chgData name="Cristian Chilipirea" userId="34ab170da5908fc4" providerId="LiveId" clId="{51E1D80A-4A29-4E2A-B293-4232621C1517}" dt="2019-10-06T18:05:58.656" v="210" actId="1076"/>
          <ac:spMkLst>
            <pc:docMk/>
            <pc:sldMk cId="974009073" sldId="508"/>
            <ac:spMk id="10" creationId="{C93FE59E-96ED-461E-BCE9-33C38187E1B8}"/>
          </ac:spMkLst>
        </pc:spChg>
        <pc:spChg chg="add mod">
          <ac:chgData name="Cristian Chilipirea" userId="34ab170da5908fc4" providerId="LiveId" clId="{51E1D80A-4A29-4E2A-B293-4232621C1517}" dt="2019-10-06T18:05:58.656" v="210" actId="1076"/>
          <ac:spMkLst>
            <pc:docMk/>
            <pc:sldMk cId="974009073" sldId="508"/>
            <ac:spMk id="12" creationId="{3747DA78-6DD9-4C5F-A3E5-71D52E6805F8}"/>
          </ac:spMkLst>
        </pc:spChg>
        <pc:picChg chg="add del mod">
          <ac:chgData name="Cristian Chilipirea" userId="34ab170da5908fc4" providerId="LiveId" clId="{51E1D80A-4A29-4E2A-B293-4232621C1517}" dt="2019-10-06T18:05:52.185" v="206"/>
          <ac:picMkLst>
            <pc:docMk/>
            <pc:sldMk cId="974009073" sldId="508"/>
            <ac:picMk id="5" creationId="{E935F399-E19D-4D40-844A-43B9F1B938FA}"/>
          </ac:picMkLst>
        </pc:picChg>
        <pc:picChg chg="add del">
          <ac:chgData name="Cristian Chilipirea" userId="34ab170da5908fc4" providerId="LiveId" clId="{51E1D80A-4A29-4E2A-B293-4232621C1517}" dt="2019-10-06T18:05:54.400" v="208"/>
          <ac:picMkLst>
            <pc:docMk/>
            <pc:sldMk cId="974009073" sldId="508"/>
            <ac:picMk id="8" creationId="{30871E29-4C33-4578-872D-C2F50ACE8AEB}"/>
          </ac:picMkLst>
        </pc:picChg>
        <pc:picChg chg="add mod">
          <ac:chgData name="Cristian Chilipirea" userId="34ab170da5908fc4" providerId="LiveId" clId="{51E1D80A-4A29-4E2A-B293-4232621C1517}" dt="2019-10-06T18:05:58.656" v="210" actId="1076"/>
          <ac:picMkLst>
            <pc:docMk/>
            <pc:sldMk cId="974009073" sldId="508"/>
            <ac:picMk id="11" creationId="{F6ACB447-98B2-4CFA-9315-400C26BE288B}"/>
          </ac:picMkLst>
        </pc:picChg>
      </pc:sldChg>
      <pc:sldChg chg="addSp delSp modSp add">
        <pc:chgData name="Cristian Chilipirea" userId="34ab170da5908fc4" providerId="LiveId" clId="{51E1D80A-4A29-4E2A-B293-4232621C1517}" dt="2019-10-06T18:06:33.381" v="219" actId="1076"/>
        <pc:sldMkLst>
          <pc:docMk/>
          <pc:sldMk cId="3472430641" sldId="509"/>
        </pc:sldMkLst>
        <pc:spChg chg="mod">
          <ac:chgData name="Cristian Chilipirea" userId="34ab170da5908fc4" providerId="LiveId" clId="{51E1D80A-4A29-4E2A-B293-4232621C1517}" dt="2019-10-06T18:06:24.939" v="218" actId="1076"/>
          <ac:spMkLst>
            <pc:docMk/>
            <pc:sldMk cId="3472430641" sldId="509"/>
            <ac:spMk id="2" creationId="{9191400A-86C0-4E30-86F1-69336B1A7285}"/>
          </ac:spMkLst>
        </pc:spChg>
        <pc:spChg chg="del">
          <ac:chgData name="Cristian Chilipirea" userId="34ab170da5908fc4" providerId="LiveId" clId="{51E1D80A-4A29-4E2A-B293-4232621C1517}" dt="2019-10-06T18:06:07.121" v="213" actId="478"/>
          <ac:spMkLst>
            <pc:docMk/>
            <pc:sldMk cId="3472430641" sldId="509"/>
            <ac:spMk id="3" creationId="{5116AA25-F504-4316-83C0-637064941A64}"/>
          </ac:spMkLst>
        </pc:spChg>
        <pc:spChg chg="add del">
          <ac:chgData name="Cristian Chilipirea" userId="34ab170da5908fc4" providerId="LiveId" clId="{51E1D80A-4A29-4E2A-B293-4232621C1517}" dt="2019-10-06T18:06:14.476" v="215"/>
          <ac:spMkLst>
            <pc:docMk/>
            <pc:sldMk cId="3472430641" sldId="509"/>
            <ac:spMk id="4" creationId="{1FADA52C-CC22-46E0-964C-1A91AD25DCE8}"/>
          </ac:spMkLst>
        </pc:spChg>
        <pc:spChg chg="add del">
          <ac:chgData name="Cristian Chilipirea" userId="34ab170da5908fc4" providerId="LiveId" clId="{51E1D80A-4A29-4E2A-B293-4232621C1517}" dt="2019-10-06T18:06:14.476" v="215"/>
          <ac:spMkLst>
            <pc:docMk/>
            <pc:sldMk cId="3472430641" sldId="509"/>
            <ac:spMk id="5" creationId="{BCF571EE-1C16-415C-813B-AA89A5E4D19C}"/>
          </ac:spMkLst>
        </pc:spChg>
        <pc:spChg chg="add del">
          <ac:chgData name="Cristian Chilipirea" userId="34ab170da5908fc4" providerId="LiveId" clId="{51E1D80A-4A29-4E2A-B293-4232621C1517}" dt="2019-10-06T18:06:14.476" v="215"/>
          <ac:spMkLst>
            <pc:docMk/>
            <pc:sldMk cId="3472430641" sldId="509"/>
            <ac:spMk id="6" creationId="{86C01BFF-C40C-4EC8-A8BB-1048824209A2}"/>
          </ac:spMkLst>
        </pc:spChg>
        <pc:spChg chg="add del">
          <ac:chgData name="Cristian Chilipirea" userId="34ab170da5908fc4" providerId="LiveId" clId="{51E1D80A-4A29-4E2A-B293-4232621C1517}" dt="2019-10-06T18:06:14.476" v="215"/>
          <ac:spMkLst>
            <pc:docMk/>
            <pc:sldMk cId="3472430641" sldId="509"/>
            <ac:spMk id="7" creationId="{EB5FC57D-ABE4-4584-92CC-C2E5F9B77EEB}"/>
          </ac:spMkLst>
        </pc:spChg>
        <pc:spChg chg="add del">
          <ac:chgData name="Cristian Chilipirea" userId="34ab170da5908fc4" providerId="LiveId" clId="{51E1D80A-4A29-4E2A-B293-4232621C1517}" dt="2019-10-06T18:06:14.476" v="215"/>
          <ac:spMkLst>
            <pc:docMk/>
            <pc:sldMk cId="3472430641" sldId="509"/>
            <ac:spMk id="8" creationId="{D91732B6-196B-4AED-9270-3A4C3DED4880}"/>
          </ac:spMkLst>
        </pc:spChg>
        <pc:spChg chg="add del">
          <ac:chgData name="Cristian Chilipirea" userId="34ab170da5908fc4" providerId="LiveId" clId="{51E1D80A-4A29-4E2A-B293-4232621C1517}" dt="2019-10-06T18:06:14.476" v="215"/>
          <ac:spMkLst>
            <pc:docMk/>
            <pc:sldMk cId="3472430641" sldId="509"/>
            <ac:spMk id="9" creationId="{9363174A-B5A7-4C11-85C0-91990E86E17D}"/>
          </ac:spMkLst>
        </pc:spChg>
        <pc:spChg chg="add del">
          <ac:chgData name="Cristian Chilipirea" userId="34ab170da5908fc4" providerId="LiveId" clId="{51E1D80A-4A29-4E2A-B293-4232621C1517}" dt="2019-10-06T18:06:14.476" v="215"/>
          <ac:spMkLst>
            <pc:docMk/>
            <pc:sldMk cId="3472430641" sldId="509"/>
            <ac:spMk id="10" creationId="{AE4C7B73-9334-4C32-A08F-C82F3C06D328}"/>
          </ac:spMkLst>
        </pc:spChg>
        <pc:spChg chg="add del">
          <ac:chgData name="Cristian Chilipirea" userId="34ab170da5908fc4" providerId="LiveId" clId="{51E1D80A-4A29-4E2A-B293-4232621C1517}" dt="2019-10-06T18:06:14.476" v="215"/>
          <ac:spMkLst>
            <pc:docMk/>
            <pc:sldMk cId="3472430641" sldId="509"/>
            <ac:spMk id="11" creationId="{9DA4B199-1E50-491D-855B-E0B6197734C6}"/>
          </ac:spMkLst>
        </pc:spChg>
        <pc:spChg chg="add del">
          <ac:chgData name="Cristian Chilipirea" userId="34ab170da5908fc4" providerId="LiveId" clId="{51E1D80A-4A29-4E2A-B293-4232621C1517}" dt="2019-10-06T18:06:14.476" v="215"/>
          <ac:spMkLst>
            <pc:docMk/>
            <pc:sldMk cId="3472430641" sldId="509"/>
            <ac:spMk id="12" creationId="{37C68D8D-269B-4A88-AA4B-73DECC222711}"/>
          </ac:spMkLst>
        </pc:spChg>
        <pc:spChg chg="add del">
          <ac:chgData name="Cristian Chilipirea" userId="34ab170da5908fc4" providerId="LiveId" clId="{51E1D80A-4A29-4E2A-B293-4232621C1517}" dt="2019-10-06T18:06:14.476" v="215"/>
          <ac:spMkLst>
            <pc:docMk/>
            <pc:sldMk cId="3472430641" sldId="509"/>
            <ac:spMk id="55" creationId="{F22D5686-B118-4B96-94A3-9F2DD88E7167}"/>
          </ac:spMkLst>
        </pc:spChg>
        <pc:spChg chg="add del">
          <ac:chgData name="Cristian Chilipirea" userId="34ab170da5908fc4" providerId="LiveId" clId="{51E1D80A-4A29-4E2A-B293-4232621C1517}" dt="2019-10-06T18:06:14.476" v="215"/>
          <ac:spMkLst>
            <pc:docMk/>
            <pc:sldMk cId="3472430641" sldId="509"/>
            <ac:spMk id="56" creationId="{C26F5BA9-C65B-4460-AF8E-A4C6CF41EB32}"/>
          </ac:spMkLst>
        </pc:spChg>
        <pc:spChg chg="add del">
          <ac:chgData name="Cristian Chilipirea" userId="34ab170da5908fc4" providerId="LiveId" clId="{51E1D80A-4A29-4E2A-B293-4232621C1517}" dt="2019-10-06T18:06:14.476" v="215"/>
          <ac:spMkLst>
            <pc:docMk/>
            <pc:sldMk cId="3472430641" sldId="509"/>
            <ac:spMk id="57" creationId="{EAF6E8E2-8E61-4B61-B274-ECDBACFD77A5}"/>
          </ac:spMkLst>
        </pc:spChg>
        <pc:spChg chg="add mod">
          <ac:chgData name="Cristian Chilipirea" userId="34ab170da5908fc4" providerId="LiveId" clId="{51E1D80A-4A29-4E2A-B293-4232621C1517}" dt="2019-10-06T18:06:33.381" v="219" actId="1076"/>
          <ac:spMkLst>
            <pc:docMk/>
            <pc:sldMk cId="3472430641" sldId="509"/>
            <ac:spMk id="58" creationId="{3CAE5A5C-1943-4EB7-8365-8F4BD514FAA0}"/>
          </ac:spMkLst>
        </pc:spChg>
        <pc:spChg chg="add mod">
          <ac:chgData name="Cristian Chilipirea" userId="34ab170da5908fc4" providerId="LiveId" clId="{51E1D80A-4A29-4E2A-B293-4232621C1517}" dt="2019-10-06T18:06:33.381" v="219" actId="1076"/>
          <ac:spMkLst>
            <pc:docMk/>
            <pc:sldMk cId="3472430641" sldId="509"/>
            <ac:spMk id="59" creationId="{9E7E26EB-3981-4654-8D63-48065B081332}"/>
          </ac:spMkLst>
        </pc:spChg>
        <pc:spChg chg="add mod">
          <ac:chgData name="Cristian Chilipirea" userId="34ab170da5908fc4" providerId="LiveId" clId="{51E1D80A-4A29-4E2A-B293-4232621C1517}" dt="2019-10-06T18:06:33.381" v="219" actId="1076"/>
          <ac:spMkLst>
            <pc:docMk/>
            <pc:sldMk cId="3472430641" sldId="509"/>
            <ac:spMk id="60" creationId="{53C4075A-2E02-4EBB-9F35-D57EB5B1EFA4}"/>
          </ac:spMkLst>
        </pc:spChg>
        <pc:spChg chg="add mod">
          <ac:chgData name="Cristian Chilipirea" userId="34ab170da5908fc4" providerId="LiveId" clId="{51E1D80A-4A29-4E2A-B293-4232621C1517}" dt="2019-10-06T18:06:33.381" v="219" actId="1076"/>
          <ac:spMkLst>
            <pc:docMk/>
            <pc:sldMk cId="3472430641" sldId="509"/>
            <ac:spMk id="61" creationId="{4FE4F692-AAD9-48A9-BA26-326385F067F7}"/>
          </ac:spMkLst>
        </pc:spChg>
        <pc:spChg chg="add mod">
          <ac:chgData name="Cristian Chilipirea" userId="34ab170da5908fc4" providerId="LiveId" clId="{51E1D80A-4A29-4E2A-B293-4232621C1517}" dt="2019-10-06T18:06:33.381" v="219" actId="1076"/>
          <ac:spMkLst>
            <pc:docMk/>
            <pc:sldMk cId="3472430641" sldId="509"/>
            <ac:spMk id="62" creationId="{F85B246F-4CCC-4C4F-8B99-D5FBD067C19B}"/>
          </ac:spMkLst>
        </pc:spChg>
        <pc:spChg chg="add mod">
          <ac:chgData name="Cristian Chilipirea" userId="34ab170da5908fc4" providerId="LiveId" clId="{51E1D80A-4A29-4E2A-B293-4232621C1517}" dt="2019-10-06T18:06:33.381" v="219" actId="1076"/>
          <ac:spMkLst>
            <pc:docMk/>
            <pc:sldMk cId="3472430641" sldId="509"/>
            <ac:spMk id="63" creationId="{59AC6A3E-DB15-4CF7-BBAD-938DE7CE7DCE}"/>
          </ac:spMkLst>
        </pc:spChg>
        <pc:spChg chg="add mod">
          <ac:chgData name="Cristian Chilipirea" userId="34ab170da5908fc4" providerId="LiveId" clId="{51E1D80A-4A29-4E2A-B293-4232621C1517}" dt="2019-10-06T18:06:33.381" v="219" actId="1076"/>
          <ac:spMkLst>
            <pc:docMk/>
            <pc:sldMk cId="3472430641" sldId="509"/>
            <ac:spMk id="64" creationId="{ED387E6D-BCDD-41C1-A0C7-4D13416E7816}"/>
          </ac:spMkLst>
        </pc:spChg>
        <pc:spChg chg="add mod">
          <ac:chgData name="Cristian Chilipirea" userId="34ab170da5908fc4" providerId="LiveId" clId="{51E1D80A-4A29-4E2A-B293-4232621C1517}" dt="2019-10-06T18:06:33.381" v="219" actId="1076"/>
          <ac:spMkLst>
            <pc:docMk/>
            <pc:sldMk cId="3472430641" sldId="509"/>
            <ac:spMk id="65" creationId="{1E95474F-895F-4502-B1EC-41C49ABB1FAF}"/>
          </ac:spMkLst>
        </pc:spChg>
        <pc:spChg chg="add mod">
          <ac:chgData name="Cristian Chilipirea" userId="34ab170da5908fc4" providerId="LiveId" clId="{51E1D80A-4A29-4E2A-B293-4232621C1517}" dt="2019-10-06T18:06:33.381" v="219" actId="1076"/>
          <ac:spMkLst>
            <pc:docMk/>
            <pc:sldMk cId="3472430641" sldId="509"/>
            <ac:spMk id="66" creationId="{94010584-37EB-4661-8349-9CE7464FCAAA}"/>
          </ac:spMkLst>
        </pc:spChg>
        <pc:spChg chg="add mod">
          <ac:chgData name="Cristian Chilipirea" userId="34ab170da5908fc4" providerId="LiveId" clId="{51E1D80A-4A29-4E2A-B293-4232621C1517}" dt="2019-10-06T18:06:33.381" v="219" actId="1076"/>
          <ac:spMkLst>
            <pc:docMk/>
            <pc:sldMk cId="3472430641" sldId="509"/>
            <ac:spMk id="109" creationId="{F3B39687-25C8-47F7-8DFD-BC5A33FBCF8A}"/>
          </ac:spMkLst>
        </pc:spChg>
        <pc:spChg chg="add mod">
          <ac:chgData name="Cristian Chilipirea" userId="34ab170da5908fc4" providerId="LiveId" clId="{51E1D80A-4A29-4E2A-B293-4232621C1517}" dt="2019-10-06T18:06:33.381" v="219" actId="1076"/>
          <ac:spMkLst>
            <pc:docMk/>
            <pc:sldMk cId="3472430641" sldId="509"/>
            <ac:spMk id="110" creationId="{5669C123-D6FB-4960-8748-25DEBA1FE6B1}"/>
          </ac:spMkLst>
        </pc:spChg>
        <pc:spChg chg="add mod">
          <ac:chgData name="Cristian Chilipirea" userId="34ab170da5908fc4" providerId="LiveId" clId="{51E1D80A-4A29-4E2A-B293-4232621C1517}" dt="2019-10-06T18:06:33.381" v="219" actId="1076"/>
          <ac:spMkLst>
            <pc:docMk/>
            <pc:sldMk cId="3472430641" sldId="509"/>
            <ac:spMk id="111" creationId="{22163853-F751-440F-9D96-095B2F75A096}"/>
          </ac:spMkLst>
        </pc:spChg>
        <pc:grpChg chg="add del">
          <ac:chgData name="Cristian Chilipirea" userId="34ab170da5908fc4" providerId="LiveId" clId="{51E1D80A-4A29-4E2A-B293-4232621C1517}" dt="2019-10-06T18:06:14.476" v="215"/>
          <ac:grpSpMkLst>
            <pc:docMk/>
            <pc:sldMk cId="3472430641" sldId="509"/>
            <ac:grpSpMk id="13" creationId="{6F058D37-C9EB-405F-8E3F-6636083A6524}"/>
          </ac:grpSpMkLst>
        </pc:grpChg>
        <pc:grpChg chg="add del">
          <ac:chgData name="Cristian Chilipirea" userId="34ab170da5908fc4" providerId="LiveId" clId="{51E1D80A-4A29-4E2A-B293-4232621C1517}" dt="2019-10-06T18:06:14.476" v="215"/>
          <ac:grpSpMkLst>
            <pc:docMk/>
            <pc:sldMk cId="3472430641" sldId="509"/>
            <ac:grpSpMk id="34" creationId="{EEE66921-1F55-41E8-9555-6E8FFEEA9DA2}"/>
          </ac:grpSpMkLst>
        </pc:grpChg>
        <pc:grpChg chg="add mod">
          <ac:chgData name="Cristian Chilipirea" userId="34ab170da5908fc4" providerId="LiveId" clId="{51E1D80A-4A29-4E2A-B293-4232621C1517}" dt="2019-10-06T18:06:33.381" v="219" actId="1076"/>
          <ac:grpSpMkLst>
            <pc:docMk/>
            <pc:sldMk cId="3472430641" sldId="509"/>
            <ac:grpSpMk id="67" creationId="{321C567F-49E8-44E6-8200-EB8BE1319E75}"/>
          </ac:grpSpMkLst>
        </pc:grpChg>
        <pc:grpChg chg="mod">
          <ac:chgData name="Cristian Chilipirea" userId="34ab170da5908fc4" providerId="LiveId" clId="{51E1D80A-4A29-4E2A-B293-4232621C1517}" dt="2019-10-06T18:06:33.381" v="219" actId="1076"/>
          <ac:grpSpMkLst>
            <pc:docMk/>
            <pc:sldMk cId="3472430641" sldId="509"/>
            <ac:grpSpMk id="68" creationId="{4B861DBB-5818-4BB2-9B83-9737F09C0E6B}"/>
          </ac:grpSpMkLst>
        </pc:grpChg>
        <pc:grpChg chg="mod">
          <ac:chgData name="Cristian Chilipirea" userId="34ab170da5908fc4" providerId="LiveId" clId="{51E1D80A-4A29-4E2A-B293-4232621C1517}" dt="2019-10-06T18:06:33.381" v="219" actId="1076"/>
          <ac:grpSpMkLst>
            <pc:docMk/>
            <pc:sldMk cId="3472430641" sldId="509"/>
            <ac:grpSpMk id="69" creationId="{4F6FC41B-E607-417C-8E2E-E47FC5857172}"/>
          </ac:grpSpMkLst>
        </pc:grpChg>
        <pc:grpChg chg="mod">
          <ac:chgData name="Cristian Chilipirea" userId="34ab170da5908fc4" providerId="LiveId" clId="{51E1D80A-4A29-4E2A-B293-4232621C1517}" dt="2019-10-06T18:06:33.381" v="219" actId="1076"/>
          <ac:grpSpMkLst>
            <pc:docMk/>
            <pc:sldMk cId="3472430641" sldId="509"/>
            <ac:grpSpMk id="70" creationId="{C53A97AA-8DFF-47B2-8FE6-1124DB7F6856}"/>
          </ac:grpSpMkLst>
        </pc:grpChg>
        <pc:grpChg chg="mod">
          <ac:chgData name="Cristian Chilipirea" userId="34ab170da5908fc4" providerId="LiveId" clId="{51E1D80A-4A29-4E2A-B293-4232621C1517}" dt="2019-10-06T18:06:33.381" v="219" actId="1076"/>
          <ac:grpSpMkLst>
            <pc:docMk/>
            <pc:sldMk cId="3472430641" sldId="509"/>
            <ac:grpSpMk id="71" creationId="{9E0B91C4-BCE8-40E4-8234-BAFF6CCBBD94}"/>
          </ac:grpSpMkLst>
        </pc:grpChg>
        <pc:grpChg chg="add mod">
          <ac:chgData name="Cristian Chilipirea" userId="34ab170da5908fc4" providerId="LiveId" clId="{51E1D80A-4A29-4E2A-B293-4232621C1517}" dt="2019-10-06T18:06:33.381" v="219" actId="1076"/>
          <ac:grpSpMkLst>
            <pc:docMk/>
            <pc:sldMk cId="3472430641" sldId="509"/>
            <ac:grpSpMk id="88" creationId="{A7F84794-8D5D-488F-A9F2-72C0C7D73A93}"/>
          </ac:grpSpMkLst>
        </pc:grpChg>
        <pc:grpChg chg="mod">
          <ac:chgData name="Cristian Chilipirea" userId="34ab170da5908fc4" providerId="LiveId" clId="{51E1D80A-4A29-4E2A-B293-4232621C1517}" dt="2019-10-06T18:06:33.381" v="219" actId="1076"/>
          <ac:grpSpMkLst>
            <pc:docMk/>
            <pc:sldMk cId="3472430641" sldId="509"/>
            <ac:grpSpMk id="89" creationId="{78197F9B-58AE-4351-B3D8-74CDA422559A}"/>
          </ac:grpSpMkLst>
        </pc:grpChg>
        <pc:grpChg chg="mod">
          <ac:chgData name="Cristian Chilipirea" userId="34ab170da5908fc4" providerId="LiveId" clId="{51E1D80A-4A29-4E2A-B293-4232621C1517}" dt="2019-10-06T18:06:33.381" v="219" actId="1076"/>
          <ac:grpSpMkLst>
            <pc:docMk/>
            <pc:sldMk cId="3472430641" sldId="509"/>
            <ac:grpSpMk id="90" creationId="{6B0C1674-06DF-4BA1-A75A-675277BD578B}"/>
          </ac:grpSpMkLst>
        </pc:grpChg>
        <pc:grpChg chg="mod">
          <ac:chgData name="Cristian Chilipirea" userId="34ab170da5908fc4" providerId="LiveId" clId="{51E1D80A-4A29-4E2A-B293-4232621C1517}" dt="2019-10-06T18:06:33.381" v="219" actId="1076"/>
          <ac:grpSpMkLst>
            <pc:docMk/>
            <pc:sldMk cId="3472430641" sldId="509"/>
            <ac:grpSpMk id="91" creationId="{CE928D10-6184-4AB3-B8D7-6AF192AD2521}"/>
          </ac:grpSpMkLst>
        </pc:grpChg>
        <pc:grpChg chg="mod">
          <ac:chgData name="Cristian Chilipirea" userId="34ab170da5908fc4" providerId="LiveId" clId="{51E1D80A-4A29-4E2A-B293-4232621C1517}" dt="2019-10-06T18:06:33.381" v="219" actId="1076"/>
          <ac:grpSpMkLst>
            <pc:docMk/>
            <pc:sldMk cId="3472430641" sldId="509"/>
            <ac:grpSpMk id="92" creationId="{7EA0FF43-79F6-4E9D-88BD-61788D3D34C7}"/>
          </ac:grpSpMkLst>
        </pc:grpChg>
      </pc:sldChg>
      <pc:sldChg chg="addSp delSp modSp add">
        <pc:chgData name="Cristian Chilipirea" userId="34ab170da5908fc4" providerId="LiveId" clId="{51E1D80A-4A29-4E2A-B293-4232621C1517}" dt="2019-10-06T18:06:59.375" v="226" actId="1076"/>
        <pc:sldMkLst>
          <pc:docMk/>
          <pc:sldMk cId="3879735215" sldId="510"/>
        </pc:sldMkLst>
        <pc:spChg chg="mod">
          <ac:chgData name="Cristian Chilipirea" userId="34ab170da5908fc4" providerId="LiveId" clId="{51E1D80A-4A29-4E2A-B293-4232621C1517}" dt="2019-10-06T18:06:42.422" v="221"/>
          <ac:spMkLst>
            <pc:docMk/>
            <pc:sldMk cId="3879735215" sldId="510"/>
            <ac:spMk id="2" creationId="{3FF6A1CC-98C2-4151-BE35-EEA25611C7A9}"/>
          </ac:spMkLst>
        </pc:spChg>
        <pc:spChg chg="del">
          <ac:chgData name="Cristian Chilipirea" userId="34ab170da5908fc4" providerId="LiveId" clId="{51E1D80A-4A29-4E2A-B293-4232621C1517}" dt="2019-10-06T18:06:50.589" v="222" actId="478"/>
          <ac:spMkLst>
            <pc:docMk/>
            <pc:sldMk cId="3879735215" sldId="510"/>
            <ac:spMk id="3" creationId="{3F5C6C54-B273-4AE5-8512-6649CEC2C27D}"/>
          </ac:spMkLst>
        </pc:spChg>
        <pc:spChg chg="add mod">
          <ac:chgData name="Cristian Chilipirea" userId="34ab170da5908fc4" providerId="LiveId" clId="{51E1D80A-4A29-4E2A-B293-4232621C1517}" dt="2019-10-06T18:06:52.847" v="224" actId="1076"/>
          <ac:spMkLst>
            <pc:docMk/>
            <pc:sldMk cId="3879735215" sldId="510"/>
            <ac:spMk id="4" creationId="{9EE44B47-BAEE-471E-837D-F93A039DA88A}"/>
          </ac:spMkLst>
        </pc:spChg>
        <pc:picChg chg="add mod">
          <ac:chgData name="Cristian Chilipirea" userId="34ab170da5908fc4" providerId="LiveId" clId="{51E1D80A-4A29-4E2A-B293-4232621C1517}" dt="2019-10-06T18:06:59.375" v="226" actId="1076"/>
          <ac:picMkLst>
            <pc:docMk/>
            <pc:sldMk cId="3879735215" sldId="510"/>
            <ac:picMk id="5" creationId="{A47E0258-B1A3-4968-873D-DE214117F572}"/>
          </ac:picMkLst>
        </pc:picChg>
      </pc:sldChg>
      <pc:sldChg chg="addSp delSp modSp add modAnim">
        <pc:chgData name="Cristian Chilipirea" userId="34ab170da5908fc4" providerId="LiveId" clId="{51E1D80A-4A29-4E2A-B293-4232621C1517}" dt="2019-10-06T18:07:20.731" v="233" actId="1076"/>
        <pc:sldMkLst>
          <pc:docMk/>
          <pc:sldMk cId="1746393774" sldId="511"/>
        </pc:sldMkLst>
        <pc:spChg chg="mod">
          <ac:chgData name="Cristian Chilipirea" userId="34ab170da5908fc4" providerId="LiveId" clId="{51E1D80A-4A29-4E2A-B293-4232621C1517}" dt="2019-10-06T18:07:07.425" v="228"/>
          <ac:spMkLst>
            <pc:docMk/>
            <pc:sldMk cId="1746393774" sldId="511"/>
            <ac:spMk id="2" creationId="{71FAC8B9-76E2-437B-93C2-987A0A254E95}"/>
          </ac:spMkLst>
        </pc:spChg>
        <pc:spChg chg="del">
          <ac:chgData name="Cristian Chilipirea" userId="34ab170da5908fc4" providerId="LiveId" clId="{51E1D80A-4A29-4E2A-B293-4232621C1517}" dt="2019-10-06T18:07:09.521" v="229" actId="478"/>
          <ac:spMkLst>
            <pc:docMk/>
            <pc:sldMk cId="1746393774" sldId="511"/>
            <ac:spMk id="3" creationId="{850C03C8-62F1-4555-A665-BCD8D939765B}"/>
          </ac:spMkLst>
        </pc:spChg>
        <pc:spChg chg="add del">
          <ac:chgData name="Cristian Chilipirea" userId="34ab170da5908fc4" providerId="LiveId" clId="{51E1D80A-4A29-4E2A-B293-4232621C1517}" dt="2019-10-06T18:07:16.071" v="231"/>
          <ac:spMkLst>
            <pc:docMk/>
            <pc:sldMk cId="1746393774" sldId="511"/>
            <ac:spMk id="4" creationId="{2F844793-31A6-485F-BECB-EAA05F2173B7}"/>
          </ac:spMkLst>
        </pc:spChg>
        <pc:spChg chg="add del">
          <ac:chgData name="Cristian Chilipirea" userId="34ab170da5908fc4" providerId="LiveId" clId="{51E1D80A-4A29-4E2A-B293-4232621C1517}" dt="2019-10-06T18:07:16.071" v="231"/>
          <ac:spMkLst>
            <pc:docMk/>
            <pc:sldMk cId="1746393774" sldId="511"/>
            <ac:spMk id="5" creationId="{924378DF-1BFC-41EF-9375-4DA947A70AAD}"/>
          </ac:spMkLst>
        </pc:spChg>
        <pc:spChg chg="add del">
          <ac:chgData name="Cristian Chilipirea" userId="34ab170da5908fc4" providerId="LiveId" clId="{51E1D80A-4A29-4E2A-B293-4232621C1517}" dt="2019-10-06T18:07:16.071" v="231"/>
          <ac:spMkLst>
            <pc:docMk/>
            <pc:sldMk cId="1746393774" sldId="511"/>
            <ac:spMk id="6" creationId="{6D870BC6-8D59-4D8E-83D5-3FA5FBCB9B76}"/>
          </ac:spMkLst>
        </pc:spChg>
        <pc:spChg chg="add del">
          <ac:chgData name="Cristian Chilipirea" userId="34ab170da5908fc4" providerId="LiveId" clId="{51E1D80A-4A29-4E2A-B293-4232621C1517}" dt="2019-10-06T18:07:16.071" v="231"/>
          <ac:spMkLst>
            <pc:docMk/>
            <pc:sldMk cId="1746393774" sldId="511"/>
            <ac:spMk id="7" creationId="{6D0FA720-8AB1-458D-A7BC-19F7B5BB18BC}"/>
          </ac:spMkLst>
        </pc:spChg>
        <pc:spChg chg="add del">
          <ac:chgData name="Cristian Chilipirea" userId="34ab170da5908fc4" providerId="LiveId" clId="{51E1D80A-4A29-4E2A-B293-4232621C1517}" dt="2019-10-06T18:07:16.071" v="231"/>
          <ac:spMkLst>
            <pc:docMk/>
            <pc:sldMk cId="1746393774" sldId="511"/>
            <ac:spMk id="12" creationId="{E46C49F8-7FC4-4F2E-9E44-C754A20739D0}"/>
          </ac:spMkLst>
        </pc:spChg>
        <pc:spChg chg="add del">
          <ac:chgData name="Cristian Chilipirea" userId="34ab170da5908fc4" providerId="LiveId" clId="{51E1D80A-4A29-4E2A-B293-4232621C1517}" dt="2019-10-06T18:07:16.071" v="231"/>
          <ac:spMkLst>
            <pc:docMk/>
            <pc:sldMk cId="1746393774" sldId="511"/>
            <ac:spMk id="18" creationId="{73D4E764-B52B-4B18-BA84-CAEE063C0F54}"/>
          </ac:spMkLst>
        </pc:spChg>
        <pc:spChg chg="add mod">
          <ac:chgData name="Cristian Chilipirea" userId="34ab170da5908fc4" providerId="LiveId" clId="{51E1D80A-4A29-4E2A-B293-4232621C1517}" dt="2019-10-06T18:07:20.731" v="233" actId="1076"/>
          <ac:spMkLst>
            <pc:docMk/>
            <pc:sldMk cId="1746393774" sldId="511"/>
            <ac:spMk id="20" creationId="{7DC85EA8-5A71-4151-9AC5-36EA477E9A64}"/>
          </ac:spMkLst>
        </pc:spChg>
        <pc:spChg chg="add mod">
          <ac:chgData name="Cristian Chilipirea" userId="34ab170da5908fc4" providerId="LiveId" clId="{51E1D80A-4A29-4E2A-B293-4232621C1517}" dt="2019-10-06T18:07:20.731" v="233" actId="1076"/>
          <ac:spMkLst>
            <pc:docMk/>
            <pc:sldMk cId="1746393774" sldId="511"/>
            <ac:spMk id="21" creationId="{6C64A6F9-1853-430E-8298-A40623786ADF}"/>
          </ac:spMkLst>
        </pc:spChg>
        <pc:spChg chg="add mod">
          <ac:chgData name="Cristian Chilipirea" userId="34ab170da5908fc4" providerId="LiveId" clId="{51E1D80A-4A29-4E2A-B293-4232621C1517}" dt="2019-10-06T18:07:20.731" v="233" actId="1076"/>
          <ac:spMkLst>
            <pc:docMk/>
            <pc:sldMk cId="1746393774" sldId="511"/>
            <ac:spMk id="22" creationId="{94CE4478-4EF6-4E98-9B38-B7DBFAAAB141}"/>
          </ac:spMkLst>
        </pc:spChg>
        <pc:spChg chg="add mod">
          <ac:chgData name="Cristian Chilipirea" userId="34ab170da5908fc4" providerId="LiveId" clId="{51E1D80A-4A29-4E2A-B293-4232621C1517}" dt="2019-10-06T18:07:20.731" v="233" actId="1076"/>
          <ac:spMkLst>
            <pc:docMk/>
            <pc:sldMk cId="1746393774" sldId="511"/>
            <ac:spMk id="23" creationId="{A718326F-27B6-4661-AAFA-B53DE7D8C64F}"/>
          </ac:spMkLst>
        </pc:spChg>
        <pc:spChg chg="add mod">
          <ac:chgData name="Cristian Chilipirea" userId="34ab170da5908fc4" providerId="LiveId" clId="{51E1D80A-4A29-4E2A-B293-4232621C1517}" dt="2019-10-06T18:07:20.731" v="233" actId="1076"/>
          <ac:spMkLst>
            <pc:docMk/>
            <pc:sldMk cId="1746393774" sldId="511"/>
            <ac:spMk id="28" creationId="{0C98AB21-374A-480C-BC0A-CF925F3D4789}"/>
          </ac:spMkLst>
        </pc:spChg>
        <pc:spChg chg="add mod">
          <ac:chgData name="Cristian Chilipirea" userId="34ab170da5908fc4" providerId="LiveId" clId="{51E1D80A-4A29-4E2A-B293-4232621C1517}" dt="2019-10-06T18:07:20.731" v="233" actId="1076"/>
          <ac:spMkLst>
            <pc:docMk/>
            <pc:sldMk cId="1746393774" sldId="511"/>
            <ac:spMk id="34" creationId="{0B660D83-EFEE-49B6-8073-5EA43673E0D4}"/>
          </ac:spMkLst>
        </pc:spChg>
        <pc:grpChg chg="add del">
          <ac:chgData name="Cristian Chilipirea" userId="34ab170da5908fc4" providerId="LiveId" clId="{51E1D80A-4A29-4E2A-B293-4232621C1517}" dt="2019-10-06T18:07:16.071" v="231"/>
          <ac:grpSpMkLst>
            <pc:docMk/>
            <pc:sldMk cId="1746393774" sldId="511"/>
            <ac:grpSpMk id="8" creationId="{BA99BE0F-014E-40ED-AC46-1D726E8B5579}"/>
          </ac:grpSpMkLst>
        </pc:grpChg>
        <pc:grpChg chg="add mod">
          <ac:chgData name="Cristian Chilipirea" userId="34ab170da5908fc4" providerId="LiveId" clId="{51E1D80A-4A29-4E2A-B293-4232621C1517}" dt="2019-10-06T18:07:20.731" v="233" actId="1076"/>
          <ac:grpSpMkLst>
            <pc:docMk/>
            <pc:sldMk cId="1746393774" sldId="511"/>
            <ac:grpSpMk id="24" creationId="{133657B5-5E5F-436B-923C-7F4609A82A28}"/>
          </ac:grpSpMkLst>
        </pc:grpChg>
        <pc:picChg chg="add del">
          <ac:chgData name="Cristian Chilipirea" userId="34ab170da5908fc4" providerId="LiveId" clId="{51E1D80A-4A29-4E2A-B293-4232621C1517}" dt="2019-10-06T18:07:16.071" v="231"/>
          <ac:picMkLst>
            <pc:docMk/>
            <pc:sldMk cId="1746393774" sldId="511"/>
            <ac:picMk id="13" creationId="{13E9D594-BB64-449E-B1CB-29C1E4A9D9AB}"/>
          </ac:picMkLst>
        </pc:picChg>
        <pc:picChg chg="add del">
          <ac:chgData name="Cristian Chilipirea" userId="34ab170da5908fc4" providerId="LiveId" clId="{51E1D80A-4A29-4E2A-B293-4232621C1517}" dt="2019-10-06T18:07:16.071" v="231"/>
          <ac:picMkLst>
            <pc:docMk/>
            <pc:sldMk cId="1746393774" sldId="511"/>
            <ac:picMk id="14" creationId="{876688D9-0036-4A11-82E9-01DD232A8B90}"/>
          </ac:picMkLst>
        </pc:picChg>
        <pc:picChg chg="add del">
          <ac:chgData name="Cristian Chilipirea" userId="34ab170da5908fc4" providerId="LiveId" clId="{51E1D80A-4A29-4E2A-B293-4232621C1517}" dt="2019-10-06T18:07:16.071" v="231"/>
          <ac:picMkLst>
            <pc:docMk/>
            <pc:sldMk cId="1746393774" sldId="511"/>
            <ac:picMk id="15" creationId="{5C4F9918-6643-4B4C-B16E-917A38ED3C60}"/>
          </ac:picMkLst>
        </pc:picChg>
        <pc:picChg chg="add del">
          <ac:chgData name="Cristian Chilipirea" userId="34ab170da5908fc4" providerId="LiveId" clId="{51E1D80A-4A29-4E2A-B293-4232621C1517}" dt="2019-10-06T18:07:16.071" v="231"/>
          <ac:picMkLst>
            <pc:docMk/>
            <pc:sldMk cId="1746393774" sldId="511"/>
            <ac:picMk id="16" creationId="{2491BE76-CD55-4F99-BCC5-4BED45EF42B3}"/>
          </ac:picMkLst>
        </pc:picChg>
        <pc:picChg chg="add del">
          <ac:chgData name="Cristian Chilipirea" userId="34ab170da5908fc4" providerId="LiveId" clId="{51E1D80A-4A29-4E2A-B293-4232621C1517}" dt="2019-10-06T18:07:16.071" v="231"/>
          <ac:picMkLst>
            <pc:docMk/>
            <pc:sldMk cId="1746393774" sldId="511"/>
            <ac:picMk id="17" creationId="{1203F71C-76A3-4EE8-8852-B059BC162351}"/>
          </ac:picMkLst>
        </pc:picChg>
        <pc:picChg chg="add del">
          <ac:chgData name="Cristian Chilipirea" userId="34ab170da5908fc4" providerId="LiveId" clId="{51E1D80A-4A29-4E2A-B293-4232621C1517}" dt="2019-10-06T18:07:16.071" v="231"/>
          <ac:picMkLst>
            <pc:docMk/>
            <pc:sldMk cId="1746393774" sldId="511"/>
            <ac:picMk id="19" creationId="{94D3625A-EEB4-4203-AFCA-0BFA7E286759}"/>
          </ac:picMkLst>
        </pc:picChg>
        <pc:picChg chg="add mod">
          <ac:chgData name="Cristian Chilipirea" userId="34ab170da5908fc4" providerId="LiveId" clId="{51E1D80A-4A29-4E2A-B293-4232621C1517}" dt="2019-10-06T18:07:20.731" v="233" actId="1076"/>
          <ac:picMkLst>
            <pc:docMk/>
            <pc:sldMk cId="1746393774" sldId="511"/>
            <ac:picMk id="29" creationId="{511A6D6F-1E99-411A-8127-D6E0CA64B58D}"/>
          </ac:picMkLst>
        </pc:picChg>
        <pc:picChg chg="add mod">
          <ac:chgData name="Cristian Chilipirea" userId="34ab170da5908fc4" providerId="LiveId" clId="{51E1D80A-4A29-4E2A-B293-4232621C1517}" dt="2019-10-06T18:07:20.731" v="233" actId="1076"/>
          <ac:picMkLst>
            <pc:docMk/>
            <pc:sldMk cId="1746393774" sldId="511"/>
            <ac:picMk id="30" creationId="{51B37CED-FF33-43BB-910E-7D08CA4119DD}"/>
          </ac:picMkLst>
        </pc:picChg>
        <pc:picChg chg="add mod">
          <ac:chgData name="Cristian Chilipirea" userId="34ab170da5908fc4" providerId="LiveId" clId="{51E1D80A-4A29-4E2A-B293-4232621C1517}" dt="2019-10-06T18:07:20.731" v="233" actId="1076"/>
          <ac:picMkLst>
            <pc:docMk/>
            <pc:sldMk cId="1746393774" sldId="511"/>
            <ac:picMk id="31" creationId="{043CB4E2-6325-49C0-98DA-A589347C2019}"/>
          </ac:picMkLst>
        </pc:picChg>
        <pc:picChg chg="add mod">
          <ac:chgData name="Cristian Chilipirea" userId="34ab170da5908fc4" providerId="LiveId" clId="{51E1D80A-4A29-4E2A-B293-4232621C1517}" dt="2019-10-06T18:07:20.731" v="233" actId="1076"/>
          <ac:picMkLst>
            <pc:docMk/>
            <pc:sldMk cId="1746393774" sldId="511"/>
            <ac:picMk id="32" creationId="{69D7A293-9CF0-41F7-8BB9-AF65859834B6}"/>
          </ac:picMkLst>
        </pc:picChg>
        <pc:picChg chg="add mod">
          <ac:chgData name="Cristian Chilipirea" userId="34ab170da5908fc4" providerId="LiveId" clId="{51E1D80A-4A29-4E2A-B293-4232621C1517}" dt="2019-10-06T18:07:20.731" v="233" actId="1076"/>
          <ac:picMkLst>
            <pc:docMk/>
            <pc:sldMk cId="1746393774" sldId="511"/>
            <ac:picMk id="33" creationId="{22657970-C2A5-401B-AB47-26832D380C05}"/>
          </ac:picMkLst>
        </pc:picChg>
        <pc:picChg chg="add mod">
          <ac:chgData name="Cristian Chilipirea" userId="34ab170da5908fc4" providerId="LiveId" clId="{51E1D80A-4A29-4E2A-B293-4232621C1517}" dt="2019-10-06T18:07:20.731" v="233" actId="1076"/>
          <ac:picMkLst>
            <pc:docMk/>
            <pc:sldMk cId="1746393774" sldId="511"/>
            <ac:picMk id="35" creationId="{A79C34FA-B21A-441C-B348-E2868C8AC98B}"/>
          </ac:picMkLst>
        </pc:picChg>
      </pc:sldChg>
      <pc:sldChg chg="addSp delSp modSp add">
        <pc:chgData name="Cristian Chilipirea" userId="34ab170da5908fc4" providerId="LiveId" clId="{51E1D80A-4A29-4E2A-B293-4232621C1517}" dt="2019-10-06T18:07:40.533" v="240" actId="1076"/>
        <pc:sldMkLst>
          <pc:docMk/>
          <pc:sldMk cId="618357871" sldId="512"/>
        </pc:sldMkLst>
        <pc:spChg chg="mod">
          <ac:chgData name="Cristian Chilipirea" userId="34ab170da5908fc4" providerId="LiveId" clId="{51E1D80A-4A29-4E2A-B293-4232621C1517}" dt="2019-10-06T18:07:27.169" v="235"/>
          <ac:spMkLst>
            <pc:docMk/>
            <pc:sldMk cId="618357871" sldId="512"/>
            <ac:spMk id="2" creationId="{31076D31-2F41-4EC6-B97C-1FDD4382BDC9}"/>
          </ac:spMkLst>
        </pc:spChg>
        <pc:spChg chg="del">
          <ac:chgData name="Cristian Chilipirea" userId="34ab170da5908fc4" providerId="LiveId" clId="{51E1D80A-4A29-4E2A-B293-4232621C1517}" dt="2019-10-06T18:07:31.564" v="236" actId="478"/>
          <ac:spMkLst>
            <pc:docMk/>
            <pc:sldMk cId="618357871" sldId="512"/>
            <ac:spMk id="3" creationId="{A5163A1C-992E-4B42-B552-71FDA4ABC9D8}"/>
          </ac:spMkLst>
        </pc:spChg>
        <pc:spChg chg="add del">
          <ac:chgData name="Cristian Chilipirea" userId="34ab170da5908fc4" providerId="LiveId" clId="{51E1D80A-4A29-4E2A-B293-4232621C1517}" dt="2019-10-06T18:07:37.828" v="238"/>
          <ac:spMkLst>
            <pc:docMk/>
            <pc:sldMk cId="618357871" sldId="512"/>
            <ac:spMk id="27" creationId="{3048CD23-A411-4A61-80C4-C42C34D23B91}"/>
          </ac:spMkLst>
        </pc:spChg>
        <pc:spChg chg="add mod">
          <ac:chgData name="Cristian Chilipirea" userId="34ab170da5908fc4" providerId="LiveId" clId="{51E1D80A-4A29-4E2A-B293-4232621C1517}" dt="2019-10-06T18:07:40.533" v="240" actId="1076"/>
          <ac:spMkLst>
            <pc:docMk/>
            <pc:sldMk cId="618357871" sldId="512"/>
            <ac:spMk id="51" creationId="{A3890947-2776-40B0-96B0-A6A42FAC8936}"/>
          </ac:spMkLst>
        </pc:spChg>
        <pc:grpChg chg="add del">
          <ac:chgData name="Cristian Chilipirea" userId="34ab170da5908fc4" providerId="LiveId" clId="{51E1D80A-4A29-4E2A-B293-4232621C1517}" dt="2019-10-06T18:07:37.828" v="238"/>
          <ac:grpSpMkLst>
            <pc:docMk/>
            <pc:sldMk cId="618357871" sldId="512"/>
            <ac:grpSpMk id="4" creationId="{83FD4BD6-ABC3-4FCF-99D2-F217FB40976A}"/>
          </ac:grpSpMkLst>
        </pc:grpChg>
        <pc:grpChg chg="add mod">
          <ac:chgData name="Cristian Chilipirea" userId="34ab170da5908fc4" providerId="LiveId" clId="{51E1D80A-4A29-4E2A-B293-4232621C1517}" dt="2019-10-06T18:07:40.533" v="240" actId="1076"/>
          <ac:grpSpMkLst>
            <pc:docMk/>
            <pc:sldMk cId="618357871" sldId="512"/>
            <ac:grpSpMk id="28" creationId="{E17A3589-3506-4D28-B25C-ACC9836FEB1F}"/>
          </ac:grpSpMkLst>
        </pc:grpChg>
        <pc:grpChg chg="mod">
          <ac:chgData name="Cristian Chilipirea" userId="34ab170da5908fc4" providerId="LiveId" clId="{51E1D80A-4A29-4E2A-B293-4232621C1517}" dt="2019-10-06T18:07:40.533" v="240" actId="1076"/>
          <ac:grpSpMkLst>
            <pc:docMk/>
            <pc:sldMk cId="618357871" sldId="512"/>
            <ac:grpSpMk id="29" creationId="{3CADB62B-40D9-4012-AA2E-F068011D0204}"/>
          </ac:grpSpMkLst>
        </pc:grpChg>
        <pc:grpChg chg="mod">
          <ac:chgData name="Cristian Chilipirea" userId="34ab170da5908fc4" providerId="LiveId" clId="{51E1D80A-4A29-4E2A-B293-4232621C1517}" dt="2019-10-06T18:07:40.533" v="240" actId="1076"/>
          <ac:grpSpMkLst>
            <pc:docMk/>
            <pc:sldMk cId="618357871" sldId="512"/>
            <ac:grpSpMk id="31" creationId="{4BA37AC2-3785-4944-9B2C-D21FFE0E44A5}"/>
          </ac:grpSpMkLst>
        </pc:grpChg>
        <pc:grpChg chg="mod">
          <ac:chgData name="Cristian Chilipirea" userId="34ab170da5908fc4" providerId="LiveId" clId="{51E1D80A-4A29-4E2A-B293-4232621C1517}" dt="2019-10-06T18:07:40.533" v="240" actId="1076"/>
          <ac:grpSpMkLst>
            <pc:docMk/>
            <pc:sldMk cId="618357871" sldId="512"/>
            <ac:grpSpMk id="32" creationId="{C08EF33E-99ED-426B-8EF0-58B61927867E}"/>
          </ac:grpSpMkLst>
        </pc:grpChg>
        <pc:grpChg chg="mod">
          <ac:chgData name="Cristian Chilipirea" userId="34ab170da5908fc4" providerId="LiveId" clId="{51E1D80A-4A29-4E2A-B293-4232621C1517}" dt="2019-10-06T18:07:40.533" v="240" actId="1076"/>
          <ac:grpSpMkLst>
            <pc:docMk/>
            <pc:sldMk cId="618357871" sldId="512"/>
            <ac:grpSpMk id="33" creationId="{795D7784-7BC7-4032-8796-407D409131D7}"/>
          </ac:grpSpMkLst>
        </pc:grpChg>
      </pc:sldChg>
      <pc:sldChg chg="addSp delSp modSp add">
        <pc:chgData name="Cristian Chilipirea" userId="34ab170da5908fc4" providerId="LiveId" clId="{51E1D80A-4A29-4E2A-B293-4232621C1517}" dt="2019-10-06T18:07:59.424" v="247" actId="1076"/>
        <pc:sldMkLst>
          <pc:docMk/>
          <pc:sldMk cId="1643747738" sldId="513"/>
        </pc:sldMkLst>
        <pc:spChg chg="mod">
          <ac:chgData name="Cristian Chilipirea" userId="34ab170da5908fc4" providerId="LiveId" clId="{51E1D80A-4A29-4E2A-B293-4232621C1517}" dt="2019-10-06T18:07:48.540" v="242"/>
          <ac:spMkLst>
            <pc:docMk/>
            <pc:sldMk cId="1643747738" sldId="513"/>
            <ac:spMk id="2" creationId="{C67CBF01-A559-4FAA-AFF8-41DB40B8F4A1}"/>
          </ac:spMkLst>
        </pc:spChg>
        <pc:spChg chg="del">
          <ac:chgData name="Cristian Chilipirea" userId="34ab170da5908fc4" providerId="LiveId" clId="{51E1D80A-4A29-4E2A-B293-4232621C1517}" dt="2019-10-06T18:07:50.486" v="243" actId="478"/>
          <ac:spMkLst>
            <pc:docMk/>
            <pc:sldMk cId="1643747738" sldId="513"/>
            <ac:spMk id="3" creationId="{1045F463-35A1-4A3E-BC92-770B697ED3FD}"/>
          </ac:spMkLst>
        </pc:spChg>
        <pc:spChg chg="add del">
          <ac:chgData name="Cristian Chilipirea" userId="34ab170da5908fc4" providerId="LiveId" clId="{51E1D80A-4A29-4E2A-B293-4232621C1517}" dt="2019-10-06T18:07:57.788" v="245"/>
          <ac:spMkLst>
            <pc:docMk/>
            <pc:sldMk cId="1643747738" sldId="513"/>
            <ac:spMk id="4" creationId="{527FE592-D8F8-4450-B1DA-10B322177DF6}"/>
          </ac:spMkLst>
        </pc:spChg>
        <pc:spChg chg="add mod">
          <ac:chgData name="Cristian Chilipirea" userId="34ab170da5908fc4" providerId="LiveId" clId="{51E1D80A-4A29-4E2A-B293-4232621C1517}" dt="2019-10-06T18:07:59.424" v="247" actId="1076"/>
          <ac:spMkLst>
            <pc:docMk/>
            <pc:sldMk cId="1643747738" sldId="513"/>
            <ac:spMk id="5" creationId="{36D9A0F9-E0D6-44B2-965F-41A8834B8EC8}"/>
          </ac:spMkLst>
        </pc:spChg>
      </pc:sldChg>
      <pc:sldChg chg="addSp delSp modSp add modAnim">
        <pc:chgData name="Cristian Chilipirea" userId="34ab170da5908fc4" providerId="LiveId" clId="{51E1D80A-4A29-4E2A-B293-4232621C1517}" dt="2019-10-06T18:08:25.883" v="254" actId="1076"/>
        <pc:sldMkLst>
          <pc:docMk/>
          <pc:sldMk cId="3181653658" sldId="514"/>
        </pc:sldMkLst>
        <pc:spChg chg="del">
          <ac:chgData name="Cristian Chilipirea" userId="34ab170da5908fc4" providerId="LiveId" clId="{51E1D80A-4A29-4E2A-B293-4232621C1517}" dt="2019-10-06T18:08:12.280" v="250" actId="478"/>
          <ac:spMkLst>
            <pc:docMk/>
            <pc:sldMk cId="3181653658" sldId="514"/>
            <ac:spMk id="2" creationId="{8E7757CC-E7B0-45B8-A463-A6C27EBDF74C}"/>
          </ac:spMkLst>
        </pc:spChg>
        <pc:spChg chg="del">
          <ac:chgData name="Cristian Chilipirea" userId="34ab170da5908fc4" providerId="LiveId" clId="{51E1D80A-4A29-4E2A-B293-4232621C1517}" dt="2019-10-06T18:08:11.072" v="249" actId="478"/>
          <ac:spMkLst>
            <pc:docMk/>
            <pc:sldMk cId="3181653658" sldId="514"/>
            <ac:spMk id="3" creationId="{F437BDD8-2D74-49A3-BE65-5C0F3654C364}"/>
          </ac:spMkLst>
        </pc:spChg>
        <pc:spChg chg="add del">
          <ac:chgData name="Cristian Chilipirea" userId="34ab170da5908fc4" providerId="LiveId" clId="{51E1D80A-4A29-4E2A-B293-4232621C1517}" dt="2019-10-06T18:08:16.734" v="252"/>
          <ac:spMkLst>
            <pc:docMk/>
            <pc:sldMk cId="3181653658" sldId="514"/>
            <ac:spMk id="4" creationId="{2F629111-E7A4-4003-B0F4-FCAF2274F5F4}"/>
          </ac:spMkLst>
        </pc:spChg>
        <pc:spChg chg="add del">
          <ac:chgData name="Cristian Chilipirea" userId="34ab170da5908fc4" providerId="LiveId" clId="{51E1D80A-4A29-4E2A-B293-4232621C1517}" dt="2019-10-06T18:08:16.734" v="252"/>
          <ac:spMkLst>
            <pc:docMk/>
            <pc:sldMk cId="3181653658" sldId="514"/>
            <ac:spMk id="5" creationId="{E09CE1D2-1888-4CA9-BF8F-6A7B46B983F0}"/>
          </ac:spMkLst>
        </pc:spChg>
        <pc:spChg chg="add del">
          <ac:chgData name="Cristian Chilipirea" userId="34ab170da5908fc4" providerId="LiveId" clId="{51E1D80A-4A29-4E2A-B293-4232621C1517}" dt="2019-10-06T18:08:16.734" v="252"/>
          <ac:spMkLst>
            <pc:docMk/>
            <pc:sldMk cId="3181653658" sldId="514"/>
            <ac:spMk id="6" creationId="{FA41EDCA-E881-407C-BFD4-650BD0D1F2B0}"/>
          </ac:spMkLst>
        </pc:spChg>
        <pc:spChg chg="add del">
          <ac:chgData name="Cristian Chilipirea" userId="34ab170da5908fc4" providerId="LiveId" clId="{51E1D80A-4A29-4E2A-B293-4232621C1517}" dt="2019-10-06T18:08:16.734" v="252"/>
          <ac:spMkLst>
            <pc:docMk/>
            <pc:sldMk cId="3181653658" sldId="514"/>
            <ac:spMk id="7" creationId="{7EFD2A05-F7CD-42AB-A20B-37386A2A27D2}"/>
          </ac:spMkLst>
        </pc:spChg>
        <pc:spChg chg="add del">
          <ac:chgData name="Cristian Chilipirea" userId="34ab170da5908fc4" providerId="LiveId" clId="{51E1D80A-4A29-4E2A-B293-4232621C1517}" dt="2019-10-06T18:08:16.734" v="252"/>
          <ac:spMkLst>
            <pc:docMk/>
            <pc:sldMk cId="3181653658" sldId="514"/>
            <ac:spMk id="8" creationId="{E15CB4E4-2988-4FF8-9030-09DA88D8B13F}"/>
          </ac:spMkLst>
        </pc:spChg>
        <pc:spChg chg="add del">
          <ac:chgData name="Cristian Chilipirea" userId="34ab170da5908fc4" providerId="LiveId" clId="{51E1D80A-4A29-4E2A-B293-4232621C1517}" dt="2019-10-06T18:08:16.734" v="252"/>
          <ac:spMkLst>
            <pc:docMk/>
            <pc:sldMk cId="3181653658" sldId="514"/>
            <ac:spMk id="9" creationId="{41184F57-75A7-41D8-B397-8C4E6FA40313}"/>
          </ac:spMkLst>
        </pc:spChg>
        <pc:spChg chg="add del">
          <ac:chgData name="Cristian Chilipirea" userId="34ab170da5908fc4" providerId="LiveId" clId="{51E1D80A-4A29-4E2A-B293-4232621C1517}" dt="2019-10-06T18:08:16.734" v="252"/>
          <ac:spMkLst>
            <pc:docMk/>
            <pc:sldMk cId="3181653658" sldId="514"/>
            <ac:spMk id="10" creationId="{AED60E46-DC5F-40C1-B3C9-A00A45046E57}"/>
          </ac:spMkLst>
        </pc:spChg>
        <pc:spChg chg="add del">
          <ac:chgData name="Cristian Chilipirea" userId="34ab170da5908fc4" providerId="LiveId" clId="{51E1D80A-4A29-4E2A-B293-4232621C1517}" dt="2019-10-06T18:08:16.734" v="252"/>
          <ac:spMkLst>
            <pc:docMk/>
            <pc:sldMk cId="3181653658" sldId="514"/>
            <ac:spMk id="11" creationId="{4A0AF57C-1528-4903-A20B-BEF50EBE125B}"/>
          </ac:spMkLst>
        </pc:spChg>
        <pc:spChg chg="add del">
          <ac:chgData name="Cristian Chilipirea" userId="34ab170da5908fc4" providerId="LiveId" clId="{51E1D80A-4A29-4E2A-B293-4232621C1517}" dt="2019-10-06T18:08:16.734" v="252"/>
          <ac:spMkLst>
            <pc:docMk/>
            <pc:sldMk cId="3181653658" sldId="514"/>
            <ac:spMk id="12" creationId="{E2661160-3709-4E71-A59E-A58379C5ABAD}"/>
          </ac:spMkLst>
        </pc:spChg>
        <pc:spChg chg="add del">
          <ac:chgData name="Cristian Chilipirea" userId="34ab170da5908fc4" providerId="LiveId" clId="{51E1D80A-4A29-4E2A-B293-4232621C1517}" dt="2019-10-06T18:08:16.734" v="252"/>
          <ac:spMkLst>
            <pc:docMk/>
            <pc:sldMk cId="3181653658" sldId="514"/>
            <ac:spMk id="13" creationId="{04A5EEA0-633C-4BF1-A642-B4AFA440249E}"/>
          </ac:spMkLst>
        </pc:spChg>
        <pc:spChg chg="add del">
          <ac:chgData name="Cristian Chilipirea" userId="34ab170da5908fc4" providerId="LiveId" clId="{51E1D80A-4A29-4E2A-B293-4232621C1517}" dt="2019-10-06T18:08:16.734" v="252"/>
          <ac:spMkLst>
            <pc:docMk/>
            <pc:sldMk cId="3181653658" sldId="514"/>
            <ac:spMk id="14" creationId="{1825BA8D-E304-45F6-96B4-59C55529184E}"/>
          </ac:spMkLst>
        </pc:spChg>
        <pc:spChg chg="add del">
          <ac:chgData name="Cristian Chilipirea" userId="34ab170da5908fc4" providerId="LiveId" clId="{51E1D80A-4A29-4E2A-B293-4232621C1517}" dt="2019-10-06T18:08:16.734" v="252"/>
          <ac:spMkLst>
            <pc:docMk/>
            <pc:sldMk cId="3181653658" sldId="514"/>
            <ac:spMk id="15" creationId="{CE300EEE-7AD0-4D2D-A7A6-18429BBE59DD}"/>
          </ac:spMkLst>
        </pc:spChg>
        <pc:spChg chg="add del">
          <ac:chgData name="Cristian Chilipirea" userId="34ab170da5908fc4" providerId="LiveId" clId="{51E1D80A-4A29-4E2A-B293-4232621C1517}" dt="2019-10-06T18:08:16.734" v="252"/>
          <ac:spMkLst>
            <pc:docMk/>
            <pc:sldMk cId="3181653658" sldId="514"/>
            <ac:spMk id="16" creationId="{0F2CB0BA-22B0-479F-9A8F-BBE0DCDBA5FC}"/>
          </ac:spMkLst>
        </pc:spChg>
        <pc:spChg chg="add del">
          <ac:chgData name="Cristian Chilipirea" userId="34ab170da5908fc4" providerId="LiveId" clId="{51E1D80A-4A29-4E2A-B293-4232621C1517}" dt="2019-10-06T18:08:16.734" v="252"/>
          <ac:spMkLst>
            <pc:docMk/>
            <pc:sldMk cId="3181653658" sldId="514"/>
            <ac:spMk id="17" creationId="{92F7EB1C-6417-4DF4-8D29-E66FA4EFFD44}"/>
          </ac:spMkLst>
        </pc:spChg>
        <pc:spChg chg="add del">
          <ac:chgData name="Cristian Chilipirea" userId="34ab170da5908fc4" providerId="LiveId" clId="{51E1D80A-4A29-4E2A-B293-4232621C1517}" dt="2019-10-06T18:08:16.734" v="252"/>
          <ac:spMkLst>
            <pc:docMk/>
            <pc:sldMk cId="3181653658" sldId="514"/>
            <ac:spMk id="18" creationId="{72F10931-7433-4FA5-8EC9-6AB14CB09266}"/>
          </ac:spMkLst>
        </pc:spChg>
        <pc:spChg chg="add del">
          <ac:chgData name="Cristian Chilipirea" userId="34ab170da5908fc4" providerId="LiveId" clId="{51E1D80A-4A29-4E2A-B293-4232621C1517}" dt="2019-10-06T18:08:16.734" v="252"/>
          <ac:spMkLst>
            <pc:docMk/>
            <pc:sldMk cId="3181653658" sldId="514"/>
            <ac:spMk id="19" creationId="{15860DFF-8F43-49F4-9706-A7C0782C5071}"/>
          </ac:spMkLst>
        </pc:spChg>
        <pc:spChg chg="add del">
          <ac:chgData name="Cristian Chilipirea" userId="34ab170da5908fc4" providerId="LiveId" clId="{51E1D80A-4A29-4E2A-B293-4232621C1517}" dt="2019-10-06T18:08:16.734" v="252"/>
          <ac:spMkLst>
            <pc:docMk/>
            <pc:sldMk cId="3181653658" sldId="514"/>
            <ac:spMk id="20" creationId="{011EE6DF-932B-4E23-B780-3BCF082F3B03}"/>
          </ac:spMkLst>
        </pc:spChg>
        <pc:spChg chg="add del">
          <ac:chgData name="Cristian Chilipirea" userId="34ab170da5908fc4" providerId="LiveId" clId="{51E1D80A-4A29-4E2A-B293-4232621C1517}" dt="2019-10-06T18:08:16.734" v="252"/>
          <ac:spMkLst>
            <pc:docMk/>
            <pc:sldMk cId="3181653658" sldId="514"/>
            <ac:spMk id="21" creationId="{B5772446-6E33-4AA4-A456-5001115C803D}"/>
          </ac:spMkLst>
        </pc:spChg>
        <pc:spChg chg="add del">
          <ac:chgData name="Cristian Chilipirea" userId="34ab170da5908fc4" providerId="LiveId" clId="{51E1D80A-4A29-4E2A-B293-4232621C1517}" dt="2019-10-06T18:08:16.734" v="252"/>
          <ac:spMkLst>
            <pc:docMk/>
            <pc:sldMk cId="3181653658" sldId="514"/>
            <ac:spMk id="22" creationId="{68D0C2AB-3567-422C-B5C7-ED7E950B1F6C}"/>
          </ac:spMkLst>
        </pc:spChg>
        <pc:spChg chg="add del">
          <ac:chgData name="Cristian Chilipirea" userId="34ab170da5908fc4" providerId="LiveId" clId="{51E1D80A-4A29-4E2A-B293-4232621C1517}" dt="2019-10-06T18:08:16.734" v="252"/>
          <ac:spMkLst>
            <pc:docMk/>
            <pc:sldMk cId="3181653658" sldId="514"/>
            <ac:spMk id="23" creationId="{0D41D99E-65EB-4251-999C-A34C522E26B5}"/>
          </ac:spMkLst>
        </pc:spChg>
        <pc:spChg chg="add del">
          <ac:chgData name="Cristian Chilipirea" userId="34ab170da5908fc4" providerId="LiveId" clId="{51E1D80A-4A29-4E2A-B293-4232621C1517}" dt="2019-10-06T18:08:16.734" v="252"/>
          <ac:spMkLst>
            <pc:docMk/>
            <pc:sldMk cId="3181653658" sldId="514"/>
            <ac:spMk id="24" creationId="{9DA959E0-40A0-454A-B4AF-8B1F6B969F09}"/>
          </ac:spMkLst>
        </pc:spChg>
        <pc:spChg chg="add del">
          <ac:chgData name="Cristian Chilipirea" userId="34ab170da5908fc4" providerId="LiveId" clId="{51E1D80A-4A29-4E2A-B293-4232621C1517}" dt="2019-10-06T18:08:16.734" v="252"/>
          <ac:spMkLst>
            <pc:docMk/>
            <pc:sldMk cId="3181653658" sldId="514"/>
            <ac:spMk id="25" creationId="{674EF183-B205-4402-88D1-FA3D4CB080DD}"/>
          </ac:spMkLst>
        </pc:spChg>
        <pc:spChg chg="add del">
          <ac:chgData name="Cristian Chilipirea" userId="34ab170da5908fc4" providerId="LiveId" clId="{51E1D80A-4A29-4E2A-B293-4232621C1517}" dt="2019-10-06T18:08:16.734" v="252"/>
          <ac:spMkLst>
            <pc:docMk/>
            <pc:sldMk cId="3181653658" sldId="514"/>
            <ac:spMk id="26" creationId="{B3C394C7-AF95-4B6F-8B83-B18DC13C1F37}"/>
          </ac:spMkLst>
        </pc:spChg>
        <pc:spChg chg="add del">
          <ac:chgData name="Cristian Chilipirea" userId="34ab170da5908fc4" providerId="LiveId" clId="{51E1D80A-4A29-4E2A-B293-4232621C1517}" dt="2019-10-06T18:08:16.734" v="252"/>
          <ac:spMkLst>
            <pc:docMk/>
            <pc:sldMk cId="3181653658" sldId="514"/>
            <ac:spMk id="27" creationId="{24B328FE-DAA1-4F63-9091-81C56D8A952B}"/>
          </ac:spMkLst>
        </pc:spChg>
        <pc:spChg chg="add del">
          <ac:chgData name="Cristian Chilipirea" userId="34ab170da5908fc4" providerId="LiveId" clId="{51E1D80A-4A29-4E2A-B293-4232621C1517}" dt="2019-10-06T18:08:16.734" v="252"/>
          <ac:spMkLst>
            <pc:docMk/>
            <pc:sldMk cId="3181653658" sldId="514"/>
            <ac:spMk id="28" creationId="{5B32886D-1EA3-4B9C-B3A0-674A308D895A}"/>
          </ac:spMkLst>
        </pc:spChg>
        <pc:spChg chg="add del">
          <ac:chgData name="Cristian Chilipirea" userId="34ab170da5908fc4" providerId="LiveId" clId="{51E1D80A-4A29-4E2A-B293-4232621C1517}" dt="2019-10-06T18:08:16.734" v="252"/>
          <ac:spMkLst>
            <pc:docMk/>
            <pc:sldMk cId="3181653658" sldId="514"/>
            <ac:spMk id="29" creationId="{18C00A18-A641-4D92-8695-55161D0A179A}"/>
          </ac:spMkLst>
        </pc:spChg>
        <pc:spChg chg="add del">
          <ac:chgData name="Cristian Chilipirea" userId="34ab170da5908fc4" providerId="LiveId" clId="{51E1D80A-4A29-4E2A-B293-4232621C1517}" dt="2019-10-06T18:08:16.734" v="252"/>
          <ac:spMkLst>
            <pc:docMk/>
            <pc:sldMk cId="3181653658" sldId="514"/>
            <ac:spMk id="30" creationId="{FEAA0A65-83FA-40A4-947F-03621069A2E2}"/>
          </ac:spMkLst>
        </pc:spChg>
        <pc:spChg chg="add del">
          <ac:chgData name="Cristian Chilipirea" userId="34ab170da5908fc4" providerId="LiveId" clId="{51E1D80A-4A29-4E2A-B293-4232621C1517}" dt="2019-10-06T18:08:16.734" v="252"/>
          <ac:spMkLst>
            <pc:docMk/>
            <pc:sldMk cId="3181653658" sldId="514"/>
            <ac:spMk id="31" creationId="{D7E4D054-A4B4-4E14-8417-6C073E5B5755}"/>
          </ac:spMkLst>
        </pc:spChg>
        <pc:spChg chg="add del">
          <ac:chgData name="Cristian Chilipirea" userId="34ab170da5908fc4" providerId="LiveId" clId="{51E1D80A-4A29-4E2A-B293-4232621C1517}" dt="2019-10-06T18:08:16.734" v="252"/>
          <ac:spMkLst>
            <pc:docMk/>
            <pc:sldMk cId="3181653658" sldId="514"/>
            <ac:spMk id="32" creationId="{8B6C027A-FB6B-4E4D-A10C-2BE5D9647094}"/>
          </ac:spMkLst>
        </pc:spChg>
        <pc:spChg chg="add del">
          <ac:chgData name="Cristian Chilipirea" userId="34ab170da5908fc4" providerId="LiveId" clId="{51E1D80A-4A29-4E2A-B293-4232621C1517}" dt="2019-10-06T18:08:16.734" v="252"/>
          <ac:spMkLst>
            <pc:docMk/>
            <pc:sldMk cId="3181653658" sldId="514"/>
            <ac:spMk id="33" creationId="{8DD175EF-19BF-456C-95C9-79BE00A01D06}"/>
          </ac:spMkLst>
        </pc:spChg>
        <pc:spChg chg="add del">
          <ac:chgData name="Cristian Chilipirea" userId="34ab170da5908fc4" providerId="LiveId" clId="{51E1D80A-4A29-4E2A-B293-4232621C1517}" dt="2019-10-06T18:08:16.734" v="252"/>
          <ac:spMkLst>
            <pc:docMk/>
            <pc:sldMk cId="3181653658" sldId="514"/>
            <ac:spMk id="34" creationId="{7C05D0FC-2817-4160-93C3-7164275729B5}"/>
          </ac:spMkLst>
        </pc:spChg>
        <pc:spChg chg="add del">
          <ac:chgData name="Cristian Chilipirea" userId="34ab170da5908fc4" providerId="LiveId" clId="{51E1D80A-4A29-4E2A-B293-4232621C1517}" dt="2019-10-06T18:08:16.734" v="252"/>
          <ac:spMkLst>
            <pc:docMk/>
            <pc:sldMk cId="3181653658" sldId="514"/>
            <ac:spMk id="35" creationId="{64FEFE1F-6580-4931-B212-6F7270E05D20}"/>
          </ac:spMkLst>
        </pc:spChg>
        <pc:spChg chg="add del">
          <ac:chgData name="Cristian Chilipirea" userId="34ab170da5908fc4" providerId="LiveId" clId="{51E1D80A-4A29-4E2A-B293-4232621C1517}" dt="2019-10-06T18:08:16.734" v="252"/>
          <ac:spMkLst>
            <pc:docMk/>
            <pc:sldMk cId="3181653658" sldId="514"/>
            <ac:spMk id="36" creationId="{47C5467B-5D2D-4EA6-B672-B57DDD49D33E}"/>
          </ac:spMkLst>
        </pc:spChg>
        <pc:spChg chg="add del">
          <ac:chgData name="Cristian Chilipirea" userId="34ab170da5908fc4" providerId="LiveId" clId="{51E1D80A-4A29-4E2A-B293-4232621C1517}" dt="2019-10-06T18:08:16.734" v="252"/>
          <ac:spMkLst>
            <pc:docMk/>
            <pc:sldMk cId="3181653658" sldId="514"/>
            <ac:spMk id="37" creationId="{A916CA76-5FA1-423E-A799-384B6DBAECBA}"/>
          </ac:spMkLst>
        </pc:spChg>
        <pc:spChg chg="add del">
          <ac:chgData name="Cristian Chilipirea" userId="34ab170da5908fc4" providerId="LiveId" clId="{51E1D80A-4A29-4E2A-B293-4232621C1517}" dt="2019-10-06T18:08:16.734" v="252"/>
          <ac:spMkLst>
            <pc:docMk/>
            <pc:sldMk cId="3181653658" sldId="514"/>
            <ac:spMk id="38" creationId="{ACB573DB-0663-48EC-B90D-8964C5292321}"/>
          </ac:spMkLst>
        </pc:spChg>
        <pc:spChg chg="add del">
          <ac:chgData name="Cristian Chilipirea" userId="34ab170da5908fc4" providerId="LiveId" clId="{51E1D80A-4A29-4E2A-B293-4232621C1517}" dt="2019-10-06T18:08:16.734" v="252"/>
          <ac:spMkLst>
            <pc:docMk/>
            <pc:sldMk cId="3181653658" sldId="514"/>
            <ac:spMk id="39" creationId="{FA6F1868-D647-4477-A6A9-10128DD29B28}"/>
          </ac:spMkLst>
        </pc:spChg>
        <pc:spChg chg="add del">
          <ac:chgData name="Cristian Chilipirea" userId="34ab170da5908fc4" providerId="LiveId" clId="{51E1D80A-4A29-4E2A-B293-4232621C1517}" dt="2019-10-06T18:08:16.734" v="252"/>
          <ac:spMkLst>
            <pc:docMk/>
            <pc:sldMk cId="3181653658" sldId="514"/>
            <ac:spMk id="40" creationId="{F874B612-F9E4-4A06-8590-4B9F519D6A23}"/>
          </ac:spMkLst>
        </pc:spChg>
        <pc:spChg chg="add del">
          <ac:chgData name="Cristian Chilipirea" userId="34ab170da5908fc4" providerId="LiveId" clId="{51E1D80A-4A29-4E2A-B293-4232621C1517}" dt="2019-10-06T18:08:16.734" v="252"/>
          <ac:spMkLst>
            <pc:docMk/>
            <pc:sldMk cId="3181653658" sldId="514"/>
            <ac:spMk id="41" creationId="{4AAC1CFB-7497-433F-9915-DD69B2F7484A}"/>
          </ac:spMkLst>
        </pc:spChg>
        <pc:spChg chg="add del">
          <ac:chgData name="Cristian Chilipirea" userId="34ab170da5908fc4" providerId="LiveId" clId="{51E1D80A-4A29-4E2A-B293-4232621C1517}" dt="2019-10-06T18:08:16.734" v="252"/>
          <ac:spMkLst>
            <pc:docMk/>
            <pc:sldMk cId="3181653658" sldId="514"/>
            <ac:spMk id="42" creationId="{2C6616A6-B89B-40A9-BC37-32DFAB6693B2}"/>
          </ac:spMkLst>
        </pc:spChg>
        <pc:spChg chg="add del">
          <ac:chgData name="Cristian Chilipirea" userId="34ab170da5908fc4" providerId="LiveId" clId="{51E1D80A-4A29-4E2A-B293-4232621C1517}" dt="2019-10-06T18:08:16.734" v="252"/>
          <ac:spMkLst>
            <pc:docMk/>
            <pc:sldMk cId="3181653658" sldId="514"/>
            <ac:spMk id="43" creationId="{714F1283-C07F-4E74-B72D-C142FA9659BF}"/>
          </ac:spMkLst>
        </pc:spChg>
        <pc:spChg chg="add del">
          <ac:chgData name="Cristian Chilipirea" userId="34ab170da5908fc4" providerId="LiveId" clId="{51E1D80A-4A29-4E2A-B293-4232621C1517}" dt="2019-10-06T18:08:16.734" v="252"/>
          <ac:spMkLst>
            <pc:docMk/>
            <pc:sldMk cId="3181653658" sldId="514"/>
            <ac:spMk id="44" creationId="{8A5F50A7-4FE1-4E33-8990-149D50375B01}"/>
          </ac:spMkLst>
        </pc:spChg>
        <pc:spChg chg="add del">
          <ac:chgData name="Cristian Chilipirea" userId="34ab170da5908fc4" providerId="LiveId" clId="{51E1D80A-4A29-4E2A-B293-4232621C1517}" dt="2019-10-06T18:08:16.734" v="252"/>
          <ac:spMkLst>
            <pc:docMk/>
            <pc:sldMk cId="3181653658" sldId="514"/>
            <ac:spMk id="45" creationId="{77794AC2-0899-4CB0-9E97-90CB7A6E5A4F}"/>
          </ac:spMkLst>
        </pc:spChg>
        <pc:spChg chg="add del">
          <ac:chgData name="Cristian Chilipirea" userId="34ab170da5908fc4" providerId="LiveId" clId="{51E1D80A-4A29-4E2A-B293-4232621C1517}" dt="2019-10-06T18:08:16.734" v="252"/>
          <ac:spMkLst>
            <pc:docMk/>
            <pc:sldMk cId="3181653658" sldId="514"/>
            <ac:spMk id="46" creationId="{20904303-BBD6-499C-86FC-145235E49964}"/>
          </ac:spMkLst>
        </pc:spChg>
        <pc:spChg chg="add del">
          <ac:chgData name="Cristian Chilipirea" userId="34ab170da5908fc4" providerId="LiveId" clId="{51E1D80A-4A29-4E2A-B293-4232621C1517}" dt="2019-10-06T18:08:16.734" v="252"/>
          <ac:spMkLst>
            <pc:docMk/>
            <pc:sldMk cId="3181653658" sldId="514"/>
            <ac:spMk id="47" creationId="{C2E7F05C-1D0C-47F6-BD3E-F494D453F165}"/>
          </ac:spMkLst>
        </pc:spChg>
        <pc:spChg chg="add del">
          <ac:chgData name="Cristian Chilipirea" userId="34ab170da5908fc4" providerId="LiveId" clId="{51E1D80A-4A29-4E2A-B293-4232621C1517}" dt="2019-10-06T18:08:16.734" v="252"/>
          <ac:spMkLst>
            <pc:docMk/>
            <pc:sldMk cId="3181653658" sldId="514"/>
            <ac:spMk id="48" creationId="{8D97C980-AB7E-4A4D-A3C3-944F12101B42}"/>
          </ac:spMkLst>
        </pc:spChg>
        <pc:spChg chg="add del">
          <ac:chgData name="Cristian Chilipirea" userId="34ab170da5908fc4" providerId="LiveId" clId="{51E1D80A-4A29-4E2A-B293-4232621C1517}" dt="2019-10-06T18:08:16.734" v="252"/>
          <ac:spMkLst>
            <pc:docMk/>
            <pc:sldMk cId="3181653658" sldId="514"/>
            <ac:spMk id="49" creationId="{3AE35944-C4A3-49F5-9F46-035B9DE0CFFB}"/>
          </ac:spMkLst>
        </pc:spChg>
        <pc:spChg chg="add del">
          <ac:chgData name="Cristian Chilipirea" userId="34ab170da5908fc4" providerId="LiveId" clId="{51E1D80A-4A29-4E2A-B293-4232621C1517}" dt="2019-10-06T18:08:16.734" v="252"/>
          <ac:spMkLst>
            <pc:docMk/>
            <pc:sldMk cId="3181653658" sldId="514"/>
            <ac:spMk id="50" creationId="{D8F412EF-3FB2-4D0B-9485-57952C560C38}"/>
          </ac:spMkLst>
        </pc:spChg>
        <pc:spChg chg="add del">
          <ac:chgData name="Cristian Chilipirea" userId="34ab170da5908fc4" providerId="LiveId" clId="{51E1D80A-4A29-4E2A-B293-4232621C1517}" dt="2019-10-06T18:08:16.734" v="252"/>
          <ac:spMkLst>
            <pc:docMk/>
            <pc:sldMk cId="3181653658" sldId="514"/>
            <ac:spMk id="51" creationId="{EC382042-4EF6-4344-8882-73C5ED7EA9E4}"/>
          </ac:spMkLst>
        </pc:spChg>
        <pc:spChg chg="add del">
          <ac:chgData name="Cristian Chilipirea" userId="34ab170da5908fc4" providerId="LiveId" clId="{51E1D80A-4A29-4E2A-B293-4232621C1517}" dt="2019-10-06T18:08:16.734" v="252"/>
          <ac:spMkLst>
            <pc:docMk/>
            <pc:sldMk cId="3181653658" sldId="514"/>
            <ac:spMk id="52" creationId="{BF0EE371-CDE7-441B-8BD5-A984C6EDE89C}"/>
          </ac:spMkLst>
        </pc:spChg>
        <pc:spChg chg="add del">
          <ac:chgData name="Cristian Chilipirea" userId="34ab170da5908fc4" providerId="LiveId" clId="{51E1D80A-4A29-4E2A-B293-4232621C1517}" dt="2019-10-06T18:08:16.734" v="252"/>
          <ac:spMkLst>
            <pc:docMk/>
            <pc:sldMk cId="3181653658" sldId="514"/>
            <ac:spMk id="53" creationId="{D8992905-7290-4202-8532-C8D1D50BD4C7}"/>
          </ac:spMkLst>
        </pc:spChg>
        <pc:spChg chg="add del">
          <ac:chgData name="Cristian Chilipirea" userId="34ab170da5908fc4" providerId="LiveId" clId="{51E1D80A-4A29-4E2A-B293-4232621C1517}" dt="2019-10-06T18:08:16.734" v="252"/>
          <ac:spMkLst>
            <pc:docMk/>
            <pc:sldMk cId="3181653658" sldId="514"/>
            <ac:spMk id="54" creationId="{FDDCCD51-6858-4D3A-BAB5-1D99529D0F9F}"/>
          </ac:spMkLst>
        </pc:spChg>
        <pc:spChg chg="add del">
          <ac:chgData name="Cristian Chilipirea" userId="34ab170da5908fc4" providerId="LiveId" clId="{51E1D80A-4A29-4E2A-B293-4232621C1517}" dt="2019-10-06T18:08:16.734" v="252"/>
          <ac:spMkLst>
            <pc:docMk/>
            <pc:sldMk cId="3181653658" sldId="514"/>
            <ac:spMk id="55" creationId="{74CFB4D5-FB44-4F77-973E-7E13A486C98E}"/>
          </ac:spMkLst>
        </pc:spChg>
        <pc:spChg chg="add del">
          <ac:chgData name="Cristian Chilipirea" userId="34ab170da5908fc4" providerId="LiveId" clId="{51E1D80A-4A29-4E2A-B293-4232621C1517}" dt="2019-10-06T18:08:16.734" v="252"/>
          <ac:spMkLst>
            <pc:docMk/>
            <pc:sldMk cId="3181653658" sldId="514"/>
            <ac:spMk id="56" creationId="{29920ACF-22C2-4750-BF12-CE42530B0A62}"/>
          </ac:spMkLst>
        </pc:spChg>
        <pc:spChg chg="add del">
          <ac:chgData name="Cristian Chilipirea" userId="34ab170da5908fc4" providerId="LiveId" clId="{51E1D80A-4A29-4E2A-B293-4232621C1517}" dt="2019-10-06T18:08:16.734" v="252"/>
          <ac:spMkLst>
            <pc:docMk/>
            <pc:sldMk cId="3181653658" sldId="514"/>
            <ac:spMk id="57" creationId="{985B4A17-8CC4-422B-831A-05BED1B194FB}"/>
          </ac:spMkLst>
        </pc:spChg>
        <pc:spChg chg="add del">
          <ac:chgData name="Cristian Chilipirea" userId="34ab170da5908fc4" providerId="LiveId" clId="{51E1D80A-4A29-4E2A-B293-4232621C1517}" dt="2019-10-06T18:08:16.734" v="252"/>
          <ac:spMkLst>
            <pc:docMk/>
            <pc:sldMk cId="3181653658" sldId="514"/>
            <ac:spMk id="58" creationId="{0AF42141-4CD9-4FA7-9183-E94E3A477D56}"/>
          </ac:spMkLst>
        </pc:spChg>
        <pc:spChg chg="add del">
          <ac:chgData name="Cristian Chilipirea" userId="34ab170da5908fc4" providerId="LiveId" clId="{51E1D80A-4A29-4E2A-B293-4232621C1517}" dt="2019-10-06T18:08:16.734" v="252"/>
          <ac:spMkLst>
            <pc:docMk/>
            <pc:sldMk cId="3181653658" sldId="514"/>
            <ac:spMk id="59" creationId="{C52534BF-2EF1-435E-BF2B-083BF4948BC9}"/>
          </ac:spMkLst>
        </pc:spChg>
        <pc:spChg chg="add del">
          <ac:chgData name="Cristian Chilipirea" userId="34ab170da5908fc4" providerId="LiveId" clId="{51E1D80A-4A29-4E2A-B293-4232621C1517}" dt="2019-10-06T18:08:16.734" v="252"/>
          <ac:spMkLst>
            <pc:docMk/>
            <pc:sldMk cId="3181653658" sldId="514"/>
            <ac:spMk id="60" creationId="{B51BD7C1-9C59-4EE4-97BD-A8F89F57FB63}"/>
          </ac:spMkLst>
        </pc:spChg>
        <pc:spChg chg="add del">
          <ac:chgData name="Cristian Chilipirea" userId="34ab170da5908fc4" providerId="LiveId" clId="{51E1D80A-4A29-4E2A-B293-4232621C1517}" dt="2019-10-06T18:08:16.734" v="252"/>
          <ac:spMkLst>
            <pc:docMk/>
            <pc:sldMk cId="3181653658" sldId="514"/>
            <ac:spMk id="61" creationId="{1919AF5D-38B4-495D-A013-1B0D17D29228}"/>
          </ac:spMkLst>
        </pc:spChg>
        <pc:spChg chg="add del">
          <ac:chgData name="Cristian Chilipirea" userId="34ab170da5908fc4" providerId="LiveId" clId="{51E1D80A-4A29-4E2A-B293-4232621C1517}" dt="2019-10-06T18:08:16.734" v="252"/>
          <ac:spMkLst>
            <pc:docMk/>
            <pc:sldMk cId="3181653658" sldId="514"/>
            <ac:spMk id="62" creationId="{345903A2-21C8-43A5-843B-8B97583CE698}"/>
          </ac:spMkLst>
        </pc:spChg>
        <pc:spChg chg="add del">
          <ac:chgData name="Cristian Chilipirea" userId="34ab170da5908fc4" providerId="LiveId" clId="{51E1D80A-4A29-4E2A-B293-4232621C1517}" dt="2019-10-06T18:08:16.734" v="252"/>
          <ac:spMkLst>
            <pc:docMk/>
            <pc:sldMk cId="3181653658" sldId="514"/>
            <ac:spMk id="63" creationId="{00686B20-6F3B-468A-BA4A-DFDA754CBDFE}"/>
          </ac:spMkLst>
        </pc:spChg>
        <pc:spChg chg="add del">
          <ac:chgData name="Cristian Chilipirea" userId="34ab170da5908fc4" providerId="LiveId" clId="{51E1D80A-4A29-4E2A-B293-4232621C1517}" dt="2019-10-06T18:08:16.734" v="252"/>
          <ac:spMkLst>
            <pc:docMk/>
            <pc:sldMk cId="3181653658" sldId="514"/>
            <ac:spMk id="64" creationId="{9F08BBD2-CAEF-4CC4-B99A-6AAA850A86B4}"/>
          </ac:spMkLst>
        </pc:spChg>
        <pc:spChg chg="add del">
          <ac:chgData name="Cristian Chilipirea" userId="34ab170da5908fc4" providerId="LiveId" clId="{51E1D80A-4A29-4E2A-B293-4232621C1517}" dt="2019-10-06T18:08:16.734" v="252"/>
          <ac:spMkLst>
            <pc:docMk/>
            <pc:sldMk cId="3181653658" sldId="514"/>
            <ac:spMk id="65" creationId="{278C8EC1-CE24-4501-9BD9-26A70B470720}"/>
          </ac:spMkLst>
        </pc:spChg>
        <pc:spChg chg="add del">
          <ac:chgData name="Cristian Chilipirea" userId="34ab170da5908fc4" providerId="LiveId" clId="{51E1D80A-4A29-4E2A-B293-4232621C1517}" dt="2019-10-06T18:08:16.734" v="252"/>
          <ac:spMkLst>
            <pc:docMk/>
            <pc:sldMk cId="3181653658" sldId="514"/>
            <ac:spMk id="66" creationId="{39DEAC31-FBEE-41DF-9256-3FC820290B29}"/>
          </ac:spMkLst>
        </pc:spChg>
        <pc:spChg chg="add del">
          <ac:chgData name="Cristian Chilipirea" userId="34ab170da5908fc4" providerId="LiveId" clId="{51E1D80A-4A29-4E2A-B293-4232621C1517}" dt="2019-10-06T18:08:16.734" v="252"/>
          <ac:spMkLst>
            <pc:docMk/>
            <pc:sldMk cId="3181653658" sldId="514"/>
            <ac:spMk id="67" creationId="{B3D91899-2E46-403F-964D-6FAD67DA9AF2}"/>
          </ac:spMkLst>
        </pc:spChg>
        <pc:spChg chg="add del">
          <ac:chgData name="Cristian Chilipirea" userId="34ab170da5908fc4" providerId="LiveId" clId="{51E1D80A-4A29-4E2A-B293-4232621C1517}" dt="2019-10-06T18:08:16.734" v="252"/>
          <ac:spMkLst>
            <pc:docMk/>
            <pc:sldMk cId="3181653658" sldId="514"/>
            <ac:spMk id="68" creationId="{83181B4A-5AC4-4486-A212-FC7947C82ECA}"/>
          </ac:spMkLst>
        </pc:spChg>
        <pc:spChg chg="add del">
          <ac:chgData name="Cristian Chilipirea" userId="34ab170da5908fc4" providerId="LiveId" clId="{51E1D80A-4A29-4E2A-B293-4232621C1517}" dt="2019-10-06T18:08:16.734" v="252"/>
          <ac:spMkLst>
            <pc:docMk/>
            <pc:sldMk cId="3181653658" sldId="514"/>
            <ac:spMk id="69" creationId="{4210A389-6C58-4A81-B609-58E73A96DE9E}"/>
          </ac:spMkLst>
        </pc:spChg>
        <pc:spChg chg="add del">
          <ac:chgData name="Cristian Chilipirea" userId="34ab170da5908fc4" providerId="LiveId" clId="{51E1D80A-4A29-4E2A-B293-4232621C1517}" dt="2019-10-06T18:08:16.734" v="252"/>
          <ac:spMkLst>
            <pc:docMk/>
            <pc:sldMk cId="3181653658" sldId="514"/>
            <ac:spMk id="70" creationId="{EF6625DE-8CF1-4152-AB97-56EF6BECAEE0}"/>
          </ac:spMkLst>
        </pc:spChg>
        <pc:spChg chg="add del">
          <ac:chgData name="Cristian Chilipirea" userId="34ab170da5908fc4" providerId="LiveId" clId="{51E1D80A-4A29-4E2A-B293-4232621C1517}" dt="2019-10-06T18:08:16.734" v="252"/>
          <ac:spMkLst>
            <pc:docMk/>
            <pc:sldMk cId="3181653658" sldId="514"/>
            <ac:spMk id="71" creationId="{69234508-2B50-461A-9996-C40BE9E72CC9}"/>
          </ac:spMkLst>
        </pc:spChg>
        <pc:spChg chg="add del">
          <ac:chgData name="Cristian Chilipirea" userId="34ab170da5908fc4" providerId="LiveId" clId="{51E1D80A-4A29-4E2A-B293-4232621C1517}" dt="2019-10-06T18:08:16.734" v="252"/>
          <ac:spMkLst>
            <pc:docMk/>
            <pc:sldMk cId="3181653658" sldId="514"/>
            <ac:spMk id="72" creationId="{3D6F024E-98BD-4F52-AFDE-51D4472A1B25}"/>
          </ac:spMkLst>
        </pc:spChg>
        <pc:spChg chg="add del">
          <ac:chgData name="Cristian Chilipirea" userId="34ab170da5908fc4" providerId="LiveId" clId="{51E1D80A-4A29-4E2A-B293-4232621C1517}" dt="2019-10-06T18:08:16.734" v="252"/>
          <ac:spMkLst>
            <pc:docMk/>
            <pc:sldMk cId="3181653658" sldId="514"/>
            <ac:spMk id="73" creationId="{91DFD773-742D-4364-96EC-7F5E0592C2E9}"/>
          </ac:spMkLst>
        </pc:spChg>
        <pc:spChg chg="add del">
          <ac:chgData name="Cristian Chilipirea" userId="34ab170da5908fc4" providerId="LiveId" clId="{51E1D80A-4A29-4E2A-B293-4232621C1517}" dt="2019-10-06T18:08:16.734" v="252"/>
          <ac:spMkLst>
            <pc:docMk/>
            <pc:sldMk cId="3181653658" sldId="514"/>
            <ac:spMk id="74" creationId="{B180C7EF-3C9A-4B7F-927B-986E1BD83D44}"/>
          </ac:spMkLst>
        </pc:spChg>
        <pc:spChg chg="add del">
          <ac:chgData name="Cristian Chilipirea" userId="34ab170da5908fc4" providerId="LiveId" clId="{51E1D80A-4A29-4E2A-B293-4232621C1517}" dt="2019-10-06T18:08:16.734" v="252"/>
          <ac:spMkLst>
            <pc:docMk/>
            <pc:sldMk cId="3181653658" sldId="514"/>
            <ac:spMk id="75" creationId="{09058D5B-815A-4B18-8D58-66343BD0C46B}"/>
          </ac:spMkLst>
        </pc:spChg>
        <pc:spChg chg="add del">
          <ac:chgData name="Cristian Chilipirea" userId="34ab170da5908fc4" providerId="LiveId" clId="{51E1D80A-4A29-4E2A-B293-4232621C1517}" dt="2019-10-06T18:08:16.734" v="252"/>
          <ac:spMkLst>
            <pc:docMk/>
            <pc:sldMk cId="3181653658" sldId="514"/>
            <ac:spMk id="76" creationId="{8E11452E-97A3-435B-8AD4-4E4C9A4E944B}"/>
          </ac:spMkLst>
        </pc:spChg>
        <pc:spChg chg="add del">
          <ac:chgData name="Cristian Chilipirea" userId="34ab170da5908fc4" providerId="LiveId" clId="{51E1D80A-4A29-4E2A-B293-4232621C1517}" dt="2019-10-06T18:08:16.734" v="252"/>
          <ac:spMkLst>
            <pc:docMk/>
            <pc:sldMk cId="3181653658" sldId="514"/>
            <ac:spMk id="77" creationId="{3C459FB5-1E16-4025-83FF-A8BFE8731002}"/>
          </ac:spMkLst>
        </pc:spChg>
        <pc:spChg chg="add del">
          <ac:chgData name="Cristian Chilipirea" userId="34ab170da5908fc4" providerId="LiveId" clId="{51E1D80A-4A29-4E2A-B293-4232621C1517}" dt="2019-10-06T18:08:16.734" v="252"/>
          <ac:spMkLst>
            <pc:docMk/>
            <pc:sldMk cId="3181653658" sldId="514"/>
            <ac:spMk id="78" creationId="{079F7F95-F74A-4083-8B0E-2DB5B34B0BAF}"/>
          </ac:spMkLst>
        </pc:spChg>
        <pc:spChg chg="add del">
          <ac:chgData name="Cristian Chilipirea" userId="34ab170da5908fc4" providerId="LiveId" clId="{51E1D80A-4A29-4E2A-B293-4232621C1517}" dt="2019-10-06T18:08:16.734" v="252"/>
          <ac:spMkLst>
            <pc:docMk/>
            <pc:sldMk cId="3181653658" sldId="514"/>
            <ac:spMk id="79" creationId="{CD056DBE-2E2F-4207-B9BE-ED8197AE7048}"/>
          </ac:spMkLst>
        </pc:spChg>
        <pc:spChg chg="add del">
          <ac:chgData name="Cristian Chilipirea" userId="34ab170da5908fc4" providerId="LiveId" clId="{51E1D80A-4A29-4E2A-B293-4232621C1517}" dt="2019-10-06T18:08:16.734" v="252"/>
          <ac:spMkLst>
            <pc:docMk/>
            <pc:sldMk cId="3181653658" sldId="514"/>
            <ac:spMk id="80" creationId="{5D57DBB3-E0E9-4323-82A3-22CE8E180DB6}"/>
          </ac:spMkLst>
        </pc:spChg>
        <pc:spChg chg="add del">
          <ac:chgData name="Cristian Chilipirea" userId="34ab170da5908fc4" providerId="LiveId" clId="{51E1D80A-4A29-4E2A-B293-4232621C1517}" dt="2019-10-06T18:08:16.734" v="252"/>
          <ac:spMkLst>
            <pc:docMk/>
            <pc:sldMk cId="3181653658" sldId="514"/>
            <ac:spMk id="81" creationId="{6D24A40F-D182-458E-A4D1-3C6C28D3D507}"/>
          </ac:spMkLst>
        </pc:spChg>
        <pc:spChg chg="add del">
          <ac:chgData name="Cristian Chilipirea" userId="34ab170da5908fc4" providerId="LiveId" clId="{51E1D80A-4A29-4E2A-B293-4232621C1517}" dt="2019-10-06T18:08:16.734" v="252"/>
          <ac:spMkLst>
            <pc:docMk/>
            <pc:sldMk cId="3181653658" sldId="514"/>
            <ac:spMk id="82" creationId="{25875BC8-6BD9-48DF-9DE2-278CE886647D}"/>
          </ac:spMkLst>
        </pc:spChg>
        <pc:spChg chg="add del">
          <ac:chgData name="Cristian Chilipirea" userId="34ab170da5908fc4" providerId="LiveId" clId="{51E1D80A-4A29-4E2A-B293-4232621C1517}" dt="2019-10-06T18:08:16.734" v="252"/>
          <ac:spMkLst>
            <pc:docMk/>
            <pc:sldMk cId="3181653658" sldId="514"/>
            <ac:spMk id="83" creationId="{0711013D-8D80-48FA-A5D7-3D518A19BE76}"/>
          </ac:spMkLst>
        </pc:spChg>
        <pc:spChg chg="add del">
          <ac:chgData name="Cristian Chilipirea" userId="34ab170da5908fc4" providerId="LiveId" clId="{51E1D80A-4A29-4E2A-B293-4232621C1517}" dt="2019-10-06T18:08:16.734" v="252"/>
          <ac:spMkLst>
            <pc:docMk/>
            <pc:sldMk cId="3181653658" sldId="514"/>
            <ac:spMk id="84" creationId="{4769C411-C9B6-4B1E-A1CC-D6944EAF424D}"/>
          </ac:spMkLst>
        </pc:spChg>
        <pc:spChg chg="add del">
          <ac:chgData name="Cristian Chilipirea" userId="34ab170da5908fc4" providerId="LiveId" clId="{51E1D80A-4A29-4E2A-B293-4232621C1517}" dt="2019-10-06T18:08:16.734" v="252"/>
          <ac:spMkLst>
            <pc:docMk/>
            <pc:sldMk cId="3181653658" sldId="514"/>
            <ac:spMk id="85" creationId="{6E9BA056-459D-409B-998B-D5C6BA47D5EF}"/>
          </ac:spMkLst>
        </pc:spChg>
        <pc:spChg chg="add del">
          <ac:chgData name="Cristian Chilipirea" userId="34ab170da5908fc4" providerId="LiveId" clId="{51E1D80A-4A29-4E2A-B293-4232621C1517}" dt="2019-10-06T18:08:16.734" v="252"/>
          <ac:spMkLst>
            <pc:docMk/>
            <pc:sldMk cId="3181653658" sldId="514"/>
            <ac:spMk id="86" creationId="{6CB03F39-FC5B-4BAB-92C9-CAD0BC9D1CC7}"/>
          </ac:spMkLst>
        </pc:spChg>
        <pc:spChg chg="add del">
          <ac:chgData name="Cristian Chilipirea" userId="34ab170da5908fc4" providerId="LiveId" clId="{51E1D80A-4A29-4E2A-B293-4232621C1517}" dt="2019-10-06T18:08:16.734" v="252"/>
          <ac:spMkLst>
            <pc:docMk/>
            <pc:sldMk cId="3181653658" sldId="514"/>
            <ac:spMk id="87" creationId="{29D1DDE7-FC93-4B9A-9FCE-63BF8BA478CA}"/>
          </ac:spMkLst>
        </pc:spChg>
        <pc:spChg chg="add del">
          <ac:chgData name="Cristian Chilipirea" userId="34ab170da5908fc4" providerId="LiveId" clId="{51E1D80A-4A29-4E2A-B293-4232621C1517}" dt="2019-10-06T18:08:16.734" v="252"/>
          <ac:spMkLst>
            <pc:docMk/>
            <pc:sldMk cId="3181653658" sldId="514"/>
            <ac:spMk id="88" creationId="{FF06086A-8D70-4CF9-A360-3557E6F1FEA4}"/>
          </ac:spMkLst>
        </pc:spChg>
        <pc:spChg chg="add del">
          <ac:chgData name="Cristian Chilipirea" userId="34ab170da5908fc4" providerId="LiveId" clId="{51E1D80A-4A29-4E2A-B293-4232621C1517}" dt="2019-10-06T18:08:16.734" v="252"/>
          <ac:spMkLst>
            <pc:docMk/>
            <pc:sldMk cId="3181653658" sldId="514"/>
            <ac:spMk id="89" creationId="{DA4CB97A-3E75-48AF-B246-702B01C6BBBF}"/>
          </ac:spMkLst>
        </pc:spChg>
        <pc:spChg chg="add del">
          <ac:chgData name="Cristian Chilipirea" userId="34ab170da5908fc4" providerId="LiveId" clId="{51E1D80A-4A29-4E2A-B293-4232621C1517}" dt="2019-10-06T18:08:16.734" v="252"/>
          <ac:spMkLst>
            <pc:docMk/>
            <pc:sldMk cId="3181653658" sldId="514"/>
            <ac:spMk id="90" creationId="{9B228C85-31DF-4D78-97CA-1C9D0914F3C9}"/>
          </ac:spMkLst>
        </pc:spChg>
        <pc:spChg chg="add del">
          <ac:chgData name="Cristian Chilipirea" userId="34ab170da5908fc4" providerId="LiveId" clId="{51E1D80A-4A29-4E2A-B293-4232621C1517}" dt="2019-10-06T18:08:16.734" v="252"/>
          <ac:spMkLst>
            <pc:docMk/>
            <pc:sldMk cId="3181653658" sldId="514"/>
            <ac:spMk id="91" creationId="{413E9D48-7998-49D0-8C2E-71FFDE9BC85D}"/>
          </ac:spMkLst>
        </pc:spChg>
        <pc:spChg chg="add del">
          <ac:chgData name="Cristian Chilipirea" userId="34ab170da5908fc4" providerId="LiveId" clId="{51E1D80A-4A29-4E2A-B293-4232621C1517}" dt="2019-10-06T18:08:16.734" v="252"/>
          <ac:spMkLst>
            <pc:docMk/>
            <pc:sldMk cId="3181653658" sldId="514"/>
            <ac:spMk id="92" creationId="{282E3ADF-DF0B-4AE3-B934-4BF0B15F3B72}"/>
          </ac:spMkLst>
        </pc:spChg>
        <pc:spChg chg="add del">
          <ac:chgData name="Cristian Chilipirea" userId="34ab170da5908fc4" providerId="LiveId" clId="{51E1D80A-4A29-4E2A-B293-4232621C1517}" dt="2019-10-06T18:08:16.734" v="252"/>
          <ac:spMkLst>
            <pc:docMk/>
            <pc:sldMk cId="3181653658" sldId="514"/>
            <ac:spMk id="93" creationId="{B39F0DD6-A8D8-4807-A516-AC825ACFB689}"/>
          </ac:spMkLst>
        </pc:spChg>
        <pc:spChg chg="add del">
          <ac:chgData name="Cristian Chilipirea" userId="34ab170da5908fc4" providerId="LiveId" clId="{51E1D80A-4A29-4E2A-B293-4232621C1517}" dt="2019-10-06T18:08:16.734" v="252"/>
          <ac:spMkLst>
            <pc:docMk/>
            <pc:sldMk cId="3181653658" sldId="514"/>
            <ac:spMk id="94" creationId="{95954D33-DD23-4F36-8A01-2EB9688C5339}"/>
          </ac:spMkLst>
        </pc:spChg>
        <pc:spChg chg="add del">
          <ac:chgData name="Cristian Chilipirea" userId="34ab170da5908fc4" providerId="LiveId" clId="{51E1D80A-4A29-4E2A-B293-4232621C1517}" dt="2019-10-06T18:08:16.734" v="252"/>
          <ac:spMkLst>
            <pc:docMk/>
            <pc:sldMk cId="3181653658" sldId="514"/>
            <ac:spMk id="95" creationId="{520AED1D-B188-44A7-9528-DE15FFDAE66C}"/>
          </ac:spMkLst>
        </pc:spChg>
        <pc:spChg chg="add del">
          <ac:chgData name="Cristian Chilipirea" userId="34ab170da5908fc4" providerId="LiveId" clId="{51E1D80A-4A29-4E2A-B293-4232621C1517}" dt="2019-10-06T18:08:16.734" v="252"/>
          <ac:spMkLst>
            <pc:docMk/>
            <pc:sldMk cId="3181653658" sldId="514"/>
            <ac:spMk id="96" creationId="{DF088397-88CB-4529-9ADD-3A95B7CD9FAD}"/>
          </ac:spMkLst>
        </pc:spChg>
        <pc:spChg chg="add del">
          <ac:chgData name="Cristian Chilipirea" userId="34ab170da5908fc4" providerId="LiveId" clId="{51E1D80A-4A29-4E2A-B293-4232621C1517}" dt="2019-10-06T18:08:16.734" v="252"/>
          <ac:spMkLst>
            <pc:docMk/>
            <pc:sldMk cId="3181653658" sldId="514"/>
            <ac:spMk id="97" creationId="{11D6E9CD-C6E7-456F-9C4B-1D94D6FDF3F6}"/>
          </ac:spMkLst>
        </pc:spChg>
        <pc:spChg chg="add del">
          <ac:chgData name="Cristian Chilipirea" userId="34ab170da5908fc4" providerId="LiveId" clId="{51E1D80A-4A29-4E2A-B293-4232621C1517}" dt="2019-10-06T18:08:16.734" v="252"/>
          <ac:spMkLst>
            <pc:docMk/>
            <pc:sldMk cId="3181653658" sldId="514"/>
            <ac:spMk id="98" creationId="{1BD12AE1-4B2E-439B-86AD-A4C322BFB720}"/>
          </ac:spMkLst>
        </pc:spChg>
        <pc:spChg chg="add del">
          <ac:chgData name="Cristian Chilipirea" userId="34ab170da5908fc4" providerId="LiveId" clId="{51E1D80A-4A29-4E2A-B293-4232621C1517}" dt="2019-10-06T18:08:16.734" v="252"/>
          <ac:spMkLst>
            <pc:docMk/>
            <pc:sldMk cId="3181653658" sldId="514"/>
            <ac:spMk id="99" creationId="{769C5D93-E26E-4F74-944F-E9CEDFF92EAD}"/>
          </ac:spMkLst>
        </pc:spChg>
        <pc:spChg chg="add del">
          <ac:chgData name="Cristian Chilipirea" userId="34ab170da5908fc4" providerId="LiveId" clId="{51E1D80A-4A29-4E2A-B293-4232621C1517}" dt="2019-10-06T18:08:16.734" v="252"/>
          <ac:spMkLst>
            <pc:docMk/>
            <pc:sldMk cId="3181653658" sldId="514"/>
            <ac:spMk id="100" creationId="{4EA3536C-2510-4C60-8530-90B23A083C78}"/>
          </ac:spMkLst>
        </pc:spChg>
        <pc:spChg chg="add del">
          <ac:chgData name="Cristian Chilipirea" userId="34ab170da5908fc4" providerId="LiveId" clId="{51E1D80A-4A29-4E2A-B293-4232621C1517}" dt="2019-10-06T18:08:16.734" v="252"/>
          <ac:spMkLst>
            <pc:docMk/>
            <pc:sldMk cId="3181653658" sldId="514"/>
            <ac:spMk id="101" creationId="{B4D91410-2464-4716-B433-DFCC045DBA29}"/>
          </ac:spMkLst>
        </pc:spChg>
        <pc:spChg chg="add del">
          <ac:chgData name="Cristian Chilipirea" userId="34ab170da5908fc4" providerId="LiveId" clId="{51E1D80A-4A29-4E2A-B293-4232621C1517}" dt="2019-10-06T18:08:16.734" v="252"/>
          <ac:spMkLst>
            <pc:docMk/>
            <pc:sldMk cId="3181653658" sldId="514"/>
            <ac:spMk id="102" creationId="{D50063CF-FFF9-4E19-8BD8-CC08150483E0}"/>
          </ac:spMkLst>
        </pc:spChg>
        <pc:spChg chg="add del">
          <ac:chgData name="Cristian Chilipirea" userId="34ab170da5908fc4" providerId="LiveId" clId="{51E1D80A-4A29-4E2A-B293-4232621C1517}" dt="2019-10-06T18:08:16.734" v="252"/>
          <ac:spMkLst>
            <pc:docMk/>
            <pc:sldMk cId="3181653658" sldId="514"/>
            <ac:spMk id="103" creationId="{632239F4-E197-45E8-A82C-318AC1AC9965}"/>
          </ac:spMkLst>
        </pc:spChg>
        <pc:spChg chg="add del">
          <ac:chgData name="Cristian Chilipirea" userId="34ab170da5908fc4" providerId="LiveId" clId="{51E1D80A-4A29-4E2A-B293-4232621C1517}" dt="2019-10-06T18:08:16.734" v="252"/>
          <ac:spMkLst>
            <pc:docMk/>
            <pc:sldMk cId="3181653658" sldId="514"/>
            <ac:spMk id="104" creationId="{B01A500E-391B-4D42-996A-0EFE2458266C}"/>
          </ac:spMkLst>
        </pc:spChg>
        <pc:spChg chg="add del">
          <ac:chgData name="Cristian Chilipirea" userId="34ab170da5908fc4" providerId="LiveId" clId="{51E1D80A-4A29-4E2A-B293-4232621C1517}" dt="2019-10-06T18:08:16.734" v="252"/>
          <ac:spMkLst>
            <pc:docMk/>
            <pc:sldMk cId="3181653658" sldId="514"/>
            <ac:spMk id="105" creationId="{CF82A52A-1911-418D-9C53-9117FC6E6C80}"/>
          </ac:spMkLst>
        </pc:spChg>
        <pc:spChg chg="add del">
          <ac:chgData name="Cristian Chilipirea" userId="34ab170da5908fc4" providerId="LiveId" clId="{51E1D80A-4A29-4E2A-B293-4232621C1517}" dt="2019-10-06T18:08:16.734" v="252"/>
          <ac:spMkLst>
            <pc:docMk/>
            <pc:sldMk cId="3181653658" sldId="514"/>
            <ac:spMk id="106" creationId="{129DDC50-E59F-489D-A03F-EA1FC7164A48}"/>
          </ac:spMkLst>
        </pc:spChg>
        <pc:spChg chg="add del">
          <ac:chgData name="Cristian Chilipirea" userId="34ab170da5908fc4" providerId="LiveId" clId="{51E1D80A-4A29-4E2A-B293-4232621C1517}" dt="2019-10-06T18:08:16.734" v="252"/>
          <ac:spMkLst>
            <pc:docMk/>
            <pc:sldMk cId="3181653658" sldId="514"/>
            <ac:spMk id="107" creationId="{171FF709-034E-4F61-90B5-6C272F66E513}"/>
          </ac:spMkLst>
        </pc:spChg>
        <pc:spChg chg="add del">
          <ac:chgData name="Cristian Chilipirea" userId="34ab170da5908fc4" providerId="LiveId" clId="{51E1D80A-4A29-4E2A-B293-4232621C1517}" dt="2019-10-06T18:08:16.734" v="252"/>
          <ac:spMkLst>
            <pc:docMk/>
            <pc:sldMk cId="3181653658" sldId="514"/>
            <ac:spMk id="108" creationId="{A6CEB9E3-3406-48EB-B8DC-74910DAC0806}"/>
          </ac:spMkLst>
        </pc:spChg>
        <pc:spChg chg="add del">
          <ac:chgData name="Cristian Chilipirea" userId="34ab170da5908fc4" providerId="LiveId" clId="{51E1D80A-4A29-4E2A-B293-4232621C1517}" dt="2019-10-06T18:08:16.734" v="252"/>
          <ac:spMkLst>
            <pc:docMk/>
            <pc:sldMk cId="3181653658" sldId="514"/>
            <ac:spMk id="109" creationId="{1EF423A9-6F4F-49BE-9537-459E23FF8675}"/>
          </ac:spMkLst>
        </pc:spChg>
        <pc:spChg chg="add del">
          <ac:chgData name="Cristian Chilipirea" userId="34ab170da5908fc4" providerId="LiveId" clId="{51E1D80A-4A29-4E2A-B293-4232621C1517}" dt="2019-10-06T18:08:16.734" v="252"/>
          <ac:spMkLst>
            <pc:docMk/>
            <pc:sldMk cId="3181653658" sldId="514"/>
            <ac:spMk id="110" creationId="{555876DD-183E-4144-A696-AEC938EF4C31}"/>
          </ac:spMkLst>
        </pc:spChg>
        <pc:spChg chg="add del">
          <ac:chgData name="Cristian Chilipirea" userId="34ab170da5908fc4" providerId="LiveId" clId="{51E1D80A-4A29-4E2A-B293-4232621C1517}" dt="2019-10-06T18:08:16.734" v="252"/>
          <ac:spMkLst>
            <pc:docMk/>
            <pc:sldMk cId="3181653658" sldId="514"/>
            <ac:spMk id="111" creationId="{47ABACF6-3CBF-471A-B698-E4CEB9426889}"/>
          </ac:spMkLst>
        </pc:spChg>
        <pc:spChg chg="add del">
          <ac:chgData name="Cristian Chilipirea" userId="34ab170da5908fc4" providerId="LiveId" clId="{51E1D80A-4A29-4E2A-B293-4232621C1517}" dt="2019-10-06T18:08:16.734" v="252"/>
          <ac:spMkLst>
            <pc:docMk/>
            <pc:sldMk cId="3181653658" sldId="514"/>
            <ac:spMk id="112" creationId="{22A03704-97D4-436B-8BE5-EEF4916F9394}"/>
          </ac:spMkLst>
        </pc:spChg>
        <pc:spChg chg="add del">
          <ac:chgData name="Cristian Chilipirea" userId="34ab170da5908fc4" providerId="LiveId" clId="{51E1D80A-4A29-4E2A-B293-4232621C1517}" dt="2019-10-06T18:08:16.734" v="252"/>
          <ac:spMkLst>
            <pc:docMk/>
            <pc:sldMk cId="3181653658" sldId="514"/>
            <ac:spMk id="113" creationId="{1D0A6E16-882F-4A0D-BB9D-72C1FFCD43CB}"/>
          </ac:spMkLst>
        </pc:spChg>
        <pc:spChg chg="add del">
          <ac:chgData name="Cristian Chilipirea" userId="34ab170da5908fc4" providerId="LiveId" clId="{51E1D80A-4A29-4E2A-B293-4232621C1517}" dt="2019-10-06T18:08:16.734" v="252"/>
          <ac:spMkLst>
            <pc:docMk/>
            <pc:sldMk cId="3181653658" sldId="514"/>
            <ac:spMk id="114" creationId="{C8C822D5-9A21-4093-B140-9D553C1BE12F}"/>
          </ac:spMkLst>
        </pc:spChg>
        <pc:spChg chg="add del">
          <ac:chgData name="Cristian Chilipirea" userId="34ab170da5908fc4" providerId="LiveId" clId="{51E1D80A-4A29-4E2A-B293-4232621C1517}" dt="2019-10-06T18:08:16.734" v="252"/>
          <ac:spMkLst>
            <pc:docMk/>
            <pc:sldMk cId="3181653658" sldId="514"/>
            <ac:spMk id="115" creationId="{AB8AB1E5-15A2-4F3F-851B-E270F84C4CBF}"/>
          </ac:spMkLst>
        </pc:spChg>
        <pc:spChg chg="add del">
          <ac:chgData name="Cristian Chilipirea" userId="34ab170da5908fc4" providerId="LiveId" clId="{51E1D80A-4A29-4E2A-B293-4232621C1517}" dt="2019-10-06T18:08:16.734" v="252"/>
          <ac:spMkLst>
            <pc:docMk/>
            <pc:sldMk cId="3181653658" sldId="514"/>
            <ac:spMk id="116" creationId="{8183132B-98A7-422D-B9B8-67D1C3642512}"/>
          </ac:spMkLst>
        </pc:spChg>
        <pc:spChg chg="add del">
          <ac:chgData name="Cristian Chilipirea" userId="34ab170da5908fc4" providerId="LiveId" clId="{51E1D80A-4A29-4E2A-B293-4232621C1517}" dt="2019-10-06T18:08:16.734" v="252"/>
          <ac:spMkLst>
            <pc:docMk/>
            <pc:sldMk cId="3181653658" sldId="514"/>
            <ac:spMk id="117" creationId="{9A638644-5C0B-43D9-8C6C-D8415E4C958C}"/>
          </ac:spMkLst>
        </pc:spChg>
        <pc:spChg chg="add del">
          <ac:chgData name="Cristian Chilipirea" userId="34ab170da5908fc4" providerId="LiveId" clId="{51E1D80A-4A29-4E2A-B293-4232621C1517}" dt="2019-10-06T18:08:16.734" v="252"/>
          <ac:spMkLst>
            <pc:docMk/>
            <pc:sldMk cId="3181653658" sldId="514"/>
            <ac:spMk id="118" creationId="{5DD3C310-A539-4761-BD9F-70ED0593FBF2}"/>
          </ac:spMkLst>
        </pc:spChg>
        <pc:spChg chg="add del">
          <ac:chgData name="Cristian Chilipirea" userId="34ab170da5908fc4" providerId="LiveId" clId="{51E1D80A-4A29-4E2A-B293-4232621C1517}" dt="2019-10-06T18:08:16.734" v="252"/>
          <ac:spMkLst>
            <pc:docMk/>
            <pc:sldMk cId="3181653658" sldId="514"/>
            <ac:spMk id="119" creationId="{2CC0066C-E3DD-4D20-8C88-8C19305530F4}"/>
          </ac:spMkLst>
        </pc:spChg>
        <pc:spChg chg="add del">
          <ac:chgData name="Cristian Chilipirea" userId="34ab170da5908fc4" providerId="LiveId" clId="{51E1D80A-4A29-4E2A-B293-4232621C1517}" dt="2019-10-06T18:08:16.734" v="252"/>
          <ac:spMkLst>
            <pc:docMk/>
            <pc:sldMk cId="3181653658" sldId="514"/>
            <ac:spMk id="120" creationId="{5B15D184-3F70-4C35-B8E6-C8209B8C8641}"/>
          </ac:spMkLst>
        </pc:spChg>
        <pc:spChg chg="add del">
          <ac:chgData name="Cristian Chilipirea" userId="34ab170da5908fc4" providerId="LiveId" clId="{51E1D80A-4A29-4E2A-B293-4232621C1517}" dt="2019-10-06T18:08:16.734" v="252"/>
          <ac:spMkLst>
            <pc:docMk/>
            <pc:sldMk cId="3181653658" sldId="514"/>
            <ac:spMk id="121" creationId="{29438F05-F92C-4CD2-AB29-4FB40D08B5FD}"/>
          </ac:spMkLst>
        </pc:spChg>
        <pc:spChg chg="add del">
          <ac:chgData name="Cristian Chilipirea" userId="34ab170da5908fc4" providerId="LiveId" clId="{51E1D80A-4A29-4E2A-B293-4232621C1517}" dt="2019-10-06T18:08:16.734" v="252"/>
          <ac:spMkLst>
            <pc:docMk/>
            <pc:sldMk cId="3181653658" sldId="514"/>
            <ac:spMk id="122" creationId="{6BA98ED0-CA3A-47ED-A742-6A27F97DBD44}"/>
          </ac:spMkLst>
        </pc:spChg>
        <pc:spChg chg="add del">
          <ac:chgData name="Cristian Chilipirea" userId="34ab170da5908fc4" providerId="LiveId" clId="{51E1D80A-4A29-4E2A-B293-4232621C1517}" dt="2019-10-06T18:08:16.734" v="252"/>
          <ac:spMkLst>
            <pc:docMk/>
            <pc:sldMk cId="3181653658" sldId="514"/>
            <ac:spMk id="123" creationId="{DA7DAD1E-667A-48A4-8C4B-B004F0F3F71D}"/>
          </ac:spMkLst>
        </pc:spChg>
        <pc:spChg chg="add del">
          <ac:chgData name="Cristian Chilipirea" userId="34ab170da5908fc4" providerId="LiveId" clId="{51E1D80A-4A29-4E2A-B293-4232621C1517}" dt="2019-10-06T18:08:16.734" v="252"/>
          <ac:spMkLst>
            <pc:docMk/>
            <pc:sldMk cId="3181653658" sldId="514"/>
            <ac:spMk id="124" creationId="{04D1C18A-9DE6-4521-9106-D32B9C365F1C}"/>
          </ac:spMkLst>
        </pc:spChg>
        <pc:spChg chg="add del">
          <ac:chgData name="Cristian Chilipirea" userId="34ab170da5908fc4" providerId="LiveId" clId="{51E1D80A-4A29-4E2A-B293-4232621C1517}" dt="2019-10-06T18:08:16.734" v="252"/>
          <ac:spMkLst>
            <pc:docMk/>
            <pc:sldMk cId="3181653658" sldId="514"/>
            <ac:spMk id="125" creationId="{5DB9057E-FBBF-4890-99D6-15B3CFB8075C}"/>
          </ac:spMkLst>
        </pc:spChg>
        <pc:spChg chg="add del">
          <ac:chgData name="Cristian Chilipirea" userId="34ab170da5908fc4" providerId="LiveId" clId="{51E1D80A-4A29-4E2A-B293-4232621C1517}" dt="2019-10-06T18:08:16.734" v="252"/>
          <ac:spMkLst>
            <pc:docMk/>
            <pc:sldMk cId="3181653658" sldId="514"/>
            <ac:spMk id="126" creationId="{5294435A-9810-4E3D-AEA5-21DE069D10D6}"/>
          </ac:spMkLst>
        </pc:spChg>
        <pc:spChg chg="add del">
          <ac:chgData name="Cristian Chilipirea" userId="34ab170da5908fc4" providerId="LiveId" clId="{51E1D80A-4A29-4E2A-B293-4232621C1517}" dt="2019-10-06T18:08:16.734" v="252"/>
          <ac:spMkLst>
            <pc:docMk/>
            <pc:sldMk cId="3181653658" sldId="514"/>
            <ac:spMk id="127" creationId="{10B9EA51-6B28-4876-8A99-681C0EC3C2EF}"/>
          </ac:spMkLst>
        </pc:spChg>
        <pc:spChg chg="add del">
          <ac:chgData name="Cristian Chilipirea" userId="34ab170da5908fc4" providerId="LiveId" clId="{51E1D80A-4A29-4E2A-B293-4232621C1517}" dt="2019-10-06T18:08:16.734" v="252"/>
          <ac:spMkLst>
            <pc:docMk/>
            <pc:sldMk cId="3181653658" sldId="514"/>
            <ac:spMk id="128" creationId="{1628C893-0DC8-46ED-9FC5-F134BDC616DA}"/>
          </ac:spMkLst>
        </pc:spChg>
        <pc:spChg chg="add del">
          <ac:chgData name="Cristian Chilipirea" userId="34ab170da5908fc4" providerId="LiveId" clId="{51E1D80A-4A29-4E2A-B293-4232621C1517}" dt="2019-10-06T18:08:16.734" v="252"/>
          <ac:spMkLst>
            <pc:docMk/>
            <pc:sldMk cId="3181653658" sldId="514"/>
            <ac:spMk id="129" creationId="{7455B2F1-F9D0-4B37-A6F1-242BDFA63537}"/>
          </ac:spMkLst>
        </pc:spChg>
        <pc:spChg chg="add del">
          <ac:chgData name="Cristian Chilipirea" userId="34ab170da5908fc4" providerId="LiveId" clId="{51E1D80A-4A29-4E2A-B293-4232621C1517}" dt="2019-10-06T18:08:16.734" v="252"/>
          <ac:spMkLst>
            <pc:docMk/>
            <pc:sldMk cId="3181653658" sldId="514"/>
            <ac:spMk id="130" creationId="{4C240C2F-F5CD-4A81-AB58-0CD9A0CA7CC3}"/>
          </ac:spMkLst>
        </pc:spChg>
        <pc:spChg chg="add del">
          <ac:chgData name="Cristian Chilipirea" userId="34ab170da5908fc4" providerId="LiveId" clId="{51E1D80A-4A29-4E2A-B293-4232621C1517}" dt="2019-10-06T18:08:16.734" v="252"/>
          <ac:spMkLst>
            <pc:docMk/>
            <pc:sldMk cId="3181653658" sldId="514"/>
            <ac:spMk id="131" creationId="{A5655036-CFA5-4437-A8B4-D1CB1359D221}"/>
          </ac:spMkLst>
        </pc:spChg>
        <pc:spChg chg="add del">
          <ac:chgData name="Cristian Chilipirea" userId="34ab170da5908fc4" providerId="LiveId" clId="{51E1D80A-4A29-4E2A-B293-4232621C1517}" dt="2019-10-06T18:08:16.734" v="252"/>
          <ac:spMkLst>
            <pc:docMk/>
            <pc:sldMk cId="3181653658" sldId="514"/>
            <ac:spMk id="132" creationId="{813545DE-CEB6-4B4D-BC0F-B155A69C8CC5}"/>
          </ac:spMkLst>
        </pc:spChg>
        <pc:spChg chg="add del">
          <ac:chgData name="Cristian Chilipirea" userId="34ab170da5908fc4" providerId="LiveId" clId="{51E1D80A-4A29-4E2A-B293-4232621C1517}" dt="2019-10-06T18:08:16.734" v="252"/>
          <ac:spMkLst>
            <pc:docMk/>
            <pc:sldMk cId="3181653658" sldId="514"/>
            <ac:spMk id="133" creationId="{D0FFECC7-8BD8-4C22-9393-E713C4BC310E}"/>
          </ac:spMkLst>
        </pc:spChg>
        <pc:spChg chg="add del">
          <ac:chgData name="Cristian Chilipirea" userId="34ab170da5908fc4" providerId="LiveId" clId="{51E1D80A-4A29-4E2A-B293-4232621C1517}" dt="2019-10-06T18:08:16.734" v="252"/>
          <ac:spMkLst>
            <pc:docMk/>
            <pc:sldMk cId="3181653658" sldId="514"/>
            <ac:spMk id="134" creationId="{3E113F90-8A0F-4123-BBDF-9A1C0AA28D41}"/>
          </ac:spMkLst>
        </pc:spChg>
        <pc:spChg chg="add del">
          <ac:chgData name="Cristian Chilipirea" userId="34ab170da5908fc4" providerId="LiveId" clId="{51E1D80A-4A29-4E2A-B293-4232621C1517}" dt="2019-10-06T18:08:16.734" v="252"/>
          <ac:spMkLst>
            <pc:docMk/>
            <pc:sldMk cId="3181653658" sldId="514"/>
            <ac:spMk id="135" creationId="{927FAD3D-FA88-4270-A534-2D6D8575DEE7}"/>
          </ac:spMkLst>
        </pc:spChg>
        <pc:spChg chg="add del">
          <ac:chgData name="Cristian Chilipirea" userId="34ab170da5908fc4" providerId="LiveId" clId="{51E1D80A-4A29-4E2A-B293-4232621C1517}" dt="2019-10-06T18:08:16.734" v="252"/>
          <ac:spMkLst>
            <pc:docMk/>
            <pc:sldMk cId="3181653658" sldId="514"/>
            <ac:spMk id="136" creationId="{B9673BC7-B503-4682-A8A1-186131F95CF6}"/>
          </ac:spMkLst>
        </pc:spChg>
        <pc:spChg chg="add del">
          <ac:chgData name="Cristian Chilipirea" userId="34ab170da5908fc4" providerId="LiveId" clId="{51E1D80A-4A29-4E2A-B293-4232621C1517}" dt="2019-10-06T18:08:16.734" v="252"/>
          <ac:spMkLst>
            <pc:docMk/>
            <pc:sldMk cId="3181653658" sldId="514"/>
            <ac:spMk id="137" creationId="{ACE36550-4345-49D1-B800-22DBB3418819}"/>
          </ac:spMkLst>
        </pc:spChg>
        <pc:spChg chg="add del">
          <ac:chgData name="Cristian Chilipirea" userId="34ab170da5908fc4" providerId="LiveId" clId="{51E1D80A-4A29-4E2A-B293-4232621C1517}" dt="2019-10-06T18:08:16.734" v="252"/>
          <ac:spMkLst>
            <pc:docMk/>
            <pc:sldMk cId="3181653658" sldId="514"/>
            <ac:spMk id="138" creationId="{8EF5150E-B769-4F54-9068-295961422A22}"/>
          </ac:spMkLst>
        </pc:spChg>
        <pc:spChg chg="add del">
          <ac:chgData name="Cristian Chilipirea" userId="34ab170da5908fc4" providerId="LiveId" clId="{51E1D80A-4A29-4E2A-B293-4232621C1517}" dt="2019-10-06T18:08:16.734" v="252"/>
          <ac:spMkLst>
            <pc:docMk/>
            <pc:sldMk cId="3181653658" sldId="514"/>
            <ac:spMk id="139" creationId="{39EBB8C8-5B25-4050-AE81-C1ED9134F16B}"/>
          </ac:spMkLst>
        </pc:spChg>
        <pc:spChg chg="add del">
          <ac:chgData name="Cristian Chilipirea" userId="34ab170da5908fc4" providerId="LiveId" clId="{51E1D80A-4A29-4E2A-B293-4232621C1517}" dt="2019-10-06T18:08:16.734" v="252"/>
          <ac:spMkLst>
            <pc:docMk/>
            <pc:sldMk cId="3181653658" sldId="514"/>
            <ac:spMk id="140" creationId="{068B3D8C-FB54-4FE4-A918-3A74434EB05A}"/>
          </ac:spMkLst>
        </pc:spChg>
        <pc:spChg chg="add del">
          <ac:chgData name="Cristian Chilipirea" userId="34ab170da5908fc4" providerId="LiveId" clId="{51E1D80A-4A29-4E2A-B293-4232621C1517}" dt="2019-10-06T18:08:16.734" v="252"/>
          <ac:spMkLst>
            <pc:docMk/>
            <pc:sldMk cId="3181653658" sldId="514"/>
            <ac:spMk id="141" creationId="{3655A546-920A-46F0-8B15-48380C1838F9}"/>
          </ac:spMkLst>
        </pc:spChg>
        <pc:spChg chg="add del">
          <ac:chgData name="Cristian Chilipirea" userId="34ab170da5908fc4" providerId="LiveId" clId="{51E1D80A-4A29-4E2A-B293-4232621C1517}" dt="2019-10-06T18:08:16.734" v="252"/>
          <ac:spMkLst>
            <pc:docMk/>
            <pc:sldMk cId="3181653658" sldId="514"/>
            <ac:spMk id="142" creationId="{1A9460B1-B28B-4DAA-9535-F13630CAA621}"/>
          </ac:spMkLst>
        </pc:spChg>
        <pc:spChg chg="add del">
          <ac:chgData name="Cristian Chilipirea" userId="34ab170da5908fc4" providerId="LiveId" clId="{51E1D80A-4A29-4E2A-B293-4232621C1517}" dt="2019-10-06T18:08:16.734" v="252"/>
          <ac:spMkLst>
            <pc:docMk/>
            <pc:sldMk cId="3181653658" sldId="514"/>
            <ac:spMk id="143" creationId="{A903A97A-FDB8-4E89-8577-D39BB012493A}"/>
          </ac:spMkLst>
        </pc:spChg>
        <pc:spChg chg="add del">
          <ac:chgData name="Cristian Chilipirea" userId="34ab170da5908fc4" providerId="LiveId" clId="{51E1D80A-4A29-4E2A-B293-4232621C1517}" dt="2019-10-06T18:08:16.734" v="252"/>
          <ac:spMkLst>
            <pc:docMk/>
            <pc:sldMk cId="3181653658" sldId="514"/>
            <ac:spMk id="144" creationId="{688E683C-B545-445D-BA51-08BFCCD95E01}"/>
          </ac:spMkLst>
        </pc:spChg>
        <pc:spChg chg="add del">
          <ac:chgData name="Cristian Chilipirea" userId="34ab170da5908fc4" providerId="LiveId" clId="{51E1D80A-4A29-4E2A-B293-4232621C1517}" dt="2019-10-06T18:08:16.734" v="252"/>
          <ac:spMkLst>
            <pc:docMk/>
            <pc:sldMk cId="3181653658" sldId="514"/>
            <ac:spMk id="145" creationId="{B705AEC2-0BB2-412B-A070-FAEDF7756773}"/>
          </ac:spMkLst>
        </pc:spChg>
        <pc:spChg chg="add del">
          <ac:chgData name="Cristian Chilipirea" userId="34ab170da5908fc4" providerId="LiveId" clId="{51E1D80A-4A29-4E2A-B293-4232621C1517}" dt="2019-10-06T18:08:16.734" v="252"/>
          <ac:spMkLst>
            <pc:docMk/>
            <pc:sldMk cId="3181653658" sldId="514"/>
            <ac:spMk id="146" creationId="{59DCFAA9-EB87-46AD-9A03-6D077979DC65}"/>
          </ac:spMkLst>
        </pc:spChg>
        <pc:spChg chg="add del">
          <ac:chgData name="Cristian Chilipirea" userId="34ab170da5908fc4" providerId="LiveId" clId="{51E1D80A-4A29-4E2A-B293-4232621C1517}" dt="2019-10-06T18:08:16.734" v="252"/>
          <ac:spMkLst>
            <pc:docMk/>
            <pc:sldMk cId="3181653658" sldId="514"/>
            <ac:spMk id="147" creationId="{831F84E3-E988-4AFB-AAAF-EE304738264B}"/>
          </ac:spMkLst>
        </pc:spChg>
        <pc:spChg chg="add del">
          <ac:chgData name="Cristian Chilipirea" userId="34ab170da5908fc4" providerId="LiveId" clId="{51E1D80A-4A29-4E2A-B293-4232621C1517}" dt="2019-10-06T18:08:16.734" v="252"/>
          <ac:spMkLst>
            <pc:docMk/>
            <pc:sldMk cId="3181653658" sldId="514"/>
            <ac:spMk id="148" creationId="{C8834918-5FCC-4000-8E23-2164BC885418}"/>
          </ac:spMkLst>
        </pc:spChg>
        <pc:spChg chg="add del">
          <ac:chgData name="Cristian Chilipirea" userId="34ab170da5908fc4" providerId="LiveId" clId="{51E1D80A-4A29-4E2A-B293-4232621C1517}" dt="2019-10-06T18:08:16.734" v="252"/>
          <ac:spMkLst>
            <pc:docMk/>
            <pc:sldMk cId="3181653658" sldId="514"/>
            <ac:spMk id="149" creationId="{BD96DAC2-F1DF-49FB-807A-6D474FAA06E2}"/>
          </ac:spMkLst>
        </pc:spChg>
        <pc:spChg chg="add del">
          <ac:chgData name="Cristian Chilipirea" userId="34ab170da5908fc4" providerId="LiveId" clId="{51E1D80A-4A29-4E2A-B293-4232621C1517}" dt="2019-10-06T18:08:16.734" v="252"/>
          <ac:spMkLst>
            <pc:docMk/>
            <pc:sldMk cId="3181653658" sldId="514"/>
            <ac:spMk id="150" creationId="{A3A32A77-171A-4793-AD2A-A55958DE3538}"/>
          </ac:spMkLst>
        </pc:spChg>
        <pc:spChg chg="add del">
          <ac:chgData name="Cristian Chilipirea" userId="34ab170da5908fc4" providerId="LiveId" clId="{51E1D80A-4A29-4E2A-B293-4232621C1517}" dt="2019-10-06T18:08:16.734" v="252"/>
          <ac:spMkLst>
            <pc:docMk/>
            <pc:sldMk cId="3181653658" sldId="514"/>
            <ac:spMk id="151" creationId="{6AF1F809-30C4-44E6-9DCD-5E171D652E11}"/>
          </ac:spMkLst>
        </pc:spChg>
        <pc:spChg chg="add del">
          <ac:chgData name="Cristian Chilipirea" userId="34ab170da5908fc4" providerId="LiveId" clId="{51E1D80A-4A29-4E2A-B293-4232621C1517}" dt="2019-10-06T18:08:16.734" v="252"/>
          <ac:spMkLst>
            <pc:docMk/>
            <pc:sldMk cId="3181653658" sldId="514"/>
            <ac:spMk id="152" creationId="{651451DD-8237-41CE-AB76-15ACDF9A67A8}"/>
          </ac:spMkLst>
        </pc:spChg>
        <pc:spChg chg="add del">
          <ac:chgData name="Cristian Chilipirea" userId="34ab170da5908fc4" providerId="LiveId" clId="{51E1D80A-4A29-4E2A-B293-4232621C1517}" dt="2019-10-06T18:08:16.734" v="252"/>
          <ac:spMkLst>
            <pc:docMk/>
            <pc:sldMk cId="3181653658" sldId="514"/>
            <ac:spMk id="153" creationId="{9B8731FF-A645-439A-A612-0B24FA4C8CE5}"/>
          </ac:spMkLst>
        </pc:spChg>
        <pc:spChg chg="add del">
          <ac:chgData name="Cristian Chilipirea" userId="34ab170da5908fc4" providerId="LiveId" clId="{51E1D80A-4A29-4E2A-B293-4232621C1517}" dt="2019-10-06T18:08:16.734" v="252"/>
          <ac:spMkLst>
            <pc:docMk/>
            <pc:sldMk cId="3181653658" sldId="514"/>
            <ac:spMk id="154" creationId="{0A53F422-8E1E-4B47-8E73-F622082A5B78}"/>
          </ac:spMkLst>
        </pc:spChg>
        <pc:spChg chg="add del">
          <ac:chgData name="Cristian Chilipirea" userId="34ab170da5908fc4" providerId="LiveId" clId="{51E1D80A-4A29-4E2A-B293-4232621C1517}" dt="2019-10-06T18:08:16.734" v="252"/>
          <ac:spMkLst>
            <pc:docMk/>
            <pc:sldMk cId="3181653658" sldId="514"/>
            <ac:spMk id="155" creationId="{7131D8CD-1A06-4DA4-91A5-229E85F3D6C2}"/>
          </ac:spMkLst>
        </pc:spChg>
        <pc:spChg chg="add del">
          <ac:chgData name="Cristian Chilipirea" userId="34ab170da5908fc4" providerId="LiveId" clId="{51E1D80A-4A29-4E2A-B293-4232621C1517}" dt="2019-10-06T18:08:16.734" v="252"/>
          <ac:spMkLst>
            <pc:docMk/>
            <pc:sldMk cId="3181653658" sldId="514"/>
            <ac:spMk id="156" creationId="{A289D8B8-1E05-4091-AC4D-85F042B2C502}"/>
          </ac:spMkLst>
        </pc:spChg>
        <pc:spChg chg="add del">
          <ac:chgData name="Cristian Chilipirea" userId="34ab170da5908fc4" providerId="LiveId" clId="{51E1D80A-4A29-4E2A-B293-4232621C1517}" dt="2019-10-06T18:08:16.734" v="252"/>
          <ac:spMkLst>
            <pc:docMk/>
            <pc:sldMk cId="3181653658" sldId="514"/>
            <ac:spMk id="157" creationId="{6BA14F2A-D7A5-46B2-A34D-E0D275370108}"/>
          </ac:spMkLst>
        </pc:spChg>
        <pc:spChg chg="add del">
          <ac:chgData name="Cristian Chilipirea" userId="34ab170da5908fc4" providerId="LiveId" clId="{51E1D80A-4A29-4E2A-B293-4232621C1517}" dt="2019-10-06T18:08:16.734" v="252"/>
          <ac:spMkLst>
            <pc:docMk/>
            <pc:sldMk cId="3181653658" sldId="514"/>
            <ac:spMk id="158" creationId="{EA114A35-DF9A-4C36-9198-0B4CCA626116}"/>
          </ac:spMkLst>
        </pc:spChg>
        <pc:spChg chg="add del">
          <ac:chgData name="Cristian Chilipirea" userId="34ab170da5908fc4" providerId="LiveId" clId="{51E1D80A-4A29-4E2A-B293-4232621C1517}" dt="2019-10-06T18:08:16.734" v="252"/>
          <ac:spMkLst>
            <pc:docMk/>
            <pc:sldMk cId="3181653658" sldId="514"/>
            <ac:spMk id="159" creationId="{0F538830-5F96-48F2-B504-95343D9B0124}"/>
          </ac:spMkLst>
        </pc:spChg>
        <pc:spChg chg="add del">
          <ac:chgData name="Cristian Chilipirea" userId="34ab170da5908fc4" providerId="LiveId" clId="{51E1D80A-4A29-4E2A-B293-4232621C1517}" dt="2019-10-06T18:08:16.734" v="252"/>
          <ac:spMkLst>
            <pc:docMk/>
            <pc:sldMk cId="3181653658" sldId="514"/>
            <ac:spMk id="160" creationId="{236A60F7-6309-4A81-AE1F-D5254CC3B53F}"/>
          </ac:spMkLst>
        </pc:spChg>
        <pc:spChg chg="add del">
          <ac:chgData name="Cristian Chilipirea" userId="34ab170da5908fc4" providerId="LiveId" clId="{51E1D80A-4A29-4E2A-B293-4232621C1517}" dt="2019-10-06T18:08:16.734" v="252"/>
          <ac:spMkLst>
            <pc:docMk/>
            <pc:sldMk cId="3181653658" sldId="514"/>
            <ac:spMk id="161" creationId="{A99CB1E4-9206-465F-8702-F886048B23A7}"/>
          </ac:spMkLst>
        </pc:spChg>
        <pc:spChg chg="add del">
          <ac:chgData name="Cristian Chilipirea" userId="34ab170da5908fc4" providerId="LiveId" clId="{51E1D80A-4A29-4E2A-B293-4232621C1517}" dt="2019-10-06T18:08:16.734" v="252"/>
          <ac:spMkLst>
            <pc:docMk/>
            <pc:sldMk cId="3181653658" sldId="514"/>
            <ac:spMk id="162" creationId="{2577B298-9B5C-4110-A68D-5832E86F5F30}"/>
          </ac:spMkLst>
        </pc:spChg>
        <pc:spChg chg="add del">
          <ac:chgData name="Cristian Chilipirea" userId="34ab170da5908fc4" providerId="LiveId" clId="{51E1D80A-4A29-4E2A-B293-4232621C1517}" dt="2019-10-06T18:08:16.734" v="252"/>
          <ac:spMkLst>
            <pc:docMk/>
            <pc:sldMk cId="3181653658" sldId="514"/>
            <ac:spMk id="163" creationId="{9ED65B47-F724-41E5-8BA7-D2275A8FB2AD}"/>
          </ac:spMkLst>
        </pc:spChg>
        <pc:spChg chg="add del">
          <ac:chgData name="Cristian Chilipirea" userId="34ab170da5908fc4" providerId="LiveId" clId="{51E1D80A-4A29-4E2A-B293-4232621C1517}" dt="2019-10-06T18:08:16.734" v="252"/>
          <ac:spMkLst>
            <pc:docMk/>
            <pc:sldMk cId="3181653658" sldId="514"/>
            <ac:spMk id="164" creationId="{CDD3E39E-7390-44C7-A049-444A113841EE}"/>
          </ac:spMkLst>
        </pc:spChg>
        <pc:spChg chg="add del">
          <ac:chgData name="Cristian Chilipirea" userId="34ab170da5908fc4" providerId="LiveId" clId="{51E1D80A-4A29-4E2A-B293-4232621C1517}" dt="2019-10-06T18:08:16.734" v="252"/>
          <ac:spMkLst>
            <pc:docMk/>
            <pc:sldMk cId="3181653658" sldId="514"/>
            <ac:spMk id="165" creationId="{98A190B3-209B-4238-9921-1797CF68E70A}"/>
          </ac:spMkLst>
        </pc:spChg>
        <pc:spChg chg="add del">
          <ac:chgData name="Cristian Chilipirea" userId="34ab170da5908fc4" providerId="LiveId" clId="{51E1D80A-4A29-4E2A-B293-4232621C1517}" dt="2019-10-06T18:08:16.734" v="252"/>
          <ac:spMkLst>
            <pc:docMk/>
            <pc:sldMk cId="3181653658" sldId="514"/>
            <ac:spMk id="166" creationId="{8A80DCF8-2E98-4D54-BE74-F403429A817E}"/>
          </ac:spMkLst>
        </pc:spChg>
        <pc:spChg chg="add del">
          <ac:chgData name="Cristian Chilipirea" userId="34ab170da5908fc4" providerId="LiveId" clId="{51E1D80A-4A29-4E2A-B293-4232621C1517}" dt="2019-10-06T18:08:16.734" v="252"/>
          <ac:spMkLst>
            <pc:docMk/>
            <pc:sldMk cId="3181653658" sldId="514"/>
            <ac:spMk id="167" creationId="{B14F330B-4A11-4C49-8A6B-79895A734777}"/>
          </ac:spMkLst>
        </pc:spChg>
        <pc:spChg chg="add del">
          <ac:chgData name="Cristian Chilipirea" userId="34ab170da5908fc4" providerId="LiveId" clId="{51E1D80A-4A29-4E2A-B293-4232621C1517}" dt="2019-10-06T18:08:16.734" v="252"/>
          <ac:spMkLst>
            <pc:docMk/>
            <pc:sldMk cId="3181653658" sldId="514"/>
            <ac:spMk id="168" creationId="{28B5F02B-9C44-4460-AAD6-0D18DA7B41DD}"/>
          </ac:spMkLst>
        </pc:spChg>
        <pc:spChg chg="add del">
          <ac:chgData name="Cristian Chilipirea" userId="34ab170da5908fc4" providerId="LiveId" clId="{51E1D80A-4A29-4E2A-B293-4232621C1517}" dt="2019-10-06T18:08:16.734" v="252"/>
          <ac:spMkLst>
            <pc:docMk/>
            <pc:sldMk cId="3181653658" sldId="514"/>
            <ac:spMk id="169" creationId="{784327E4-EED4-4EF1-AFA1-C2D9BCE39FEB}"/>
          </ac:spMkLst>
        </pc:spChg>
        <pc:spChg chg="add del">
          <ac:chgData name="Cristian Chilipirea" userId="34ab170da5908fc4" providerId="LiveId" clId="{51E1D80A-4A29-4E2A-B293-4232621C1517}" dt="2019-10-06T18:08:16.734" v="252"/>
          <ac:spMkLst>
            <pc:docMk/>
            <pc:sldMk cId="3181653658" sldId="514"/>
            <ac:spMk id="170" creationId="{72C74B44-437C-43B0-8954-23B2200A34F1}"/>
          </ac:spMkLst>
        </pc:spChg>
        <pc:spChg chg="add del">
          <ac:chgData name="Cristian Chilipirea" userId="34ab170da5908fc4" providerId="LiveId" clId="{51E1D80A-4A29-4E2A-B293-4232621C1517}" dt="2019-10-06T18:08:16.734" v="252"/>
          <ac:spMkLst>
            <pc:docMk/>
            <pc:sldMk cId="3181653658" sldId="514"/>
            <ac:spMk id="171" creationId="{D0F9DBC4-E2B4-4D17-A997-81D29E2752C4}"/>
          </ac:spMkLst>
        </pc:spChg>
        <pc:spChg chg="add del">
          <ac:chgData name="Cristian Chilipirea" userId="34ab170da5908fc4" providerId="LiveId" clId="{51E1D80A-4A29-4E2A-B293-4232621C1517}" dt="2019-10-06T18:08:16.734" v="252"/>
          <ac:spMkLst>
            <pc:docMk/>
            <pc:sldMk cId="3181653658" sldId="514"/>
            <ac:spMk id="172" creationId="{D3040E78-CFC0-4B42-B71E-18A9D2BBCE8B}"/>
          </ac:spMkLst>
        </pc:spChg>
        <pc:spChg chg="add del">
          <ac:chgData name="Cristian Chilipirea" userId="34ab170da5908fc4" providerId="LiveId" clId="{51E1D80A-4A29-4E2A-B293-4232621C1517}" dt="2019-10-06T18:08:16.734" v="252"/>
          <ac:spMkLst>
            <pc:docMk/>
            <pc:sldMk cId="3181653658" sldId="514"/>
            <ac:spMk id="173" creationId="{EDFA158A-4995-40AC-8DB5-34E0E1095E0D}"/>
          </ac:spMkLst>
        </pc:spChg>
        <pc:spChg chg="add del">
          <ac:chgData name="Cristian Chilipirea" userId="34ab170da5908fc4" providerId="LiveId" clId="{51E1D80A-4A29-4E2A-B293-4232621C1517}" dt="2019-10-06T18:08:16.734" v="252"/>
          <ac:spMkLst>
            <pc:docMk/>
            <pc:sldMk cId="3181653658" sldId="514"/>
            <ac:spMk id="174" creationId="{EB8BB3F8-2CE2-4A80-9FC3-A2BEFD090ED2}"/>
          </ac:spMkLst>
        </pc:spChg>
        <pc:spChg chg="add del">
          <ac:chgData name="Cristian Chilipirea" userId="34ab170da5908fc4" providerId="LiveId" clId="{51E1D80A-4A29-4E2A-B293-4232621C1517}" dt="2019-10-06T18:08:16.734" v="252"/>
          <ac:spMkLst>
            <pc:docMk/>
            <pc:sldMk cId="3181653658" sldId="514"/>
            <ac:spMk id="175" creationId="{C3F90E1A-4C83-472B-BBC1-64D144D32580}"/>
          </ac:spMkLst>
        </pc:spChg>
        <pc:spChg chg="add del">
          <ac:chgData name="Cristian Chilipirea" userId="34ab170da5908fc4" providerId="LiveId" clId="{51E1D80A-4A29-4E2A-B293-4232621C1517}" dt="2019-10-06T18:08:16.734" v="252"/>
          <ac:spMkLst>
            <pc:docMk/>
            <pc:sldMk cId="3181653658" sldId="514"/>
            <ac:spMk id="176" creationId="{2639A8FA-BA3F-44B0-9793-B50B297C11B5}"/>
          </ac:spMkLst>
        </pc:spChg>
        <pc:spChg chg="add del">
          <ac:chgData name="Cristian Chilipirea" userId="34ab170da5908fc4" providerId="LiveId" clId="{51E1D80A-4A29-4E2A-B293-4232621C1517}" dt="2019-10-06T18:08:16.734" v="252"/>
          <ac:spMkLst>
            <pc:docMk/>
            <pc:sldMk cId="3181653658" sldId="514"/>
            <ac:spMk id="177" creationId="{EE90743C-2C3D-4843-9612-0610A36F869B}"/>
          </ac:spMkLst>
        </pc:spChg>
        <pc:spChg chg="add del">
          <ac:chgData name="Cristian Chilipirea" userId="34ab170da5908fc4" providerId="LiveId" clId="{51E1D80A-4A29-4E2A-B293-4232621C1517}" dt="2019-10-06T18:08:16.734" v="252"/>
          <ac:spMkLst>
            <pc:docMk/>
            <pc:sldMk cId="3181653658" sldId="514"/>
            <ac:spMk id="178" creationId="{9655E35D-7277-4188-A97F-8884ADAA529B}"/>
          </ac:spMkLst>
        </pc:spChg>
        <pc:spChg chg="add del">
          <ac:chgData name="Cristian Chilipirea" userId="34ab170da5908fc4" providerId="LiveId" clId="{51E1D80A-4A29-4E2A-B293-4232621C1517}" dt="2019-10-06T18:08:16.734" v="252"/>
          <ac:spMkLst>
            <pc:docMk/>
            <pc:sldMk cId="3181653658" sldId="514"/>
            <ac:spMk id="179" creationId="{FBF5C5CF-C348-4892-A344-DEF32B175581}"/>
          </ac:spMkLst>
        </pc:spChg>
        <pc:spChg chg="add del">
          <ac:chgData name="Cristian Chilipirea" userId="34ab170da5908fc4" providerId="LiveId" clId="{51E1D80A-4A29-4E2A-B293-4232621C1517}" dt="2019-10-06T18:08:16.734" v="252"/>
          <ac:spMkLst>
            <pc:docMk/>
            <pc:sldMk cId="3181653658" sldId="514"/>
            <ac:spMk id="180" creationId="{092A3CA4-7498-4622-A8AD-552FDDEC5DB9}"/>
          </ac:spMkLst>
        </pc:spChg>
        <pc:spChg chg="add del">
          <ac:chgData name="Cristian Chilipirea" userId="34ab170da5908fc4" providerId="LiveId" clId="{51E1D80A-4A29-4E2A-B293-4232621C1517}" dt="2019-10-06T18:08:16.734" v="252"/>
          <ac:spMkLst>
            <pc:docMk/>
            <pc:sldMk cId="3181653658" sldId="514"/>
            <ac:spMk id="181" creationId="{8330FD34-D38D-441E-8CCF-4E461C7E74FC}"/>
          </ac:spMkLst>
        </pc:spChg>
        <pc:spChg chg="add del">
          <ac:chgData name="Cristian Chilipirea" userId="34ab170da5908fc4" providerId="LiveId" clId="{51E1D80A-4A29-4E2A-B293-4232621C1517}" dt="2019-10-06T18:08:16.734" v="252"/>
          <ac:spMkLst>
            <pc:docMk/>
            <pc:sldMk cId="3181653658" sldId="514"/>
            <ac:spMk id="182" creationId="{5A400097-3848-4B75-80EB-5439C56013C7}"/>
          </ac:spMkLst>
        </pc:spChg>
        <pc:spChg chg="add del">
          <ac:chgData name="Cristian Chilipirea" userId="34ab170da5908fc4" providerId="LiveId" clId="{51E1D80A-4A29-4E2A-B293-4232621C1517}" dt="2019-10-06T18:08:16.734" v="252"/>
          <ac:spMkLst>
            <pc:docMk/>
            <pc:sldMk cId="3181653658" sldId="514"/>
            <ac:spMk id="183" creationId="{A0C0BB96-CE0D-4450-935A-6C8566C5D239}"/>
          </ac:spMkLst>
        </pc:spChg>
        <pc:spChg chg="add del">
          <ac:chgData name="Cristian Chilipirea" userId="34ab170da5908fc4" providerId="LiveId" clId="{51E1D80A-4A29-4E2A-B293-4232621C1517}" dt="2019-10-06T18:08:16.734" v="252"/>
          <ac:spMkLst>
            <pc:docMk/>
            <pc:sldMk cId="3181653658" sldId="514"/>
            <ac:spMk id="184" creationId="{58EAA937-BEB0-4D16-9E23-EE4BA280E402}"/>
          </ac:spMkLst>
        </pc:spChg>
        <pc:spChg chg="add del">
          <ac:chgData name="Cristian Chilipirea" userId="34ab170da5908fc4" providerId="LiveId" clId="{51E1D80A-4A29-4E2A-B293-4232621C1517}" dt="2019-10-06T18:08:16.734" v="252"/>
          <ac:spMkLst>
            <pc:docMk/>
            <pc:sldMk cId="3181653658" sldId="514"/>
            <ac:spMk id="185" creationId="{14E21523-98AB-4FCD-8449-F866FB23AF85}"/>
          </ac:spMkLst>
        </pc:spChg>
        <pc:spChg chg="add del">
          <ac:chgData name="Cristian Chilipirea" userId="34ab170da5908fc4" providerId="LiveId" clId="{51E1D80A-4A29-4E2A-B293-4232621C1517}" dt="2019-10-06T18:08:16.734" v="252"/>
          <ac:spMkLst>
            <pc:docMk/>
            <pc:sldMk cId="3181653658" sldId="514"/>
            <ac:spMk id="186" creationId="{DCFE2AC1-50ED-4221-96CB-26C8020EA19E}"/>
          </ac:spMkLst>
        </pc:spChg>
        <pc:spChg chg="add del">
          <ac:chgData name="Cristian Chilipirea" userId="34ab170da5908fc4" providerId="LiveId" clId="{51E1D80A-4A29-4E2A-B293-4232621C1517}" dt="2019-10-06T18:08:16.734" v="252"/>
          <ac:spMkLst>
            <pc:docMk/>
            <pc:sldMk cId="3181653658" sldId="514"/>
            <ac:spMk id="187" creationId="{4AF4D547-CBF1-4F0B-A423-6F99C2E3FC61}"/>
          </ac:spMkLst>
        </pc:spChg>
        <pc:spChg chg="add del">
          <ac:chgData name="Cristian Chilipirea" userId="34ab170da5908fc4" providerId="LiveId" clId="{51E1D80A-4A29-4E2A-B293-4232621C1517}" dt="2019-10-06T18:08:16.734" v="252"/>
          <ac:spMkLst>
            <pc:docMk/>
            <pc:sldMk cId="3181653658" sldId="514"/>
            <ac:spMk id="188" creationId="{F35BE470-3F65-4327-A011-6F5157B45F6B}"/>
          </ac:spMkLst>
        </pc:spChg>
        <pc:spChg chg="add del">
          <ac:chgData name="Cristian Chilipirea" userId="34ab170da5908fc4" providerId="LiveId" clId="{51E1D80A-4A29-4E2A-B293-4232621C1517}" dt="2019-10-06T18:08:16.734" v="252"/>
          <ac:spMkLst>
            <pc:docMk/>
            <pc:sldMk cId="3181653658" sldId="514"/>
            <ac:spMk id="189" creationId="{2F2CA41D-5E4A-4820-8E65-19F703133B86}"/>
          </ac:spMkLst>
        </pc:spChg>
        <pc:spChg chg="add del">
          <ac:chgData name="Cristian Chilipirea" userId="34ab170da5908fc4" providerId="LiveId" clId="{51E1D80A-4A29-4E2A-B293-4232621C1517}" dt="2019-10-06T18:08:16.734" v="252"/>
          <ac:spMkLst>
            <pc:docMk/>
            <pc:sldMk cId="3181653658" sldId="514"/>
            <ac:spMk id="190" creationId="{6C1B0A45-30D6-4454-97E3-AF26D3C5B01C}"/>
          </ac:spMkLst>
        </pc:spChg>
        <pc:spChg chg="add del">
          <ac:chgData name="Cristian Chilipirea" userId="34ab170da5908fc4" providerId="LiveId" clId="{51E1D80A-4A29-4E2A-B293-4232621C1517}" dt="2019-10-06T18:08:16.734" v="252"/>
          <ac:spMkLst>
            <pc:docMk/>
            <pc:sldMk cId="3181653658" sldId="514"/>
            <ac:spMk id="191" creationId="{37E8732F-7756-4985-8018-FF7B7FEC286F}"/>
          </ac:spMkLst>
        </pc:spChg>
        <pc:spChg chg="add del">
          <ac:chgData name="Cristian Chilipirea" userId="34ab170da5908fc4" providerId="LiveId" clId="{51E1D80A-4A29-4E2A-B293-4232621C1517}" dt="2019-10-06T18:08:16.734" v="252"/>
          <ac:spMkLst>
            <pc:docMk/>
            <pc:sldMk cId="3181653658" sldId="514"/>
            <ac:spMk id="192" creationId="{F44BE1FF-AAC0-4DD5-A5C7-232C05FD5AD6}"/>
          </ac:spMkLst>
        </pc:spChg>
        <pc:spChg chg="add del">
          <ac:chgData name="Cristian Chilipirea" userId="34ab170da5908fc4" providerId="LiveId" clId="{51E1D80A-4A29-4E2A-B293-4232621C1517}" dt="2019-10-06T18:08:16.734" v="252"/>
          <ac:spMkLst>
            <pc:docMk/>
            <pc:sldMk cId="3181653658" sldId="514"/>
            <ac:spMk id="193" creationId="{813F4F2B-9ACC-4FF9-9D6F-88366673B48A}"/>
          </ac:spMkLst>
        </pc:spChg>
        <pc:spChg chg="add del">
          <ac:chgData name="Cristian Chilipirea" userId="34ab170da5908fc4" providerId="LiveId" clId="{51E1D80A-4A29-4E2A-B293-4232621C1517}" dt="2019-10-06T18:08:16.734" v="252"/>
          <ac:spMkLst>
            <pc:docMk/>
            <pc:sldMk cId="3181653658" sldId="514"/>
            <ac:spMk id="194" creationId="{433BBD13-5949-4D79-9338-588666861CF2}"/>
          </ac:spMkLst>
        </pc:spChg>
        <pc:spChg chg="add del">
          <ac:chgData name="Cristian Chilipirea" userId="34ab170da5908fc4" providerId="LiveId" clId="{51E1D80A-4A29-4E2A-B293-4232621C1517}" dt="2019-10-06T18:08:16.734" v="252"/>
          <ac:spMkLst>
            <pc:docMk/>
            <pc:sldMk cId="3181653658" sldId="514"/>
            <ac:spMk id="195" creationId="{6A69A43E-B4FF-4476-A5AE-8ECC0955B135}"/>
          </ac:spMkLst>
        </pc:spChg>
        <pc:spChg chg="add del">
          <ac:chgData name="Cristian Chilipirea" userId="34ab170da5908fc4" providerId="LiveId" clId="{51E1D80A-4A29-4E2A-B293-4232621C1517}" dt="2019-10-06T18:08:16.734" v="252"/>
          <ac:spMkLst>
            <pc:docMk/>
            <pc:sldMk cId="3181653658" sldId="514"/>
            <ac:spMk id="196" creationId="{79B0538A-DC78-47C0-8E2F-082161B6DB55}"/>
          </ac:spMkLst>
        </pc:spChg>
        <pc:spChg chg="add del">
          <ac:chgData name="Cristian Chilipirea" userId="34ab170da5908fc4" providerId="LiveId" clId="{51E1D80A-4A29-4E2A-B293-4232621C1517}" dt="2019-10-06T18:08:16.734" v="252"/>
          <ac:spMkLst>
            <pc:docMk/>
            <pc:sldMk cId="3181653658" sldId="514"/>
            <ac:spMk id="197" creationId="{002A5FAB-2671-4AF3-B4E2-DBC4CA918971}"/>
          </ac:spMkLst>
        </pc:spChg>
        <pc:spChg chg="add del">
          <ac:chgData name="Cristian Chilipirea" userId="34ab170da5908fc4" providerId="LiveId" clId="{51E1D80A-4A29-4E2A-B293-4232621C1517}" dt="2019-10-06T18:08:16.734" v="252"/>
          <ac:spMkLst>
            <pc:docMk/>
            <pc:sldMk cId="3181653658" sldId="514"/>
            <ac:spMk id="198" creationId="{1D812A4D-CF2A-4017-B9CA-9C666EF5A3CE}"/>
          </ac:spMkLst>
        </pc:spChg>
        <pc:spChg chg="add del">
          <ac:chgData name="Cristian Chilipirea" userId="34ab170da5908fc4" providerId="LiveId" clId="{51E1D80A-4A29-4E2A-B293-4232621C1517}" dt="2019-10-06T18:08:16.734" v="252"/>
          <ac:spMkLst>
            <pc:docMk/>
            <pc:sldMk cId="3181653658" sldId="514"/>
            <ac:spMk id="199" creationId="{99FA606F-3B1D-4836-9B3D-BE061E5E2450}"/>
          </ac:spMkLst>
        </pc:spChg>
        <pc:spChg chg="add del">
          <ac:chgData name="Cristian Chilipirea" userId="34ab170da5908fc4" providerId="LiveId" clId="{51E1D80A-4A29-4E2A-B293-4232621C1517}" dt="2019-10-06T18:08:16.734" v="252"/>
          <ac:spMkLst>
            <pc:docMk/>
            <pc:sldMk cId="3181653658" sldId="514"/>
            <ac:spMk id="200" creationId="{F59A56AB-9A6E-4B69-9CE1-4ABBF3402FE7}"/>
          </ac:spMkLst>
        </pc:spChg>
        <pc:spChg chg="add del">
          <ac:chgData name="Cristian Chilipirea" userId="34ab170da5908fc4" providerId="LiveId" clId="{51E1D80A-4A29-4E2A-B293-4232621C1517}" dt="2019-10-06T18:08:16.734" v="252"/>
          <ac:spMkLst>
            <pc:docMk/>
            <pc:sldMk cId="3181653658" sldId="514"/>
            <ac:spMk id="201" creationId="{B1F8BA34-E902-4312-B895-D7D3DCA25F83}"/>
          </ac:spMkLst>
        </pc:spChg>
        <pc:spChg chg="add del">
          <ac:chgData name="Cristian Chilipirea" userId="34ab170da5908fc4" providerId="LiveId" clId="{51E1D80A-4A29-4E2A-B293-4232621C1517}" dt="2019-10-06T18:08:16.734" v="252"/>
          <ac:spMkLst>
            <pc:docMk/>
            <pc:sldMk cId="3181653658" sldId="514"/>
            <ac:spMk id="202" creationId="{55578C3E-CC1E-49E9-BEF4-4956FF176CA1}"/>
          </ac:spMkLst>
        </pc:spChg>
        <pc:spChg chg="add del">
          <ac:chgData name="Cristian Chilipirea" userId="34ab170da5908fc4" providerId="LiveId" clId="{51E1D80A-4A29-4E2A-B293-4232621C1517}" dt="2019-10-06T18:08:16.734" v="252"/>
          <ac:spMkLst>
            <pc:docMk/>
            <pc:sldMk cId="3181653658" sldId="514"/>
            <ac:spMk id="203" creationId="{EFE8E1D2-E898-463C-AF7E-0FBA64B42D85}"/>
          </ac:spMkLst>
        </pc:spChg>
        <pc:spChg chg="add del">
          <ac:chgData name="Cristian Chilipirea" userId="34ab170da5908fc4" providerId="LiveId" clId="{51E1D80A-4A29-4E2A-B293-4232621C1517}" dt="2019-10-06T18:08:16.734" v="252"/>
          <ac:spMkLst>
            <pc:docMk/>
            <pc:sldMk cId="3181653658" sldId="514"/>
            <ac:spMk id="204" creationId="{B53111C5-752C-4EF1-8EBF-10288BF8C916}"/>
          </ac:spMkLst>
        </pc:spChg>
        <pc:spChg chg="add del">
          <ac:chgData name="Cristian Chilipirea" userId="34ab170da5908fc4" providerId="LiveId" clId="{51E1D80A-4A29-4E2A-B293-4232621C1517}" dt="2019-10-06T18:08:16.734" v="252"/>
          <ac:spMkLst>
            <pc:docMk/>
            <pc:sldMk cId="3181653658" sldId="514"/>
            <ac:spMk id="205" creationId="{39B03DF2-E6BC-44DE-A198-7934ABF352E0}"/>
          </ac:spMkLst>
        </pc:spChg>
        <pc:spChg chg="add del">
          <ac:chgData name="Cristian Chilipirea" userId="34ab170da5908fc4" providerId="LiveId" clId="{51E1D80A-4A29-4E2A-B293-4232621C1517}" dt="2019-10-06T18:08:16.734" v="252"/>
          <ac:spMkLst>
            <pc:docMk/>
            <pc:sldMk cId="3181653658" sldId="514"/>
            <ac:spMk id="206" creationId="{97A3748A-C9BE-4876-BF28-835F41EF2B29}"/>
          </ac:spMkLst>
        </pc:spChg>
        <pc:spChg chg="add del">
          <ac:chgData name="Cristian Chilipirea" userId="34ab170da5908fc4" providerId="LiveId" clId="{51E1D80A-4A29-4E2A-B293-4232621C1517}" dt="2019-10-06T18:08:16.734" v="252"/>
          <ac:spMkLst>
            <pc:docMk/>
            <pc:sldMk cId="3181653658" sldId="514"/>
            <ac:spMk id="207" creationId="{6D7D9424-A6DA-46C0-B4E6-60E9FD1AF07A}"/>
          </ac:spMkLst>
        </pc:spChg>
        <pc:spChg chg="add del">
          <ac:chgData name="Cristian Chilipirea" userId="34ab170da5908fc4" providerId="LiveId" clId="{51E1D80A-4A29-4E2A-B293-4232621C1517}" dt="2019-10-06T18:08:16.734" v="252"/>
          <ac:spMkLst>
            <pc:docMk/>
            <pc:sldMk cId="3181653658" sldId="514"/>
            <ac:spMk id="208" creationId="{FCF455ED-BB86-47C8-A1EC-E83E4461DA1C}"/>
          </ac:spMkLst>
        </pc:spChg>
        <pc:spChg chg="add del">
          <ac:chgData name="Cristian Chilipirea" userId="34ab170da5908fc4" providerId="LiveId" clId="{51E1D80A-4A29-4E2A-B293-4232621C1517}" dt="2019-10-06T18:08:16.734" v="252"/>
          <ac:spMkLst>
            <pc:docMk/>
            <pc:sldMk cId="3181653658" sldId="514"/>
            <ac:spMk id="209" creationId="{6F384165-A6CC-45BB-BB46-F6BC53D2FAA7}"/>
          </ac:spMkLst>
        </pc:spChg>
        <pc:spChg chg="add del">
          <ac:chgData name="Cristian Chilipirea" userId="34ab170da5908fc4" providerId="LiveId" clId="{51E1D80A-4A29-4E2A-B293-4232621C1517}" dt="2019-10-06T18:08:16.734" v="252"/>
          <ac:spMkLst>
            <pc:docMk/>
            <pc:sldMk cId="3181653658" sldId="514"/>
            <ac:spMk id="210" creationId="{DAAE7D29-973C-4DF6-8E6C-342F14BF587A}"/>
          </ac:spMkLst>
        </pc:spChg>
        <pc:spChg chg="add del">
          <ac:chgData name="Cristian Chilipirea" userId="34ab170da5908fc4" providerId="LiveId" clId="{51E1D80A-4A29-4E2A-B293-4232621C1517}" dt="2019-10-06T18:08:16.734" v="252"/>
          <ac:spMkLst>
            <pc:docMk/>
            <pc:sldMk cId="3181653658" sldId="514"/>
            <ac:spMk id="211" creationId="{72ED41E0-E3BB-4E71-9AC3-024BACF8E11C}"/>
          </ac:spMkLst>
        </pc:spChg>
        <pc:spChg chg="add del">
          <ac:chgData name="Cristian Chilipirea" userId="34ab170da5908fc4" providerId="LiveId" clId="{51E1D80A-4A29-4E2A-B293-4232621C1517}" dt="2019-10-06T18:08:16.734" v="252"/>
          <ac:spMkLst>
            <pc:docMk/>
            <pc:sldMk cId="3181653658" sldId="514"/>
            <ac:spMk id="212" creationId="{966447EB-1A32-455D-B710-A12C9E467F0D}"/>
          </ac:spMkLst>
        </pc:spChg>
        <pc:spChg chg="add del">
          <ac:chgData name="Cristian Chilipirea" userId="34ab170da5908fc4" providerId="LiveId" clId="{51E1D80A-4A29-4E2A-B293-4232621C1517}" dt="2019-10-06T18:08:16.734" v="252"/>
          <ac:spMkLst>
            <pc:docMk/>
            <pc:sldMk cId="3181653658" sldId="514"/>
            <ac:spMk id="213" creationId="{88B13C3C-985B-417D-B4B5-94CC3AD35D89}"/>
          </ac:spMkLst>
        </pc:spChg>
        <pc:spChg chg="add del">
          <ac:chgData name="Cristian Chilipirea" userId="34ab170da5908fc4" providerId="LiveId" clId="{51E1D80A-4A29-4E2A-B293-4232621C1517}" dt="2019-10-06T18:08:16.734" v="252"/>
          <ac:spMkLst>
            <pc:docMk/>
            <pc:sldMk cId="3181653658" sldId="514"/>
            <ac:spMk id="214" creationId="{00720DB0-449D-4BF6-9B34-769E8E1ADBE2}"/>
          </ac:spMkLst>
        </pc:spChg>
        <pc:spChg chg="add del">
          <ac:chgData name="Cristian Chilipirea" userId="34ab170da5908fc4" providerId="LiveId" clId="{51E1D80A-4A29-4E2A-B293-4232621C1517}" dt="2019-10-06T18:08:16.734" v="252"/>
          <ac:spMkLst>
            <pc:docMk/>
            <pc:sldMk cId="3181653658" sldId="514"/>
            <ac:spMk id="215" creationId="{A9DBB7C5-ECB8-43A4-A328-D66FE0B45DFD}"/>
          </ac:spMkLst>
        </pc:spChg>
        <pc:spChg chg="add del">
          <ac:chgData name="Cristian Chilipirea" userId="34ab170da5908fc4" providerId="LiveId" clId="{51E1D80A-4A29-4E2A-B293-4232621C1517}" dt="2019-10-06T18:08:16.734" v="252"/>
          <ac:spMkLst>
            <pc:docMk/>
            <pc:sldMk cId="3181653658" sldId="514"/>
            <ac:spMk id="216" creationId="{C57B27C0-262C-4BB0-A2F3-7481ADC76310}"/>
          </ac:spMkLst>
        </pc:spChg>
        <pc:spChg chg="add del">
          <ac:chgData name="Cristian Chilipirea" userId="34ab170da5908fc4" providerId="LiveId" clId="{51E1D80A-4A29-4E2A-B293-4232621C1517}" dt="2019-10-06T18:08:16.734" v="252"/>
          <ac:spMkLst>
            <pc:docMk/>
            <pc:sldMk cId="3181653658" sldId="514"/>
            <ac:spMk id="217" creationId="{5F1CECD0-791E-44CD-A214-160AB8949347}"/>
          </ac:spMkLst>
        </pc:spChg>
        <pc:spChg chg="add del">
          <ac:chgData name="Cristian Chilipirea" userId="34ab170da5908fc4" providerId="LiveId" clId="{51E1D80A-4A29-4E2A-B293-4232621C1517}" dt="2019-10-06T18:08:16.734" v="252"/>
          <ac:spMkLst>
            <pc:docMk/>
            <pc:sldMk cId="3181653658" sldId="514"/>
            <ac:spMk id="218" creationId="{2D7B16AA-28DE-4BAB-8140-DD7DD3D6E245}"/>
          </ac:spMkLst>
        </pc:spChg>
        <pc:spChg chg="add del">
          <ac:chgData name="Cristian Chilipirea" userId="34ab170da5908fc4" providerId="LiveId" clId="{51E1D80A-4A29-4E2A-B293-4232621C1517}" dt="2019-10-06T18:08:16.734" v="252"/>
          <ac:spMkLst>
            <pc:docMk/>
            <pc:sldMk cId="3181653658" sldId="514"/>
            <ac:spMk id="219" creationId="{8C18D19A-0C54-456A-9B59-28EA2616B0CA}"/>
          </ac:spMkLst>
        </pc:spChg>
        <pc:spChg chg="add del">
          <ac:chgData name="Cristian Chilipirea" userId="34ab170da5908fc4" providerId="LiveId" clId="{51E1D80A-4A29-4E2A-B293-4232621C1517}" dt="2019-10-06T18:08:16.734" v="252"/>
          <ac:spMkLst>
            <pc:docMk/>
            <pc:sldMk cId="3181653658" sldId="514"/>
            <ac:spMk id="220" creationId="{BF8A3BDE-EE02-4FAA-976D-B4D9852437D6}"/>
          </ac:spMkLst>
        </pc:spChg>
        <pc:spChg chg="add del">
          <ac:chgData name="Cristian Chilipirea" userId="34ab170da5908fc4" providerId="LiveId" clId="{51E1D80A-4A29-4E2A-B293-4232621C1517}" dt="2019-10-06T18:08:16.734" v="252"/>
          <ac:spMkLst>
            <pc:docMk/>
            <pc:sldMk cId="3181653658" sldId="514"/>
            <ac:spMk id="221" creationId="{F79DF493-5F7D-408D-972A-B04A2D131732}"/>
          </ac:spMkLst>
        </pc:spChg>
        <pc:spChg chg="add del">
          <ac:chgData name="Cristian Chilipirea" userId="34ab170da5908fc4" providerId="LiveId" clId="{51E1D80A-4A29-4E2A-B293-4232621C1517}" dt="2019-10-06T18:08:16.734" v="252"/>
          <ac:spMkLst>
            <pc:docMk/>
            <pc:sldMk cId="3181653658" sldId="514"/>
            <ac:spMk id="222" creationId="{E2982A97-023B-47F6-9669-D3180239BD61}"/>
          </ac:spMkLst>
        </pc:spChg>
        <pc:spChg chg="add del">
          <ac:chgData name="Cristian Chilipirea" userId="34ab170da5908fc4" providerId="LiveId" clId="{51E1D80A-4A29-4E2A-B293-4232621C1517}" dt="2019-10-06T18:08:16.734" v="252"/>
          <ac:spMkLst>
            <pc:docMk/>
            <pc:sldMk cId="3181653658" sldId="514"/>
            <ac:spMk id="223" creationId="{D5F99C0E-DE28-40FF-B6E2-453924CE3F67}"/>
          </ac:spMkLst>
        </pc:spChg>
        <pc:spChg chg="add del">
          <ac:chgData name="Cristian Chilipirea" userId="34ab170da5908fc4" providerId="LiveId" clId="{51E1D80A-4A29-4E2A-B293-4232621C1517}" dt="2019-10-06T18:08:16.734" v="252"/>
          <ac:spMkLst>
            <pc:docMk/>
            <pc:sldMk cId="3181653658" sldId="514"/>
            <ac:spMk id="224" creationId="{28654B03-9B70-4BCC-B913-FFC6312E8089}"/>
          </ac:spMkLst>
        </pc:spChg>
        <pc:spChg chg="add del">
          <ac:chgData name="Cristian Chilipirea" userId="34ab170da5908fc4" providerId="LiveId" clId="{51E1D80A-4A29-4E2A-B293-4232621C1517}" dt="2019-10-06T18:08:16.734" v="252"/>
          <ac:spMkLst>
            <pc:docMk/>
            <pc:sldMk cId="3181653658" sldId="514"/>
            <ac:spMk id="225" creationId="{0F9D8024-5540-4E5B-A27B-8A4820E6AD33}"/>
          </ac:spMkLst>
        </pc:spChg>
        <pc:spChg chg="add del">
          <ac:chgData name="Cristian Chilipirea" userId="34ab170da5908fc4" providerId="LiveId" clId="{51E1D80A-4A29-4E2A-B293-4232621C1517}" dt="2019-10-06T18:08:16.734" v="252"/>
          <ac:spMkLst>
            <pc:docMk/>
            <pc:sldMk cId="3181653658" sldId="514"/>
            <ac:spMk id="226" creationId="{AC5308A8-7B5F-49D0-B77E-D784D0956F34}"/>
          </ac:spMkLst>
        </pc:spChg>
        <pc:spChg chg="add del">
          <ac:chgData name="Cristian Chilipirea" userId="34ab170da5908fc4" providerId="LiveId" clId="{51E1D80A-4A29-4E2A-B293-4232621C1517}" dt="2019-10-06T18:08:16.734" v="252"/>
          <ac:spMkLst>
            <pc:docMk/>
            <pc:sldMk cId="3181653658" sldId="514"/>
            <ac:spMk id="227" creationId="{9E6DAB81-1680-46E3-849B-1C29D57721B9}"/>
          </ac:spMkLst>
        </pc:spChg>
        <pc:spChg chg="add del">
          <ac:chgData name="Cristian Chilipirea" userId="34ab170da5908fc4" providerId="LiveId" clId="{51E1D80A-4A29-4E2A-B293-4232621C1517}" dt="2019-10-06T18:08:16.734" v="252"/>
          <ac:spMkLst>
            <pc:docMk/>
            <pc:sldMk cId="3181653658" sldId="514"/>
            <ac:spMk id="228" creationId="{2580C516-10FD-4856-A37E-1D67C71B7372}"/>
          </ac:spMkLst>
        </pc:spChg>
        <pc:spChg chg="add del">
          <ac:chgData name="Cristian Chilipirea" userId="34ab170da5908fc4" providerId="LiveId" clId="{51E1D80A-4A29-4E2A-B293-4232621C1517}" dt="2019-10-06T18:08:16.734" v="252"/>
          <ac:spMkLst>
            <pc:docMk/>
            <pc:sldMk cId="3181653658" sldId="514"/>
            <ac:spMk id="229" creationId="{8F421053-AC68-4DEE-870A-909100982C36}"/>
          </ac:spMkLst>
        </pc:spChg>
        <pc:spChg chg="add del">
          <ac:chgData name="Cristian Chilipirea" userId="34ab170da5908fc4" providerId="LiveId" clId="{51E1D80A-4A29-4E2A-B293-4232621C1517}" dt="2019-10-06T18:08:16.734" v="252"/>
          <ac:spMkLst>
            <pc:docMk/>
            <pc:sldMk cId="3181653658" sldId="514"/>
            <ac:spMk id="230" creationId="{C0378BE5-23AE-454F-8C8E-79DA8C718CF4}"/>
          </ac:spMkLst>
        </pc:spChg>
        <pc:spChg chg="add del">
          <ac:chgData name="Cristian Chilipirea" userId="34ab170da5908fc4" providerId="LiveId" clId="{51E1D80A-4A29-4E2A-B293-4232621C1517}" dt="2019-10-06T18:08:16.734" v="252"/>
          <ac:spMkLst>
            <pc:docMk/>
            <pc:sldMk cId="3181653658" sldId="514"/>
            <ac:spMk id="231" creationId="{FF49068F-9A0B-4705-91F5-6825BA44224E}"/>
          </ac:spMkLst>
        </pc:spChg>
        <pc:spChg chg="add del">
          <ac:chgData name="Cristian Chilipirea" userId="34ab170da5908fc4" providerId="LiveId" clId="{51E1D80A-4A29-4E2A-B293-4232621C1517}" dt="2019-10-06T18:08:16.734" v="252"/>
          <ac:spMkLst>
            <pc:docMk/>
            <pc:sldMk cId="3181653658" sldId="514"/>
            <ac:spMk id="232" creationId="{5D62CDA2-9C12-4E13-B6AE-AF3B4BC991FD}"/>
          </ac:spMkLst>
        </pc:spChg>
        <pc:spChg chg="add del">
          <ac:chgData name="Cristian Chilipirea" userId="34ab170da5908fc4" providerId="LiveId" clId="{51E1D80A-4A29-4E2A-B293-4232621C1517}" dt="2019-10-06T18:08:16.734" v="252"/>
          <ac:spMkLst>
            <pc:docMk/>
            <pc:sldMk cId="3181653658" sldId="514"/>
            <ac:spMk id="233" creationId="{6DDF3EEE-567A-4698-BE2D-E2B0FB95A6F2}"/>
          </ac:spMkLst>
        </pc:spChg>
        <pc:spChg chg="add del">
          <ac:chgData name="Cristian Chilipirea" userId="34ab170da5908fc4" providerId="LiveId" clId="{51E1D80A-4A29-4E2A-B293-4232621C1517}" dt="2019-10-06T18:08:16.734" v="252"/>
          <ac:spMkLst>
            <pc:docMk/>
            <pc:sldMk cId="3181653658" sldId="514"/>
            <ac:spMk id="234" creationId="{DBA7F591-E017-40AC-BFF0-79BD4FAAED15}"/>
          </ac:spMkLst>
        </pc:spChg>
        <pc:spChg chg="add del">
          <ac:chgData name="Cristian Chilipirea" userId="34ab170da5908fc4" providerId="LiveId" clId="{51E1D80A-4A29-4E2A-B293-4232621C1517}" dt="2019-10-06T18:08:16.734" v="252"/>
          <ac:spMkLst>
            <pc:docMk/>
            <pc:sldMk cId="3181653658" sldId="514"/>
            <ac:spMk id="235" creationId="{AD3BA435-A115-4E2E-AEDD-98688346F0B4}"/>
          </ac:spMkLst>
        </pc:spChg>
        <pc:spChg chg="add del">
          <ac:chgData name="Cristian Chilipirea" userId="34ab170da5908fc4" providerId="LiveId" clId="{51E1D80A-4A29-4E2A-B293-4232621C1517}" dt="2019-10-06T18:08:16.734" v="252"/>
          <ac:spMkLst>
            <pc:docMk/>
            <pc:sldMk cId="3181653658" sldId="514"/>
            <ac:spMk id="236" creationId="{9056FE9C-93DD-41ED-A5EF-3478803CFB57}"/>
          </ac:spMkLst>
        </pc:spChg>
        <pc:spChg chg="add del">
          <ac:chgData name="Cristian Chilipirea" userId="34ab170da5908fc4" providerId="LiveId" clId="{51E1D80A-4A29-4E2A-B293-4232621C1517}" dt="2019-10-06T18:08:16.734" v="252"/>
          <ac:spMkLst>
            <pc:docMk/>
            <pc:sldMk cId="3181653658" sldId="514"/>
            <ac:spMk id="237" creationId="{1C29B306-8D55-4797-8B6E-59E66076ABC3}"/>
          </ac:spMkLst>
        </pc:spChg>
        <pc:spChg chg="add del">
          <ac:chgData name="Cristian Chilipirea" userId="34ab170da5908fc4" providerId="LiveId" clId="{51E1D80A-4A29-4E2A-B293-4232621C1517}" dt="2019-10-06T18:08:16.734" v="252"/>
          <ac:spMkLst>
            <pc:docMk/>
            <pc:sldMk cId="3181653658" sldId="514"/>
            <ac:spMk id="238" creationId="{9EFBF529-5947-421C-8F2E-54D262D6B862}"/>
          </ac:spMkLst>
        </pc:spChg>
        <pc:spChg chg="add del">
          <ac:chgData name="Cristian Chilipirea" userId="34ab170da5908fc4" providerId="LiveId" clId="{51E1D80A-4A29-4E2A-B293-4232621C1517}" dt="2019-10-06T18:08:16.734" v="252"/>
          <ac:spMkLst>
            <pc:docMk/>
            <pc:sldMk cId="3181653658" sldId="514"/>
            <ac:spMk id="239" creationId="{193050C0-6DA8-4FE1-BC19-16396D6337E1}"/>
          </ac:spMkLst>
        </pc:spChg>
        <pc:spChg chg="add del">
          <ac:chgData name="Cristian Chilipirea" userId="34ab170da5908fc4" providerId="LiveId" clId="{51E1D80A-4A29-4E2A-B293-4232621C1517}" dt="2019-10-06T18:08:16.734" v="252"/>
          <ac:spMkLst>
            <pc:docMk/>
            <pc:sldMk cId="3181653658" sldId="514"/>
            <ac:spMk id="240" creationId="{66696BFA-4D17-42BC-9026-4ACCCF570966}"/>
          </ac:spMkLst>
        </pc:spChg>
        <pc:spChg chg="add del">
          <ac:chgData name="Cristian Chilipirea" userId="34ab170da5908fc4" providerId="LiveId" clId="{51E1D80A-4A29-4E2A-B293-4232621C1517}" dt="2019-10-06T18:08:16.734" v="252"/>
          <ac:spMkLst>
            <pc:docMk/>
            <pc:sldMk cId="3181653658" sldId="514"/>
            <ac:spMk id="241" creationId="{F3A75C27-EAED-45AA-B80E-0187C2CA5ED4}"/>
          </ac:spMkLst>
        </pc:spChg>
        <pc:spChg chg="add del">
          <ac:chgData name="Cristian Chilipirea" userId="34ab170da5908fc4" providerId="LiveId" clId="{51E1D80A-4A29-4E2A-B293-4232621C1517}" dt="2019-10-06T18:08:16.734" v="252"/>
          <ac:spMkLst>
            <pc:docMk/>
            <pc:sldMk cId="3181653658" sldId="514"/>
            <ac:spMk id="242" creationId="{9C3628C9-650E-40C3-B3A4-E6BA0538089C}"/>
          </ac:spMkLst>
        </pc:spChg>
        <pc:spChg chg="add del">
          <ac:chgData name="Cristian Chilipirea" userId="34ab170da5908fc4" providerId="LiveId" clId="{51E1D80A-4A29-4E2A-B293-4232621C1517}" dt="2019-10-06T18:08:16.734" v="252"/>
          <ac:spMkLst>
            <pc:docMk/>
            <pc:sldMk cId="3181653658" sldId="514"/>
            <ac:spMk id="243" creationId="{26ADA60F-E258-4579-839F-1BB133003B93}"/>
          </ac:spMkLst>
        </pc:spChg>
        <pc:spChg chg="add del">
          <ac:chgData name="Cristian Chilipirea" userId="34ab170da5908fc4" providerId="LiveId" clId="{51E1D80A-4A29-4E2A-B293-4232621C1517}" dt="2019-10-06T18:08:16.734" v="252"/>
          <ac:spMkLst>
            <pc:docMk/>
            <pc:sldMk cId="3181653658" sldId="514"/>
            <ac:spMk id="244" creationId="{070054B4-891D-4EB9-A2DD-EA91DBCAC391}"/>
          </ac:spMkLst>
        </pc:spChg>
        <pc:spChg chg="add del">
          <ac:chgData name="Cristian Chilipirea" userId="34ab170da5908fc4" providerId="LiveId" clId="{51E1D80A-4A29-4E2A-B293-4232621C1517}" dt="2019-10-06T18:08:16.734" v="252"/>
          <ac:spMkLst>
            <pc:docMk/>
            <pc:sldMk cId="3181653658" sldId="514"/>
            <ac:spMk id="245" creationId="{2E006A3B-B33F-4A38-9670-EB52EA52C0BF}"/>
          </ac:spMkLst>
        </pc:spChg>
        <pc:spChg chg="add del">
          <ac:chgData name="Cristian Chilipirea" userId="34ab170da5908fc4" providerId="LiveId" clId="{51E1D80A-4A29-4E2A-B293-4232621C1517}" dt="2019-10-06T18:08:16.734" v="252"/>
          <ac:spMkLst>
            <pc:docMk/>
            <pc:sldMk cId="3181653658" sldId="514"/>
            <ac:spMk id="246" creationId="{81A66544-3BEA-4B61-A062-6AEE4B91BB11}"/>
          </ac:spMkLst>
        </pc:spChg>
        <pc:spChg chg="add del">
          <ac:chgData name="Cristian Chilipirea" userId="34ab170da5908fc4" providerId="LiveId" clId="{51E1D80A-4A29-4E2A-B293-4232621C1517}" dt="2019-10-06T18:08:16.734" v="252"/>
          <ac:spMkLst>
            <pc:docMk/>
            <pc:sldMk cId="3181653658" sldId="514"/>
            <ac:spMk id="247" creationId="{21323D0D-2B5C-4717-836A-AE08AEC301AF}"/>
          </ac:spMkLst>
        </pc:spChg>
        <pc:spChg chg="add del">
          <ac:chgData name="Cristian Chilipirea" userId="34ab170da5908fc4" providerId="LiveId" clId="{51E1D80A-4A29-4E2A-B293-4232621C1517}" dt="2019-10-06T18:08:16.734" v="252"/>
          <ac:spMkLst>
            <pc:docMk/>
            <pc:sldMk cId="3181653658" sldId="514"/>
            <ac:spMk id="248" creationId="{1F98F66F-F609-4C6A-885D-DC7D79620B89}"/>
          </ac:spMkLst>
        </pc:spChg>
        <pc:spChg chg="add del">
          <ac:chgData name="Cristian Chilipirea" userId="34ab170da5908fc4" providerId="LiveId" clId="{51E1D80A-4A29-4E2A-B293-4232621C1517}" dt="2019-10-06T18:08:16.734" v="252"/>
          <ac:spMkLst>
            <pc:docMk/>
            <pc:sldMk cId="3181653658" sldId="514"/>
            <ac:spMk id="249" creationId="{E315D3D9-5D5C-4AE1-BC88-202D941CF227}"/>
          </ac:spMkLst>
        </pc:spChg>
        <pc:spChg chg="add del">
          <ac:chgData name="Cristian Chilipirea" userId="34ab170da5908fc4" providerId="LiveId" clId="{51E1D80A-4A29-4E2A-B293-4232621C1517}" dt="2019-10-06T18:08:16.734" v="252"/>
          <ac:spMkLst>
            <pc:docMk/>
            <pc:sldMk cId="3181653658" sldId="514"/>
            <ac:spMk id="250" creationId="{3CB602D6-7BFE-493D-9C3C-3C6BDFF76781}"/>
          </ac:spMkLst>
        </pc:spChg>
        <pc:spChg chg="add del">
          <ac:chgData name="Cristian Chilipirea" userId="34ab170da5908fc4" providerId="LiveId" clId="{51E1D80A-4A29-4E2A-B293-4232621C1517}" dt="2019-10-06T18:08:16.734" v="252"/>
          <ac:spMkLst>
            <pc:docMk/>
            <pc:sldMk cId="3181653658" sldId="514"/>
            <ac:spMk id="251" creationId="{8CD7A0DD-7677-4F8D-BF41-D4D49D4A02EE}"/>
          </ac:spMkLst>
        </pc:spChg>
        <pc:spChg chg="add del">
          <ac:chgData name="Cristian Chilipirea" userId="34ab170da5908fc4" providerId="LiveId" clId="{51E1D80A-4A29-4E2A-B293-4232621C1517}" dt="2019-10-06T18:08:16.734" v="252"/>
          <ac:spMkLst>
            <pc:docMk/>
            <pc:sldMk cId="3181653658" sldId="514"/>
            <ac:spMk id="252" creationId="{A22F2165-6298-4D0A-8BCD-3F7ABB64F014}"/>
          </ac:spMkLst>
        </pc:spChg>
        <pc:spChg chg="add del">
          <ac:chgData name="Cristian Chilipirea" userId="34ab170da5908fc4" providerId="LiveId" clId="{51E1D80A-4A29-4E2A-B293-4232621C1517}" dt="2019-10-06T18:08:16.734" v="252"/>
          <ac:spMkLst>
            <pc:docMk/>
            <pc:sldMk cId="3181653658" sldId="514"/>
            <ac:spMk id="253" creationId="{879AE20F-FA76-4791-87E8-FBF8501D91A3}"/>
          </ac:spMkLst>
        </pc:spChg>
        <pc:spChg chg="add del">
          <ac:chgData name="Cristian Chilipirea" userId="34ab170da5908fc4" providerId="LiveId" clId="{51E1D80A-4A29-4E2A-B293-4232621C1517}" dt="2019-10-06T18:08:16.734" v="252"/>
          <ac:spMkLst>
            <pc:docMk/>
            <pc:sldMk cId="3181653658" sldId="514"/>
            <ac:spMk id="254" creationId="{79109723-B7C5-4B24-833C-B839278D6BD5}"/>
          </ac:spMkLst>
        </pc:spChg>
        <pc:spChg chg="add del">
          <ac:chgData name="Cristian Chilipirea" userId="34ab170da5908fc4" providerId="LiveId" clId="{51E1D80A-4A29-4E2A-B293-4232621C1517}" dt="2019-10-06T18:08:16.734" v="252"/>
          <ac:spMkLst>
            <pc:docMk/>
            <pc:sldMk cId="3181653658" sldId="514"/>
            <ac:spMk id="255" creationId="{952C87D3-BAF8-48CB-8701-D23CC7BB8CD1}"/>
          </ac:spMkLst>
        </pc:spChg>
        <pc:spChg chg="add del">
          <ac:chgData name="Cristian Chilipirea" userId="34ab170da5908fc4" providerId="LiveId" clId="{51E1D80A-4A29-4E2A-B293-4232621C1517}" dt="2019-10-06T18:08:16.734" v="252"/>
          <ac:spMkLst>
            <pc:docMk/>
            <pc:sldMk cId="3181653658" sldId="514"/>
            <ac:spMk id="256" creationId="{CB9C82BF-9E1F-490F-A7B8-FE8FB332E916}"/>
          </ac:spMkLst>
        </pc:spChg>
        <pc:spChg chg="add del">
          <ac:chgData name="Cristian Chilipirea" userId="34ab170da5908fc4" providerId="LiveId" clId="{51E1D80A-4A29-4E2A-B293-4232621C1517}" dt="2019-10-06T18:08:16.734" v="252"/>
          <ac:spMkLst>
            <pc:docMk/>
            <pc:sldMk cId="3181653658" sldId="514"/>
            <ac:spMk id="257" creationId="{7925B2C9-58DB-43B0-8451-AD948F9F7483}"/>
          </ac:spMkLst>
        </pc:spChg>
        <pc:spChg chg="add del">
          <ac:chgData name="Cristian Chilipirea" userId="34ab170da5908fc4" providerId="LiveId" clId="{51E1D80A-4A29-4E2A-B293-4232621C1517}" dt="2019-10-06T18:08:16.734" v="252"/>
          <ac:spMkLst>
            <pc:docMk/>
            <pc:sldMk cId="3181653658" sldId="514"/>
            <ac:spMk id="258" creationId="{48D04FA0-9CF7-400D-A39F-259404CBF850}"/>
          </ac:spMkLst>
        </pc:spChg>
        <pc:spChg chg="add del">
          <ac:chgData name="Cristian Chilipirea" userId="34ab170da5908fc4" providerId="LiveId" clId="{51E1D80A-4A29-4E2A-B293-4232621C1517}" dt="2019-10-06T18:08:16.734" v="252"/>
          <ac:spMkLst>
            <pc:docMk/>
            <pc:sldMk cId="3181653658" sldId="514"/>
            <ac:spMk id="259" creationId="{B342EB97-52FA-48B8-BCBB-968140DE6F0C}"/>
          </ac:spMkLst>
        </pc:spChg>
        <pc:spChg chg="add del">
          <ac:chgData name="Cristian Chilipirea" userId="34ab170da5908fc4" providerId="LiveId" clId="{51E1D80A-4A29-4E2A-B293-4232621C1517}" dt="2019-10-06T18:08:16.734" v="252"/>
          <ac:spMkLst>
            <pc:docMk/>
            <pc:sldMk cId="3181653658" sldId="514"/>
            <ac:spMk id="260" creationId="{48216972-5715-4E1C-B3F5-04491C4AE78B}"/>
          </ac:spMkLst>
        </pc:spChg>
        <pc:spChg chg="add del">
          <ac:chgData name="Cristian Chilipirea" userId="34ab170da5908fc4" providerId="LiveId" clId="{51E1D80A-4A29-4E2A-B293-4232621C1517}" dt="2019-10-06T18:08:16.734" v="252"/>
          <ac:spMkLst>
            <pc:docMk/>
            <pc:sldMk cId="3181653658" sldId="514"/>
            <ac:spMk id="261" creationId="{E322E659-1995-4D51-BF2E-C1FE0815C3E6}"/>
          </ac:spMkLst>
        </pc:spChg>
        <pc:spChg chg="add del">
          <ac:chgData name="Cristian Chilipirea" userId="34ab170da5908fc4" providerId="LiveId" clId="{51E1D80A-4A29-4E2A-B293-4232621C1517}" dt="2019-10-06T18:08:16.734" v="252"/>
          <ac:spMkLst>
            <pc:docMk/>
            <pc:sldMk cId="3181653658" sldId="514"/>
            <ac:spMk id="262" creationId="{6175FA3A-2BD8-4E6C-BBA0-44D96D4E67D1}"/>
          </ac:spMkLst>
        </pc:spChg>
        <pc:spChg chg="add del">
          <ac:chgData name="Cristian Chilipirea" userId="34ab170da5908fc4" providerId="LiveId" clId="{51E1D80A-4A29-4E2A-B293-4232621C1517}" dt="2019-10-06T18:08:16.734" v="252"/>
          <ac:spMkLst>
            <pc:docMk/>
            <pc:sldMk cId="3181653658" sldId="514"/>
            <ac:spMk id="263" creationId="{D62918DE-C692-4F54-AA91-B3A6236B297D}"/>
          </ac:spMkLst>
        </pc:spChg>
        <pc:spChg chg="add del">
          <ac:chgData name="Cristian Chilipirea" userId="34ab170da5908fc4" providerId="LiveId" clId="{51E1D80A-4A29-4E2A-B293-4232621C1517}" dt="2019-10-06T18:08:16.734" v="252"/>
          <ac:spMkLst>
            <pc:docMk/>
            <pc:sldMk cId="3181653658" sldId="514"/>
            <ac:spMk id="264" creationId="{206F0381-7AEC-496E-B916-6B6EDFF75BB9}"/>
          </ac:spMkLst>
        </pc:spChg>
        <pc:spChg chg="add del">
          <ac:chgData name="Cristian Chilipirea" userId="34ab170da5908fc4" providerId="LiveId" clId="{51E1D80A-4A29-4E2A-B293-4232621C1517}" dt="2019-10-06T18:08:16.734" v="252"/>
          <ac:spMkLst>
            <pc:docMk/>
            <pc:sldMk cId="3181653658" sldId="514"/>
            <ac:spMk id="265" creationId="{20A4D87C-D132-4515-82AE-426E2E78BB9E}"/>
          </ac:spMkLst>
        </pc:spChg>
        <pc:spChg chg="add del">
          <ac:chgData name="Cristian Chilipirea" userId="34ab170da5908fc4" providerId="LiveId" clId="{51E1D80A-4A29-4E2A-B293-4232621C1517}" dt="2019-10-06T18:08:16.734" v="252"/>
          <ac:spMkLst>
            <pc:docMk/>
            <pc:sldMk cId="3181653658" sldId="514"/>
            <ac:spMk id="266" creationId="{6A209E7F-0CA5-45D4-B688-5F1E7C2EF2E1}"/>
          </ac:spMkLst>
        </pc:spChg>
        <pc:spChg chg="add del">
          <ac:chgData name="Cristian Chilipirea" userId="34ab170da5908fc4" providerId="LiveId" clId="{51E1D80A-4A29-4E2A-B293-4232621C1517}" dt="2019-10-06T18:08:16.734" v="252"/>
          <ac:spMkLst>
            <pc:docMk/>
            <pc:sldMk cId="3181653658" sldId="514"/>
            <ac:spMk id="267" creationId="{5113CFC3-A5E9-4609-9E5C-200A8C64B073}"/>
          </ac:spMkLst>
        </pc:spChg>
        <pc:spChg chg="add del">
          <ac:chgData name="Cristian Chilipirea" userId="34ab170da5908fc4" providerId="LiveId" clId="{51E1D80A-4A29-4E2A-B293-4232621C1517}" dt="2019-10-06T18:08:16.734" v="252"/>
          <ac:spMkLst>
            <pc:docMk/>
            <pc:sldMk cId="3181653658" sldId="514"/>
            <ac:spMk id="268" creationId="{7428FD5A-6F39-4DBA-830A-9C8E77815EFC}"/>
          </ac:spMkLst>
        </pc:spChg>
        <pc:spChg chg="add del">
          <ac:chgData name="Cristian Chilipirea" userId="34ab170da5908fc4" providerId="LiveId" clId="{51E1D80A-4A29-4E2A-B293-4232621C1517}" dt="2019-10-06T18:08:16.734" v="252"/>
          <ac:spMkLst>
            <pc:docMk/>
            <pc:sldMk cId="3181653658" sldId="514"/>
            <ac:spMk id="269" creationId="{85E66CF9-2475-478C-8109-4CB9A6F27FBC}"/>
          </ac:spMkLst>
        </pc:spChg>
        <pc:spChg chg="add del">
          <ac:chgData name="Cristian Chilipirea" userId="34ab170da5908fc4" providerId="LiveId" clId="{51E1D80A-4A29-4E2A-B293-4232621C1517}" dt="2019-10-06T18:08:16.734" v="252"/>
          <ac:spMkLst>
            <pc:docMk/>
            <pc:sldMk cId="3181653658" sldId="514"/>
            <ac:spMk id="270" creationId="{EE4D8AA2-750C-4961-9BF7-19BC6CB128C4}"/>
          </ac:spMkLst>
        </pc:spChg>
        <pc:spChg chg="add del">
          <ac:chgData name="Cristian Chilipirea" userId="34ab170da5908fc4" providerId="LiveId" clId="{51E1D80A-4A29-4E2A-B293-4232621C1517}" dt="2019-10-06T18:08:16.734" v="252"/>
          <ac:spMkLst>
            <pc:docMk/>
            <pc:sldMk cId="3181653658" sldId="514"/>
            <ac:spMk id="271" creationId="{90FC1810-39E2-4322-B575-CB2CC591C332}"/>
          </ac:spMkLst>
        </pc:spChg>
        <pc:spChg chg="add del">
          <ac:chgData name="Cristian Chilipirea" userId="34ab170da5908fc4" providerId="LiveId" clId="{51E1D80A-4A29-4E2A-B293-4232621C1517}" dt="2019-10-06T18:08:16.734" v="252"/>
          <ac:spMkLst>
            <pc:docMk/>
            <pc:sldMk cId="3181653658" sldId="514"/>
            <ac:spMk id="272" creationId="{37664DAA-8CCE-4B25-A566-A21C1EA68716}"/>
          </ac:spMkLst>
        </pc:spChg>
        <pc:spChg chg="add del">
          <ac:chgData name="Cristian Chilipirea" userId="34ab170da5908fc4" providerId="LiveId" clId="{51E1D80A-4A29-4E2A-B293-4232621C1517}" dt="2019-10-06T18:08:16.734" v="252"/>
          <ac:spMkLst>
            <pc:docMk/>
            <pc:sldMk cId="3181653658" sldId="514"/>
            <ac:spMk id="273" creationId="{3770C8FE-0542-42CF-BA06-6A0DBF2097E7}"/>
          </ac:spMkLst>
        </pc:spChg>
        <pc:spChg chg="add del">
          <ac:chgData name="Cristian Chilipirea" userId="34ab170da5908fc4" providerId="LiveId" clId="{51E1D80A-4A29-4E2A-B293-4232621C1517}" dt="2019-10-06T18:08:16.734" v="252"/>
          <ac:spMkLst>
            <pc:docMk/>
            <pc:sldMk cId="3181653658" sldId="514"/>
            <ac:spMk id="274" creationId="{BCDE12CD-0090-4BD2-B86A-B6A100DB1A6F}"/>
          </ac:spMkLst>
        </pc:spChg>
        <pc:spChg chg="add del">
          <ac:chgData name="Cristian Chilipirea" userId="34ab170da5908fc4" providerId="LiveId" clId="{51E1D80A-4A29-4E2A-B293-4232621C1517}" dt="2019-10-06T18:08:16.734" v="252"/>
          <ac:spMkLst>
            <pc:docMk/>
            <pc:sldMk cId="3181653658" sldId="514"/>
            <ac:spMk id="275" creationId="{CFDFCB99-D6ED-435A-AD77-0DE2E33F4C59}"/>
          </ac:spMkLst>
        </pc:spChg>
        <pc:spChg chg="add del">
          <ac:chgData name="Cristian Chilipirea" userId="34ab170da5908fc4" providerId="LiveId" clId="{51E1D80A-4A29-4E2A-B293-4232621C1517}" dt="2019-10-06T18:08:16.734" v="252"/>
          <ac:spMkLst>
            <pc:docMk/>
            <pc:sldMk cId="3181653658" sldId="514"/>
            <ac:spMk id="276" creationId="{7DAF3E15-BC6B-4E3B-AB49-033DEEA6B03B}"/>
          </ac:spMkLst>
        </pc:spChg>
        <pc:spChg chg="add del">
          <ac:chgData name="Cristian Chilipirea" userId="34ab170da5908fc4" providerId="LiveId" clId="{51E1D80A-4A29-4E2A-B293-4232621C1517}" dt="2019-10-06T18:08:16.734" v="252"/>
          <ac:spMkLst>
            <pc:docMk/>
            <pc:sldMk cId="3181653658" sldId="514"/>
            <ac:spMk id="277" creationId="{45767352-AF08-4033-A06E-26DA494D0E62}"/>
          </ac:spMkLst>
        </pc:spChg>
        <pc:spChg chg="add del">
          <ac:chgData name="Cristian Chilipirea" userId="34ab170da5908fc4" providerId="LiveId" clId="{51E1D80A-4A29-4E2A-B293-4232621C1517}" dt="2019-10-06T18:08:16.734" v="252"/>
          <ac:spMkLst>
            <pc:docMk/>
            <pc:sldMk cId="3181653658" sldId="514"/>
            <ac:spMk id="278" creationId="{66B03E3C-45A7-4EC9-857F-D21E23B26A30}"/>
          </ac:spMkLst>
        </pc:spChg>
        <pc:spChg chg="add del">
          <ac:chgData name="Cristian Chilipirea" userId="34ab170da5908fc4" providerId="LiveId" clId="{51E1D80A-4A29-4E2A-B293-4232621C1517}" dt="2019-10-06T18:08:16.734" v="252"/>
          <ac:spMkLst>
            <pc:docMk/>
            <pc:sldMk cId="3181653658" sldId="514"/>
            <ac:spMk id="279" creationId="{1ACFE49C-D201-431E-AE48-5C3976792E85}"/>
          </ac:spMkLst>
        </pc:spChg>
        <pc:spChg chg="add del">
          <ac:chgData name="Cristian Chilipirea" userId="34ab170da5908fc4" providerId="LiveId" clId="{51E1D80A-4A29-4E2A-B293-4232621C1517}" dt="2019-10-06T18:08:16.734" v="252"/>
          <ac:spMkLst>
            <pc:docMk/>
            <pc:sldMk cId="3181653658" sldId="514"/>
            <ac:spMk id="280" creationId="{8977E187-F097-40AB-8054-0408116A7004}"/>
          </ac:spMkLst>
        </pc:spChg>
        <pc:spChg chg="add del">
          <ac:chgData name="Cristian Chilipirea" userId="34ab170da5908fc4" providerId="LiveId" clId="{51E1D80A-4A29-4E2A-B293-4232621C1517}" dt="2019-10-06T18:08:16.734" v="252"/>
          <ac:spMkLst>
            <pc:docMk/>
            <pc:sldMk cId="3181653658" sldId="514"/>
            <ac:spMk id="281" creationId="{89746A3C-4CAF-439E-92D0-FA722F8B32C2}"/>
          </ac:spMkLst>
        </pc:spChg>
        <pc:spChg chg="add del">
          <ac:chgData name="Cristian Chilipirea" userId="34ab170da5908fc4" providerId="LiveId" clId="{51E1D80A-4A29-4E2A-B293-4232621C1517}" dt="2019-10-06T18:08:16.734" v="252"/>
          <ac:spMkLst>
            <pc:docMk/>
            <pc:sldMk cId="3181653658" sldId="514"/>
            <ac:spMk id="282" creationId="{7BFE9F7E-76A2-4F4B-A623-509E37DF8BDC}"/>
          </ac:spMkLst>
        </pc:spChg>
        <pc:spChg chg="add del">
          <ac:chgData name="Cristian Chilipirea" userId="34ab170da5908fc4" providerId="LiveId" clId="{51E1D80A-4A29-4E2A-B293-4232621C1517}" dt="2019-10-06T18:08:16.734" v="252"/>
          <ac:spMkLst>
            <pc:docMk/>
            <pc:sldMk cId="3181653658" sldId="514"/>
            <ac:spMk id="283" creationId="{2EFBF1F6-8C7B-4604-AA0C-8DD05C5415C1}"/>
          </ac:spMkLst>
        </pc:spChg>
        <pc:spChg chg="add del">
          <ac:chgData name="Cristian Chilipirea" userId="34ab170da5908fc4" providerId="LiveId" clId="{51E1D80A-4A29-4E2A-B293-4232621C1517}" dt="2019-10-06T18:08:16.734" v="252"/>
          <ac:spMkLst>
            <pc:docMk/>
            <pc:sldMk cId="3181653658" sldId="514"/>
            <ac:spMk id="284" creationId="{88CC5ED5-D60F-4C1A-B046-D7D0A844D121}"/>
          </ac:spMkLst>
        </pc:spChg>
        <pc:spChg chg="add del">
          <ac:chgData name="Cristian Chilipirea" userId="34ab170da5908fc4" providerId="LiveId" clId="{51E1D80A-4A29-4E2A-B293-4232621C1517}" dt="2019-10-06T18:08:16.734" v="252"/>
          <ac:spMkLst>
            <pc:docMk/>
            <pc:sldMk cId="3181653658" sldId="514"/>
            <ac:spMk id="289" creationId="{689DFA84-EE8E-45CC-A927-CAA84A4C86AB}"/>
          </ac:spMkLst>
        </pc:spChg>
        <pc:spChg chg="add del">
          <ac:chgData name="Cristian Chilipirea" userId="34ab170da5908fc4" providerId="LiveId" clId="{51E1D80A-4A29-4E2A-B293-4232621C1517}" dt="2019-10-06T18:08:16.734" v="252"/>
          <ac:spMkLst>
            <pc:docMk/>
            <pc:sldMk cId="3181653658" sldId="514"/>
            <ac:spMk id="290" creationId="{D4711CD9-126F-4C30-BBEC-3F93A57182AF}"/>
          </ac:spMkLst>
        </pc:spChg>
        <pc:spChg chg="add del">
          <ac:chgData name="Cristian Chilipirea" userId="34ab170da5908fc4" providerId="LiveId" clId="{51E1D80A-4A29-4E2A-B293-4232621C1517}" dt="2019-10-06T18:08:16.734" v="252"/>
          <ac:spMkLst>
            <pc:docMk/>
            <pc:sldMk cId="3181653658" sldId="514"/>
            <ac:spMk id="291" creationId="{3A50F040-F471-4E94-9850-F5B66C2506BD}"/>
          </ac:spMkLst>
        </pc:spChg>
        <pc:spChg chg="add del">
          <ac:chgData name="Cristian Chilipirea" userId="34ab170da5908fc4" providerId="LiveId" clId="{51E1D80A-4A29-4E2A-B293-4232621C1517}" dt="2019-10-06T18:08:16.734" v="252"/>
          <ac:spMkLst>
            <pc:docMk/>
            <pc:sldMk cId="3181653658" sldId="514"/>
            <ac:spMk id="292" creationId="{4B13305A-BA86-43FC-9ED1-12FD41F4D2E7}"/>
          </ac:spMkLst>
        </pc:spChg>
        <pc:spChg chg="add mod">
          <ac:chgData name="Cristian Chilipirea" userId="34ab170da5908fc4" providerId="LiveId" clId="{51E1D80A-4A29-4E2A-B293-4232621C1517}" dt="2019-10-06T18:08:25.883" v="254" actId="1076"/>
          <ac:spMkLst>
            <pc:docMk/>
            <pc:sldMk cId="3181653658" sldId="514"/>
            <ac:spMk id="301" creationId="{7A4E5C02-6156-4027-888E-DBF47F3B490B}"/>
          </ac:spMkLst>
        </pc:spChg>
        <pc:spChg chg="add mod">
          <ac:chgData name="Cristian Chilipirea" userId="34ab170da5908fc4" providerId="LiveId" clId="{51E1D80A-4A29-4E2A-B293-4232621C1517}" dt="2019-10-06T18:08:25.883" v="254" actId="1076"/>
          <ac:spMkLst>
            <pc:docMk/>
            <pc:sldMk cId="3181653658" sldId="514"/>
            <ac:spMk id="302" creationId="{22FA61D9-64F3-48B5-9262-69A3253A1598}"/>
          </ac:spMkLst>
        </pc:spChg>
        <pc:spChg chg="add mod">
          <ac:chgData name="Cristian Chilipirea" userId="34ab170da5908fc4" providerId="LiveId" clId="{51E1D80A-4A29-4E2A-B293-4232621C1517}" dt="2019-10-06T18:08:25.883" v="254" actId="1076"/>
          <ac:spMkLst>
            <pc:docMk/>
            <pc:sldMk cId="3181653658" sldId="514"/>
            <ac:spMk id="303" creationId="{AA076818-C1DC-444D-9E24-21566A957D81}"/>
          </ac:spMkLst>
        </pc:spChg>
        <pc:spChg chg="add mod">
          <ac:chgData name="Cristian Chilipirea" userId="34ab170da5908fc4" providerId="LiveId" clId="{51E1D80A-4A29-4E2A-B293-4232621C1517}" dt="2019-10-06T18:08:25.883" v="254" actId="1076"/>
          <ac:spMkLst>
            <pc:docMk/>
            <pc:sldMk cId="3181653658" sldId="514"/>
            <ac:spMk id="304" creationId="{B1FCE1A5-166C-4093-A2D6-243FDE2ABE40}"/>
          </ac:spMkLst>
        </pc:spChg>
        <pc:spChg chg="add mod">
          <ac:chgData name="Cristian Chilipirea" userId="34ab170da5908fc4" providerId="LiveId" clId="{51E1D80A-4A29-4E2A-B293-4232621C1517}" dt="2019-10-06T18:08:25.883" v="254" actId="1076"/>
          <ac:spMkLst>
            <pc:docMk/>
            <pc:sldMk cId="3181653658" sldId="514"/>
            <ac:spMk id="305" creationId="{E5D16BE3-0A98-4933-92FA-2DFAE4FB2505}"/>
          </ac:spMkLst>
        </pc:spChg>
        <pc:spChg chg="add mod">
          <ac:chgData name="Cristian Chilipirea" userId="34ab170da5908fc4" providerId="LiveId" clId="{51E1D80A-4A29-4E2A-B293-4232621C1517}" dt="2019-10-06T18:08:25.883" v="254" actId="1076"/>
          <ac:spMkLst>
            <pc:docMk/>
            <pc:sldMk cId="3181653658" sldId="514"/>
            <ac:spMk id="306" creationId="{7D72C9CA-17CA-4B8E-A754-48DA6A63D7CE}"/>
          </ac:spMkLst>
        </pc:spChg>
        <pc:spChg chg="add mod">
          <ac:chgData name="Cristian Chilipirea" userId="34ab170da5908fc4" providerId="LiveId" clId="{51E1D80A-4A29-4E2A-B293-4232621C1517}" dt="2019-10-06T18:08:25.883" v="254" actId="1076"/>
          <ac:spMkLst>
            <pc:docMk/>
            <pc:sldMk cId="3181653658" sldId="514"/>
            <ac:spMk id="307" creationId="{DD710358-B4D9-44A4-8C42-E652EA4F1BFC}"/>
          </ac:spMkLst>
        </pc:spChg>
        <pc:spChg chg="add mod">
          <ac:chgData name="Cristian Chilipirea" userId="34ab170da5908fc4" providerId="LiveId" clId="{51E1D80A-4A29-4E2A-B293-4232621C1517}" dt="2019-10-06T18:08:25.883" v="254" actId="1076"/>
          <ac:spMkLst>
            <pc:docMk/>
            <pc:sldMk cId="3181653658" sldId="514"/>
            <ac:spMk id="308" creationId="{DF7E530D-F83B-4E24-930B-C05248F7C8F9}"/>
          </ac:spMkLst>
        </pc:spChg>
        <pc:spChg chg="add mod">
          <ac:chgData name="Cristian Chilipirea" userId="34ab170da5908fc4" providerId="LiveId" clId="{51E1D80A-4A29-4E2A-B293-4232621C1517}" dt="2019-10-06T18:08:25.883" v="254" actId="1076"/>
          <ac:spMkLst>
            <pc:docMk/>
            <pc:sldMk cId="3181653658" sldId="514"/>
            <ac:spMk id="309" creationId="{A0FADF45-03AE-4061-8B1A-1BB79A7C7112}"/>
          </ac:spMkLst>
        </pc:spChg>
        <pc:spChg chg="add mod">
          <ac:chgData name="Cristian Chilipirea" userId="34ab170da5908fc4" providerId="LiveId" clId="{51E1D80A-4A29-4E2A-B293-4232621C1517}" dt="2019-10-06T18:08:25.883" v="254" actId="1076"/>
          <ac:spMkLst>
            <pc:docMk/>
            <pc:sldMk cId="3181653658" sldId="514"/>
            <ac:spMk id="310" creationId="{C91390D9-71E9-4D40-9CDC-1630160A33E3}"/>
          </ac:spMkLst>
        </pc:spChg>
        <pc:spChg chg="add mod">
          <ac:chgData name="Cristian Chilipirea" userId="34ab170da5908fc4" providerId="LiveId" clId="{51E1D80A-4A29-4E2A-B293-4232621C1517}" dt="2019-10-06T18:08:25.883" v="254" actId="1076"/>
          <ac:spMkLst>
            <pc:docMk/>
            <pc:sldMk cId="3181653658" sldId="514"/>
            <ac:spMk id="311" creationId="{3BC5F6C6-D607-4EEC-ADBF-A2F592039996}"/>
          </ac:spMkLst>
        </pc:spChg>
        <pc:spChg chg="add mod">
          <ac:chgData name="Cristian Chilipirea" userId="34ab170da5908fc4" providerId="LiveId" clId="{51E1D80A-4A29-4E2A-B293-4232621C1517}" dt="2019-10-06T18:08:25.883" v="254" actId="1076"/>
          <ac:spMkLst>
            <pc:docMk/>
            <pc:sldMk cId="3181653658" sldId="514"/>
            <ac:spMk id="312" creationId="{7C40B5DE-C0D5-435B-90EC-3553191E609A}"/>
          </ac:spMkLst>
        </pc:spChg>
        <pc:spChg chg="add mod">
          <ac:chgData name="Cristian Chilipirea" userId="34ab170da5908fc4" providerId="LiveId" clId="{51E1D80A-4A29-4E2A-B293-4232621C1517}" dt="2019-10-06T18:08:25.883" v="254" actId="1076"/>
          <ac:spMkLst>
            <pc:docMk/>
            <pc:sldMk cId="3181653658" sldId="514"/>
            <ac:spMk id="313" creationId="{8135D727-AC40-45BA-8170-335F1C986BB2}"/>
          </ac:spMkLst>
        </pc:spChg>
        <pc:spChg chg="add mod">
          <ac:chgData name="Cristian Chilipirea" userId="34ab170da5908fc4" providerId="LiveId" clId="{51E1D80A-4A29-4E2A-B293-4232621C1517}" dt="2019-10-06T18:08:25.883" v="254" actId="1076"/>
          <ac:spMkLst>
            <pc:docMk/>
            <pc:sldMk cId="3181653658" sldId="514"/>
            <ac:spMk id="314" creationId="{27FE25ED-52FE-44C4-A460-CB86DA8CEABC}"/>
          </ac:spMkLst>
        </pc:spChg>
        <pc:spChg chg="add mod">
          <ac:chgData name="Cristian Chilipirea" userId="34ab170da5908fc4" providerId="LiveId" clId="{51E1D80A-4A29-4E2A-B293-4232621C1517}" dt="2019-10-06T18:08:25.883" v="254" actId="1076"/>
          <ac:spMkLst>
            <pc:docMk/>
            <pc:sldMk cId="3181653658" sldId="514"/>
            <ac:spMk id="315" creationId="{CC698BA2-BFDC-4BA2-B1C7-6257A09F5715}"/>
          </ac:spMkLst>
        </pc:spChg>
        <pc:spChg chg="add mod">
          <ac:chgData name="Cristian Chilipirea" userId="34ab170da5908fc4" providerId="LiveId" clId="{51E1D80A-4A29-4E2A-B293-4232621C1517}" dt="2019-10-06T18:08:25.883" v="254" actId="1076"/>
          <ac:spMkLst>
            <pc:docMk/>
            <pc:sldMk cId="3181653658" sldId="514"/>
            <ac:spMk id="316" creationId="{74907FD1-0E0C-43CF-9B83-A3249849E667}"/>
          </ac:spMkLst>
        </pc:spChg>
        <pc:spChg chg="add mod">
          <ac:chgData name="Cristian Chilipirea" userId="34ab170da5908fc4" providerId="LiveId" clId="{51E1D80A-4A29-4E2A-B293-4232621C1517}" dt="2019-10-06T18:08:25.883" v="254" actId="1076"/>
          <ac:spMkLst>
            <pc:docMk/>
            <pc:sldMk cId="3181653658" sldId="514"/>
            <ac:spMk id="317" creationId="{04B0CBA7-B6E0-4AE5-957B-E16D90A30FD8}"/>
          </ac:spMkLst>
        </pc:spChg>
        <pc:spChg chg="add mod">
          <ac:chgData name="Cristian Chilipirea" userId="34ab170da5908fc4" providerId="LiveId" clId="{51E1D80A-4A29-4E2A-B293-4232621C1517}" dt="2019-10-06T18:08:25.883" v="254" actId="1076"/>
          <ac:spMkLst>
            <pc:docMk/>
            <pc:sldMk cId="3181653658" sldId="514"/>
            <ac:spMk id="318" creationId="{BCEB60EF-38FE-420A-A57E-A4B1E456CEA8}"/>
          </ac:spMkLst>
        </pc:spChg>
        <pc:spChg chg="add mod">
          <ac:chgData name="Cristian Chilipirea" userId="34ab170da5908fc4" providerId="LiveId" clId="{51E1D80A-4A29-4E2A-B293-4232621C1517}" dt="2019-10-06T18:08:25.883" v="254" actId="1076"/>
          <ac:spMkLst>
            <pc:docMk/>
            <pc:sldMk cId="3181653658" sldId="514"/>
            <ac:spMk id="319" creationId="{39FC3412-5CFC-4C96-ADD8-4D52F8E5699E}"/>
          </ac:spMkLst>
        </pc:spChg>
        <pc:spChg chg="add mod">
          <ac:chgData name="Cristian Chilipirea" userId="34ab170da5908fc4" providerId="LiveId" clId="{51E1D80A-4A29-4E2A-B293-4232621C1517}" dt="2019-10-06T18:08:25.883" v="254" actId="1076"/>
          <ac:spMkLst>
            <pc:docMk/>
            <pc:sldMk cId="3181653658" sldId="514"/>
            <ac:spMk id="320" creationId="{D448FE87-9694-4813-9629-0EE12A96F238}"/>
          </ac:spMkLst>
        </pc:spChg>
        <pc:spChg chg="add mod">
          <ac:chgData name="Cristian Chilipirea" userId="34ab170da5908fc4" providerId="LiveId" clId="{51E1D80A-4A29-4E2A-B293-4232621C1517}" dt="2019-10-06T18:08:25.883" v="254" actId="1076"/>
          <ac:spMkLst>
            <pc:docMk/>
            <pc:sldMk cId="3181653658" sldId="514"/>
            <ac:spMk id="321" creationId="{130ECDC6-91CF-40D3-B946-459A4AE24BC6}"/>
          </ac:spMkLst>
        </pc:spChg>
        <pc:spChg chg="add mod">
          <ac:chgData name="Cristian Chilipirea" userId="34ab170da5908fc4" providerId="LiveId" clId="{51E1D80A-4A29-4E2A-B293-4232621C1517}" dt="2019-10-06T18:08:25.883" v="254" actId="1076"/>
          <ac:spMkLst>
            <pc:docMk/>
            <pc:sldMk cId="3181653658" sldId="514"/>
            <ac:spMk id="322" creationId="{33D78813-CD01-4584-BCC8-B94F29CBCED5}"/>
          </ac:spMkLst>
        </pc:spChg>
        <pc:spChg chg="add mod">
          <ac:chgData name="Cristian Chilipirea" userId="34ab170da5908fc4" providerId="LiveId" clId="{51E1D80A-4A29-4E2A-B293-4232621C1517}" dt="2019-10-06T18:08:25.883" v="254" actId="1076"/>
          <ac:spMkLst>
            <pc:docMk/>
            <pc:sldMk cId="3181653658" sldId="514"/>
            <ac:spMk id="323" creationId="{8B88D5FD-223D-4E32-9870-086663BC214A}"/>
          </ac:spMkLst>
        </pc:spChg>
        <pc:spChg chg="add mod">
          <ac:chgData name="Cristian Chilipirea" userId="34ab170da5908fc4" providerId="LiveId" clId="{51E1D80A-4A29-4E2A-B293-4232621C1517}" dt="2019-10-06T18:08:25.883" v="254" actId="1076"/>
          <ac:spMkLst>
            <pc:docMk/>
            <pc:sldMk cId="3181653658" sldId="514"/>
            <ac:spMk id="324" creationId="{3F1E2037-0EDF-4F24-95E2-3CF288A76CBE}"/>
          </ac:spMkLst>
        </pc:spChg>
        <pc:spChg chg="add mod">
          <ac:chgData name="Cristian Chilipirea" userId="34ab170da5908fc4" providerId="LiveId" clId="{51E1D80A-4A29-4E2A-B293-4232621C1517}" dt="2019-10-06T18:08:25.883" v="254" actId="1076"/>
          <ac:spMkLst>
            <pc:docMk/>
            <pc:sldMk cId="3181653658" sldId="514"/>
            <ac:spMk id="325" creationId="{636FE78C-57C6-4E9D-BC82-D9903FA3E3EF}"/>
          </ac:spMkLst>
        </pc:spChg>
        <pc:spChg chg="add mod">
          <ac:chgData name="Cristian Chilipirea" userId="34ab170da5908fc4" providerId="LiveId" clId="{51E1D80A-4A29-4E2A-B293-4232621C1517}" dt="2019-10-06T18:08:25.883" v="254" actId="1076"/>
          <ac:spMkLst>
            <pc:docMk/>
            <pc:sldMk cId="3181653658" sldId="514"/>
            <ac:spMk id="326" creationId="{2E605984-3FF1-4CDC-9515-DF6B3A9D5612}"/>
          </ac:spMkLst>
        </pc:spChg>
        <pc:spChg chg="add mod">
          <ac:chgData name="Cristian Chilipirea" userId="34ab170da5908fc4" providerId="LiveId" clId="{51E1D80A-4A29-4E2A-B293-4232621C1517}" dt="2019-10-06T18:08:25.883" v="254" actId="1076"/>
          <ac:spMkLst>
            <pc:docMk/>
            <pc:sldMk cId="3181653658" sldId="514"/>
            <ac:spMk id="327" creationId="{0A5A674A-3C10-4C91-A9A3-34C9BCE7AD10}"/>
          </ac:spMkLst>
        </pc:spChg>
        <pc:spChg chg="add mod">
          <ac:chgData name="Cristian Chilipirea" userId="34ab170da5908fc4" providerId="LiveId" clId="{51E1D80A-4A29-4E2A-B293-4232621C1517}" dt="2019-10-06T18:08:25.883" v="254" actId="1076"/>
          <ac:spMkLst>
            <pc:docMk/>
            <pc:sldMk cId="3181653658" sldId="514"/>
            <ac:spMk id="328" creationId="{3B2E3582-12E5-4DD4-B000-25F5C502C5C8}"/>
          </ac:spMkLst>
        </pc:spChg>
        <pc:spChg chg="add mod">
          <ac:chgData name="Cristian Chilipirea" userId="34ab170da5908fc4" providerId="LiveId" clId="{51E1D80A-4A29-4E2A-B293-4232621C1517}" dt="2019-10-06T18:08:25.883" v="254" actId="1076"/>
          <ac:spMkLst>
            <pc:docMk/>
            <pc:sldMk cId="3181653658" sldId="514"/>
            <ac:spMk id="329" creationId="{21A05F4F-B692-4A91-AE80-9D4DEDEBBC76}"/>
          </ac:spMkLst>
        </pc:spChg>
        <pc:spChg chg="add mod">
          <ac:chgData name="Cristian Chilipirea" userId="34ab170da5908fc4" providerId="LiveId" clId="{51E1D80A-4A29-4E2A-B293-4232621C1517}" dt="2019-10-06T18:08:25.883" v="254" actId="1076"/>
          <ac:spMkLst>
            <pc:docMk/>
            <pc:sldMk cId="3181653658" sldId="514"/>
            <ac:spMk id="330" creationId="{01351F3E-4DDB-48E3-9A8C-204539192391}"/>
          </ac:spMkLst>
        </pc:spChg>
        <pc:spChg chg="add mod">
          <ac:chgData name="Cristian Chilipirea" userId="34ab170da5908fc4" providerId="LiveId" clId="{51E1D80A-4A29-4E2A-B293-4232621C1517}" dt="2019-10-06T18:08:25.883" v="254" actId="1076"/>
          <ac:spMkLst>
            <pc:docMk/>
            <pc:sldMk cId="3181653658" sldId="514"/>
            <ac:spMk id="331" creationId="{59674229-1EB7-4EDC-BC24-DAA6194CC037}"/>
          </ac:spMkLst>
        </pc:spChg>
        <pc:spChg chg="add mod">
          <ac:chgData name="Cristian Chilipirea" userId="34ab170da5908fc4" providerId="LiveId" clId="{51E1D80A-4A29-4E2A-B293-4232621C1517}" dt="2019-10-06T18:08:25.883" v="254" actId="1076"/>
          <ac:spMkLst>
            <pc:docMk/>
            <pc:sldMk cId="3181653658" sldId="514"/>
            <ac:spMk id="332" creationId="{9942D803-D7D9-482E-A5C8-BBE478D60FB0}"/>
          </ac:spMkLst>
        </pc:spChg>
        <pc:spChg chg="add mod">
          <ac:chgData name="Cristian Chilipirea" userId="34ab170da5908fc4" providerId="LiveId" clId="{51E1D80A-4A29-4E2A-B293-4232621C1517}" dt="2019-10-06T18:08:25.883" v="254" actId="1076"/>
          <ac:spMkLst>
            <pc:docMk/>
            <pc:sldMk cId="3181653658" sldId="514"/>
            <ac:spMk id="333" creationId="{FE09FB33-1893-4E4C-A418-36CB50C6D94D}"/>
          </ac:spMkLst>
        </pc:spChg>
        <pc:spChg chg="add mod">
          <ac:chgData name="Cristian Chilipirea" userId="34ab170da5908fc4" providerId="LiveId" clId="{51E1D80A-4A29-4E2A-B293-4232621C1517}" dt="2019-10-06T18:08:25.883" v="254" actId="1076"/>
          <ac:spMkLst>
            <pc:docMk/>
            <pc:sldMk cId="3181653658" sldId="514"/>
            <ac:spMk id="334" creationId="{E8CD7DE8-00D7-4935-8E65-07B1F04A2888}"/>
          </ac:spMkLst>
        </pc:spChg>
        <pc:spChg chg="add mod">
          <ac:chgData name="Cristian Chilipirea" userId="34ab170da5908fc4" providerId="LiveId" clId="{51E1D80A-4A29-4E2A-B293-4232621C1517}" dt="2019-10-06T18:08:25.883" v="254" actId="1076"/>
          <ac:spMkLst>
            <pc:docMk/>
            <pc:sldMk cId="3181653658" sldId="514"/>
            <ac:spMk id="335" creationId="{4E2A240B-69EE-4E63-BF0C-83741B0B65BE}"/>
          </ac:spMkLst>
        </pc:spChg>
        <pc:spChg chg="add mod">
          <ac:chgData name="Cristian Chilipirea" userId="34ab170da5908fc4" providerId="LiveId" clId="{51E1D80A-4A29-4E2A-B293-4232621C1517}" dt="2019-10-06T18:08:25.883" v="254" actId="1076"/>
          <ac:spMkLst>
            <pc:docMk/>
            <pc:sldMk cId="3181653658" sldId="514"/>
            <ac:spMk id="336" creationId="{63656B8C-C3EA-4E76-980D-4CBF36C2860B}"/>
          </ac:spMkLst>
        </pc:spChg>
        <pc:spChg chg="add mod">
          <ac:chgData name="Cristian Chilipirea" userId="34ab170da5908fc4" providerId="LiveId" clId="{51E1D80A-4A29-4E2A-B293-4232621C1517}" dt="2019-10-06T18:08:25.883" v="254" actId="1076"/>
          <ac:spMkLst>
            <pc:docMk/>
            <pc:sldMk cId="3181653658" sldId="514"/>
            <ac:spMk id="337" creationId="{735370F3-7AC2-436E-8967-EB1795FD3EEC}"/>
          </ac:spMkLst>
        </pc:spChg>
        <pc:spChg chg="add mod">
          <ac:chgData name="Cristian Chilipirea" userId="34ab170da5908fc4" providerId="LiveId" clId="{51E1D80A-4A29-4E2A-B293-4232621C1517}" dt="2019-10-06T18:08:25.883" v="254" actId="1076"/>
          <ac:spMkLst>
            <pc:docMk/>
            <pc:sldMk cId="3181653658" sldId="514"/>
            <ac:spMk id="338" creationId="{2C0D967B-CA46-487E-AEB3-207624326F85}"/>
          </ac:spMkLst>
        </pc:spChg>
        <pc:spChg chg="add mod">
          <ac:chgData name="Cristian Chilipirea" userId="34ab170da5908fc4" providerId="LiveId" clId="{51E1D80A-4A29-4E2A-B293-4232621C1517}" dt="2019-10-06T18:08:25.883" v="254" actId="1076"/>
          <ac:spMkLst>
            <pc:docMk/>
            <pc:sldMk cId="3181653658" sldId="514"/>
            <ac:spMk id="339" creationId="{27E8287E-C43E-48CB-909C-00FD0173452A}"/>
          </ac:spMkLst>
        </pc:spChg>
        <pc:spChg chg="add mod">
          <ac:chgData name="Cristian Chilipirea" userId="34ab170da5908fc4" providerId="LiveId" clId="{51E1D80A-4A29-4E2A-B293-4232621C1517}" dt="2019-10-06T18:08:25.883" v="254" actId="1076"/>
          <ac:spMkLst>
            <pc:docMk/>
            <pc:sldMk cId="3181653658" sldId="514"/>
            <ac:spMk id="340" creationId="{FCD0A996-9E77-4F45-B064-867BA9586806}"/>
          </ac:spMkLst>
        </pc:spChg>
        <pc:spChg chg="add mod">
          <ac:chgData name="Cristian Chilipirea" userId="34ab170da5908fc4" providerId="LiveId" clId="{51E1D80A-4A29-4E2A-B293-4232621C1517}" dt="2019-10-06T18:08:25.883" v="254" actId="1076"/>
          <ac:spMkLst>
            <pc:docMk/>
            <pc:sldMk cId="3181653658" sldId="514"/>
            <ac:spMk id="341" creationId="{6DCEF82D-874A-415C-BFF9-C7BAD299227B}"/>
          </ac:spMkLst>
        </pc:spChg>
        <pc:spChg chg="add mod">
          <ac:chgData name="Cristian Chilipirea" userId="34ab170da5908fc4" providerId="LiveId" clId="{51E1D80A-4A29-4E2A-B293-4232621C1517}" dt="2019-10-06T18:08:25.883" v="254" actId="1076"/>
          <ac:spMkLst>
            <pc:docMk/>
            <pc:sldMk cId="3181653658" sldId="514"/>
            <ac:spMk id="342" creationId="{7CCBDB44-F52B-445F-A948-4107CF404DFB}"/>
          </ac:spMkLst>
        </pc:spChg>
        <pc:spChg chg="add mod">
          <ac:chgData name="Cristian Chilipirea" userId="34ab170da5908fc4" providerId="LiveId" clId="{51E1D80A-4A29-4E2A-B293-4232621C1517}" dt="2019-10-06T18:08:25.883" v="254" actId="1076"/>
          <ac:spMkLst>
            <pc:docMk/>
            <pc:sldMk cId="3181653658" sldId="514"/>
            <ac:spMk id="343" creationId="{9CD71700-9E43-4FB4-800D-18FCE21C6C5D}"/>
          </ac:spMkLst>
        </pc:spChg>
        <pc:spChg chg="add mod">
          <ac:chgData name="Cristian Chilipirea" userId="34ab170da5908fc4" providerId="LiveId" clId="{51E1D80A-4A29-4E2A-B293-4232621C1517}" dt="2019-10-06T18:08:25.883" v="254" actId="1076"/>
          <ac:spMkLst>
            <pc:docMk/>
            <pc:sldMk cId="3181653658" sldId="514"/>
            <ac:spMk id="344" creationId="{DAAEF012-12EC-48A3-9EF1-B28731DF784D}"/>
          </ac:spMkLst>
        </pc:spChg>
        <pc:spChg chg="add mod">
          <ac:chgData name="Cristian Chilipirea" userId="34ab170da5908fc4" providerId="LiveId" clId="{51E1D80A-4A29-4E2A-B293-4232621C1517}" dt="2019-10-06T18:08:25.883" v="254" actId="1076"/>
          <ac:spMkLst>
            <pc:docMk/>
            <pc:sldMk cId="3181653658" sldId="514"/>
            <ac:spMk id="345" creationId="{14FD1AC4-61C4-4ADC-A198-087DF2581033}"/>
          </ac:spMkLst>
        </pc:spChg>
        <pc:spChg chg="add mod">
          <ac:chgData name="Cristian Chilipirea" userId="34ab170da5908fc4" providerId="LiveId" clId="{51E1D80A-4A29-4E2A-B293-4232621C1517}" dt="2019-10-06T18:08:25.883" v="254" actId="1076"/>
          <ac:spMkLst>
            <pc:docMk/>
            <pc:sldMk cId="3181653658" sldId="514"/>
            <ac:spMk id="346" creationId="{8D4DE9B7-CEF1-4FE4-B0D0-3920D08FA1D2}"/>
          </ac:spMkLst>
        </pc:spChg>
        <pc:spChg chg="add mod">
          <ac:chgData name="Cristian Chilipirea" userId="34ab170da5908fc4" providerId="LiveId" clId="{51E1D80A-4A29-4E2A-B293-4232621C1517}" dt="2019-10-06T18:08:25.883" v="254" actId="1076"/>
          <ac:spMkLst>
            <pc:docMk/>
            <pc:sldMk cId="3181653658" sldId="514"/>
            <ac:spMk id="347" creationId="{89B0F2C5-4B49-4C51-B95C-C7FBE487579E}"/>
          </ac:spMkLst>
        </pc:spChg>
        <pc:spChg chg="add mod">
          <ac:chgData name="Cristian Chilipirea" userId="34ab170da5908fc4" providerId="LiveId" clId="{51E1D80A-4A29-4E2A-B293-4232621C1517}" dt="2019-10-06T18:08:25.883" v="254" actId="1076"/>
          <ac:spMkLst>
            <pc:docMk/>
            <pc:sldMk cId="3181653658" sldId="514"/>
            <ac:spMk id="348" creationId="{76E57E73-F5F3-43AC-BEFD-ACD3383C2189}"/>
          </ac:spMkLst>
        </pc:spChg>
        <pc:spChg chg="add mod">
          <ac:chgData name="Cristian Chilipirea" userId="34ab170da5908fc4" providerId="LiveId" clId="{51E1D80A-4A29-4E2A-B293-4232621C1517}" dt="2019-10-06T18:08:25.883" v="254" actId="1076"/>
          <ac:spMkLst>
            <pc:docMk/>
            <pc:sldMk cId="3181653658" sldId="514"/>
            <ac:spMk id="349" creationId="{A1967FAE-4195-4EAD-90A7-7D57D4D7281E}"/>
          </ac:spMkLst>
        </pc:spChg>
        <pc:spChg chg="add mod">
          <ac:chgData name="Cristian Chilipirea" userId="34ab170da5908fc4" providerId="LiveId" clId="{51E1D80A-4A29-4E2A-B293-4232621C1517}" dt="2019-10-06T18:08:25.883" v="254" actId="1076"/>
          <ac:spMkLst>
            <pc:docMk/>
            <pc:sldMk cId="3181653658" sldId="514"/>
            <ac:spMk id="350" creationId="{DAF34DC4-6D01-4C6B-9B56-4DB02C3A0322}"/>
          </ac:spMkLst>
        </pc:spChg>
        <pc:spChg chg="add mod">
          <ac:chgData name="Cristian Chilipirea" userId="34ab170da5908fc4" providerId="LiveId" clId="{51E1D80A-4A29-4E2A-B293-4232621C1517}" dt="2019-10-06T18:08:25.883" v="254" actId="1076"/>
          <ac:spMkLst>
            <pc:docMk/>
            <pc:sldMk cId="3181653658" sldId="514"/>
            <ac:spMk id="351" creationId="{67D2D88D-A336-46DD-B548-36BC58005C16}"/>
          </ac:spMkLst>
        </pc:spChg>
        <pc:spChg chg="add mod">
          <ac:chgData name="Cristian Chilipirea" userId="34ab170da5908fc4" providerId="LiveId" clId="{51E1D80A-4A29-4E2A-B293-4232621C1517}" dt="2019-10-06T18:08:25.883" v="254" actId="1076"/>
          <ac:spMkLst>
            <pc:docMk/>
            <pc:sldMk cId="3181653658" sldId="514"/>
            <ac:spMk id="352" creationId="{B2188A9C-4AF0-4828-BA4F-0021BE068BC1}"/>
          </ac:spMkLst>
        </pc:spChg>
        <pc:spChg chg="add mod">
          <ac:chgData name="Cristian Chilipirea" userId="34ab170da5908fc4" providerId="LiveId" clId="{51E1D80A-4A29-4E2A-B293-4232621C1517}" dt="2019-10-06T18:08:25.883" v="254" actId="1076"/>
          <ac:spMkLst>
            <pc:docMk/>
            <pc:sldMk cId="3181653658" sldId="514"/>
            <ac:spMk id="353" creationId="{B069FDA4-C063-4C56-B0DF-B407E06A3884}"/>
          </ac:spMkLst>
        </pc:spChg>
        <pc:spChg chg="add mod">
          <ac:chgData name="Cristian Chilipirea" userId="34ab170da5908fc4" providerId="LiveId" clId="{51E1D80A-4A29-4E2A-B293-4232621C1517}" dt="2019-10-06T18:08:25.883" v="254" actId="1076"/>
          <ac:spMkLst>
            <pc:docMk/>
            <pc:sldMk cId="3181653658" sldId="514"/>
            <ac:spMk id="354" creationId="{E210E63F-B520-47D5-B041-F1AACAA4E291}"/>
          </ac:spMkLst>
        </pc:spChg>
        <pc:spChg chg="add mod">
          <ac:chgData name="Cristian Chilipirea" userId="34ab170da5908fc4" providerId="LiveId" clId="{51E1D80A-4A29-4E2A-B293-4232621C1517}" dt="2019-10-06T18:08:25.883" v="254" actId="1076"/>
          <ac:spMkLst>
            <pc:docMk/>
            <pc:sldMk cId="3181653658" sldId="514"/>
            <ac:spMk id="355" creationId="{7FB01B8B-6C3D-4FBC-99CE-E4102E604F84}"/>
          </ac:spMkLst>
        </pc:spChg>
        <pc:spChg chg="add mod">
          <ac:chgData name="Cristian Chilipirea" userId="34ab170da5908fc4" providerId="LiveId" clId="{51E1D80A-4A29-4E2A-B293-4232621C1517}" dt="2019-10-06T18:08:25.883" v="254" actId="1076"/>
          <ac:spMkLst>
            <pc:docMk/>
            <pc:sldMk cId="3181653658" sldId="514"/>
            <ac:spMk id="356" creationId="{1B0832DB-D1D0-42E2-B99D-2119657D76B5}"/>
          </ac:spMkLst>
        </pc:spChg>
        <pc:spChg chg="add mod">
          <ac:chgData name="Cristian Chilipirea" userId="34ab170da5908fc4" providerId="LiveId" clId="{51E1D80A-4A29-4E2A-B293-4232621C1517}" dt="2019-10-06T18:08:25.883" v="254" actId="1076"/>
          <ac:spMkLst>
            <pc:docMk/>
            <pc:sldMk cId="3181653658" sldId="514"/>
            <ac:spMk id="357" creationId="{18302126-8A8E-4572-B347-A8E8E3A2BFE8}"/>
          </ac:spMkLst>
        </pc:spChg>
        <pc:spChg chg="add mod">
          <ac:chgData name="Cristian Chilipirea" userId="34ab170da5908fc4" providerId="LiveId" clId="{51E1D80A-4A29-4E2A-B293-4232621C1517}" dt="2019-10-06T18:08:25.883" v="254" actId="1076"/>
          <ac:spMkLst>
            <pc:docMk/>
            <pc:sldMk cId="3181653658" sldId="514"/>
            <ac:spMk id="358" creationId="{E183B44A-DB4B-43FB-A162-D3ED48F77EC1}"/>
          </ac:spMkLst>
        </pc:spChg>
        <pc:spChg chg="add mod">
          <ac:chgData name="Cristian Chilipirea" userId="34ab170da5908fc4" providerId="LiveId" clId="{51E1D80A-4A29-4E2A-B293-4232621C1517}" dt="2019-10-06T18:08:25.883" v="254" actId="1076"/>
          <ac:spMkLst>
            <pc:docMk/>
            <pc:sldMk cId="3181653658" sldId="514"/>
            <ac:spMk id="359" creationId="{A13534FB-87EE-444F-A098-FA4A76440E68}"/>
          </ac:spMkLst>
        </pc:spChg>
        <pc:spChg chg="add mod">
          <ac:chgData name="Cristian Chilipirea" userId="34ab170da5908fc4" providerId="LiveId" clId="{51E1D80A-4A29-4E2A-B293-4232621C1517}" dt="2019-10-06T18:08:25.883" v="254" actId="1076"/>
          <ac:spMkLst>
            <pc:docMk/>
            <pc:sldMk cId="3181653658" sldId="514"/>
            <ac:spMk id="360" creationId="{58510368-4C49-4161-9338-7A541B8ED80A}"/>
          </ac:spMkLst>
        </pc:spChg>
        <pc:spChg chg="add mod">
          <ac:chgData name="Cristian Chilipirea" userId="34ab170da5908fc4" providerId="LiveId" clId="{51E1D80A-4A29-4E2A-B293-4232621C1517}" dt="2019-10-06T18:08:25.883" v="254" actId="1076"/>
          <ac:spMkLst>
            <pc:docMk/>
            <pc:sldMk cId="3181653658" sldId="514"/>
            <ac:spMk id="361" creationId="{F4034F90-6ABD-4ED2-AF44-4F0171BEB874}"/>
          </ac:spMkLst>
        </pc:spChg>
        <pc:spChg chg="add mod">
          <ac:chgData name="Cristian Chilipirea" userId="34ab170da5908fc4" providerId="LiveId" clId="{51E1D80A-4A29-4E2A-B293-4232621C1517}" dt="2019-10-06T18:08:25.883" v="254" actId="1076"/>
          <ac:spMkLst>
            <pc:docMk/>
            <pc:sldMk cId="3181653658" sldId="514"/>
            <ac:spMk id="362" creationId="{36533006-AF13-4037-AA19-0192B9282FC8}"/>
          </ac:spMkLst>
        </pc:spChg>
        <pc:spChg chg="add mod">
          <ac:chgData name="Cristian Chilipirea" userId="34ab170da5908fc4" providerId="LiveId" clId="{51E1D80A-4A29-4E2A-B293-4232621C1517}" dt="2019-10-06T18:08:25.883" v="254" actId="1076"/>
          <ac:spMkLst>
            <pc:docMk/>
            <pc:sldMk cId="3181653658" sldId="514"/>
            <ac:spMk id="363" creationId="{20ECD912-2914-473D-9FE7-7F7B945E2135}"/>
          </ac:spMkLst>
        </pc:spChg>
        <pc:spChg chg="add mod">
          <ac:chgData name="Cristian Chilipirea" userId="34ab170da5908fc4" providerId="LiveId" clId="{51E1D80A-4A29-4E2A-B293-4232621C1517}" dt="2019-10-06T18:08:25.883" v="254" actId="1076"/>
          <ac:spMkLst>
            <pc:docMk/>
            <pc:sldMk cId="3181653658" sldId="514"/>
            <ac:spMk id="364" creationId="{1D12A967-4C9E-4152-B942-FD8D38B672B1}"/>
          </ac:spMkLst>
        </pc:spChg>
        <pc:spChg chg="add mod">
          <ac:chgData name="Cristian Chilipirea" userId="34ab170da5908fc4" providerId="LiveId" clId="{51E1D80A-4A29-4E2A-B293-4232621C1517}" dt="2019-10-06T18:08:25.883" v="254" actId="1076"/>
          <ac:spMkLst>
            <pc:docMk/>
            <pc:sldMk cId="3181653658" sldId="514"/>
            <ac:spMk id="365" creationId="{B8DC2273-C80B-434A-AAFE-265860C4C900}"/>
          </ac:spMkLst>
        </pc:spChg>
        <pc:spChg chg="add mod">
          <ac:chgData name="Cristian Chilipirea" userId="34ab170da5908fc4" providerId="LiveId" clId="{51E1D80A-4A29-4E2A-B293-4232621C1517}" dt="2019-10-06T18:08:25.883" v="254" actId="1076"/>
          <ac:spMkLst>
            <pc:docMk/>
            <pc:sldMk cId="3181653658" sldId="514"/>
            <ac:spMk id="366" creationId="{DF925ACC-5EFB-4F3A-96B9-F02206CC20BB}"/>
          </ac:spMkLst>
        </pc:spChg>
        <pc:spChg chg="add mod">
          <ac:chgData name="Cristian Chilipirea" userId="34ab170da5908fc4" providerId="LiveId" clId="{51E1D80A-4A29-4E2A-B293-4232621C1517}" dt="2019-10-06T18:08:25.883" v="254" actId="1076"/>
          <ac:spMkLst>
            <pc:docMk/>
            <pc:sldMk cId="3181653658" sldId="514"/>
            <ac:spMk id="367" creationId="{FE942D1C-F75B-4B04-BDCC-BF20B1EAA62C}"/>
          </ac:spMkLst>
        </pc:spChg>
        <pc:spChg chg="add mod">
          <ac:chgData name="Cristian Chilipirea" userId="34ab170da5908fc4" providerId="LiveId" clId="{51E1D80A-4A29-4E2A-B293-4232621C1517}" dt="2019-10-06T18:08:25.883" v="254" actId="1076"/>
          <ac:spMkLst>
            <pc:docMk/>
            <pc:sldMk cId="3181653658" sldId="514"/>
            <ac:spMk id="368" creationId="{93A816A6-A59B-46DB-BCDC-6CE8F623C7E0}"/>
          </ac:spMkLst>
        </pc:spChg>
        <pc:spChg chg="add mod">
          <ac:chgData name="Cristian Chilipirea" userId="34ab170da5908fc4" providerId="LiveId" clId="{51E1D80A-4A29-4E2A-B293-4232621C1517}" dt="2019-10-06T18:08:25.883" v="254" actId="1076"/>
          <ac:spMkLst>
            <pc:docMk/>
            <pc:sldMk cId="3181653658" sldId="514"/>
            <ac:spMk id="369" creationId="{8680E931-E31D-4E83-BEBE-9FC2AFED1DDB}"/>
          </ac:spMkLst>
        </pc:spChg>
        <pc:spChg chg="add mod">
          <ac:chgData name="Cristian Chilipirea" userId="34ab170da5908fc4" providerId="LiveId" clId="{51E1D80A-4A29-4E2A-B293-4232621C1517}" dt="2019-10-06T18:08:25.883" v="254" actId="1076"/>
          <ac:spMkLst>
            <pc:docMk/>
            <pc:sldMk cId="3181653658" sldId="514"/>
            <ac:spMk id="370" creationId="{F10F4EBA-22AB-4DAF-A978-D3162FED52B7}"/>
          </ac:spMkLst>
        </pc:spChg>
        <pc:spChg chg="add mod">
          <ac:chgData name="Cristian Chilipirea" userId="34ab170da5908fc4" providerId="LiveId" clId="{51E1D80A-4A29-4E2A-B293-4232621C1517}" dt="2019-10-06T18:08:25.883" v="254" actId="1076"/>
          <ac:spMkLst>
            <pc:docMk/>
            <pc:sldMk cId="3181653658" sldId="514"/>
            <ac:spMk id="371" creationId="{B222DB99-74DB-460D-9C2D-400D1BF3B573}"/>
          </ac:spMkLst>
        </pc:spChg>
        <pc:spChg chg="add mod">
          <ac:chgData name="Cristian Chilipirea" userId="34ab170da5908fc4" providerId="LiveId" clId="{51E1D80A-4A29-4E2A-B293-4232621C1517}" dt="2019-10-06T18:08:25.883" v="254" actId="1076"/>
          <ac:spMkLst>
            <pc:docMk/>
            <pc:sldMk cId="3181653658" sldId="514"/>
            <ac:spMk id="372" creationId="{74EC53DD-302B-4AA2-8BDE-0EC542285635}"/>
          </ac:spMkLst>
        </pc:spChg>
        <pc:spChg chg="add mod">
          <ac:chgData name="Cristian Chilipirea" userId="34ab170da5908fc4" providerId="LiveId" clId="{51E1D80A-4A29-4E2A-B293-4232621C1517}" dt="2019-10-06T18:08:25.883" v="254" actId="1076"/>
          <ac:spMkLst>
            <pc:docMk/>
            <pc:sldMk cId="3181653658" sldId="514"/>
            <ac:spMk id="373" creationId="{DF5CE4FE-95BD-43D5-9764-6B80490D432F}"/>
          </ac:spMkLst>
        </pc:spChg>
        <pc:spChg chg="add mod">
          <ac:chgData name="Cristian Chilipirea" userId="34ab170da5908fc4" providerId="LiveId" clId="{51E1D80A-4A29-4E2A-B293-4232621C1517}" dt="2019-10-06T18:08:25.883" v="254" actId="1076"/>
          <ac:spMkLst>
            <pc:docMk/>
            <pc:sldMk cId="3181653658" sldId="514"/>
            <ac:spMk id="374" creationId="{FEEB58F6-242E-4D4A-9DA6-6662A8096C41}"/>
          </ac:spMkLst>
        </pc:spChg>
        <pc:spChg chg="add mod">
          <ac:chgData name="Cristian Chilipirea" userId="34ab170da5908fc4" providerId="LiveId" clId="{51E1D80A-4A29-4E2A-B293-4232621C1517}" dt="2019-10-06T18:08:25.883" v="254" actId="1076"/>
          <ac:spMkLst>
            <pc:docMk/>
            <pc:sldMk cId="3181653658" sldId="514"/>
            <ac:spMk id="375" creationId="{10D395BE-2CA2-4D64-B93D-904651AA503C}"/>
          </ac:spMkLst>
        </pc:spChg>
        <pc:spChg chg="add mod">
          <ac:chgData name="Cristian Chilipirea" userId="34ab170da5908fc4" providerId="LiveId" clId="{51E1D80A-4A29-4E2A-B293-4232621C1517}" dt="2019-10-06T18:08:25.883" v="254" actId="1076"/>
          <ac:spMkLst>
            <pc:docMk/>
            <pc:sldMk cId="3181653658" sldId="514"/>
            <ac:spMk id="376" creationId="{C22440FE-9E81-4373-A238-86C24B68CBEE}"/>
          </ac:spMkLst>
        </pc:spChg>
        <pc:spChg chg="add mod">
          <ac:chgData name="Cristian Chilipirea" userId="34ab170da5908fc4" providerId="LiveId" clId="{51E1D80A-4A29-4E2A-B293-4232621C1517}" dt="2019-10-06T18:08:25.883" v="254" actId="1076"/>
          <ac:spMkLst>
            <pc:docMk/>
            <pc:sldMk cId="3181653658" sldId="514"/>
            <ac:spMk id="377" creationId="{B3ABE09E-2A83-4A09-9F9B-C02BF35A4DBC}"/>
          </ac:spMkLst>
        </pc:spChg>
        <pc:spChg chg="add mod">
          <ac:chgData name="Cristian Chilipirea" userId="34ab170da5908fc4" providerId="LiveId" clId="{51E1D80A-4A29-4E2A-B293-4232621C1517}" dt="2019-10-06T18:08:25.883" v="254" actId="1076"/>
          <ac:spMkLst>
            <pc:docMk/>
            <pc:sldMk cId="3181653658" sldId="514"/>
            <ac:spMk id="378" creationId="{B6CC6D74-8BBA-464E-AAE6-0BD1081AC71D}"/>
          </ac:spMkLst>
        </pc:spChg>
        <pc:spChg chg="add mod">
          <ac:chgData name="Cristian Chilipirea" userId="34ab170da5908fc4" providerId="LiveId" clId="{51E1D80A-4A29-4E2A-B293-4232621C1517}" dt="2019-10-06T18:08:25.883" v="254" actId="1076"/>
          <ac:spMkLst>
            <pc:docMk/>
            <pc:sldMk cId="3181653658" sldId="514"/>
            <ac:spMk id="379" creationId="{8931EC84-0BCC-46CA-8E4C-9AD89C6D0992}"/>
          </ac:spMkLst>
        </pc:spChg>
        <pc:spChg chg="add mod">
          <ac:chgData name="Cristian Chilipirea" userId="34ab170da5908fc4" providerId="LiveId" clId="{51E1D80A-4A29-4E2A-B293-4232621C1517}" dt="2019-10-06T18:08:25.883" v="254" actId="1076"/>
          <ac:spMkLst>
            <pc:docMk/>
            <pc:sldMk cId="3181653658" sldId="514"/>
            <ac:spMk id="380" creationId="{81FE65A6-AFA2-4A83-B52A-844077C629EB}"/>
          </ac:spMkLst>
        </pc:spChg>
        <pc:spChg chg="add mod">
          <ac:chgData name="Cristian Chilipirea" userId="34ab170da5908fc4" providerId="LiveId" clId="{51E1D80A-4A29-4E2A-B293-4232621C1517}" dt="2019-10-06T18:08:25.883" v="254" actId="1076"/>
          <ac:spMkLst>
            <pc:docMk/>
            <pc:sldMk cId="3181653658" sldId="514"/>
            <ac:spMk id="381" creationId="{3285D8C2-FD6F-48FD-837B-26F817844ABA}"/>
          </ac:spMkLst>
        </pc:spChg>
        <pc:spChg chg="add mod">
          <ac:chgData name="Cristian Chilipirea" userId="34ab170da5908fc4" providerId="LiveId" clId="{51E1D80A-4A29-4E2A-B293-4232621C1517}" dt="2019-10-06T18:08:25.883" v="254" actId="1076"/>
          <ac:spMkLst>
            <pc:docMk/>
            <pc:sldMk cId="3181653658" sldId="514"/>
            <ac:spMk id="382" creationId="{A05E0653-8A92-4709-9DD0-29AD3EC0D098}"/>
          </ac:spMkLst>
        </pc:spChg>
        <pc:spChg chg="add mod">
          <ac:chgData name="Cristian Chilipirea" userId="34ab170da5908fc4" providerId="LiveId" clId="{51E1D80A-4A29-4E2A-B293-4232621C1517}" dt="2019-10-06T18:08:25.883" v="254" actId="1076"/>
          <ac:spMkLst>
            <pc:docMk/>
            <pc:sldMk cId="3181653658" sldId="514"/>
            <ac:spMk id="383" creationId="{B0BFFFDA-9D6D-4374-80DD-8815CF6D7B1F}"/>
          </ac:spMkLst>
        </pc:spChg>
        <pc:spChg chg="add mod">
          <ac:chgData name="Cristian Chilipirea" userId="34ab170da5908fc4" providerId="LiveId" clId="{51E1D80A-4A29-4E2A-B293-4232621C1517}" dt="2019-10-06T18:08:25.883" v="254" actId="1076"/>
          <ac:spMkLst>
            <pc:docMk/>
            <pc:sldMk cId="3181653658" sldId="514"/>
            <ac:spMk id="384" creationId="{692EE5CB-5FB9-42E5-80B5-2A3D11FBCED5}"/>
          </ac:spMkLst>
        </pc:spChg>
        <pc:spChg chg="add mod">
          <ac:chgData name="Cristian Chilipirea" userId="34ab170da5908fc4" providerId="LiveId" clId="{51E1D80A-4A29-4E2A-B293-4232621C1517}" dt="2019-10-06T18:08:25.883" v="254" actId="1076"/>
          <ac:spMkLst>
            <pc:docMk/>
            <pc:sldMk cId="3181653658" sldId="514"/>
            <ac:spMk id="385" creationId="{8FEEF005-8EBA-4EDA-A110-414A0B7D73E5}"/>
          </ac:spMkLst>
        </pc:spChg>
        <pc:spChg chg="add mod">
          <ac:chgData name="Cristian Chilipirea" userId="34ab170da5908fc4" providerId="LiveId" clId="{51E1D80A-4A29-4E2A-B293-4232621C1517}" dt="2019-10-06T18:08:25.883" v="254" actId="1076"/>
          <ac:spMkLst>
            <pc:docMk/>
            <pc:sldMk cId="3181653658" sldId="514"/>
            <ac:spMk id="386" creationId="{07BBA4BB-A2B4-4DF0-9280-498BDF9ACD53}"/>
          </ac:spMkLst>
        </pc:spChg>
        <pc:spChg chg="add mod">
          <ac:chgData name="Cristian Chilipirea" userId="34ab170da5908fc4" providerId="LiveId" clId="{51E1D80A-4A29-4E2A-B293-4232621C1517}" dt="2019-10-06T18:08:25.883" v="254" actId="1076"/>
          <ac:spMkLst>
            <pc:docMk/>
            <pc:sldMk cId="3181653658" sldId="514"/>
            <ac:spMk id="387" creationId="{821C5718-982A-4D48-BF70-04A25AE213B1}"/>
          </ac:spMkLst>
        </pc:spChg>
        <pc:spChg chg="add mod">
          <ac:chgData name="Cristian Chilipirea" userId="34ab170da5908fc4" providerId="LiveId" clId="{51E1D80A-4A29-4E2A-B293-4232621C1517}" dt="2019-10-06T18:08:25.883" v="254" actId="1076"/>
          <ac:spMkLst>
            <pc:docMk/>
            <pc:sldMk cId="3181653658" sldId="514"/>
            <ac:spMk id="388" creationId="{9EC7A53E-EE28-48F2-B874-9C6575EC0D1D}"/>
          </ac:spMkLst>
        </pc:spChg>
        <pc:spChg chg="add mod">
          <ac:chgData name="Cristian Chilipirea" userId="34ab170da5908fc4" providerId="LiveId" clId="{51E1D80A-4A29-4E2A-B293-4232621C1517}" dt="2019-10-06T18:08:25.883" v="254" actId="1076"/>
          <ac:spMkLst>
            <pc:docMk/>
            <pc:sldMk cId="3181653658" sldId="514"/>
            <ac:spMk id="389" creationId="{BBE6937D-9065-4675-8E53-AB97336BDD60}"/>
          </ac:spMkLst>
        </pc:spChg>
        <pc:spChg chg="add mod">
          <ac:chgData name="Cristian Chilipirea" userId="34ab170da5908fc4" providerId="LiveId" clId="{51E1D80A-4A29-4E2A-B293-4232621C1517}" dt="2019-10-06T18:08:25.883" v="254" actId="1076"/>
          <ac:spMkLst>
            <pc:docMk/>
            <pc:sldMk cId="3181653658" sldId="514"/>
            <ac:spMk id="390" creationId="{8E02DE19-AF7F-46FC-ACC8-631257C6156F}"/>
          </ac:spMkLst>
        </pc:spChg>
        <pc:spChg chg="add mod">
          <ac:chgData name="Cristian Chilipirea" userId="34ab170da5908fc4" providerId="LiveId" clId="{51E1D80A-4A29-4E2A-B293-4232621C1517}" dt="2019-10-06T18:08:25.883" v="254" actId="1076"/>
          <ac:spMkLst>
            <pc:docMk/>
            <pc:sldMk cId="3181653658" sldId="514"/>
            <ac:spMk id="391" creationId="{2620A07E-D437-41F9-A605-504D946CED0E}"/>
          </ac:spMkLst>
        </pc:spChg>
        <pc:spChg chg="add mod">
          <ac:chgData name="Cristian Chilipirea" userId="34ab170da5908fc4" providerId="LiveId" clId="{51E1D80A-4A29-4E2A-B293-4232621C1517}" dt="2019-10-06T18:08:25.883" v="254" actId="1076"/>
          <ac:spMkLst>
            <pc:docMk/>
            <pc:sldMk cId="3181653658" sldId="514"/>
            <ac:spMk id="392" creationId="{00744926-7E6B-4257-A015-4761E03C4514}"/>
          </ac:spMkLst>
        </pc:spChg>
        <pc:spChg chg="add mod">
          <ac:chgData name="Cristian Chilipirea" userId="34ab170da5908fc4" providerId="LiveId" clId="{51E1D80A-4A29-4E2A-B293-4232621C1517}" dt="2019-10-06T18:08:25.883" v="254" actId="1076"/>
          <ac:spMkLst>
            <pc:docMk/>
            <pc:sldMk cId="3181653658" sldId="514"/>
            <ac:spMk id="393" creationId="{E45560D4-4997-4315-BE26-3DC17D78FE70}"/>
          </ac:spMkLst>
        </pc:spChg>
        <pc:spChg chg="add mod">
          <ac:chgData name="Cristian Chilipirea" userId="34ab170da5908fc4" providerId="LiveId" clId="{51E1D80A-4A29-4E2A-B293-4232621C1517}" dt="2019-10-06T18:08:25.883" v="254" actId="1076"/>
          <ac:spMkLst>
            <pc:docMk/>
            <pc:sldMk cId="3181653658" sldId="514"/>
            <ac:spMk id="394" creationId="{74861CC1-BF57-4EC3-98E5-550C2CFFE859}"/>
          </ac:spMkLst>
        </pc:spChg>
        <pc:spChg chg="add mod">
          <ac:chgData name="Cristian Chilipirea" userId="34ab170da5908fc4" providerId="LiveId" clId="{51E1D80A-4A29-4E2A-B293-4232621C1517}" dt="2019-10-06T18:08:25.883" v="254" actId="1076"/>
          <ac:spMkLst>
            <pc:docMk/>
            <pc:sldMk cId="3181653658" sldId="514"/>
            <ac:spMk id="395" creationId="{55311127-923E-4449-A98B-F68E76C86FAC}"/>
          </ac:spMkLst>
        </pc:spChg>
        <pc:spChg chg="add mod">
          <ac:chgData name="Cristian Chilipirea" userId="34ab170da5908fc4" providerId="LiveId" clId="{51E1D80A-4A29-4E2A-B293-4232621C1517}" dt="2019-10-06T18:08:25.883" v="254" actId="1076"/>
          <ac:spMkLst>
            <pc:docMk/>
            <pc:sldMk cId="3181653658" sldId="514"/>
            <ac:spMk id="396" creationId="{3B614018-24A4-4252-820B-F6379F921D68}"/>
          </ac:spMkLst>
        </pc:spChg>
        <pc:spChg chg="add mod">
          <ac:chgData name="Cristian Chilipirea" userId="34ab170da5908fc4" providerId="LiveId" clId="{51E1D80A-4A29-4E2A-B293-4232621C1517}" dt="2019-10-06T18:08:25.883" v="254" actId="1076"/>
          <ac:spMkLst>
            <pc:docMk/>
            <pc:sldMk cId="3181653658" sldId="514"/>
            <ac:spMk id="397" creationId="{BC208379-95C2-40C4-8E1B-CAF054687A83}"/>
          </ac:spMkLst>
        </pc:spChg>
        <pc:spChg chg="add mod">
          <ac:chgData name="Cristian Chilipirea" userId="34ab170da5908fc4" providerId="LiveId" clId="{51E1D80A-4A29-4E2A-B293-4232621C1517}" dt="2019-10-06T18:08:25.883" v="254" actId="1076"/>
          <ac:spMkLst>
            <pc:docMk/>
            <pc:sldMk cId="3181653658" sldId="514"/>
            <ac:spMk id="398" creationId="{26AD58FF-D82A-4921-A706-4246FF130C4B}"/>
          </ac:spMkLst>
        </pc:spChg>
        <pc:spChg chg="add mod">
          <ac:chgData name="Cristian Chilipirea" userId="34ab170da5908fc4" providerId="LiveId" clId="{51E1D80A-4A29-4E2A-B293-4232621C1517}" dt="2019-10-06T18:08:25.883" v="254" actId="1076"/>
          <ac:spMkLst>
            <pc:docMk/>
            <pc:sldMk cId="3181653658" sldId="514"/>
            <ac:spMk id="399" creationId="{A1A62ADC-27B2-42CC-AD41-ACD15878494A}"/>
          </ac:spMkLst>
        </pc:spChg>
        <pc:spChg chg="add mod">
          <ac:chgData name="Cristian Chilipirea" userId="34ab170da5908fc4" providerId="LiveId" clId="{51E1D80A-4A29-4E2A-B293-4232621C1517}" dt="2019-10-06T18:08:25.883" v="254" actId="1076"/>
          <ac:spMkLst>
            <pc:docMk/>
            <pc:sldMk cId="3181653658" sldId="514"/>
            <ac:spMk id="400" creationId="{3AF410FE-7644-4F72-8934-0B6C8F2DE427}"/>
          </ac:spMkLst>
        </pc:spChg>
        <pc:spChg chg="add mod">
          <ac:chgData name="Cristian Chilipirea" userId="34ab170da5908fc4" providerId="LiveId" clId="{51E1D80A-4A29-4E2A-B293-4232621C1517}" dt="2019-10-06T18:08:25.883" v="254" actId="1076"/>
          <ac:spMkLst>
            <pc:docMk/>
            <pc:sldMk cId="3181653658" sldId="514"/>
            <ac:spMk id="401" creationId="{4D3F341C-8324-44C5-A687-805FEFE14486}"/>
          </ac:spMkLst>
        </pc:spChg>
        <pc:spChg chg="add mod">
          <ac:chgData name="Cristian Chilipirea" userId="34ab170da5908fc4" providerId="LiveId" clId="{51E1D80A-4A29-4E2A-B293-4232621C1517}" dt="2019-10-06T18:08:25.883" v="254" actId="1076"/>
          <ac:spMkLst>
            <pc:docMk/>
            <pc:sldMk cId="3181653658" sldId="514"/>
            <ac:spMk id="402" creationId="{731AE8C6-F864-4148-B858-783CB4998162}"/>
          </ac:spMkLst>
        </pc:spChg>
        <pc:spChg chg="add mod">
          <ac:chgData name="Cristian Chilipirea" userId="34ab170da5908fc4" providerId="LiveId" clId="{51E1D80A-4A29-4E2A-B293-4232621C1517}" dt="2019-10-06T18:08:25.883" v="254" actId="1076"/>
          <ac:spMkLst>
            <pc:docMk/>
            <pc:sldMk cId="3181653658" sldId="514"/>
            <ac:spMk id="403" creationId="{E27CB52F-B234-4D4D-80CE-A5A3D77D4341}"/>
          </ac:spMkLst>
        </pc:spChg>
        <pc:spChg chg="add mod">
          <ac:chgData name="Cristian Chilipirea" userId="34ab170da5908fc4" providerId="LiveId" clId="{51E1D80A-4A29-4E2A-B293-4232621C1517}" dt="2019-10-06T18:08:25.883" v="254" actId="1076"/>
          <ac:spMkLst>
            <pc:docMk/>
            <pc:sldMk cId="3181653658" sldId="514"/>
            <ac:spMk id="404" creationId="{2E2C63E0-788D-4F4E-BAC5-9D292F2D781A}"/>
          </ac:spMkLst>
        </pc:spChg>
        <pc:spChg chg="add mod">
          <ac:chgData name="Cristian Chilipirea" userId="34ab170da5908fc4" providerId="LiveId" clId="{51E1D80A-4A29-4E2A-B293-4232621C1517}" dt="2019-10-06T18:08:25.883" v="254" actId="1076"/>
          <ac:spMkLst>
            <pc:docMk/>
            <pc:sldMk cId="3181653658" sldId="514"/>
            <ac:spMk id="405" creationId="{F527C628-97A6-4A45-8DC7-A187329E13B2}"/>
          </ac:spMkLst>
        </pc:spChg>
        <pc:spChg chg="add mod">
          <ac:chgData name="Cristian Chilipirea" userId="34ab170da5908fc4" providerId="LiveId" clId="{51E1D80A-4A29-4E2A-B293-4232621C1517}" dt="2019-10-06T18:08:25.883" v="254" actId="1076"/>
          <ac:spMkLst>
            <pc:docMk/>
            <pc:sldMk cId="3181653658" sldId="514"/>
            <ac:spMk id="406" creationId="{D9FEA384-4198-449B-BBE7-5D2D0A9FE033}"/>
          </ac:spMkLst>
        </pc:spChg>
        <pc:spChg chg="add mod">
          <ac:chgData name="Cristian Chilipirea" userId="34ab170da5908fc4" providerId="LiveId" clId="{51E1D80A-4A29-4E2A-B293-4232621C1517}" dt="2019-10-06T18:08:25.883" v="254" actId="1076"/>
          <ac:spMkLst>
            <pc:docMk/>
            <pc:sldMk cId="3181653658" sldId="514"/>
            <ac:spMk id="407" creationId="{35EA70DE-CDB9-439F-8289-8FCC7230BDAB}"/>
          </ac:spMkLst>
        </pc:spChg>
        <pc:spChg chg="add mod">
          <ac:chgData name="Cristian Chilipirea" userId="34ab170da5908fc4" providerId="LiveId" clId="{51E1D80A-4A29-4E2A-B293-4232621C1517}" dt="2019-10-06T18:08:25.883" v="254" actId="1076"/>
          <ac:spMkLst>
            <pc:docMk/>
            <pc:sldMk cId="3181653658" sldId="514"/>
            <ac:spMk id="408" creationId="{B8D5B4FA-BB3B-4DEC-93E9-4481CAA52D63}"/>
          </ac:spMkLst>
        </pc:spChg>
        <pc:spChg chg="add mod">
          <ac:chgData name="Cristian Chilipirea" userId="34ab170da5908fc4" providerId="LiveId" clId="{51E1D80A-4A29-4E2A-B293-4232621C1517}" dt="2019-10-06T18:08:25.883" v="254" actId="1076"/>
          <ac:spMkLst>
            <pc:docMk/>
            <pc:sldMk cId="3181653658" sldId="514"/>
            <ac:spMk id="409" creationId="{C751C3F7-C0E3-4820-BCC6-7B472F32DA43}"/>
          </ac:spMkLst>
        </pc:spChg>
        <pc:spChg chg="add mod">
          <ac:chgData name="Cristian Chilipirea" userId="34ab170da5908fc4" providerId="LiveId" clId="{51E1D80A-4A29-4E2A-B293-4232621C1517}" dt="2019-10-06T18:08:25.883" v="254" actId="1076"/>
          <ac:spMkLst>
            <pc:docMk/>
            <pc:sldMk cId="3181653658" sldId="514"/>
            <ac:spMk id="410" creationId="{B0DB95D2-C78C-411F-A262-C91115839465}"/>
          </ac:spMkLst>
        </pc:spChg>
        <pc:spChg chg="add mod">
          <ac:chgData name="Cristian Chilipirea" userId="34ab170da5908fc4" providerId="LiveId" clId="{51E1D80A-4A29-4E2A-B293-4232621C1517}" dt="2019-10-06T18:08:25.883" v="254" actId="1076"/>
          <ac:spMkLst>
            <pc:docMk/>
            <pc:sldMk cId="3181653658" sldId="514"/>
            <ac:spMk id="411" creationId="{676668D9-5F89-430D-B108-2E28D2E53F37}"/>
          </ac:spMkLst>
        </pc:spChg>
        <pc:spChg chg="add mod">
          <ac:chgData name="Cristian Chilipirea" userId="34ab170da5908fc4" providerId="LiveId" clId="{51E1D80A-4A29-4E2A-B293-4232621C1517}" dt="2019-10-06T18:08:25.883" v="254" actId="1076"/>
          <ac:spMkLst>
            <pc:docMk/>
            <pc:sldMk cId="3181653658" sldId="514"/>
            <ac:spMk id="412" creationId="{D3649476-7F88-4BCD-B2A0-D0AA5F89D74A}"/>
          </ac:spMkLst>
        </pc:spChg>
        <pc:spChg chg="add mod">
          <ac:chgData name="Cristian Chilipirea" userId="34ab170da5908fc4" providerId="LiveId" clId="{51E1D80A-4A29-4E2A-B293-4232621C1517}" dt="2019-10-06T18:08:25.883" v="254" actId="1076"/>
          <ac:spMkLst>
            <pc:docMk/>
            <pc:sldMk cId="3181653658" sldId="514"/>
            <ac:spMk id="413" creationId="{A586029E-596D-4252-9BED-B7E260593C8D}"/>
          </ac:spMkLst>
        </pc:spChg>
        <pc:spChg chg="add mod">
          <ac:chgData name="Cristian Chilipirea" userId="34ab170da5908fc4" providerId="LiveId" clId="{51E1D80A-4A29-4E2A-B293-4232621C1517}" dt="2019-10-06T18:08:25.883" v="254" actId="1076"/>
          <ac:spMkLst>
            <pc:docMk/>
            <pc:sldMk cId="3181653658" sldId="514"/>
            <ac:spMk id="414" creationId="{A18072FE-D677-482C-87A6-29154BE1EDD6}"/>
          </ac:spMkLst>
        </pc:spChg>
        <pc:spChg chg="add mod">
          <ac:chgData name="Cristian Chilipirea" userId="34ab170da5908fc4" providerId="LiveId" clId="{51E1D80A-4A29-4E2A-B293-4232621C1517}" dt="2019-10-06T18:08:25.883" v="254" actId="1076"/>
          <ac:spMkLst>
            <pc:docMk/>
            <pc:sldMk cId="3181653658" sldId="514"/>
            <ac:spMk id="415" creationId="{56B5D6E8-E66F-4C4B-BD6B-EEC0091D78B0}"/>
          </ac:spMkLst>
        </pc:spChg>
        <pc:spChg chg="add mod">
          <ac:chgData name="Cristian Chilipirea" userId="34ab170da5908fc4" providerId="LiveId" clId="{51E1D80A-4A29-4E2A-B293-4232621C1517}" dt="2019-10-06T18:08:25.883" v="254" actId="1076"/>
          <ac:spMkLst>
            <pc:docMk/>
            <pc:sldMk cId="3181653658" sldId="514"/>
            <ac:spMk id="416" creationId="{FBDC4341-DEA4-47AD-961D-C3E8428A1DE5}"/>
          </ac:spMkLst>
        </pc:spChg>
        <pc:spChg chg="add mod">
          <ac:chgData name="Cristian Chilipirea" userId="34ab170da5908fc4" providerId="LiveId" clId="{51E1D80A-4A29-4E2A-B293-4232621C1517}" dt="2019-10-06T18:08:25.883" v="254" actId="1076"/>
          <ac:spMkLst>
            <pc:docMk/>
            <pc:sldMk cId="3181653658" sldId="514"/>
            <ac:spMk id="417" creationId="{EF174D8E-71B7-4EEE-9198-38C0E7A6E6C6}"/>
          </ac:spMkLst>
        </pc:spChg>
        <pc:spChg chg="add mod">
          <ac:chgData name="Cristian Chilipirea" userId="34ab170da5908fc4" providerId="LiveId" clId="{51E1D80A-4A29-4E2A-B293-4232621C1517}" dt="2019-10-06T18:08:25.883" v="254" actId="1076"/>
          <ac:spMkLst>
            <pc:docMk/>
            <pc:sldMk cId="3181653658" sldId="514"/>
            <ac:spMk id="418" creationId="{3F8400CE-3D3E-49A3-A2A3-15E64E31098A}"/>
          </ac:spMkLst>
        </pc:spChg>
        <pc:spChg chg="add mod">
          <ac:chgData name="Cristian Chilipirea" userId="34ab170da5908fc4" providerId="LiveId" clId="{51E1D80A-4A29-4E2A-B293-4232621C1517}" dt="2019-10-06T18:08:25.883" v="254" actId="1076"/>
          <ac:spMkLst>
            <pc:docMk/>
            <pc:sldMk cId="3181653658" sldId="514"/>
            <ac:spMk id="419" creationId="{C84DF80C-EADD-4C19-BB0B-B8C423DF4B84}"/>
          </ac:spMkLst>
        </pc:spChg>
        <pc:spChg chg="add mod">
          <ac:chgData name="Cristian Chilipirea" userId="34ab170da5908fc4" providerId="LiveId" clId="{51E1D80A-4A29-4E2A-B293-4232621C1517}" dt="2019-10-06T18:08:25.883" v="254" actId="1076"/>
          <ac:spMkLst>
            <pc:docMk/>
            <pc:sldMk cId="3181653658" sldId="514"/>
            <ac:spMk id="420" creationId="{A6619732-0575-465E-9CE3-1F29DB232529}"/>
          </ac:spMkLst>
        </pc:spChg>
        <pc:spChg chg="add mod">
          <ac:chgData name="Cristian Chilipirea" userId="34ab170da5908fc4" providerId="LiveId" clId="{51E1D80A-4A29-4E2A-B293-4232621C1517}" dt="2019-10-06T18:08:25.883" v="254" actId="1076"/>
          <ac:spMkLst>
            <pc:docMk/>
            <pc:sldMk cId="3181653658" sldId="514"/>
            <ac:spMk id="421" creationId="{1F3B33F5-EB8E-41F8-A35B-27689DBED68C}"/>
          </ac:spMkLst>
        </pc:spChg>
        <pc:spChg chg="add mod">
          <ac:chgData name="Cristian Chilipirea" userId="34ab170da5908fc4" providerId="LiveId" clId="{51E1D80A-4A29-4E2A-B293-4232621C1517}" dt="2019-10-06T18:08:25.883" v="254" actId="1076"/>
          <ac:spMkLst>
            <pc:docMk/>
            <pc:sldMk cId="3181653658" sldId="514"/>
            <ac:spMk id="422" creationId="{B4E07012-C54F-40BD-BD0D-F3408F0A449F}"/>
          </ac:spMkLst>
        </pc:spChg>
        <pc:spChg chg="add mod">
          <ac:chgData name="Cristian Chilipirea" userId="34ab170da5908fc4" providerId="LiveId" clId="{51E1D80A-4A29-4E2A-B293-4232621C1517}" dt="2019-10-06T18:08:25.883" v="254" actId="1076"/>
          <ac:spMkLst>
            <pc:docMk/>
            <pc:sldMk cId="3181653658" sldId="514"/>
            <ac:spMk id="423" creationId="{BB0719B6-C287-4461-8F9C-68D705F7054B}"/>
          </ac:spMkLst>
        </pc:spChg>
        <pc:spChg chg="add mod">
          <ac:chgData name="Cristian Chilipirea" userId="34ab170da5908fc4" providerId="LiveId" clId="{51E1D80A-4A29-4E2A-B293-4232621C1517}" dt="2019-10-06T18:08:25.883" v="254" actId="1076"/>
          <ac:spMkLst>
            <pc:docMk/>
            <pc:sldMk cId="3181653658" sldId="514"/>
            <ac:spMk id="424" creationId="{626832E2-BC95-47E5-9A0A-68B7AC23073A}"/>
          </ac:spMkLst>
        </pc:spChg>
        <pc:spChg chg="add mod">
          <ac:chgData name="Cristian Chilipirea" userId="34ab170da5908fc4" providerId="LiveId" clId="{51E1D80A-4A29-4E2A-B293-4232621C1517}" dt="2019-10-06T18:08:25.883" v="254" actId="1076"/>
          <ac:spMkLst>
            <pc:docMk/>
            <pc:sldMk cId="3181653658" sldId="514"/>
            <ac:spMk id="425" creationId="{1A5BD796-BBB8-46F2-82DE-9B8B7A20B45F}"/>
          </ac:spMkLst>
        </pc:spChg>
        <pc:spChg chg="add mod">
          <ac:chgData name="Cristian Chilipirea" userId="34ab170da5908fc4" providerId="LiveId" clId="{51E1D80A-4A29-4E2A-B293-4232621C1517}" dt="2019-10-06T18:08:25.883" v="254" actId="1076"/>
          <ac:spMkLst>
            <pc:docMk/>
            <pc:sldMk cId="3181653658" sldId="514"/>
            <ac:spMk id="426" creationId="{1F460BA7-9A4F-427B-BD6A-5EE318A1F0EF}"/>
          </ac:spMkLst>
        </pc:spChg>
        <pc:spChg chg="add mod">
          <ac:chgData name="Cristian Chilipirea" userId="34ab170da5908fc4" providerId="LiveId" clId="{51E1D80A-4A29-4E2A-B293-4232621C1517}" dt="2019-10-06T18:08:25.883" v="254" actId="1076"/>
          <ac:spMkLst>
            <pc:docMk/>
            <pc:sldMk cId="3181653658" sldId="514"/>
            <ac:spMk id="427" creationId="{11F39620-567A-4086-9F9E-12FD3D025DCB}"/>
          </ac:spMkLst>
        </pc:spChg>
        <pc:spChg chg="add mod">
          <ac:chgData name="Cristian Chilipirea" userId="34ab170da5908fc4" providerId="LiveId" clId="{51E1D80A-4A29-4E2A-B293-4232621C1517}" dt="2019-10-06T18:08:25.883" v="254" actId="1076"/>
          <ac:spMkLst>
            <pc:docMk/>
            <pc:sldMk cId="3181653658" sldId="514"/>
            <ac:spMk id="428" creationId="{E2FF2080-B42F-4C87-BA67-0C0ACB1F81DC}"/>
          </ac:spMkLst>
        </pc:spChg>
        <pc:spChg chg="add mod">
          <ac:chgData name="Cristian Chilipirea" userId="34ab170da5908fc4" providerId="LiveId" clId="{51E1D80A-4A29-4E2A-B293-4232621C1517}" dt="2019-10-06T18:08:25.883" v="254" actId="1076"/>
          <ac:spMkLst>
            <pc:docMk/>
            <pc:sldMk cId="3181653658" sldId="514"/>
            <ac:spMk id="429" creationId="{2A5D3748-3A63-4976-954B-E3460F027D5F}"/>
          </ac:spMkLst>
        </pc:spChg>
        <pc:spChg chg="add mod">
          <ac:chgData name="Cristian Chilipirea" userId="34ab170da5908fc4" providerId="LiveId" clId="{51E1D80A-4A29-4E2A-B293-4232621C1517}" dt="2019-10-06T18:08:25.883" v="254" actId="1076"/>
          <ac:spMkLst>
            <pc:docMk/>
            <pc:sldMk cId="3181653658" sldId="514"/>
            <ac:spMk id="430" creationId="{280F6109-DE64-47AF-BF78-B1FA7D7AAA49}"/>
          </ac:spMkLst>
        </pc:spChg>
        <pc:spChg chg="add mod">
          <ac:chgData name="Cristian Chilipirea" userId="34ab170da5908fc4" providerId="LiveId" clId="{51E1D80A-4A29-4E2A-B293-4232621C1517}" dt="2019-10-06T18:08:25.883" v="254" actId="1076"/>
          <ac:spMkLst>
            <pc:docMk/>
            <pc:sldMk cId="3181653658" sldId="514"/>
            <ac:spMk id="431" creationId="{02ABC600-31B0-4002-9B7F-A811701FE151}"/>
          </ac:spMkLst>
        </pc:spChg>
        <pc:spChg chg="add mod">
          <ac:chgData name="Cristian Chilipirea" userId="34ab170da5908fc4" providerId="LiveId" clId="{51E1D80A-4A29-4E2A-B293-4232621C1517}" dt="2019-10-06T18:08:25.883" v="254" actId="1076"/>
          <ac:spMkLst>
            <pc:docMk/>
            <pc:sldMk cId="3181653658" sldId="514"/>
            <ac:spMk id="432" creationId="{A03EEBCF-29AB-496B-82A2-FBD53582AFA2}"/>
          </ac:spMkLst>
        </pc:spChg>
        <pc:spChg chg="add mod">
          <ac:chgData name="Cristian Chilipirea" userId="34ab170da5908fc4" providerId="LiveId" clId="{51E1D80A-4A29-4E2A-B293-4232621C1517}" dt="2019-10-06T18:08:25.883" v="254" actId="1076"/>
          <ac:spMkLst>
            <pc:docMk/>
            <pc:sldMk cId="3181653658" sldId="514"/>
            <ac:spMk id="433" creationId="{88A37782-E6CE-46CA-B11D-333943E4ED8F}"/>
          </ac:spMkLst>
        </pc:spChg>
        <pc:spChg chg="add mod">
          <ac:chgData name="Cristian Chilipirea" userId="34ab170da5908fc4" providerId="LiveId" clId="{51E1D80A-4A29-4E2A-B293-4232621C1517}" dt="2019-10-06T18:08:25.883" v="254" actId="1076"/>
          <ac:spMkLst>
            <pc:docMk/>
            <pc:sldMk cId="3181653658" sldId="514"/>
            <ac:spMk id="434" creationId="{1D76D825-2B33-4432-9FDC-524FB86B4246}"/>
          </ac:spMkLst>
        </pc:spChg>
        <pc:spChg chg="add mod">
          <ac:chgData name="Cristian Chilipirea" userId="34ab170da5908fc4" providerId="LiveId" clId="{51E1D80A-4A29-4E2A-B293-4232621C1517}" dt="2019-10-06T18:08:25.883" v="254" actId="1076"/>
          <ac:spMkLst>
            <pc:docMk/>
            <pc:sldMk cId="3181653658" sldId="514"/>
            <ac:spMk id="435" creationId="{24D1BDFA-1603-42FA-8AF5-AE31ECC04F81}"/>
          </ac:spMkLst>
        </pc:spChg>
        <pc:spChg chg="add mod">
          <ac:chgData name="Cristian Chilipirea" userId="34ab170da5908fc4" providerId="LiveId" clId="{51E1D80A-4A29-4E2A-B293-4232621C1517}" dt="2019-10-06T18:08:25.883" v="254" actId="1076"/>
          <ac:spMkLst>
            <pc:docMk/>
            <pc:sldMk cId="3181653658" sldId="514"/>
            <ac:spMk id="436" creationId="{066881C4-FBDB-411B-9CB6-ECFB6282C983}"/>
          </ac:spMkLst>
        </pc:spChg>
        <pc:spChg chg="add mod">
          <ac:chgData name="Cristian Chilipirea" userId="34ab170da5908fc4" providerId="LiveId" clId="{51E1D80A-4A29-4E2A-B293-4232621C1517}" dt="2019-10-06T18:08:25.883" v="254" actId="1076"/>
          <ac:spMkLst>
            <pc:docMk/>
            <pc:sldMk cId="3181653658" sldId="514"/>
            <ac:spMk id="437" creationId="{241DF173-18FA-4331-B863-3B91F6F79C84}"/>
          </ac:spMkLst>
        </pc:spChg>
        <pc:spChg chg="add mod">
          <ac:chgData name="Cristian Chilipirea" userId="34ab170da5908fc4" providerId="LiveId" clId="{51E1D80A-4A29-4E2A-B293-4232621C1517}" dt="2019-10-06T18:08:25.883" v="254" actId="1076"/>
          <ac:spMkLst>
            <pc:docMk/>
            <pc:sldMk cId="3181653658" sldId="514"/>
            <ac:spMk id="438" creationId="{605CFAC7-426B-474D-9A31-DF355611FAA8}"/>
          </ac:spMkLst>
        </pc:spChg>
        <pc:spChg chg="add mod">
          <ac:chgData name="Cristian Chilipirea" userId="34ab170da5908fc4" providerId="LiveId" clId="{51E1D80A-4A29-4E2A-B293-4232621C1517}" dt="2019-10-06T18:08:25.883" v="254" actId="1076"/>
          <ac:spMkLst>
            <pc:docMk/>
            <pc:sldMk cId="3181653658" sldId="514"/>
            <ac:spMk id="439" creationId="{6C9CEA8C-AD85-40CC-A94E-4F82B3BD652B}"/>
          </ac:spMkLst>
        </pc:spChg>
        <pc:spChg chg="add mod">
          <ac:chgData name="Cristian Chilipirea" userId="34ab170da5908fc4" providerId="LiveId" clId="{51E1D80A-4A29-4E2A-B293-4232621C1517}" dt="2019-10-06T18:08:25.883" v="254" actId="1076"/>
          <ac:spMkLst>
            <pc:docMk/>
            <pc:sldMk cId="3181653658" sldId="514"/>
            <ac:spMk id="440" creationId="{FE7F340D-D895-496E-BD84-DBCD34B0E17F}"/>
          </ac:spMkLst>
        </pc:spChg>
        <pc:spChg chg="add mod">
          <ac:chgData name="Cristian Chilipirea" userId="34ab170da5908fc4" providerId="LiveId" clId="{51E1D80A-4A29-4E2A-B293-4232621C1517}" dt="2019-10-06T18:08:25.883" v="254" actId="1076"/>
          <ac:spMkLst>
            <pc:docMk/>
            <pc:sldMk cId="3181653658" sldId="514"/>
            <ac:spMk id="441" creationId="{221924A5-A4D7-456E-B5F7-3D1640E33828}"/>
          </ac:spMkLst>
        </pc:spChg>
        <pc:spChg chg="add mod">
          <ac:chgData name="Cristian Chilipirea" userId="34ab170da5908fc4" providerId="LiveId" clId="{51E1D80A-4A29-4E2A-B293-4232621C1517}" dt="2019-10-06T18:08:25.883" v="254" actId="1076"/>
          <ac:spMkLst>
            <pc:docMk/>
            <pc:sldMk cId="3181653658" sldId="514"/>
            <ac:spMk id="442" creationId="{080DEBFD-BC43-4B4A-A320-09725F93976B}"/>
          </ac:spMkLst>
        </pc:spChg>
        <pc:spChg chg="add mod">
          <ac:chgData name="Cristian Chilipirea" userId="34ab170da5908fc4" providerId="LiveId" clId="{51E1D80A-4A29-4E2A-B293-4232621C1517}" dt="2019-10-06T18:08:25.883" v="254" actId="1076"/>
          <ac:spMkLst>
            <pc:docMk/>
            <pc:sldMk cId="3181653658" sldId="514"/>
            <ac:spMk id="443" creationId="{7039D7C3-508C-4F2A-9503-B987B1BE3936}"/>
          </ac:spMkLst>
        </pc:spChg>
        <pc:spChg chg="add mod">
          <ac:chgData name="Cristian Chilipirea" userId="34ab170da5908fc4" providerId="LiveId" clId="{51E1D80A-4A29-4E2A-B293-4232621C1517}" dt="2019-10-06T18:08:25.883" v="254" actId="1076"/>
          <ac:spMkLst>
            <pc:docMk/>
            <pc:sldMk cId="3181653658" sldId="514"/>
            <ac:spMk id="444" creationId="{2A16FAF2-E98A-4595-9D84-69517A50D84D}"/>
          </ac:spMkLst>
        </pc:spChg>
        <pc:spChg chg="add mod">
          <ac:chgData name="Cristian Chilipirea" userId="34ab170da5908fc4" providerId="LiveId" clId="{51E1D80A-4A29-4E2A-B293-4232621C1517}" dt="2019-10-06T18:08:25.883" v="254" actId="1076"/>
          <ac:spMkLst>
            <pc:docMk/>
            <pc:sldMk cId="3181653658" sldId="514"/>
            <ac:spMk id="445" creationId="{B24723E2-4AE5-4A25-81C5-E78887DFB572}"/>
          </ac:spMkLst>
        </pc:spChg>
        <pc:spChg chg="add mod">
          <ac:chgData name="Cristian Chilipirea" userId="34ab170da5908fc4" providerId="LiveId" clId="{51E1D80A-4A29-4E2A-B293-4232621C1517}" dt="2019-10-06T18:08:25.883" v="254" actId="1076"/>
          <ac:spMkLst>
            <pc:docMk/>
            <pc:sldMk cId="3181653658" sldId="514"/>
            <ac:spMk id="446" creationId="{A6B16966-AC2C-49AF-A85E-0B8C7AD7CD1F}"/>
          </ac:spMkLst>
        </pc:spChg>
        <pc:spChg chg="add mod">
          <ac:chgData name="Cristian Chilipirea" userId="34ab170da5908fc4" providerId="LiveId" clId="{51E1D80A-4A29-4E2A-B293-4232621C1517}" dt="2019-10-06T18:08:25.883" v="254" actId="1076"/>
          <ac:spMkLst>
            <pc:docMk/>
            <pc:sldMk cId="3181653658" sldId="514"/>
            <ac:spMk id="447" creationId="{BE8A56AE-3114-4F7A-9629-21C70090E683}"/>
          </ac:spMkLst>
        </pc:spChg>
        <pc:spChg chg="add mod">
          <ac:chgData name="Cristian Chilipirea" userId="34ab170da5908fc4" providerId="LiveId" clId="{51E1D80A-4A29-4E2A-B293-4232621C1517}" dt="2019-10-06T18:08:25.883" v="254" actId="1076"/>
          <ac:spMkLst>
            <pc:docMk/>
            <pc:sldMk cId="3181653658" sldId="514"/>
            <ac:spMk id="448" creationId="{8C3AA0C3-A727-4900-A557-A17ED07DC623}"/>
          </ac:spMkLst>
        </pc:spChg>
        <pc:spChg chg="add mod">
          <ac:chgData name="Cristian Chilipirea" userId="34ab170da5908fc4" providerId="LiveId" clId="{51E1D80A-4A29-4E2A-B293-4232621C1517}" dt="2019-10-06T18:08:25.883" v="254" actId="1076"/>
          <ac:spMkLst>
            <pc:docMk/>
            <pc:sldMk cId="3181653658" sldId="514"/>
            <ac:spMk id="449" creationId="{1BEE0C50-3F33-499A-A681-DCFE961FCFC2}"/>
          </ac:spMkLst>
        </pc:spChg>
        <pc:spChg chg="add mod">
          <ac:chgData name="Cristian Chilipirea" userId="34ab170da5908fc4" providerId="LiveId" clId="{51E1D80A-4A29-4E2A-B293-4232621C1517}" dt="2019-10-06T18:08:25.883" v="254" actId="1076"/>
          <ac:spMkLst>
            <pc:docMk/>
            <pc:sldMk cId="3181653658" sldId="514"/>
            <ac:spMk id="450" creationId="{211A1713-6893-46BF-9491-DD9A2AB1995A}"/>
          </ac:spMkLst>
        </pc:spChg>
        <pc:spChg chg="add mod">
          <ac:chgData name="Cristian Chilipirea" userId="34ab170da5908fc4" providerId="LiveId" clId="{51E1D80A-4A29-4E2A-B293-4232621C1517}" dt="2019-10-06T18:08:25.883" v="254" actId="1076"/>
          <ac:spMkLst>
            <pc:docMk/>
            <pc:sldMk cId="3181653658" sldId="514"/>
            <ac:spMk id="451" creationId="{528550DF-DD95-4726-B7E2-497DFA189579}"/>
          </ac:spMkLst>
        </pc:spChg>
        <pc:spChg chg="add mod">
          <ac:chgData name="Cristian Chilipirea" userId="34ab170da5908fc4" providerId="LiveId" clId="{51E1D80A-4A29-4E2A-B293-4232621C1517}" dt="2019-10-06T18:08:25.883" v="254" actId="1076"/>
          <ac:spMkLst>
            <pc:docMk/>
            <pc:sldMk cId="3181653658" sldId="514"/>
            <ac:spMk id="452" creationId="{83348F84-B3F9-42A0-80C2-F2937A25EC56}"/>
          </ac:spMkLst>
        </pc:spChg>
        <pc:spChg chg="add mod">
          <ac:chgData name="Cristian Chilipirea" userId="34ab170da5908fc4" providerId="LiveId" clId="{51E1D80A-4A29-4E2A-B293-4232621C1517}" dt="2019-10-06T18:08:25.883" v="254" actId="1076"/>
          <ac:spMkLst>
            <pc:docMk/>
            <pc:sldMk cId="3181653658" sldId="514"/>
            <ac:spMk id="453" creationId="{B35384A0-FF78-4C90-B5C4-6706F3B354C7}"/>
          </ac:spMkLst>
        </pc:spChg>
        <pc:spChg chg="add mod">
          <ac:chgData name="Cristian Chilipirea" userId="34ab170da5908fc4" providerId="LiveId" clId="{51E1D80A-4A29-4E2A-B293-4232621C1517}" dt="2019-10-06T18:08:25.883" v="254" actId="1076"/>
          <ac:spMkLst>
            <pc:docMk/>
            <pc:sldMk cId="3181653658" sldId="514"/>
            <ac:spMk id="454" creationId="{1BBA757E-B32B-4384-99B6-EF26759BB090}"/>
          </ac:spMkLst>
        </pc:spChg>
        <pc:spChg chg="add mod">
          <ac:chgData name="Cristian Chilipirea" userId="34ab170da5908fc4" providerId="LiveId" clId="{51E1D80A-4A29-4E2A-B293-4232621C1517}" dt="2019-10-06T18:08:25.883" v="254" actId="1076"/>
          <ac:spMkLst>
            <pc:docMk/>
            <pc:sldMk cId="3181653658" sldId="514"/>
            <ac:spMk id="455" creationId="{0A43BAA8-44CE-459F-8774-7D378354CA13}"/>
          </ac:spMkLst>
        </pc:spChg>
        <pc:spChg chg="add mod">
          <ac:chgData name="Cristian Chilipirea" userId="34ab170da5908fc4" providerId="LiveId" clId="{51E1D80A-4A29-4E2A-B293-4232621C1517}" dt="2019-10-06T18:08:25.883" v="254" actId="1076"/>
          <ac:spMkLst>
            <pc:docMk/>
            <pc:sldMk cId="3181653658" sldId="514"/>
            <ac:spMk id="456" creationId="{1E056112-FA10-4EBE-A668-5FCC5C301E8A}"/>
          </ac:spMkLst>
        </pc:spChg>
        <pc:spChg chg="add mod">
          <ac:chgData name="Cristian Chilipirea" userId="34ab170da5908fc4" providerId="LiveId" clId="{51E1D80A-4A29-4E2A-B293-4232621C1517}" dt="2019-10-06T18:08:25.883" v="254" actId="1076"/>
          <ac:spMkLst>
            <pc:docMk/>
            <pc:sldMk cId="3181653658" sldId="514"/>
            <ac:spMk id="457" creationId="{C36148EF-E1FE-4EE5-87F9-128323C4AB0A}"/>
          </ac:spMkLst>
        </pc:spChg>
        <pc:spChg chg="add mod">
          <ac:chgData name="Cristian Chilipirea" userId="34ab170da5908fc4" providerId="LiveId" clId="{51E1D80A-4A29-4E2A-B293-4232621C1517}" dt="2019-10-06T18:08:25.883" v="254" actId="1076"/>
          <ac:spMkLst>
            <pc:docMk/>
            <pc:sldMk cId="3181653658" sldId="514"/>
            <ac:spMk id="458" creationId="{3F0DD73C-A100-43E2-96EA-A200536F597E}"/>
          </ac:spMkLst>
        </pc:spChg>
        <pc:spChg chg="add mod">
          <ac:chgData name="Cristian Chilipirea" userId="34ab170da5908fc4" providerId="LiveId" clId="{51E1D80A-4A29-4E2A-B293-4232621C1517}" dt="2019-10-06T18:08:25.883" v="254" actId="1076"/>
          <ac:spMkLst>
            <pc:docMk/>
            <pc:sldMk cId="3181653658" sldId="514"/>
            <ac:spMk id="459" creationId="{8600F84A-D6A1-465D-83B2-600A54B892C8}"/>
          </ac:spMkLst>
        </pc:spChg>
        <pc:spChg chg="add mod">
          <ac:chgData name="Cristian Chilipirea" userId="34ab170da5908fc4" providerId="LiveId" clId="{51E1D80A-4A29-4E2A-B293-4232621C1517}" dt="2019-10-06T18:08:25.883" v="254" actId="1076"/>
          <ac:spMkLst>
            <pc:docMk/>
            <pc:sldMk cId="3181653658" sldId="514"/>
            <ac:spMk id="460" creationId="{22C69E79-50F1-4E70-9E23-1C3DC2C7EA11}"/>
          </ac:spMkLst>
        </pc:spChg>
        <pc:spChg chg="add mod">
          <ac:chgData name="Cristian Chilipirea" userId="34ab170da5908fc4" providerId="LiveId" clId="{51E1D80A-4A29-4E2A-B293-4232621C1517}" dt="2019-10-06T18:08:25.883" v="254" actId="1076"/>
          <ac:spMkLst>
            <pc:docMk/>
            <pc:sldMk cId="3181653658" sldId="514"/>
            <ac:spMk id="461" creationId="{2D0B0190-0941-4931-999A-4B56EA1C5706}"/>
          </ac:spMkLst>
        </pc:spChg>
        <pc:spChg chg="add mod">
          <ac:chgData name="Cristian Chilipirea" userId="34ab170da5908fc4" providerId="LiveId" clId="{51E1D80A-4A29-4E2A-B293-4232621C1517}" dt="2019-10-06T18:08:25.883" v="254" actId="1076"/>
          <ac:spMkLst>
            <pc:docMk/>
            <pc:sldMk cId="3181653658" sldId="514"/>
            <ac:spMk id="462" creationId="{083E538D-5536-44C0-A4C0-B799F6BD0F8A}"/>
          </ac:spMkLst>
        </pc:spChg>
        <pc:spChg chg="add mod">
          <ac:chgData name="Cristian Chilipirea" userId="34ab170da5908fc4" providerId="LiveId" clId="{51E1D80A-4A29-4E2A-B293-4232621C1517}" dt="2019-10-06T18:08:25.883" v="254" actId="1076"/>
          <ac:spMkLst>
            <pc:docMk/>
            <pc:sldMk cId="3181653658" sldId="514"/>
            <ac:spMk id="463" creationId="{03F73C04-9041-488D-AB1D-8AE999BEE3CB}"/>
          </ac:spMkLst>
        </pc:spChg>
        <pc:spChg chg="add mod">
          <ac:chgData name="Cristian Chilipirea" userId="34ab170da5908fc4" providerId="LiveId" clId="{51E1D80A-4A29-4E2A-B293-4232621C1517}" dt="2019-10-06T18:08:25.883" v="254" actId="1076"/>
          <ac:spMkLst>
            <pc:docMk/>
            <pc:sldMk cId="3181653658" sldId="514"/>
            <ac:spMk id="464" creationId="{38E5CE0E-0D5B-4750-A9D4-12175DEF2597}"/>
          </ac:spMkLst>
        </pc:spChg>
        <pc:spChg chg="add mod">
          <ac:chgData name="Cristian Chilipirea" userId="34ab170da5908fc4" providerId="LiveId" clId="{51E1D80A-4A29-4E2A-B293-4232621C1517}" dt="2019-10-06T18:08:25.883" v="254" actId="1076"/>
          <ac:spMkLst>
            <pc:docMk/>
            <pc:sldMk cId="3181653658" sldId="514"/>
            <ac:spMk id="465" creationId="{F2496754-956C-483B-B78C-3B81B98BA6C1}"/>
          </ac:spMkLst>
        </pc:spChg>
        <pc:spChg chg="add mod">
          <ac:chgData name="Cristian Chilipirea" userId="34ab170da5908fc4" providerId="LiveId" clId="{51E1D80A-4A29-4E2A-B293-4232621C1517}" dt="2019-10-06T18:08:25.883" v="254" actId="1076"/>
          <ac:spMkLst>
            <pc:docMk/>
            <pc:sldMk cId="3181653658" sldId="514"/>
            <ac:spMk id="466" creationId="{A481C66C-195C-4671-8147-BF7C01C3C184}"/>
          </ac:spMkLst>
        </pc:spChg>
        <pc:spChg chg="add mod">
          <ac:chgData name="Cristian Chilipirea" userId="34ab170da5908fc4" providerId="LiveId" clId="{51E1D80A-4A29-4E2A-B293-4232621C1517}" dt="2019-10-06T18:08:25.883" v="254" actId="1076"/>
          <ac:spMkLst>
            <pc:docMk/>
            <pc:sldMk cId="3181653658" sldId="514"/>
            <ac:spMk id="467" creationId="{3051840A-AF31-4713-8B47-00C4209D02EE}"/>
          </ac:spMkLst>
        </pc:spChg>
        <pc:spChg chg="add mod">
          <ac:chgData name="Cristian Chilipirea" userId="34ab170da5908fc4" providerId="LiveId" clId="{51E1D80A-4A29-4E2A-B293-4232621C1517}" dt="2019-10-06T18:08:25.883" v="254" actId="1076"/>
          <ac:spMkLst>
            <pc:docMk/>
            <pc:sldMk cId="3181653658" sldId="514"/>
            <ac:spMk id="468" creationId="{9A5E0D0A-9373-4497-BEF4-E5DD9BAEB42C}"/>
          </ac:spMkLst>
        </pc:spChg>
        <pc:spChg chg="add mod">
          <ac:chgData name="Cristian Chilipirea" userId="34ab170da5908fc4" providerId="LiveId" clId="{51E1D80A-4A29-4E2A-B293-4232621C1517}" dt="2019-10-06T18:08:25.883" v="254" actId="1076"/>
          <ac:spMkLst>
            <pc:docMk/>
            <pc:sldMk cId="3181653658" sldId="514"/>
            <ac:spMk id="469" creationId="{95B3F701-38F7-4CEC-998E-EF57AEA5483D}"/>
          </ac:spMkLst>
        </pc:spChg>
        <pc:spChg chg="add mod">
          <ac:chgData name="Cristian Chilipirea" userId="34ab170da5908fc4" providerId="LiveId" clId="{51E1D80A-4A29-4E2A-B293-4232621C1517}" dt="2019-10-06T18:08:25.883" v="254" actId="1076"/>
          <ac:spMkLst>
            <pc:docMk/>
            <pc:sldMk cId="3181653658" sldId="514"/>
            <ac:spMk id="470" creationId="{4C3D39CC-B7CF-43D5-B533-5D99754DF628}"/>
          </ac:spMkLst>
        </pc:spChg>
        <pc:spChg chg="add mod">
          <ac:chgData name="Cristian Chilipirea" userId="34ab170da5908fc4" providerId="LiveId" clId="{51E1D80A-4A29-4E2A-B293-4232621C1517}" dt="2019-10-06T18:08:25.883" v="254" actId="1076"/>
          <ac:spMkLst>
            <pc:docMk/>
            <pc:sldMk cId="3181653658" sldId="514"/>
            <ac:spMk id="471" creationId="{AC7A694D-19EC-441B-BEC8-2BD3E4401590}"/>
          </ac:spMkLst>
        </pc:spChg>
        <pc:spChg chg="add mod">
          <ac:chgData name="Cristian Chilipirea" userId="34ab170da5908fc4" providerId="LiveId" clId="{51E1D80A-4A29-4E2A-B293-4232621C1517}" dt="2019-10-06T18:08:25.883" v="254" actId="1076"/>
          <ac:spMkLst>
            <pc:docMk/>
            <pc:sldMk cId="3181653658" sldId="514"/>
            <ac:spMk id="472" creationId="{AA9CCF43-AB40-4CC9-BA49-5A4F00F9F3A6}"/>
          </ac:spMkLst>
        </pc:spChg>
        <pc:spChg chg="add mod">
          <ac:chgData name="Cristian Chilipirea" userId="34ab170da5908fc4" providerId="LiveId" clId="{51E1D80A-4A29-4E2A-B293-4232621C1517}" dt="2019-10-06T18:08:25.883" v="254" actId="1076"/>
          <ac:spMkLst>
            <pc:docMk/>
            <pc:sldMk cId="3181653658" sldId="514"/>
            <ac:spMk id="473" creationId="{DD879FCB-1821-44E2-871D-0F4889C019CD}"/>
          </ac:spMkLst>
        </pc:spChg>
        <pc:spChg chg="add mod">
          <ac:chgData name="Cristian Chilipirea" userId="34ab170da5908fc4" providerId="LiveId" clId="{51E1D80A-4A29-4E2A-B293-4232621C1517}" dt="2019-10-06T18:08:25.883" v="254" actId="1076"/>
          <ac:spMkLst>
            <pc:docMk/>
            <pc:sldMk cId="3181653658" sldId="514"/>
            <ac:spMk id="474" creationId="{D0128353-CEE7-4DBE-9622-3514024D9A07}"/>
          </ac:spMkLst>
        </pc:spChg>
        <pc:spChg chg="add mod">
          <ac:chgData name="Cristian Chilipirea" userId="34ab170da5908fc4" providerId="LiveId" clId="{51E1D80A-4A29-4E2A-B293-4232621C1517}" dt="2019-10-06T18:08:25.883" v="254" actId="1076"/>
          <ac:spMkLst>
            <pc:docMk/>
            <pc:sldMk cId="3181653658" sldId="514"/>
            <ac:spMk id="475" creationId="{E83057E4-4C6E-4EC4-AA6E-3A14F89C06CA}"/>
          </ac:spMkLst>
        </pc:spChg>
        <pc:spChg chg="add mod">
          <ac:chgData name="Cristian Chilipirea" userId="34ab170da5908fc4" providerId="LiveId" clId="{51E1D80A-4A29-4E2A-B293-4232621C1517}" dt="2019-10-06T18:08:25.883" v="254" actId="1076"/>
          <ac:spMkLst>
            <pc:docMk/>
            <pc:sldMk cId="3181653658" sldId="514"/>
            <ac:spMk id="476" creationId="{F5DD81E7-6D51-4471-9C8F-52357E18F20D}"/>
          </ac:spMkLst>
        </pc:spChg>
        <pc:spChg chg="add mod">
          <ac:chgData name="Cristian Chilipirea" userId="34ab170da5908fc4" providerId="LiveId" clId="{51E1D80A-4A29-4E2A-B293-4232621C1517}" dt="2019-10-06T18:08:25.883" v="254" actId="1076"/>
          <ac:spMkLst>
            <pc:docMk/>
            <pc:sldMk cId="3181653658" sldId="514"/>
            <ac:spMk id="477" creationId="{E35EEB82-726D-4D6F-AB88-1C5BC27AB8BA}"/>
          </ac:spMkLst>
        </pc:spChg>
        <pc:spChg chg="add mod">
          <ac:chgData name="Cristian Chilipirea" userId="34ab170da5908fc4" providerId="LiveId" clId="{51E1D80A-4A29-4E2A-B293-4232621C1517}" dt="2019-10-06T18:08:25.883" v="254" actId="1076"/>
          <ac:spMkLst>
            <pc:docMk/>
            <pc:sldMk cId="3181653658" sldId="514"/>
            <ac:spMk id="478" creationId="{8D589E75-7A3D-4398-8AE0-3FBF7D335717}"/>
          </ac:spMkLst>
        </pc:spChg>
        <pc:spChg chg="add mod">
          <ac:chgData name="Cristian Chilipirea" userId="34ab170da5908fc4" providerId="LiveId" clId="{51E1D80A-4A29-4E2A-B293-4232621C1517}" dt="2019-10-06T18:08:25.883" v="254" actId="1076"/>
          <ac:spMkLst>
            <pc:docMk/>
            <pc:sldMk cId="3181653658" sldId="514"/>
            <ac:spMk id="479" creationId="{DC7D031D-E83D-4278-BEFC-B18503D8143E}"/>
          </ac:spMkLst>
        </pc:spChg>
        <pc:spChg chg="add mod">
          <ac:chgData name="Cristian Chilipirea" userId="34ab170da5908fc4" providerId="LiveId" clId="{51E1D80A-4A29-4E2A-B293-4232621C1517}" dt="2019-10-06T18:08:25.883" v="254" actId="1076"/>
          <ac:spMkLst>
            <pc:docMk/>
            <pc:sldMk cId="3181653658" sldId="514"/>
            <ac:spMk id="480" creationId="{C8E347FE-B665-4FAA-9CBF-2ED2B2F68864}"/>
          </ac:spMkLst>
        </pc:spChg>
        <pc:spChg chg="add mod">
          <ac:chgData name="Cristian Chilipirea" userId="34ab170da5908fc4" providerId="LiveId" clId="{51E1D80A-4A29-4E2A-B293-4232621C1517}" dt="2019-10-06T18:08:25.883" v="254" actId="1076"/>
          <ac:spMkLst>
            <pc:docMk/>
            <pc:sldMk cId="3181653658" sldId="514"/>
            <ac:spMk id="481" creationId="{FF1FDCC9-BAD6-4603-B68B-1277A0317D78}"/>
          </ac:spMkLst>
        </pc:spChg>
        <pc:spChg chg="add mod">
          <ac:chgData name="Cristian Chilipirea" userId="34ab170da5908fc4" providerId="LiveId" clId="{51E1D80A-4A29-4E2A-B293-4232621C1517}" dt="2019-10-06T18:08:25.883" v="254" actId="1076"/>
          <ac:spMkLst>
            <pc:docMk/>
            <pc:sldMk cId="3181653658" sldId="514"/>
            <ac:spMk id="482" creationId="{FD13A0CC-5DBD-4C01-923D-258285BA779B}"/>
          </ac:spMkLst>
        </pc:spChg>
        <pc:spChg chg="add mod">
          <ac:chgData name="Cristian Chilipirea" userId="34ab170da5908fc4" providerId="LiveId" clId="{51E1D80A-4A29-4E2A-B293-4232621C1517}" dt="2019-10-06T18:08:25.883" v="254" actId="1076"/>
          <ac:spMkLst>
            <pc:docMk/>
            <pc:sldMk cId="3181653658" sldId="514"/>
            <ac:spMk id="483" creationId="{0CA32094-8B01-4917-91C2-6484B5717E88}"/>
          </ac:spMkLst>
        </pc:spChg>
        <pc:spChg chg="add mod">
          <ac:chgData name="Cristian Chilipirea" userId="34ab170da5908fc4" providerId="LiveId" clId="{51E1D80A-4A29-4E2A-B293-4232621C1517}" dt="2019-10-06T18:08:25.883" v="254" actId="1076"/>
          <ac:spMkLst>
            <pc:docMk/>
            <pc:sldMk cId="3181653658" sldId="514"/>
            <ac:spMk id="484" creationId="{B779D4E7-05C9-4486-AFC4-99935F1D05C9}"/>
          </ac:spMkLst>
        </pc:spChg>
        <pc:spChg chg="add mod">
          <ac:chgData name="Cristian Chilipirea" userId="34ab170da5908fc4" providerId="LiveId" clId="{51E1D80A-4A29-4E2A-B293-4232621C1517}" dt="2019-10-06T18:08:25.883" v="254" actId="1076"/>
          <ac:spMkLst>
            <pc:docMk/>
            <pc:sldMk cId="3181653658" sldId="514"/>
            <ac:spMk id="485" creationId="{863A6161-414B-4725-8D38-DB38B05C4A88}"/>
          </ac:spMkLst>
        </pc:spChg>
        <pc:spChg chg="add mod">
          <ac:chgData name="Cristian Chilipirea" userId="34ab170da5908fc4" providerId="LiveId" clId="{51E1D80A-4A29-4E2A-B293-4232621C1517}" dt="2019-10-06T18:08:25.883" v="254" actId="1076"/>
          <ac:spMkLst>
            <pc:docMk/>
            <pc:sldMk cId="3181653658" sldId="514"/>
            <ac:spMk id="486" creationId="{5B47B450-9EB2-4CDE-9CBA-EE69D4B7E539}"/>
          </ac:spMkLst>
        </pc:spChg>
        <pc:spChg chg="add mod">
          <ac:chgData name="Cristian Chilipirea" userId="34ab170da5908fc4" providerId="LiveId" clId="{51E1D80A-4A29-4E2A-B293-4232621C1517}" dt="2019-10-06T18:08:25.883" v="254" actId="1076"/>
          <ac:spMkLst>
            <pc:docMk/>
            <pc:sldMk cId="3181653658" sldId="514"/>
            <ac:spMk id="487" creationId="{CA3ED1B2-8BEA-4404-BBE2-51BCF5C12717}"/>
          </ac:spMkLst>
        </pc:spChg>
        <pc:spChg chg="add mod">
          <ac:chgData name="Cristian Chilipirea" userId="34ab170da5908fc4" providerId="LiveId" clId="{51E1D80A-4A29-4E2A-B293-4232621C1517}" dt="2019-10-06T18:08:25.883" v="254" actId="1076"/>
          <ac:spMkLst>
            <pc:docMk/>
            <pc:sldMk cId="3181653658" sldId="514"/>
            <ac:spMk id="488" creationId="{7EA008E9-5A0E-4207-9FF7-D5512143278A}"/>
          </ac:spMkLst>
        </pc:spChg>
        <pc:spChg chg="add mod">
          <ac:chgData name="Cristian Chilipirea" userId="34ab170da5908fc4" providerId="LiveId" clId="{51E1D80A-4A29-4E2A-B293-4232621C1517}" dt="2019-10-06T18:08:25.883" v="254" actId="1076"/>
          <ac:spMkLst>
            <pc:docMk/>
            <pc:sldMk cId="3181653658" sldId="514"/>
            <ac:spMk id="489" creationId="{B9631E26-EAF7-4DF2-BE41-A25AF2040CDF}"/>
          </ac:spMkLst>
        </pc:spChg>
        <pc:spChg chg="add mod">
          <ac:chgData name="Cristian Chilipirea" userId="34ab170da5908fc4" providerId="LiveId" clId="{51E1D80A-4A29-4E2A-B293-4232621C1517}" dt="2019-10-06T18:08:25.883" v="254" actId="1076"/>
          <ac:spMkLst>
            <pc:docMk/>
            <pc:sldMk cId="3181653658" sldId="514"/>
            <ac:spMk id="490" creationId="{08388760-A1FB-44F2-8489-B9F0F8B11F0D}"/>
          </ac:spMkLst>
        </pc:spChg>
        <pc:spChg chg="add mod">
          <ac:chgData name="Cristian Chilipirea" userId="34ab170da5908fc4" providerId="LiveId" clId="{51E1D80A-4A29-4E2A-B293-4232621C1517}" dt="2019-10-06T18:08:25.883" v="254" actId="1076"/>
          <ac:spMkLst>
            <pc:docMk/>
            <pc:sldMk cId="3181653658" sldId="514"/>
            <ac:spMk id="491" creationId="{DC526EE5-6337-4CB0-B4FA-8563E9808A8D}"/>
          </ac:spMkLst>
        </pc:spChg>
        <pc:spChg chg="add mod">
          <ac:chgData name="Cristian Chilipirea" userId="34ab170da5908fc4" providerId="LiveId" clId="{51E1D80A-4A29-4E2A-B293-4232621C1517}" dt="2019-10-06T18:08:25.883" v="254" actId="1076"/>
          <ac:spMkLst>
            <pc:docMk/>
            <pc:sldMk cId="3181653658" sldId="514"/>
            <ac:spMk id="492" creationId="{2AD3448F-56BF-4261-8E6D-F5AA9BE6789B}"/>
          </ac:spMkLst>
        </pc:spChg>
        <pc:spChg chg="add mod">
          <ac:chgData name="Cristian Chilipirea" userId="34ab170da5908fc4" providerId="LiveId" clId="{51E1D80A-4A29-4E2A-B293-4232621C1517}" dt="2019-10-06T18:08:25.883" v="254" actId="1076"/>
          <ac:spMkLst>
            <pc:docMk/>
            <pc:sldMk cId="3181653658" sldId="514"/>
            <ac:spMk id="493" creationId="{84D41E70-7BA5-4B8D-A33A-A2E9D62C7417}"/>
          </ac:spMkLst>
        </pc:spChg>
        <pc:spChg chg="add mod">
          <ac:chgData name="Cristian Chilipirea" userId="34ab170da5908fc4" providerId="LiveId" clId="{51E1D80A-4A29-4E2A-B293-4232621C1517}" dt="2019-10-06T18:08:25.883" v="254" actId="1076"/>
          <ac:spMkLst>
            <pc:docMk/>
            <pc:sldMk cId="3181653658" sldId="514"/>
            <ac:spMk id="494" creationId="{906DB155-264A-42DE-AE4B-23A78F14AF54}"/>
          </ac:spMkLst>
        </pc:spChg>
        <pc:spChg chg="add mod">
          <ac:chgData name="Cristian Chilipirea" userId="34ab170da5908fc4" providerId="LiveId" clId="{51E1D80A-4A29-4E2A-B293-4232621C1517}" dt="2019-10-06T18:08:25.883" v="254" actId="1076"/>
          <ac:spMkLst>
            <pc:docMk/>
            <pc:sldMk cId="3181653658" sldId="514"/>
            <ac:spMk id="495" creationId="{2D56E250-D5FE-41B2-9CDD-8F2971E2EDEC}"/>
          </ac:spMkLst>
        </pc:spChg>
        <pc:spChg chg="add mod">
          <ac:chgData name="Cristian Chilipirea" userId="34ab170da5908fc4" providerId="LiveId" clId="{51E1D80A-4A29-4E2A-B293-4232621C1517}" dt="2019-10-06T18:08:25.883" v="254" actId="1076"/>
          <ac:spMkLst>
            <pc:docMk/>
            <pc:sldMk cId="3181653658" sldId="514"/>
            <ac:spMk id="496" creationId="{230D6BD2-57CC-491A-95CE-95805C04BC48}"/>
          </ac:spMkLst>
        </pc:spChg>
        <pc:spChg chg="add mod">
          <ac:chgData name="Cristian Chilipirea" userId="34ab170da5908fc4" providerId="LiveId" clId="{51E1D80A-4A29-4E2A-B293-4232621C1517}" dt="2019-10-06T18:08:25.883" v="254" actId="1076"/>
          <ac:spMkLst>
            <pc:docMk/>
            <pc:sldMk cId="3181653658" sldId="514"/>
            <ac:spMk id="497" creationId="{F87C8CDF-A850-4B46-810B-BE543477FD11}"/>
          </ac:spMkLst>
        </pc:spChg>
        <pc:spChg chg="add mod">
          <ac:chgData name="Cristian Chilipirea" userId="34ab170da5908fc4" providerId="LiveId" clId="{51E1D80A-4A29-4E2A-B293-4232621C1517}" dt="2019-10-06T18:08:25.883" v="254" actId="1076"/>
          <ac:spMkLst>
            <pc:docMk/>
            <pc:sldMk cId="3181653658" sldId="514"/>
            <ac:spMk id="498" creationId="{56D1A00F-CA8A-4CAC-AD48-B4D05678F12F}"/>
          </ac:spMkLst>
        </pc:spChg>
        <pc:spChg chg="add mod">
          <ac:chgData name="Cristian Chilipirea" userId="34ab170da5908fc4" providerId="LiveId" clId="{51E1D80A-4A29-4E2A-B293-4232621C1517}" dt="2019-10-06T18:08:25.883" v="254" actId="1076"/>
          <ac:spMkLst>
            <pc:docMk/>
            <pc:sldMk cId="3181653658" sldId="514"/>
            <ac:spMk id="499" creationId="{A92F84DA-6BA7-4E5F-8275-AF063966B6E0}"/>
          </ac:spMkLst>
        </pc:spChg>
        <pc:spChg chg="add mod">
          <ac:chgData name="Cristian Chilipirea" userId="34ab170da5908fc4" providerId="LiveId" clId="{51E1D80A-4A29-4E2A-B293-4232621C1517}" dt="2019-10-06T18:08:25.883" v="254" actId="1076"/>
          <ac:spMkLst>
            <pc:docMk/>
            <pc:sldMk cId="3181653658" sldId="514"/>
            <ac:spMk id="500" creationId="{153BF036-A328-4903-939A-B720D1BE0081}"/>
          </ac:spMkLst>
        </pc:spChg>
        <pc:spChg chg="add mod">
          <ac:chgData name="Cristian Chilipirea" userId="34ab170da5908fc4" providerId="LiveId" clId="{51E1D80A-4A29-4E2A-B293-4232621C1517}" dt="2019-10-06T18:08:25.883" v="254" actId="1076"/>
          <ac:spMkLst>
            <pc:docMk/>
            <pc:sldMk cId="3181653658" sldId="514"/>
            <ac:spMk id="501" creationId="{6F27CB72-EF36-416A-B255-2CB16F51226D}"/>
          </ac:spMkLst>
        </pc:spChg>
        <pc:spChg chg="add mod">
          <ac:chgData name="Cristian Chilipirea" userId="34ab170da5908fc4" providerId="LiveId" clId="{51E1D80A-4A29-4E2A-B293-4232621C1517}" dt="2019-10-06T18:08:25.883" v="254" actId="1076"/>
          <ac:spMkLst>
            <pc:docMk/>
            <pc:sldMk cId="3181653658" sldId="514"/>
            <ac:spMk id="502" creationId="{12C97198-6158-40B9-90F1-0F0F9B5505D8}"/>
          </ac:spMkLst>
        </pc:spChg>
        <pc:spChg chg="add mod">
          <ac:chgData name="Cristian Chilipirea" userId="34ab170da5908fc4" providerId="LiveId" clId="{51E1D80A-4A29-4E2A-B293-4232621C1517}" dt="2019-10-06T18:08:25.883" v="254" actId="1076"/>
          <ac:spMkLst>
            <pc:docMk/>
            <pc:sldMk cId="3181653658" sldId="514"/>
            <ac:spMk id="503" creationId="{5C7BADF9-CCBE-4C1F-AB23-4BCA5155C516}"/>
          </ac:spMkLst>
        </pc:spChg>
        <pc:spChg chg="add mod">
          <ac:chgData name="Cristian Chilipirea" userId="34ab170da5908fc4" providerId="LiveId" clId="{51E1D80A-4A29-4E2A-B293-4232621C1517}" dt="2019-10-06T18:08:25.883" v="254" actId="1076"/>
          <ac:spMkLst>
            <pc:docMk/>
            <pc:sldMk cId="3181653658" sldId="514"/>
            <ac:spMk id="504" creationId="{D49973D8-537B-4C74-B2B1-5405849179D8}"/>
          </ac:spMkLst>
        </pc:spChg>
        <pc:spChg chg="add mod">
          <ac:chgData name="Cristian Chilipirea" userId="34ab170da5908fc4" providerId="LiveId" clId="{51E1D80A-4A29-4E2A-B293-4232621C1517}" dt="2019-10-06T18:08:25.883" v="254" actId="1076"/>
          <ac:spMkLst>
            <pc:docMk/>
            <pc:sldMk cId="3181653658" sldId="514"/>
            <ac:spMk id="505" creationId="{6B74914C-2ACA-47C7-B013-B09F102236CB}"/>
          </ac:spMkLst>
        </pc:spChg>
        <pc:spChg chg="add mod">
          <ac:chgData name="Cristian Chilipirea" userId="34ab170da5908fc4" providerId="LiveId" clId="{51E1D80A-4A29-4E2A-B293-4232621C1517}" dt="2019-10-06T18:08:25.883" v="254" actId="1076"/>
          <ac:spMkLst>
            <pc:docMk/>
            <pc:sldMk cId="3181653658" sldId="514"/>
            <ac:spMk id="506" creationId="{003489D7-5C94-425B-9282-5B09583942B5}"/>
          </ac:spMkLst>
        </pc:spChg>
        <pc:spChg chg="add mod">
          <ac:chgData name="Cristian Chilipirea" userId="34ab170da5908fc4" providerId="LiveId" clId="{51E1D80A-4A29-4E2A-B293-4232621C1517}" dt="2019-10-06T18:08:25.883" v="254" actId="1076"/>
          <ac:spMkLst>
            <pc:docMk/>
            <pc:sldMk cId="3181653658" sldId="514"/>
            <ac:spMk id="507" creationId="{83345C2B-D4CC-42C7-9FA4-27A312C1253D}"/>
          </ac:spMkLst>
        </pc:spChg>
        <pc:spChg chg="add mod">
          <ac:chgData name="Cristian Chilipirea" userId="34ab170da5908fc4" providerId="LiveId" clId="{51E1D80A-4A29-4E2A-B293-4232621C1517}" dt="2019-10-06T18:08:25.883" v="254" actId="1076"/>
          <ac:spMkLst>
            <pc:docMk/>
            <pc:sldMk cId="3181653658" sldId="514"/>
            <ac:spMk id="508" creationId="{AFF7C4AC-D4EC-49DE-8B10-328FE1164863}"/>
          </ac:spMkLst>
        </pc:spChg>
        <pc:spChg chg="add mod">
          <ac:chgData name="Cristian Chilipirea" userId="34ab170da5908fc4" providerId="LiveId" clId="{51E1D80A-4A29-4E2A-B293-4232621C1517}" dt="2019-10-06T18:08:25.883" v="254" actId="1076"/>
          <ac:spMkLst>
            <pc:docMk/>
            <pc:sldMk cId="3181653658" sldId="514"/>
            <ac:spMk id="509" creationId="{7A034FF5-0338-44F7-8199-5E2D13B7173E}"/>
          </ac:spMkLst>
        </pc:spChg>
        <pc:spChg chg="add mod">
          <ac:chgData name="Cristian Chilipirea" userId="34ab170da5908fc4" providerId="LiveId" clId="{51E1D80A-4A29-4E2A-B293-4232621C1517}" dt="2019-10-06T18:08:25.883" v="254" actId="1076"/>
          <ac:spMkLst>
            <pc:docMk/>
            <pc:sldMk cId="3181653658" sldId="514"/>
            <ac:spMk id="510" creationId="{C468B9EB-210C-47CC-B2AE-0B63171B5030}"/>
          </ac:spMkLst>
        </pc:spChg>
        <pc:spChg chg="add mod">
          <ac:chgData name="Cristian Chilipirea" userId="34ab170da5908fc4" providerId="LiveId" clId="{51E1D80A-4A29-4E2A-B293-4232621C1517}" dt="2019-10-06T18:08:25.883" v="254" actId="1076"/>
          <ac:spMkLst>
            <pc:docMk/>
            <pc:sldMk cId="3181653658" sldId="514"/>
            <ac:spMk id="511" creationId="{B8E19A6A-BBD2-473A-9633-ACCA43BC899E}"/>
          </ac:spMkLst>
        </pc:spChg>
        <pc:spChg chg="add mod">
          <ac:chgData name="Cristian Chilipirea" userId="34ab170da5908fc4" providerId="LiveId" clId="{51E1D80A-4A29-4E2A-B293-4232621C1517}" dt="2019-10-06T18:08:25.883" v="254" actId="1076"/>
          <ac:spMkLst>
            <pc:docMk/>
            <pc:sldMk cId="3181653658" sldId="514"/>
            <ac:spMk id="512" creationId="{944F31D6-C953-4BB3-A062-0EFDD4C57C63}"/>
          </ac:spMkLst>
        </pc:spChg>
        <pc:spChg chg="add mod">
          <ac:chgData name="Cristian Chilipirea" userId="34ab170da5908fc4" providerId="LiveId" clId="{51E1D80A-4A29-4E2A-B293-4232621C1517}" dt="2019-10-06T18:08:25.883" v="254" actId="1076"/>
          <ac:spMkLst>
            <pc:docMk/>
            <pc:sldMk cId="3181653658" sldId="514"/>
            <ac:spMk id="513" creationId="{453BF36D-1743-469B-BBAE-19737877BDBA}"/>
          </ac:spMkLst>
        </pc:spChg>
        <pc:spChg chg="add mod">
          <ac:chgData name="Cristian Chilipirea" userId="34ab170da5908fc4" providerId="LiveId" clId="{51E1D80A-4A29-4E2A-B293-4232621C1517}" dt="2019-10-06T18:08:25.883" v="254" actId="1076"/>
          <ac:spMkLst>
            <pc:docMk/>
            <pc:sldMk cId="3181653658" sldId="514"/>
            <ac:spMk id="514" creationId="{7EEE210B-3163-4E92-80B4-7B7294F9162C}"/>
          </ac:spMkLst>
        </pc:spChg>
        <pc:spChg chg="add mod">
          <ac:chgData name="Cristian Chilipirea" userId="34ab170da5908fc4" providerId="LiveId" clId="{51E1D80A-4A29-4E2A-B293-4232621C1517}" dt="2019-10-06T18:08:25.883" v="254" actId="1076"/>
          <ac:spMkLst>
            <pc:docMk/>
            <pc:sldMk cId="3181653658" sldId="514"/>
            <ac:spMk id="515" creationId="{711418C2-CB97-4D4D-9707-CFD86968112A}"/>
          </ac:spMkLst>
        </pc:spChg>
        <pc:spChg chg="add mod">
          <ac:chgData name="Cristian Chilipirea" userId="34ab170da5908fc4" providerId="LiveId" clId="{51E1D80A-4A29-4E2A-B293-4232621C1517}" dt="2019-10-06T18:08:25.883" v="254" actId="1076"/>
          <ac:spMkLst>
            <pc:docMk/>
            <pc:sldMk cId="3181653658" sldId="514"/>
            <ac:spMk id="516" creationId="{DF911D9E-53FB-4EA6-B996-0554591BF0AB}"/>
          </ac:spMkLst>
        </pc:spChg>
        <pc:spChg chg="add mod">
          <ac:chgData name="Cristian Chilipirea" userId="34ab170da5908fc4" providerId="LiveId" clId="{51E1D80A-4A29-4E2A-B293-4232621C1517}" dt="2019-10-06T18:08:25.883" v="254" actId="1076"/>
          <ac:spMkLst>
            <pc:docMk/>
            <pc:sldMk cId="3181653658" sldId="514"/>
            <ac:spMk id="517" creationId="{B865AF6A-2408-43A2-928A-30B7B6F3B2EB}"/>
          </ac:spMkLst>
        </pc:spChg>
        <pc:spChg chg="add mod">
          <ac:chgData name="Cristian Chilipirea" userId="34ab170da5908fc4" providerId="LiveId" clId="{51E1D80A-4A29-4E2A-B293-4232621C1517}" dt="2019-10-06T18:08:25.883" v="254" actId="1076"/>
          <ac:spMkLst>
            <pc:docMk/>
            <pc:sldMk cId="3181653658" sldId="514"/>
            <ac:spMk id="518" creationId="{629F2544-5607-4F3B-9AF1-891EBBAD418C}"/>
          </ac:spMkLst>
        </pc:spChg>
        <pc:spChg chg="add mod">
          <ac:chgData name="Cristian Chilipirea" userId="34ab170da5908fc4" providerId="LiveId" clId="{51E1D80A-4A29-4E2A-B293-4232621C1517}" dt="2019-10-06T18:08:25.883" v="254" actId="1076"/>
          <ac:spMkLst>
            <pc:docMk/>
            <pc:sldMk cId="3181653658" sldId="514"/>
            <ac:spMk id="519" creationId="{C65047F6-AA84-4ECF-937F-CC8E11D8F5FC}"/>
          </ac:spMkLst>
        </pc:spChg>
        <pc:spChg chg="add mod">
          <ac:chgData name="Cristian Chilipirea" userId="34ab170da5908fc4" providerId="LiveId" clId="{51E1D80A-4A29-4E2A-B293-4232621C1517}" dt="2019-10-06T18:08:25.883" v="254" actId="1076"/>
          <ac:spMkLst>
            <pc:docMk/>
            <pc:sldMk cId="3181653658" sldId="514"/>
            <ac:spMk id="520" creationId="{519E99C5-E985-483B-9274-B939C29D3010}"/>
          </ac:spMkLst>
        </pc:spChg>
        <pc:spChg chg="add mod">
          <ac:chgData name="Cristian Chilipirea" userId="34ab170da5908fc4" providerId="LiveId" clId="{51E1D80A-4A29-4E2A-B293-4232621C1517}" dt="2019-10-06T18:08:25.883" v="254" actId="1076"/>
          <ac:spMkLst>
            <pc:docMk/>
            <pc:sldMk cId="3181653658" sldId="514"/>
            <ac:spMk id="521" creationId="{164DCC7E-2128-4869-8358-A98B685FD0F6}"/>
          </ac:spMkLst>
        </pc:spChg>
        <pc:spChg chg="add mod">
          <ac:chgData name="Cristian Chilipirea" userId="34ab170da5908fc4" providerId="LiveId" clId="{51E1D80A-4A29-4E2A-B293-4232621C1517}" dt="2019-10-06T18:08:25.883" v="254" actId="1076"/>
          <ac:spMkLst>
            <pc:docMk/>
            <pc:sldMk cId="3181653658" sldId="514"/>
            <ac:spMk id="522" creationId="{17830576-B4D4-4DB6-9E27-82681ACD1F17}"/>
          </ac:spMkLst>
        </pc:spChg>
        <pc:spChg chg="add mod">
          <ac:chgData name="Cristian Chilipirea" userId="34ab170da5908fc4" providerId="LiveId" clId="{51E1D80A-4A29-4E2A-B293-4232621C1517}" dt="2019-10-06T18:08:25.883" v="254" actId="1076"/>
          <ac:spMkLst>
            <pc:docMk/>
            <pc:sldMk cId="3181653658" sldId="514"/>
            <ac:spMk id="523" creationId="{D4A5BFF5-C2F7-4597-BD20-A74AD9C773BE}"/>
          </ac:spMkLst>
        </pc:spChg>
        <pc:spChg chg="add mod">
          <ac:chgData name="Cristian Chilipirea" userId="34ab170da5908fc4" providerId="LiveId" clId="{51E1D80A-4A29-4E2A-B293-4232621C1517}" dt="2019-10-06T18:08:25.883" v="254" actId="1076"/>
          <ac:spMkLst>
            <pc:docMk/>
            <pc:sldMk cId="3181653658" sldId="514"/>
            <ac:spMk id="524" creationId="{A99AB12D-498C-4577-90DE-9208B314A4FD}"/>
          </ac:spMkLst>
        </pc:spChg>
        <pc:spChg chg="add mod">
          <ac:chgData name="Cristian Chilipirea" userId="34ab170da5908fc4" providerId="LiveId" clId="{51E1D80A-4A29-4E2A-B293-4232621C1517}" dt="2019-10-06T18:08:25.883" v="254" actId="1076"/>
          <ac:spMkLst>
            <pc:docMk/>
            <pc:sldMk cId="3181653658" sldId="514"/>
            <ac:spMk id="525" creationId="{BD6B8221-47F3-4723-87BD-B48822072814}"/>
          </ac:spMkLst>
        </pc:spChg>
        <pc:spChg chg="add mod">
          <ac:chgData name="Cristian Chilipirea" userId="34ab170da5908fc4" providerId="LiveId" clId="{51E1D80A-4A29-4E2A-B293-4232621C1517}" dt="2019-10-06T18:08:25.883" v="254" actId="1076"/>
          <ac:spMkLst>
            <pc:docMk/>
            <pc:sldMk cId="3181653658" sldId="514"/>
            <ac:spMk id="526" creationId="{08A94B96-F85E-454C-A92E-CC0F6F27EEA1}"/>
          </ac:spMkLst>
        </pc:spChg>
        <pc:spChg chg="add mod">
          <ac:chgData name="Cristian Chilipirea" userId="34ab170da5908fc4" providerId="LiveId" clId="{51E1D80A-4A29-4E2A-B293-4232621C1517}" dt="2019-10-06T18:08:25.883" v="254" actId="1076"/>
          <ac:spMkLst>
            <pc:docMk/>
            <pc:sldMk cId="3181653658" sldId="514"/>
            <ac:spMk id="527" creationId="{53696935-C62C-4B3E-AF18-CF34294A26EC}"/>
          </ac:spMkLst>
        </pc:spChg>
        <pc:spChg chg="add mod">
          <ac:chgData name="Cristian Chilipirea" userId="34ab170da5908fc4" providerId="LiveId" clId="{51E1D80A-4A29-4E2A-B293-4232621C1517}" dt="2019-10-06T18:08:25.883" v="254" actId="1076"/>
          <ac:spMkLst>
            <pc:docMk/>
            <pc:sldMk cId="3181653658" sldId="514"/>
            <ac:spMk id="528" creationId="{4FF56CB6-4542-4C27-8A40-0DAE2D977F29}"/>
          </ac:spMkLst>
        </pc:spChg>
        <pc:spChg chg="add mod">
          <ac:chgData name="Cristian Chilipirea" userId="34ab170da5908fc4" providerId="LiveId" clId="{51E1D80A-4A29-4E2A-B293-4232621C1517}" dt="2019-10-06T18:08:25.883" v="254" actId="1076"/>
          <ac:spMkLst>
            <pc:docMk/>
            <pc:sldMk cId="3181653658" sldId="514"/>
            <ac:spMk id="529" creationId="{8664E249-BE3F-4BC6-BB79-11FB1D9EE791}"/>
          </ac:spMkLst>
        </pc:spChg>
        <pc:spChg chg="add mod">
          <ac:chgData name="Cristian Chilipirea" userId="34ab170da5908fc4" providerId="LiveId" clId="{51E1D80A-4A29-4E2A-B293-4232621C1517}" dt="2019-10-06T18:08:25.883" v="254" actId="1076"/>
          <ac:spMkLst>
            <pc:docMk/>
            <pc:sldMk cId="3181653658" sldId="514"/>
            <ac:spMk id="530" creationId="{5C103ECD-B780-4051-8C84-8A26E39BEA62}"/>
          </ac:spMkLst>
        </pc:spChg>
        <pc:spChg chg="add mod">
          <ac:chgData name="Cristian Chilipirea" userId="34ab170da5908fc4" providerId="LiveId" clId="{51E1D80A-4A29-4E2A-B293-4232621C1517}" dt="2019-10-06T18:08:25.883" v="254" actId="1076"/>
          <ac:spMkLst>
            <pc:docMk/>
            <pc:sldMk cId="3181653658" sldId="514"/>
            <ac:spMk id="531" creationId="{D9AA84DF-E271-46AE-B498-AE556A06BEB9}"/>
          </ac:spMkLst>
        </pc:spChg>
        <pc:spChg chg="add mod">
          <ac:chgData name="Cristian Chilipirea" userId="34ab170da5908fc4" providerId="LiveId" clId="{51E1D80A-4A29-4E2A-B293-4232621C1517}" dt="2019-10-06T18:08:25.883" v="254" actId="1076"/>
          <ac:spMkLst>
            <pc:docMk/>
            <pc:sldMk cId="3181653658" sldId="514"/>
            <ac:spMk id="532" creationId="{FB1C73CC-D479-4139-839A-FCD12389C36C}"/>
          </ac:spMkLst>
        </pc:spChg>
        <pc:spChg chg="add mod">
          <ac:chgData name="Cristian Chilipirea" userId="34ab170da5908fc4" providerId="LiveId" clId="{51E1D80A-4A29-4E2A-B293-4232621C1517}" dt="2019-10-06T18:08:25.883" v="254" actId="1076"/>
          <ac:spMkLst>
            <pc:docMk/>
            <pc:sldMk cId="3181653658" sldId="514"/>
            <ac:spMk id="533" creationId="{5E83CC1E-4BE8-47B1-A30C-3DE6010B362A}"/>
          </ac:spMkLst>
        </pc:spChg>
        <pc:spChg chg="add mod">
          <ac:chgData name="Cristian Chilipirea" userId="34ab170da5908fc4" providerId="LiveId" clId="{51E1D80A-4A29-4E2A-B293-4232621C1517}" dt="2019-10-06T18:08:25.883" v="254" actId="1076"/>
          <ac:spMkLst>
            <pc:docMk/>
            <pc:sldMk cId="3181653658" sldId="514"/>
            <ac:spMk id="534" creationId="{EC1FC33C-DCB2-4FDA-93CB-B20F49CCB3B6}"/>
          </ac:spMkLst>
        </pc:spChg>
        <pc:spChg chg="add mod">
          <ac:chgData name="Cristian Chilipirea" userId="34ab170da5908fc4" providerId="LiveId" clId="{51E1D80A-4A29-4E2A-B293-4232621C1517}" dt="2019-10-06T18:08:25.883" v="254" actId="1076"/>
          <ac:spMkLst>
            <pc:docMk/>
            <pc:sldMk cId="3181653658" sldId="514"/>
            <ac:spMk id="535" creationId="{F91AA816-EBEA-4641-AE26-AFD86AA5A735}"/>
          </ac:spMkLst>
        </pc:spChg>
        <pc:spChg chg="add mod">
          <ac:chgData name="Cristian Chilipirea" userId="34ab170da5908fc4" providerId="LiveId" clId="{51E1D80A-4A29-4E2A-B293-4232621C1517}" dt="2019-10-06T18:08:25.883" v="254" actId="1076"/>
          <ac:spMkLst>
            <pc:docMk/>
            <pc:sldMk cId="3181653658" sldId="514"/>
            <ac:spMk id="536" creationId="{496D8848-459D-43F4-A26B-6BB62D67F9BD}"/>
          </ac:spMkLst>
        </pc:spChg>
        <pc:spChg chg="add mod">
          <ac:chgData name="Cristian Chilipirea" userId="34ab170da5908fc4" providerId="LiveId" clId="{51E1D80A-4A29-4E2A-B293-4232621C1517}" dt="2019-10-06T18:08:25.883" v="254" actId="1076"/>
          <ac:spMkLst>
            <pc:docMk/>
            <pc:sldMk cId="3181653658" sldId="514"/>
            <ac:spMk id="537" creationId="{F2F1BC25-24C0-4FEC-AD8D-7645E269D736}"/>
          </ac:spMkLst>
        </pc:spChg>
        <pc:spChg chg="add mod">
          <ac:chgData name="Cristian Chilipirea" userId="34ab170da5908fc4" providerId="LiveId" clId="{51E1D80A-4A29-4E2A-B293-4232621C1517}" dt="2019-10-06T18:08:25.883" v="254" actId="1076"/>
          <ac:spMkLst>
            <pc:docMk/>
            <pc:sldMk cId="3181653658" sldId="514"/>
            <ac:spMk id="538" creationId="{BF11D1E3-E72E-429B-855E-3ADEED454516}"/>
          </ac:spMkLst>
        </pc:spChg>
        <pc:spChg chg="add mod">
          <ac:chgData name="Cristian Chilipirea" userId="34ab170da5908fc4" providerId="LiveId" clId="{51E1D80A-4A29-4E2A-B293-4232621C1517}" dt="2019-10-06T18:08:25.883" v="254" actId="1076"/>
          <ac:spMkLst>
            <pc:docMk/>
            <pc:sldMk cId="3181653658" sldId="514"/>
            <ac:spMk id="539" creationId="{420D9E39-F430-4C36-AB2D-93A529190280}"/>
          </ac:spMkLst>
        </pc:spChg>
        <pc:spChg chg="add mod">
          <ac:chgData name="Cristian Chilipirea" userId="34ab170da5908fc4" providerId="LiveId" clId="{51E1D80A-4A29-4E2A-B293-4232621C1517}" dt="2019-10-06T18:08:25.883" v="254" actId="1076"/>
          <ac:spMkLst>
            <pc:docMk/>
            <pc:sldMk cId="3181653658" sldId="514"/>
            <ac:spMk id="540" creationId="{42F140EE-B6D8-4402-BC54-860413B5B869}"/>
          </ac:spMkLst>
        </pc:spChg>
        <pc:spChg chg="add mod">
          <ac:chgData name="Cristian Chilipirea" userId="34ab170da5908fc4" providerId="LiveId" clId="{51E1D80A-4A29-4E2A-B293-4232621C1517}" dt="2019-10-06T18:08:25.883" v="254" actId="1076"/>
          <ac:spMkLst>
            <pc:docMk/>
            <pc:sldMk cId="3181653658" sldId="514"/>
            <ac:spMk id="541" creationId="{E2FD9EFA-1B18-48CE-A29F-3E151EC2E68D}"/>
          </ac:spMkLst>
        </pc:spChg>
        <pc:spChg chg="add mod">
          <ac:chgData name="Cristian Chilipirea" userId="34ab170da5908fc4" providerId="LiveId" clId="{51E1D80A-4A29-4E2A-B293-4232621C1517}" dt="2019-10-06T18:08:25.883" v="254" actId="1076"/>
          <ac:spMkLst>
            <pc:docMk/>
            <pc:sldMk cId="3181653658" sldId="514"/>
            <ac:spMk id="542" creationId="{49FF6FA8-86A7-4EC5-B69D-40F11DB27A87}"/>
          </ac:spMkLst>
        </pc:spChg>
        <pc:spChg chg="add mod">
          <ac:chgData name="Cristian Chilipirea" userId="34ab170da5908fc4" providerId="LiveId" clId="{51E1D80A-4A29-4E2A-B293-4232621C1517}" dt="2019-10-06T18:08:25.883" v="254" actId="1076"/>
          <ac:spMkLst>
            <pc:docMk/>
            <pc:sldMk cId="3181653658" sldId="514"/>
            <ac:spMk id="543" creationId="{CA6DAD2B-AE06-4CE1-8848-23A8535F6712}"/>
          </ac:spMkLst>
        </pc:spChg>
        <pc:spChg chg="add mod">
          <ac:chgData name="Cristian Chilipirea" userId="34ab170da5908fc4" providerId="LiveId" clId="{51E1D80A-4A29-4E2A-B293-4232621C1517}" dt="2019-10-06T18:08:25.883" v="254" actId="1076"/>
          <ac:spMkLst>
            <pc:docMk/>
            <pc:sldMk cId="3181653658" sldId="514"/>
            <ac:spMk id="544" creationId="{AEEBF3F1-7D22-4E32-B50B-0326295CA579}"/>
          </ac:spMkLst>
        </pc:spChg>
        <pc:spChg chg="add mod">
          <ac:chgData name="Cristian Chilipirea" userId="34ab170da5908fc4" providerId="LiveId" clId="{51E1D80A-4A29-4E2A-B293-4232621C1517}" dt="2019-10-06T18:08:25.883" v="254" actId="1076"/>
          <ac:spMkLst>
            <pc:docMk/>
            <pc:sldMk cId="3181653658" sldId="514"/>
            <ac:spMk id="545" creationId="{F20ACCB2-FD23-434D-ACDE-FE124274B485}"/>
          </ac:spMkLst>
        </pc:spChg>
        <pc:spChg chg="add mod">
          <ac:chgData name="Cristian Chilipirea" userId="34ab170da5908fc4" providerId="LiveId" clId="{51E1D80A-4A29-4E2A-B293-4232621C1517}" dt="2019-10-06T18:08:25.883" v="254" actId="1076"/>
          <ac:spMkLst>
            <pc:docMk/>
            <pc:sldMk cId="3181653658" sldId="514"/>
            <ac:spMk id="546" creationId="{81AAAC26-93A2-405D-BF46-CABF54900EE5}"/>
          </ac:spMkLst>
        </pc:spChg>
        <pc:spChg chg="add mod">
          <ac:chgData name="Cristian Chilipirea" userId="34ab170da5908fc4" providerId="LiveId" clId="{51E1D80A-4A29-4E2A-B293-4232621C1517}" dt="2019-10-06T18:08:25.883" v="254" actId="1076"/>
          <ac:spMkLst>
            <pc:docMk/>
            <pc:sldMk cId="3181653658" sldId="514"/>
            <ac:spMk id="547" creationId="{51649EAA-4BCD-48D5-9485-C8B4E96A2B05}"/>
          </ac:spMkLst>
        </pc:spChg>
        <pc:spChg chg="add mod">
          <ac:chgData name="Cristian Chilipirea" userId="34ab170da5908fc4" providerId="LiveId" clId="{51E1D80A-4A29-4E2A-B293-4232621C1517}" dt="2019-10-06T18:08:25.883" v="254" actId="1076"/>
          <ac:spMkLst>
            <pc:docMk/>
            <pc:sldMk cId="3181653658" sldId="514"/>
            <ac:spMk id="548" creationId="{1878A040-AA8C-4600-A21E-2EA27BB07978}"/>
          </ac:spMkLst>
        </pc:spChg>
        <pc:spChg chg="add mod">
          <ac:chgData name="Cristian Chilipirea" userId="34ab170da5908fc4" providerId="LiveId" clId="{51E1D80A-4A29-4E2A-B293-4232621C1517}" dt="2019-10-06T18:08:25.883" v="254" actId="1076"/>
          <ac:spMkLst>
            <pc:docMk/>
            <pc:sldMk cId="3181653658" sldId="514"/>
            <ac:spMk id="549" creationId="{A35C5B15-0DEB-446B-BAF1-0CE045DF2640}"/>
          </ac:spMkLst>
        </pc:spChg>
        <pc:spChg chg="add mod">
          <ac:chgData name="Cristian Chilipirea" userId="34ab170da5908fc4" providerId="LiveId" clId="{51E1D80A-4A29-4E2A-B293-4232621C1517}" dt="2019-10-06T18:08:25.883" v="254" actId="1076"/>
          <ac:spMkLst>
            <pc:docMk/>
            <pc:sldMk cId="3181653658" sldId="514"/>
            <ac:spMk id="550" creationId="{B226938A-4790-4AA1-A190-C25818CE4485}"/>
          </ac:spMkLst>
        </pc:spChg>
        <pc:spChg chg="add mod">
          <ac:chgData name="Cristian Chilipirea" userId="34ab170da5908fc4" providerId="LiveId" clId="{51E1D80A-4A29-4E2A-B293-4232621C1517}" dt="2019-10-06T18:08:25.883" v="254" actId="1076"/>
          <ac:spMkLst>
            <pc:docMk/>
            <pc:sldMk cId="3181653658" sldId="514"/>
            <ac:spMk id="551" creationId="{5D05D01D-F259-4666-9D94-95794B6A40B3}"/>
          </ac:spMkLst>
        </pc:spChg>
        <pc:spChg chg="add mod">
          <ac:chgData name="Cristian Chilipirea" userId="34ab170da5908fc4" providerId="LiveId" clId="{51E1D80A-4A29-4E2A-B293-4232621C1517}" dt="2019-10-06T18:08:25.883" v="254" actId="1076"/>
          <ac:spMkLst>
            <pc:docMk/>
            <pc:sldMk cId="3181653658" sldId="514"/>
            <ac:spMk id="552" creationId="{F4C389B5-FEEB-4B93-BB5C-94A56442C716}"/>
          </ac:spMkLst>
        </pc:spChg>
        <pc:spChg chg="add mod">
          <ac:chgData name="Cristian Chilipirea" userId="34ab170da5908fc4" providerId="LiveId" clId="{51E1D80A-4A29-4E2A-B293-4232621C1517}" dt="2019-10-06T18:08:25.883" v="254" actId="1076"/>
          <ac:spMkLst>
            <pc:docMk/>
            <pc:sldMk cId="3181653658" sldId="514"/>
            <ac:spMk id="553" creationId="{F192A84A-C9CA-4A42-86A9-5B61F88E7628}"/>
          </ac:spMkLst>
        </pc:spChg>
        <pc:spChg chg="add mod">
          <ac:chgData name="Cristian Chilipirea" userId="34ab170da5908fc4" providerId="LiveId" clId="{51E1D80A-4A29-4E2A-B293-4232621C1517}" dt="2019-10-06T18:08:25.883" v="254" actId="1076"/>
          <ac:spMkLst>
            <pc:docMk/>
            <pc:sldMk cId="3181653658" sldId="514"/>
            <ac:spMk id="554" creationId="{2611C941-A1D0-4A31-925E-7555E4E1CF12}"/>
          </ac:spMkLst>
        </pc:spChg>
        <pc:spChg chg="add mod">
          <ac:chgData name="Cristian Chilipirea" userId="34ab170da5908fc4" providerId="LiveId" clId="{51E1D80A-4A29-4E2A-B293-4232621C1517}" dt="2019-10-06T18:08:25.883" v="254" actId="1076"/>
          <ac:spMkLst>
            <pc:docMk/>
            <pc:sldMk cId="3181653658" sldId="514"/>
            <ac:spMk id="555" creationId="{82303D61-B91A-46D7-A319-EB6E5AE8C5EF}"/>
          </ac:spMkLst>
        </pc:spChg>
        <pc:spChg chg="add mod">
          <ac:chgData name="Cristian Chilipirea" userId="34ab170da5908fc4" providerId="LiveId" clId="{51E1D80A-4A29-4E2A-B293-4232621C1517}" dt="2019-10-06T18:08:25.883" v="254" actId="1076"/>
          <ac:spMkLst>
            <pc:docMk/>
            <pc:sldMk cId="3181653658" sldId="514"/>
            <ac:spMk id="556" creationId="{EFCD06F2-AEE5-45C8-9FD5-AB5675B9DB32}"/>
          </ac:spMkLst>
        </pc:spChg>
        <pc:spChg chg="add mod">
          <ac:chgData name="Cristian Chilipirea" userId="34ab170da5908fc4" providerId="LiveId" clId="{51E1D80A-4A29-4E2A-B293-4232621C1517}" dt="2019-10-06T18:08:25.883" v="254" actId="1076"/>
          <ac:spMkLst>
            <pc:docMk/>
            <pc:sldMk cId="3181653658" sldId="514"/>
            <ac:spMk id="557" creationId="{A10248EC-3C70-4899-9661-0651487875B2}"/>
          </ac:spMkLst>
        </pc:spChg>
        <pc:spChg chg="add mod">
          <ac:chgData name="Cristian Chilipirea" userId="34ab170da5908fc4" providerId="LiveId" clId="{51E1D80A-4A29-4E2A-B293-4232621C1517}" dt="2019-10-06T18:08:25.883" v="254" actId="1076"/>
          <ac:spMkLst>
            <pc:docMk/>
            <pc:sldMk cId="3181653658" sldId="514"/>
            <ac:spMk id="558" creationId="{16896CE6-AC38-4D5E-B154-C080324B9AB2}"/>
          </ac:spMkLst>
        </pc:spChg>
        <pc:spChg chg="add mod">
          <ac:chgData name="Cristian Chilipirea" userId="34ab170da5908fc4" providerId="LiveId" clId="{51E1D80A-4A29-4E2A-B293-4232621C1517}" dt="2019-10-06T18:08:25.883" v="254" actId="1076"/>
          <ac:spMkLst>
            <pc:docMk/>
            <pc:sldMk cId="3181653658" sldId="514"/>
            <ac:spMk id="559" creationId="{C11DE987-50D5-47DA-86FC-4F6EC46A99AA}"/>
          </ac:spMkLst>
        </pc:spChg>
        <pc:spChg chg="add mod">
          <ac:chgData name="Cristian Chilipirea" userId="34ab170da5908fc4" providerId="LiveId" clId="{51E1D80A-4A29-4E2A-B293-4232621C1517}" dt="2019-10-06T18:08:25.883" v="254" actId="1076"/>
          <ac:spMkLst>
            <pc:docMk/>
            <pc:sldMk cId="3181653658" sldId="514"/>
            <ac:spMk id="560" creationId="{4C745DA8-4AB0-42E7-A234-2E386C359E56}"/>
          </ac:spMkLst>
        </pc:spChg>
        <pc:spChg chg="add mod">
          <ac:chgData name="Cristian Chilipirea" userId="34ab170da5908fc4" providerId="LiveId" clId="{51E1D80A-4A29-4E2A-B293-4232621C1517}" dt="2019-10-06T18:08:25.883" v="254" actId="1076"/>
          <ac:spMkLst>
            <pc:docMk/>
            <pc:sldMk cId="3181653658" sldId="514"/>
            <ac:spMk id="561" creationId="{26136E15-50DC-4AF2-86E0-9408F0683445}"/>
          </ac:spMkLst>
        </pc:spChg>
        <pc:spChg chg="add mod">
          <ac:chgData name="Cristian Chilipirea" userId="34ab170da5908fc4" providerId="LiveId" clId="{51E1D80A-4A29-4E2A-B293-4232621C1517}" dt="2019-10-06T18:08:25.883" v="254" actId="1076"/>
          <ac:spMkLst>
            <pc:docMk/>
            <pc:sldMk cId="3181653658" sldId="514"/>
            <ac:spMk id="562" creationId="{D482A3C8-63F4-4A3E-86D2-22E100FB482B}"/>
          </ac:spMkLst>
        </pc:spChg>
        <pc:spChg chg="add mod">
          <ac:chgData name="Cristian Chilipirea" userId="34ab170da5908fc4" providerId="LiveId" clId="{51E1D80A-4A29-4E2A-B293-4232621C1517}" dt="2019-10-06T18:08:25.883" v="254" actId="1076"/>
          <ac:spMkLst>
            <pc:docMk/>
            <pc:sldMk cId="3181653658" sldId="514"/>
            <ac:spMk id="563" creationId="{1D1C21FA-00CE-444E-8F64-CAD2D0D59A09}"/>
          </ac:spMkLst>
        </pc:spChg>
        <pc:spChg chg="add mod">
          <ac:chgData name="Cristian Chilipirea" userId="34ab170da5908fc4" providerId="LiveId" clId="{51E1D80A-4A29-4E2A-B293-4232621C1517}" dt="2019-10-06T18:08:25.883" v="254" actId="1076"/>
          <ac:spMkLst>
            <pc:docMk/>
            <pc:sldMk cId="3181653658" sldId="514"/>
            <ac:spMk id="564" creationId="{DB090843-36D5-4A23-B7DF-BEBEFEA66C2D}"/>
          </ac:spMkLst>
        </pc:spChg>
        <pc:spChg chg="add mod">
          <ac:chgData name="Cristian Chilipirea" userId="34ab170da5908fc4" providerId="LiveId" clId="{51E1D80A-4A29-4E2A-B293-4232621C1517}" dt="2019-10-06T18:08:25.883" v="254" actId="1076"/>
          <ac:spMkLst>
            <pc:docMk/>
            <pc:sldMk cId="3181653658" sldId="514"/>
            <ac:spMk id="565" creationId="{4A368EA0-8D09-46BF-980C-3A55B1B77C90}"/>
          </ac:spMkLst>
        </pc:spChg>
        <pc:spChg chg="add mod">
          <ac:chgData name="Cristian Chilipirea" userId="34ab170da5908fc4" providerId="LiveId" clId="{51E1D80A-4A29-4E2A-B293-4232621C1517}" dt="2019-10-06T18:08:25.883" v="254" actId="1076"/>
          <ac:spMkLst>
            <pc:docMk/>
            <pc:sldMk cId="3181653658" sldId="514"/>
            <ac:spMk id="566" creationId="{5F937900-98C3-4E5E-97F5-5BF3D7D97C37}"/>
          </ac:spMkLst>
        </pc:spChg>
        <pc:spChg chg="add mod">
          <ac:chgData name="Cristian Chilipirea" userId="34ab170da5908fc4" providerId="LiveId" clId="{51E1D80A-4A29-4E2A-B293-4232621C1517}" dt="2019-10-06T18:08:25.883" v="254" actId="1076"/>
          <ac:spMkLst>
            <pc:docMk/>
            <pc:sldMk cId="3181653658" sldId="514"/>
            <ac:spMk id="567" creationId="{720505D1-58E1-41FE-8974-8C87BFF473BE}"/>
          </ac:spMkLst>
        </pc:spChg>
        <pc:spChg chg="add mod">
          <ac:chgData name="Cristian Chilipirea" userId="34ab170da5908fc4" providerId="LiveId" clId="{51E1D80A-4A29-4E2A-B293-4232621C1517}" dt="2019-10-06T18:08:25.883" v="254" actId="1076"/>
          <ac:spMkLst>
            <pc:docMk/>
            <pc:sldMk cId="3181653658" sldId="514"/>
            <ac:spMk id="568" creationId="{87B4C229-A4D4-42C8-8506-6B542ECAD571}"/>
          </ac:spMkLst>
        </pc:spChg>
        <pc:spChg chg="add mod">
          <ac:chgData name="Cristian Chilipirea" userId="34ab170da5908fc4" providerId="LiveId" clId="{51E1D80A-4A29-4E2A-B293-4232621C1517}" dt="2019-10-06T18:08:25.883" v="254" actId="1076"/>
          <ac:spMkLst>
            <pc:docMk/>
            <pc:sldMk cId="3181653658" sldId="514"/>
            <ac:spMk id="569" creationId="{B79B9961-90A3-443C-85E0-5FB281640375}"/>
          </ac:spMkLst>
        </pc:spChg>
        <pc:spChg chg="add mod">
          <ac:chgData name="Cristian Chilipirea" userId="34ab170da5908fc4" providerId="LiveId" clId="{51E1D80A-4A29-4E2A-B293-4232621C1517}" dt="2019-10-06T18:08:25.883" v="254" actId="1076"/>
          <ac:spMkLst>
            <pc:docMk/>
            <pc:sldMk cId="3181653658" sldId="514"/>
            <ac:spMk id="570" creationId="{A9632813-1BC2-47B6-92FD-9E48101C18D7}"/>
          </ac:spMkLst>
        </pc:spChg>
        <pc:spChg chg="add mod">
          <ac:chgData name="Cristian Chilipirea" userId="34ab170da5908fc4" providerId="LiveId" clId="{51E1D80A-4A29-4E2A-B293-4232621C1517}" dt="2019-10-06T18:08:25.883" v="254" actId="1076"/>
          <ac:spMkLst>
            <pc:docMk/>
            <pc:sldMk cId="3181653658" sldId="514"/>
            <ac:spMk id="571" creationId="{2ECE6972-4404-41E9-9437-A84929F73CCC}"/>
          </ac:spMkLst>
        </pc:spChg>
        <pc:spChg chg="add mod">
          <ac:chgData name="Cristian Chilipirea" userId="34ab170da5908fc4" providerId="LiveId" clId="{51E1D80A-4A29-4E2A-B293-4232621C1517}" dt="2019-10-06T18:08:25.883" v="254" actId="1076"/>
          <ac:spMkLst>
            <pc:docMk/>
            <pc:sldMk cId="3181653658" sldId="514"/>
            <ac:spMk id="572" creationId="{1C496E97-2989-4C94-BAC1-F8E365FF2957}"/>
          </ac:spMkLst>
        </pc:spChg>
        <pc:spChg chg="add mod">
          <ac:chgData name="Cristian Chilipirea" userId="34ab170da5908fc4" providerId="LiveId" clId="{51E1D80A-4A29-4E2A-B293-4232621C1517}" dt="2019-10-06T18:08:25.883" v="254" actId="1076"/>
          <ac:spMkLst>
            <pc:docMk/>
            <pc:sldMk cId="3181653658" sldId="514"/>
            <ac:spMk id="573" creationId="{E0676AA1-A6C6-48D5-9951-4986825F8555}"/>
          </ac:spMkLst>
        </pc:spChg>
        <pc:spChg chg="add mod">
          <ac:chgData name="Cristian Chilipirea" userId="34ab170da5908fc4" providerId="LiveId" clId="{51E1D80A-4A29-4E2A-B293-4232621C1517}" dt="2019-10-06T18:08:25.883" v="254" actId="1076"/>
          <ac:spMkLst>
            <pc:docMk/>
            <pc:sldMk cId="3181653658" sldId="514"/>
            <ac:spMk id="574" creationId="{676A2F5D-62F4-402A-A6F0-16CE7A7350E0}"/>
          </ac:spMkLst>
        </pc:spChg>
        <pc:spChg chg="add mod">
          <ac:chgData name="Cristian Chilipirea" userId="34ab170da5908fc4" providerId="LiveId" clId="{51E1D80A-4A29-4E2A-B293-4232621C1517}" dt="2019-10-06T18:08:25.883" v="254" actId="1076"/>
          <ac:spMkLst>
            <pc:docMk/>
            <pc:sldMk cId="3181653658" sldId="514"/>
            <ac:spMk id="575" creationId="{676420C8-EB68-47C0-BF5C-E640BC63F0F2}"/>
          </ac:spMkLst>
        </pc:spChg>
        <pc:spChg chg="add mod">
          <ac:chgData name="Cristian Chilipirea" userId="34ab170da5908fc4" providerId="LiveId" clId="{51E1D80A-4A29-4E2A-B293-4232621C1517}" dt="2019-10-06T18:08:25.883" v="254" actId="1076"/>
          <ac:spMkLst>
            <pc:docMk/>
            <pc:sldMk cId="3181653658" sldId="514"/>
            <ac:spMk id="576" creationId="{C09DC062-54D7-4D1D-85AC-73AE57E3B586}"/>
          </ac:spMkLst>
        </pc:spChg>
        <pc:spChg chg="add mod">
          <ac:chgData name="Cristian Chilipirea" userId="34ab170da5908fc4" providerId="LiveId" clId="{51E1D80A-4A29-4E2A-B293-4232621C1517}" dt="2019-10-06T18:08:25.883" v="254" actId="1076"/>
          <ac:spMkLst>
            <pc:docMk/>
            <pc:sldMk cId="3181653658" sldId="514"/>
            <ac:spMk id="577" creationId="{C3241462-EEB1-4498-BC93-D845B6D4D81F}"/>
          </ac:spMkLst>
        </pc:spChg>
        <pc:spChg chg="add mod">
          <ac:chgData name="Cristian Chilipirea" userId="34ab170da5908fc4" providerId="LiveId" clId="{51E1D80A-4A29-4E2A-B293-4232621C1517}" dt="2019-10-06T18:08:25.883" v="254" actId="1076"/>
          <ac:spMkLst>
            <pc:docMk/>
            <pc:sldMk cId="3181653658" sldId="514"/>
            <ac:spMk id="578" creationId="{7D5F2910-C1BD-46B2-8CA1-FF75FE9916D2}"/>
          </ac:spMkLst>
        </pc:spChg>
        <pc:spChg chg="add mod">
          <ac:chgData name="Cristian Chilipirea" userId="34ab170da5908fc4" providerId="LiveId" clId="{51E1D80A-4A29-4E2A-B293-4232621C1517}" dt="2019-10-06T18:08:25.883" v="254" actId="1076"/>
          <ac:spMkLst>
            <pc:docMk/>
            <pc:sldMk cId="3181653658" sldId="514"/>
            <ac:spMk id="579" creationId="{EAB64258-B2B1-44DB-8B5B-B2EEE2E3EA51}"/>
          </ac:spMkLst>
        </pc:spChg>
        <pc:spChg chg="add mod">
          <ac:chgData name="Cristian Chilipirea" userId="34ab170da5908fc4" providerId="LiveId" clId="{51E1D80A-4A29-4E2A-B293-4232621C1517}" dt="2019-10-06T18:08:25.883" v="254" actId="1076"/>
          <ac:spMkLst>
            <pc:docMk/>
            <pc:sldMk cId="3181653658" sldId="514"/>
            <ac:spMk id="580" creationId="{498DE22A-05F2-47E2-91CD-38D4F1B1D0D0}"/>
          </ac:spMkLst>
        </pc:spChg>
        <pc:spChg chg="add mod">
          <ac:chgData name="Cristian Chilipirea" userId="34ab170da5908fc4" providerId="LiveId" clId="{51E1D80A-4A29-4E2A-B293-4232621C1517}" dt="2019-10-06T18:08:25.883" v="254" actId="1076"/>
          <ac:spMkLst>
            <pc:docMk/>
            <pc:sldMk cId="3181653658" sldId="514"/>
            <ac:spMk id="581" creationId="{136CAC99-3FE0-4CE2-B78A-66F40C9C42D3}"/>
          </ac:spMkLst>
        </pc:spChg>
        <pc:spChg chg="add mod">
          <ac:chgData name="Cristian Chilipirea" userId="34ab170da5908fc4" providerId="LiveId" clId="{51E1D80A-4A29-4E2A-B293-4232621C1517}" dt="2019-10-06T18:08:25.883" v="254" actId="1076"/>
          <ac:spMkLst>
            <pc:docMk/>
            <pc:sldMk cId="3181653658" sldId="514"/>
            <ac:spMk id="586" creationId="{E8BF52BD-7469-4C08-AE90-BA9BA06B25BB}"/>
          </ac:spMkLst>
        </pc:spChg>
        <pc:spChg chg="add mod">
          <ac:chgData name="Cristian Chilipirea" userId="34ab170da5908fc4" providerId="LiveId" clId="{51E1D80A-4A29-4E2A-B293-4232621C1517}" dt="2019-10-06T18:08:25.883" v="254" actId="1076"/>
          <ac:spMkLst>
            <pc:docMk/>
            <pc:sldMk cId="3181653658" sldId="514"/>
            <ac:spMk id="587" creationId="{62E267DB-6F2F-4E13-9BE4-75806ADE201D}"/>
          </ac:spMkLst>
        </pc:spChg>
        <pc:spChg chg="add mod">
          <ac:chgData name="Cristian Chilipirea" userId="34ab170da5908fc4" providerId="LiveId" clId="{51E1D80A-4A29-4E2A-B293-4232621C1517}" dt="2019-10-06T18:08:25.883" v="254" actId="1076"/>
          <ac:spMkLst>
            <pc:docMk/>
            <pc:sldMk cId="3181653658" sldId="514"/>
            <ac:spMk id="588" creationId="{CE041633-DBD6-46BF-92E3-1185EEE088D9}"/>
          </ac:spMkLst>
        </pc:spChg>
        <pc:spChg chg="add mod">
          <ac:chgData name="Cristian Chilipirea" userId="34ab170da5908fc4" providerId="LiveId" clId="{51E1D80A-4A29-4E2A-B293-4232621C1517}" dt="2019-10-06T18:08:25.883" v="254" actId="1076"/>
          <ac:spMkLst>
            <pc:docMk/>
            <pc:sldMk cId="3181653658" sldId="514"/>
            <ac:spMk id="589" creationId="{75FF4F42-010F-455A-8BC5-5333036D69DE}"/>
          </ac:spMkLst>
        </pc:spChg>
        <pc:cxnChg chg="add del">
          <ac:chgData name="Cristian Chilipirea" userId="34ab170da5908fc4" providerId="LiveId" clId="{51E1D80A-4A29-4E2A-B293-4232621C1517}" dt="2019-10-06T18:08:16.734" v="252"/>
          <ac:cxnSpMkLst>
            <pc:docMk/>
            <pc:sldMk cId="3181653658" sldId="514"/>
            <ac:cxnSpMk id="285" creationId="{204BAA91-9CF4-43B1-9A7B-E1755B7B8E7A}"/>
          </ac:cxnSpMkLst>
        </pc:cxnChg>
        <pc:cxnChg chg="add del">
          <ac:chgData name="Cristian Chilipirea" userId="34ab170da5908fc4" providerId="LiveId" clId="{51E1D80A-4A29-4E2A-B293-4232621C1517}" dt="2019-10-06T18:08:16.734" v="252"/>
          <ac:cxnSpMkLst>
            <pc:docMk/>
            <pc:sldMk cId="3181653658" sldId="514"/>
            <ac:cxnSpMk id="286" creationId="{CEDDA7A1-2FEA-4F4E-A1C1-F4E0964BAA39}"/>
          </ac:cxnSpMkLst>
        </pc:cxnChg>
        <pc:cxnChg chg="add del">
          <ac:chgData name="Cristian Chilipirea" userId="34ab170da5908fc4" providerId="LiveId" clId="{51E1D80A-4A29-4E2A-B293-4232621C1517}" dt="2019-10-06T18:08:16.734" v="252"/>
          <ac:cxnSpMkLst>
            <pc:docMk/>
            <pc:sldMk cId="3181653658" sldId="514"/>
            <ac:cxnSpMk id="287" creationId="{BD65A193-A360-406B-810B-F121386E684F}"/>
          </ac:cxnSpMkLst>
        </pc:cxnChg>
        <pc:cxnChg chg="add del">
          <ac:chgData name="Cristian Chilipirea" userId="34ab170da5908fc4" providerId="LiveId" clId="{51E1D80A-4A29-4E2A-B293-4232621C1517}" dt="2019-10-06T18:08:16.734" v="252"/>
          <ac:cxnSpMkLst>
            <pc:docMk/>
            <pc:sldMk cId="3181653658" sldId="514"/>
            <ac:cxnSpMk id="288" creationId="{9496BF87-E884-495D-A00C-AD5961EE77A8}"/>
          </ac:cxnSpMkLst>
        </pc:cxnChg>
        <pc:cxnChg chg="add del">
          <ac:chgData name="Cristian Chilipirea" userId="34ab170da5908fc4" providerId="LiveId" clId="{51E1D80A-4A29-4E2A-B293-4232621C1517}" dt="2019-10-06T18:08:16.734" v="252"/>
          <ac:cxnSpMkLst>
            <pc:docMk/>
            <pc:sldMk cId="3181653658" sldId="514"/>
            <ac:cxnSpMk id="293" creationId="{6BF8D03E-F347-4D55-85AF-02CF2BF6C02C}"/>
          </ac:cxnSpMkLst>
        </pc:cxnChg>
        <pc:cxnChg chg="add del">
          <ac:chgData name="Cristian Chilipirea" userId="34ab170da5908fc4" providerId="LiveId" clId="{51E1D80A-4A29-4E2A-B293-4232621C1517}" dt="2019-10-06T18:08:16.734" v="252"/>
          <ac:cxnSpMkLst>
            <pc:docMk/>
            <pc:sldMk cId="3181653658" sldId="514"/>
            <ac:cxnSpMk id="294" creationId="{E071584E-A4B9-4D73-9B66-C060FECD15B4}"/>
          </ac:cxnSpMkLst>
        </pc:cxnChg>
        <pc:cxnChg chg="add del">
          <ac:chgData name="Cristian Chilipirea" userId="34ab170da5908fc4" providerId="LiveId" clId="{51E1D80A-4A29-4E2A-B293-4232621C1517}" dt="2019-10-06T18:08:16.734" v="252"/>
          <ac:cxnSpMkLst>
            <pc:docMk/>
            <pc:sldMk cId="3181653658" sldId="514"/>
            <ac:cxnSpMk id="295" creationId="{589110BC-5703-4310-8F22-4E1B7D9D5D2E}"/>
          </ac:cxnSpMkLst>
        </pc:cxnChg>
        <pc:cxnChg chg="add del">
          <ac:chgData name="Cristian Chilipirea" userId="34ab170da5908fc4" providerId="LiveId" clId="{51E1D80A-4A29-4E2A-B293-4232621C1517}" dt="2019-10-06T18:08:16.734" v="252"/>
          <ac:cxnSpMkLst>
            <pc:docMk/>
            <pc:sldMk cId="3181653658" sldId="514"/>
            <ac:cxnSpMk id="296" creationId="{26FC06F9-EDAF-414B-A4C3-A4C573778FC9}"/>
          </ac:cxnSpMkLst>
        </pc:cxnChg>
        <pc:cxnChg chg="add del">
          <ac:chgData name="Cristian Chilipirea" userId="34ab170da5908fc4" providerId="LiveId" clId="{51E1D80A-4A29-4E2A-B293-4232621C1517}" dt="2019-10-06T18:08:16.734" v="252"/>
          <ac:cxnSpMkLst>
            <pc:docMk/>
            <pc:sldMk cId="3181653658" sldId="514"/>
            <ac:cxnSpMk id="297" creationId="{8A41EA91-FAFB-47EA-BFA2-E018E7A58099}"/>
          </ac:cxnSpMkLst>
        </pc:cxnChg>
        <pc:cxnChg chg="add del">
          <ac:chgData name="Cristian Chilipirea" userId="34ab170da5908fc4" providerId="LiveId" clId="{51E1D80A-4A29-4E2A-B293-4232621C1517}" dt="2019-10-06T18:08:16.734" v="252"/>
          <ac:cxnSpMkLst>
            <pc:docMk/>
            <pc:sldMk cId="3181653658" sldId="514"/>
            <ac:cxnSpMk id="298" creationId="{163C7C29-54D4-4D07-A0B3-08B4DA9AD52A}"/>
          </ac:cxnSpMkLst>
        </pc:cxnChg>
        <pc:cxnChg chg="add del">
          <ac:chgData name="Cristian Chilipirea" userId="34ab170da5908fc4" providerId="LiveId" clId="{51E1D80A-4A29-4E2A-B293-4232621C1517}" dt="2019-10-06T18:08:16.734" v="252"/>
          <ac:cxnSpMkLst>
            <pc:docMk/>
            <pc:sldMk cId="3181653658" sldId="514"/>
            <ac:cxnSpMk id="299" creationId="{AB3FFB5D-8C65-4D7C-A05A-42AAFA4A32FF}"/>
          </ac:cxnSpMkLst>
        </pc:cxnChg>
        <pc:cxnChg chg="add del">
          <ac:chgData name="Cristian Chilipirea" userId="34ab170da5908fc4" providerId="LiveId" clId="{51E1D80A-4A29-4E2A-B293-4232621C1517}" dt="2019-10-06T18:08:16.734" v="252"/>
          <ac:cxnSpMkLst>
            <pc:docMk/>
            <pc:sldMk cId="3181653658" sldId="514"/>
            <ac:cxnSpMk id="300" creationId="{F69D2372-86EC-4181-B5BC-8301E55627F9}"/>
          </ac:cxnSpMkLst>
        </pc:cxnChg>
        <pc:cxnChg chg="add mod">
          <ac:chgData name="Cristian Chilipirea" userId="34ab170da5908fc4" providerId="LiveId" clId="{51E1D80A-4A29-4E2A-B293-4232621C1517}" dt="2019-10-06T18:08:25.883" v="254" actId="1076"/>
          <ac:cxnSpMkLst>
            <pc:docMk/>
            <pc:sldMk cId="3181653658" sldId="514"/>
            <ac:cxnSpMk id="582" creationId="{7D44E634-764D-4B49-9850-D827D049DBE6}"/>
          </ac:cxnSpMkLst>
        </pc:cxnChg>
        <pc:cxnChg chg="add mod">
          <ac:chgData name="Cristian Chilipirea" userId="34ab170da5908fc4" providerId="LiveId" clId="{51E1D80A-4A29-4E2A-B293-4232621C1517}" dt="2019-10-06T18:08:25.883" v="254" actId="1076"/>
          <ac:cxnSpMkLst>
            <pc:docMk/>
            <pc:sldMk cId="3181653658" sldId="514"/>
            <ac:cxnSpMk id="583" creationId="{5E168DBD-15F6-4A69-865F-C0991FF55077}"/>
          </ac:cxnSpMkLst>
        </pc:cxnChg>
        <pc:cxnChg chg="add mod">
          <ac:chgData name="Cristian Chilipirea" userId="34ab170da5908fc4" providerId="LiveId" clId="{51E1D80A-4A29-4E2A-B293-4232621C1517}" dt="2019-10-06T18:08:25.883" v="254" actId="1076"/>
          <ac:cxnSpMkLst>
            <pc:docMk/>
            <pc:sldMk cId="3181653658" sldId="514"/>
            <ac:cxnSpMk id="584" creationId="{678DC146-C9D3-40A3-9867-4AABFA5A3728}"/>
          </ac:cxnSpMkLst>
        </pc:cxnChg>
        <pc:cxnChg chg="add mod">
          <ac:chgData name="Cristian Chilipirea" userId="34ab170da5908fc4" providerId="LiveId" clId="{51E1D80A-4A29-4E2A-B293-4232621C1517}" dt="2019-10-06T18:08:25.883" v="254" actId="1076"/>
          <ac:cxnSpMkLst>
            <pc:docMk/>
            <pc:sldMk cId="3181653658" sldId="514"/>
            <ac:cxnSpMk id="585" creationId="{F6F24C9C-D02D-43EE-8EA4-FA9FEEA9B81C}"/>
          </ac:cxnSpMkLst>
        </pc:cxnChg>
        <pc:cxnChg chg="add mod">
          <ac:chgData name="Cristian Chilipirea" userId="34ab170da5908fc4" providerId="LiveId" clId="{51E1D80A-4A29-4E2A-B293-4232621C1517}" dt="2019-10-06T18:08:25.883" v="254" actId="1076"/>
          <ac:cxnSpMkLst>
            <pc:docMk/>
            <pc:sldMk cId="3181653658" sldId="514"/>
            <ac:cxnSpMk id="590" creationId="{3038AF0F-39FD-48F1-9C4A-9674F12F446C}"/>
          </ac:cxnSpMkLst>
        </pc:cxnChg>
        <pc:cxnChg chg="add mod">
          <ac:chgData name="Cristian Chilipirea" userId="34ab170da5908fc4" providerId="LiveId" clId="{51E1D80A-4A29-4E2A-B293-4232621C1517}" dt="2019-10-06T18:08:25.883" v="254" actId="1076"/>
          <ac:cxnSpMkLst>
            <pc:docMk/>
            <pc:sldMk cId="3181653658" sldId="514"/>
            <ac:cxnSpMk id="591" creationId="{716AE1D9-48AB-4667-80B7-42BE5AF6D0A2}"/>
          </ac:cxnSpMkLst>
        </pc:cxnChg>
        <pc:cxnChg chg="add mod">
          <ac:chgData name="Cristian Chilipirea" userId="34ab170da5908fc4" providerId="LiveId" clId="{51E1D80A-4A29-4E2A-B293-4232621C1517}" dt="2019-10-06T18:08:25.883" v="254" actId="1076"/>
          <ac:cxnSpMkLst>
            <pc:docMk/>
            <pc:sldMk cId="3181653658" sldId="514"/>
            <ac:cxnSpMk id="592" creationId="{60433564-A1DF-436B-9494-C549931D68EF}"/>
          </ac:cxnSpMkLst>
        </pc:cxnChg>
        <pc:cxnChg chg="add mod">
          <ac:chgData name="Cristian Chilipirea" userId="34ab170da5908fc4" providerId="LiveId" clId="{51E1D80A-4A29-4E2A-B293-4232621C1517}" dt="2019-10-06T18:08:25.883" v="254" actId="1076"/>
          <ac:cxnSpMkLst>
            <pc:docMk/>
            <pc:sldMk cId="3181653658" sldId="514"/>
            <ac:cxnSpMk id="593" creationId="{98924820-A203-4FF8-9B02-F0ABDD89A4F1}"/>
          </ac:cxnSpMkLst>
        </pc:cxnChg>
        <pc:cxnChg chg="add mod">
          <ac:chgData name="Cristian Chilipirea" userId="34ab170da5908fc4" providerId="LiveId" clId="{51E1D80A-4A29-4E2A-B293-4232621C1517}" dt="2019-10-06T18:08:25.883" v="254" actId="1076"/>
          <ac:cxnSpMkLst>
            <pc:docMk/>
            <pc:sldMk cId="3181653658" sldId="514"/>
            <ac:cxnSpMk id="594" creationId="{4D9B2F99-6788-4F5E-AEEB-75D94497EB7F}"/>
          </ac:cxnSpMkLst>
        </pc:cxnChg>
        <pc:cxnChg chg="add mod">
          <ac:chgData name="Cristian Chilipirea" userId="34ab170da5908fc4" providerId="LiveId" clId="{51E1D80A-4A29-4E2A-B293-4232621C1517}" dt="2019-10-06T18:08:25.883" v="254" actId="1076"/>
          <ac:cxnSpMkLst>
            <pc:docMk/>
            <pc:sldMk cId="3181653658" sldId="514"/>
            <ac:cxnSpMk id="595" creationId="{C4BB01AB-B8AB-4020-8DFA-072B072DF861}"/>
          </ac:cxnSpMkLst>
        </pc:cxnChg>
        <pc:cxnChg chg="add mod">
          <ac:chgData name="Cristian Chilipirea" userId="34ab170da5908fc4" providerId="LiveId" clId="{51E1D80A-4A29-4E2A-B293-4232621C1517}" dt="2019-10-06T18:08:25.883" v="254" actId="1076"/>
          <ac:cxnSpMkLst>
            <pc:docMk/>
            <pc:sldMk cId="3181653658" sldId="514"/>
            <ac:cxnSpMk id="596" creationId="{1A2FB1C8-5445-4F23-A54A-D7ADEDD8AD3D}"/>
          </ac:cxnSpMkLst>
        </pc:cxnChg>
        <pc:cxnChg chg="add mod">
          <ac:chgData name="Cristian Chilipirea" userId="34ab170da5908fc4" providerId="LiveId" clId="{51E1D80A-4A29-4E2A-B293-4232621C1517}" dt="2019-10-06T18:08:25.883" v="254" actId="1076"/>
          <ac:cxnSpMkLst>
            <pc:docMk/>
            <pc:sldMk cId="3181653658" sldId="514"/>
            <ac:cxnSpMk id="597" creationId="{EBCF90F9-3DB1-4303-867A-A7EE30B09C15}"/>
          </ac:cxnSpMkLst>
        </pc:cxnChg>
      </pc:sldChg>
      <pc:sldChg chg="addSp delSp modSp add modAnim">
        <pc:chgData name="Cristian Chilipirea" userId="34ab170da5908fc4" providerId="LiveId" clId="{51E1D80A-4A29-4E2A-B293-4232621C1517}" dt="2019-10-06T18:08:52.976" v="263" actId="1076"/>
        <pc:sldMkLst>
          <pc:docMk/>
          <pc:sldMk cId="2957820623" sldId="515"/>
        </pc:sldMkLst>
        <pc:spChg chg="mod">
          <ac:chgData name="Cristian Chilipirea" userId="34ab170da5908fc4" providerId="LiveId" clId="{51E1D80A-4A29-4E2A-B293-4232621C1517}" dt="2019-10-06T18:08:35.109" v="256"/>
          <ac:spMkLst>
            <pc:docMk/>
            <pc:sldMk cId="2957820623" sldId="515"/>
            <ac:spMk id="2" creationId="{0B1478FA-519B-40CC-87CB-59FEED7049A5}"/>
          </ac:spMkLst>
        </pc:spChg>
        <pc:spChg chg="del">
          <ac:chgData name="Cristian Chilipirea" userId="34ab170da5908fc4" providerId="LiveId" clId="{51E1D80A-4A29-4E2A-B293-4232621C1517}" dt="2019-10-06T18:08:43.508" v="259" actId="478"/>
          <ac:spMkLst>
            <pc:docMk/>
            <pc:sldMk cId="2957820623" sldId="515"/>
            <ac:spMk id="3" creationId="{F16E676B-BCB6-478D-9AD7-3FCCA4E4B8B8}"/>
          </ac:spMkLst>
        </pc:spChg>
        <pc:spChg chg="add del">
          <ac:chgData name="Cristian Chilipirea" userId="34ab170da5908fc4" providerId="LiveId" clId="{51E1D80A-4A29-4E2A-B293-4232621C1517}" dt="2019-10-06T18:08:50.724" v="261"/>
          <ac:spMkLst>
            <pc:docMk/>
            <pc:sldMk cId="2957820623" sldId="515"/>
            <ac:spMk id="5" creationId="{BD8024DB-5E44-4805-80FE-A7C5616CFC30}"/>
          </ac:spMkLst>
        </pc:spChg>
        <pc:spChg chg="add del">
          <ac:chgData name="Cristian Chilipirea" userId="34ab170da5908fc4" providerId="LiveId" clId="{51E1D80A-4A29-4E2A-B293-4232621C1517}" dt="2019-10-06T18:08:50.724" v="261"/>
          <ac:spMkLst>
            <pc:docMk/>
            <pc:sldMk cId="2957820623" sldId="515"/>
            <ac:spMk id="53" creationId="{2E03899D-A8A6-4A4A-8512-009383EF70A4}"/>
          </ac:spMkLst>
        </pc:spChg>
        <pc:spChg chg="add mod">
          <ac:chgData name="Cristian Chilipirea" userId="34ab170da5908fc4" providerId="LiveId" clId="{51E1D80A-4A29-4E2A-B293-4232621C1517}" dt="2019-10-06T18:08:52.976" v="263" actId="1076"/>
          <ac:spMkLst>
            <pc:docMk/>
            <pc:sldMk cId="2957820623" sldId="515"/>
            <ac:spMk id="54" creationId="{0BB1FB4A-D25B-421A-AB36-0E83234C635B}"/>
          </ac:spMkLst>
        </pc:spChg>
        <pc:spChg chg="add mod">
          <ac:chgData name="Cristian Chilipirea" userId="34ab170da5908fc4" providerId="LiveId" clId="{51E1D80A-4A29-4E2A-B293-4232621C1517}" dt="2019-10-06T18:08:52.976" v="263" actId="1076"/>
          <ac:spMkLst>
            <pc:docMk/>
            <pc:sldMk cId="2957820623" sldId="515"/>
            <ac:spMk id="102" creationId="{ADFF8D05-A87E-40F0-A919-BAF7F5B12225}"/>
          </ac:spMkLst>
        </pc:spChg>
        <pc:grpChg chg="add del">
          <ac:chgData name="Cristian Chilipirea" userId="34ab170da5908fc4" providerId="LiveId" clId="{51E1D80A-4A29-4E2A-B293-4232621C1517}" dt="2019-10-06T18:08:50.724" v="261"/>
          <ac:grpSpMkLst>
            <pc:docMk/>
            <pc:sldMk cId="2957820623" sldId="515"/>
            <ac:grpSpMk id="6" creationId="{244782BA-854A-42E3-B970-B28C56EAC061}"/>
          </ac:grpSpMkLst>
        </pc:grpChg>
        <pc:grpChg chg="add del">
          <ac:chgData name="Cristian Chilipirea" userId="34ab170da5908fc4" providerId="LiveId" clId="{51E1D80A-4A29-4E2A-B293-4232621C1517}" dt="2019-10-06T18:08:50.724" v="261"/>
          <ac:grpSpMkLst>
            <pc:docMk/>
            <pc:sldMk cId="2957820623" sldId="515"/>
            <ac:grpSpMk id="9" creationId="{F5CD1FAA-1150-43A4-BB65-63CCFBFDCB65}"/>
          </ac:grpSpMkLst>
        </pc:grpChg>
        <pc:grpChg chg="add del">
          <ac:chgData name="Cristian Chilipirea" userId="34ab170da5908fc4" providerId="LiveId" clId="{51E1D80A-4A29-4E2A-B293-4232621C1517}" dt="2019-10-06T18:08:50.724" v="261"/>
          <ac:grpSpMkLst>
            <pc:docMk/>
            <pc:sldMk cId="2957820623" sldId="515"/>
            <ac:grpSpMk id="12" creationId="{DAD83DA1-0D6B-411C-A88B-5BE0C4C8FF0A}"/>
          </ac:grpSpMkLst>
        </pc:grpChg>
        <pc:grpChg chg="add del">
          <ac:chgData name="Cristian Chilipirea" userId="34ab170da5908fc4" providerId="LiveId" clId="{51E1D80A-4A29-4E2A-B293-4232621C1517}" dt="2019-10-06T18:08:50.724" v="261"/>
          <ac:grpSpMkLst>
            <pc:docMk/>
            <pc:sldMk cId="2957820623" sldId="515"/>
            <ac:grpSpMk id="18" creationId="{6A9C5E5A-0BC5-4CA6-8428-48DE3FAC9191}"/>
          </ac:grpSpMkLst>
        </pc:grpChg>
        <pc:grpChg chg="add del">
          <ac:chgData name="Cristian Chilipirea" userId="34ab170da5908fc4" providerId="LiveId" clId="{51E1D80A-4A29-4E2A-B293-4232621C1517}" dt="2019-10-06T18:08:50.724" v="261"/>
          <ac:grpSpMkLst>
            <pc:docMk/>
            <pc:sldMk cId="2957820623" sldId="515"/>
            <ac:grpSpMk id="24" creationId="{F68E58BA-D8FE-47A9-99BB-9B7DB838F91D}"/>
          </ac:grpSpMkLst>
        </pc:grpChg>
        <pc:grpChg chg="add del">
          <ac:chgData name="Cristian Chilipirea" userId="34ab170da5908fc4" providerId="LiveId" clId="{51E1D80A-4A29-4E2A-B293-4232621C1517}" dt="2019-10-06T18:08:50.724" v="261"/>
          <ac:grpSpMkLst>
            <pc:docMk/>
            <pc:sldMk cId="2957820623" sldId="515"/>
            <ac:grpSpMk id="30" creationId="{530128D0-2FF3-4AD5-B0FA-7A4E78B90F0B}"/>
          </ac:grpSpMkLst>
        </pc:grpChg>
        <pc:grpChg chg="add del">
          <ac:chgData name="Cristian Chilipirea" userId="34ab170da5908fc4" providerId="LiveId" clId="{51E1D80A-4A29-4E2A-B293-4232621C1517}" dt="2019-10-06T18:08:50.724" v="261"/>
          <ac:grpSpMkLst>
            <pc:docMk/>
            <pc:sldMk cId="2957820623" sldId="515"/>
            <ac:grpSpMk id="36" creationId="{D520E8BB-3BDA-400C-91DC-C4E7C1E4B054}"/>
          </ac:grpSpMkLst>
        </pc:grpChg>
        <pc:grpChg chg="add del">
          <ac:chgData name="Cristian Chilipirea" userId="34ab170da5908fc4" providerId="LiveId" clId="{51E1D80A-4A29-4E2A-B293-4232621C1517}" dt="2019-10-06T18:08:50.724" v="261"/>
          <ac:grpSpMkLst>
            <pc:docMk/>
            <pc:sldMk cId="2957820623" sldId="515"/>
            <ac:grpSpMk id="42" creationId="{DA38C3D1-4FB5-4044-8F93-00FBB56858E7}"/>
          </ac:grpSpMkLst>
        </pc:grpChg>
        <pc:grpChg chg="add mod">
          <ac:chgData name="Cristian Chilipirea" userId="34ab170da5908fc4" providerId="LiveId" clId="{51E1D80A-4A29-4E2A-B293-4232621C1517}" dt="2019-10-06T18:08:52.976" v="263" actId="1076"/>
          <ac:grpSpMkLst>
            <pc:docMk/>
            <pc:sldMk cId="2957820623" sldId="515"/>
            <ac:grpSpMk id="55" creationId="{902F4D9D-F3C8-4DA4-BE6E-DA6A4FF6304D}"/>
          </ac:grpSpMkLst>
        </pc:grpChg>
        <pc:grpChg chg="add mod">
          <ac:chgData name="Cristian Chilipirea" userId="34ab170da5908fc4" providerId="LiveId" clId="{51E1D80A-4A29-4E2A-B293-4232621C1517}" dt="2019-10-06T18:08:52.976" v="263" actId="1076"/>
          <ac:grpSpMkLst>
            <pc:docMk/>
            <pc:sldMk cId="2957820623" sldId="515"/>
            <ac:grpSpMk id="58" creationId="{CD406165-8E4E-4F5D-8B29-EC318B8303A5}"/>
          </ac:grpSpMkLst>
        </pc:grpChg>
        <pc:grpChg chg="add mod">
          <ac:chgData name="Cristian Chilipirea" userId="34ab170da5908fc4" providerId="LiveId" clId="{51E1D80A-4A29-4E2A-B293-4232621C1517}" dt="2019-10-06T18:08:52.976" v="263" actId="1076"/>
          <ac:grpSpMkLst>
            <pc:docMk/>
            <pc:sldMk cId="2957820623" sldId="515"/>
            <ac:grpSpMk id="61" creationId="{983DD69D-8A56-401C-B269-E96C4A58A971}"/>
          </ac:grpSpMkLst>
        </pc:grpChg>
        <pc:grpChg chg="mod">
          <ac:chgData name="Cristian Chilipirea" userId="34ab170da5908fc4" providerId="LiveId" clId="{51E1D80A-4A29-4E2A-B293-4232621C1517}" dt="2019-10-06T18:08:52.976" v="263" actId="1076"/>
          <ac:grpSpMkLst>
            <pc:docMk/>
            <pc:sldMk cId="2957820623" sldId="515"/>
            <ac:grpSpMk id="63" creationId="{0F1B2DDD-8FE7-4BD3-8159-54DE061A6F5E}"/>
          </ac:grpSpMkLst>
        </pc:grpChg>
        <pc:grpChg chg="add mod">
          <ac:chgData name="Cristian Chilipirea" userId="34ab170da5908fc4" providerId="LiveId" clId="{51E1D80A-4A29-4E2A-B293-4232621C1517}" dt="2019-10-06T18:08:52.976" v="263" actId="1076"/>
          <ac:grpSpMkLst>
            <pc:docMk/>
            <pc:sldMk cId="2957820623" sldId="515"/>
            <ac:grpSpMk id="67" creationId="{93CED286-1D28-443A-967F-5A4CB54B2A06}"/>
          </ac:grpSpMkLst>
        </pc:grpChg>
        <pc:grpChg chg="mod">
          <ac:chgData name="Cristian Chilipirea" userId="34ab170da5908fc4" providerId="LiveId" clId="{51E1D80A-4A29-4E2A-B293-4232621C1517}" dt="2019-10-06T18:08:52.976" v="263" actId="1076"/>
          <ac:grpSpMkLst>
            <pc:docMk/>
            <pc:sldMk cId="2957820623" sldId="515"/>
            <ac:grpSpMk id="69" creationId="{29307B48-1AC5-4C85-8891-D8EAF14E28EA}"/>
          </ac:grpSpMkLst>
        </pc:grpChg>
        <pc:grpChg chg="add mod">
          <ac:chgData name="Cristian Chilipirea" userId="34ab170da5908fc4" providerId="LiveId" clId="{51E1D80A-4A29-4E2A-B293-4232621C1517}" dt="2019-10-06T18:08:52.976" v="263" actId="1076"/>
          <ac:grpSpMkLst>
            <pc:docMk/>
            <pc:sldMk cId="2957820623" sldId="515"/>
            <ac:grpSpMk id="73" creationId="{BCF1F1B2-DFF6-487D-8E11-24EC0347277B}"/>
          </ac:grpSpMkLst>
        </pc:grpChg>
        <pc:grpChg chg="mod">
          <ac:chgData name="Cristian Chilipirea" userId="34ab170da5908fc4" providerId="LiveId" clId="{51E1D80A-4A29-4E2A-B293-4232621C1517}" dt="2019-10-06T18:08:52.976" v="263" actId="1076"/>
          <ac:grpSpMkLst>
            <pc:docMk/>
            <pc:sldMk cId="2957820623" sldId="515"/>
            <ac:grpSpMk id="74" creationId="{E6116226-73B7-4445-B56E-AF143D24BC4B}"/>
          </ac:grpSpMkLst>
        </pc:grpChg>
        <pc:grpChg chg="add mod">
          <ac:chgData name="Cristian Chilipirea" userId="34ab170da5908fc4" providerId="LiveId" clId="{51E1D80A-4A29-4E2A-B293-4232621C1517}" dt="2019-10-06T18:08:52.976" v="263" actId="1076"/>
          <ac:grpSpMkLst>
            <pc:docMk/>
            <pc:sldMk cId="2957820623" sldId="515"/>
            <ac:grpSpMk id="79" creationId="{2569070E-DF02-4047-B20C-FA4FDE1F2210}"/>
          </ac:grpSpMkLst>
        </pc:grpChg>
        <pc:grpChg chg="mod">
          <ac:chgData name="Cristian Chilipirea" userId="34ab170da5908fc4" providerId="LiveId" clId="{51E1D80A-4A29-4E2A-B293-4232621C1517}" dt="2019-10-06T18:08:52.976" v="263" actId="1076"/>
          <ac:grpSpMkLst>
            <pc:docMk/>
            <pc:sldMk cId="2957820623" sldId="515"/>
            <ac:grpSpMk id="80" creationId="{527F909E-8EC8-4991-B108-15E08E585730}"/>
          </ac:grpSpMkLst>
        </pc:grpChg>
        <pc:grpChg chg="add mod">
          <ac:chgData name="Cristian Chilipirea" userId="34ab170da5908fc4" providerId="LiveId" clId="{51E1D80A-4A29-4E2A-B293-4232621C1517}" dt="2019-10-06T18:08:52.976" v="263" actId="1076"/>
          <ac:grpSpMkLst>
            <pc:docMk/>
            <pc:sldMk cId="2957820623" sldId="515"/>
            <ac:grpSpMk id="85" creationId="{51C11E5D-6B4E-46A7-BBFA-077C60DB3AF7}"/>
          </ac:grpSpMkLst>
        </pc:grpChg>
        <pc:grpChg chg="mod">
          <ac:chgData name="Cristian Chilipirea" userId="34ab170da5908fc4" providerId="LiveId" clId="{51E1D80A-4A29-4E2A-B293-4232621C1517}" dt="2019-10-06T18:08:52.976" v="263" actId="1076"/>
          <ac:grpSpMkLst>
            <pc:docMk/>
            <pc:sldMk cId="2957820623" sldId="515"/>
            <ac:grpSpMk id="87" creationId="{41474432-F698-4FAA-B09D-A69F0211848B}"/>
          </ac:grpSpMkLst>
        </pc:grpChg>
        <pc:grpChg chg="add mod">
          <ac:chgData name="Cristian Chilipirea" userId="34ab170da5908fc4" providerId="LiveId" clId="{51E1D80A-4A29-4E2A-B293-4232621C1517}" dt="2019-10-06T18:08:52.976" v="263" actId="1076"/>
          <ac:grpSpMkLst>
            <pc:docMk/>
            <pc:sldMk cId="2957820623" sldId="515"/>
            <ac:grpSpMk id="91" creationId="{20593A8F-51D5-4219-B842-686205897C93}"/>
          </ac:grpSpMkLst>
        </pc:grpChg>
        <pc:grpChg chg="mod">
          <ac:chgData name="Cristian Chilipirea" userId="34ab170da5908fc4" providerId="LiveId" clId="{51E1D80A-4A29-4E2A-B293-4232621C1517}" dt="2019-10-06T18:08:52.976" v="263" actId="1076"/>
          <ac:grpSpMkLst>
            <pc:docMk/>
            <pc:sldMk cId="2957820623" sldId="515"/>
            <ac:grpSpMk id="93" creationId="{C65AF434-9181-4425-AC8A-316FBD40CFCE}"/>
          </ac:grpSpMkLst>
        </pc:grpChg>
        <pc:grpChg chg="mod">
          <ac:chgData name="Cristian Chilipirea" userId="34ab170da5908fc4" providerId="LiveId" clId="{51E1D80A-4A29-4E2A-B293-4232621C1517}" dt="2019-10-06T18:08:52.976" v="263" actId="1076"/>
          <ac:grpSpMkLst>
            <pc:docMk/>
            <pc:sldMk cId="2957820623" sldId="515"/>
            <ac:grpSpMk id="94" creationId="{159A2341-BC0E-4440-9D5C-0002012CD88B}"/>
          </ac:grpSpMkLst>
        </pc:grpChg>
        <pc:picChg chg="add mod">
          <ac:chgData name="Cristian Chilipirea" userId="34ab170da5908fc4" providerId="LiveId" clId="{51E1D80A-4A29-4E2A-B293-4232621C1517}" dt="2019-10-06T18:08:40.613" v="258" actId="1076"/>
          <ac:picMkLst>
            <pc:docMk/>
            <pc:sldMk cId="2957820623" sldId="515"/>
            <ac:picMk id="4" creationId="{4F62176D-0D7B-43A4-AE44-10ADC67C3365}"/>
          </ac:picMkLst>
        </pc:picChg>
        <pc:cxnChg chg="mod">
          <ac:chgData name="Cristian Chilipirea" userId="34ab170da5908fc4" providerId="LiveId" clId="{51E1D80A-4A29-4E2A-B293-4232621C1517}" dt="2019-10-06T18:08:52.976" v="263" actId="1076"/>
          <ac:cxnSpMkLst>
            <pc:docMk/>
            <pc:sldMk cId="2957820623" sldId="515"/>
            <ac:cxnSpMk id="62" creationId="{F0FB9614-A580-4670-9AE0-DF5D113C2611}"/>
          </ac:cxnSpMkLst>
        </pc:cxnChg>
        <pc:cxnChg chg="mod">
          <ac:chgData name="Cristian Chilipirea" userId="34ab170da5908fc4" providerId="LiveId" clId="{51E1D80A-4A29-4E2A-B293-4232621C1517}" dt="2019-10-06T18:08:52.976" v="263" actId="1076"/>
          <ac:cxnSpMkLst>
            <pc:docMk/>
            <pc:sldMk cId="2957820623" sldId="515"/>
            <ac:cxnSpMk id="68" creationId="{5379FA84-7E16-4562-A232-431647656839}"/>
          </ac:cxnSpMkLst>
        </pc:cxnChg>
        <pc:cxnChg chg="mod">
          <ac:chgData name="Cristian Chilipirea" userId="34ab170da5908fc4" providerId="LiveId" clId="{51E1D80A-4A29-4E2A-B293-4232621C1517}" dt="2019-10-06T18:08:52.976" v="263" actId="1076"/>
          <ac:cxnSpMkLst>
            <pc:docMk/>
            <pc:sldMk cId="2957820623" sldId="515"/>
            <ac:cxnSpMk id="75" creationId="{A0D43198-D5A6-42EE-926C-EA747E79E843}"/>
          </ac:cxnSpMkLst>
        </pc:cxnChg>
        <pc:cxnChg chg="mod">
          <ac:chgData name="Cristian Chilipirea" userId="34ab170da5908fc4" providerId="LiveId" clId="{51E1D80A-4A29-4E2A-B293-4232621C1517}" dt="2019-10-06T18:08:52.976" v="263" actId="1076"/>
          <ac:cxnSpMkLst>
            <pc:docMk/>
            <pc:sldMk cId="2957820623" sldId="515"/>
            <ac:cxnSpMk id="81" creationId="{0BDCD842-AA87-433D-903D-F1CB0064BE63}"/>
          </ac:cxnSpMkLst>
        </pc:cxnChg>
        <pc:cxnChg chg="mod">
          <ac:chgData name="Cristian Chilipirea" userId="34ab170da5908fc4" providerId="LiveId" clId="{51E1D80A-4A29-4E2A-B293-4232621C1517}" dt="2019-10-06T18:08:52.976" v="263" actId="1076"/>
          <ac:cxnSpMkLst>
            <pc:docMk/>
            <pc:sldMk cId="2957820623" sldId="515"/>
            <ac:cxnSpMk id="86" creationId="{B1AE178D-03E4-4B7C-BA53-985756DA4340}"/>
          </ac:cxnSpMkLst>
        </pc:cxnChg>
        <pc:cxnChg chg="mod">
          <ac:chgData name="Cristian Chilipirea" userId="34ab170da5908fc4" providerId="LiveId" clId="{51E1D80A-4A29-4E2A-B293-4232621C1517}" dt="2019-10-06T18:08:52.976" v="263" actId="1076"/>
          <ac:cxnSpMkLst>
            <pc:docMk/>
            <pc:sldMk cId="2957820623" sldId="515"/>
            <ac:cxnSpMk id="92" creationId="{6BBB431F-6127-4BC6-86C3-DC0BAE019177}"/>
          </ac:cxnSpMkLst>
        </pc:cxnChg>
        <pc:cxnChg chg="mod">
          <ac:chgData name="Cristian Chilipirea" userId="34ab170da5908fc4" providerId="LiveId" clId="{51E1D80A-4A29-4E2A-B293-4232621C1517}" dt="2019-10-06T18:08:52.976" v="263" actId="1076"/>
          <ac:cxnSpMkLst>
            <pc:docMk/>
            <pc:sldMk cId="2957820623" sldId="515"/>
            <ac:cxnSpMk id="95" creationId="{23632047-63D0-41DE-A530-65C3F97E75C2}"/>
          </ac:cxnSpMkLst>
        </pc:cxnChg>
      </pc:sldChg>
      <pc:sldChg chg="addSp delSp modSp add modAnim">
        <pc:chgData name="Cristian Chilipirea" userId="34ab170da5908fc4" providerId="LiveId" clId="{51E1D80A-4A29-4E2A-B293-4232621C1517}" dt="2019-10-06T18:09:14.083" v="271" actId="1076"/>
        <pc:sldMkLst>
          <pc:docMk/>
          <pc:sldMk cId="3525947301" sldId="516"/>
        </pc:sldMkLst>
        <pc:spChg chg="del">
          <ac:chgData name="Cristian Chilipirea" userId="34ab170da5908fc4" providerId="LiveId" clId="{51E1D80A-4A29-4E2A-B293-4232621C1517}" dt="2019-10-06T18:09:03.361" v="266" actId="478"/>
          <ac:spMkLst>
            <pc:docMk/>
            <pc:sldMk cId="3525947301" sldId="516"/>
            <ac:spMk id="2" creationId="{2A748F6C-576E-4EEF-A077-246D1B6B0B9A}"/>
          </ac:spMkLst>
        </pc:spChg>
        <pc:spChg chg="del">
          <ac:chgData name="Cristian Chilipirea" userId="34ab170da5908fc4" providerId="LiveId" clId="{51E1D80A-4A29-4E2A-B293-4232621C1517}" dt="2019-10-06T18:09:02.121" v="265" actId="478"/>
          <ac:spMkLst>
            <pc:docMk/>
            <pc:sldMk cId="3525947301" sldId="516"/>
            <ac:spMk id="3" creationId="{99AF0EFF-2275-4E10-AB64-A20FEA22FCFE}"/>
          </ac:spMkLst>
        </pc:spChg>
        <pc:spChg chg="add del">
          <ac:chgData name="Cristian Chilipirea" userId="34ab170da5908fc4" providerId="LiveId" clId="{51E1D80A-4A29-4E2A-B293-4232621C1517}" dt="2019-10-06T18:09:07.189" v="268"/>
          <ac:spMkLst>
            <pc:docMk/>
            <pc:sldMk cId="3525947301" sldId="516"/>
            <ac:spMk id="4" creationId="{81A48CF7-BA94-427D-A032-3611E82C682B}"/>
          </ac:spMkLst>
        </pc:spChg>
        <pc:spChg chg="add del">
          <ac:chgData name="Cristian Chilipirea" userId="34ab170da5908fc4" providerId="LiveId" clId="{51E1D80A-4A29-4E2A-B293-4232621C1517}" dt="2019-10-06T18:09:07.189" v="268"/>
          <ac:spMkLst>
            <pc:docMk/>
            <pc:sldMk cId="3525947301" sldId="516"/>
            <ac:spMk id="5" creationId="{A9238502-D450-4D2C-B6BD-5B9628142652}"/>
          </ac:spMkLst>
        </pc:spChg>
        <pc:spChg chg="add del">
          <ac:chgData name="Cristian Chilipirea" userId="34ab170da5908fc4" providerId="LiveId" clId="{51E1D80A-4A29-4E2A-B293-4232621C1517}" dt="2019-10-06T18:09:07.189" v="268"/>
          <ac:spMkLst>
            <pc:docMk/>
            <pc:sldMk cId="3525947301" sldId="516"/>
            <ac:spMk id="6" creationId="{4A6ACC1B-0D43-49C4-98EF-8336007E4A65}"/>
          </ac:spMkLst>
        </pc:spChg>
        <pc:spChg chg="add del">
          <ac:chgData name="Cristian Chilipirea" userId="34ab170da5908fc4" providerId="LiveId" clId="{51E1D80A-4A29-4E2A-B293-4232621C1517}" dt="2019-10-06T18:09:07.189" v="268"/>
          <ac:spMkLst>
            <pc:docMk/>
            <pc:sldMk cId="3525947301" sldId="516"/>
            <ac:spMk id="7" creationId="{E1648C15-5CFA-4120-96C1-4C4748DFC2E7}"/>
          </ac:spMkLst>
        </pc:spChg>
        <pc:spChg chg="add del">
          <ac:chgData name="Cristian Chilipirea" userId="34ab170da5908fc4" providerId="LiveId" clId="{51E1D80A-4A29-4E2A-B293-4232621C1517}" dt="2019-10-06T18:09:07.189" v="268"/>
          <ac:spMkLst>
            <pc:docMk/>
            <pc:sldMk cId="3525947301" sldId="516"/>
            <ac:spMk id="8" creationId="{7F446975-7F26-4E74-AF64-4331CA554502}"/>
          </ac:spMkLst>
        </pc:spChg>
        <pc:spChg chg="add del">
          <ac:chgData name="Cristian Chilipirea" userId="34ab170da5908fc4" providerId="LiveId" clId="{51E1D80A-4A29-4E2A-B293-4232621C1517}" dt="2019-10-06T18:09:07.189" v="268"/>
          <ac:spMkLst>
            <pc:docMk/>
            <pc:sldMk cId="3525947301" sldId="516"/>
            <ac:spMk id="9" creationId="{35BE88DE-7157-404D-8D42-68CCF60839A9}"/>
          </ac:spMkLst>
        </pc:spChg>
        <pc:spChg chg="add del">
          <ac:chgData name="Cristian Chilipirea" userId="34ab170da5908fc4" providerId="LiveId" clId="{51E1D80A-4A29-4E2A-B293-4232621C1517}" dt="2019-10-06T18:09:07.189" v="268"/>
          <ac:spMkLst>
            <pc:docMk/>
            <pc:sldMk cId="3525947301" sldId="516"/>
            <ac:spMk id="10" creationId="{9CD0BF56-358C-4C2B-B4D6-92ED014EF671}"/>
          </ac:spMkLst>
        </pc:spChg>
        <pc:spChg chg="add del">
          <ac:chgData name="Cristian Chilipirea" userId="34ab170da5908fc4" providerId="LiveId" clId="{51E1D80A-4A29-4E2A-B293-4232621C1517}" dt="2019-10-06T18:09:07.189" v="268"/>
          <ac:spMkLst>
            <pc:docMk/>
            <pc:sldMk cId="3525947301" sldId="516"/>
            <ac:spMk id="11" creationId="{A9C0C7D5-2D86-499B-930B-D13E3159E0EC}"/>
          </ac:spMkLst>
        </pc:spChg>
        <pc:spChg chg="add del">
          <ac:chgData name="Cristian Chilipirea" userId="34ab170da5908fc4" providerId="LiveId" clId="{51E1D80A-4A29-4E2A-B293-4232621C1517}" dt="2019-10-06T18:09:07.189" v="268"/>
          <ac:spMkLst>
            <pc:docMk/>
            <pc:sldMk cId="3525947301" sldId="516"/>
            <ac:spMk id="12" creationId="{9E2B0E80-1DAB-4115-B992-0264E4D0C659}"/>
          </ac:spMkLst>
        </pc:spChg>
        <pc:spChg chg="add del">
          <ac:chgData name="Cristian Chilipirea" userId="34ab170da5908fc4" providerId="LiveId" clId="{51E1D80A-4A29-4E2A-B293-4232621C1517}" dt="2019-10-06T18:09:07.189" v="268"/>
          <ac:spMkLst>
            <pc:docMk/>
            <pc:sldMk cId="3525947301" sldId="516"/>
            <ac:spMk id="13" creationId="{75EFB6C8-8F67-4B10-8D98-4178A26F10E8}"/>
          </ac:spMkLst>
        </pc:spChg>
        <pc:spChg chg="add del">
          <ac:chgData name="Cristian Chilipirea" userId="34ab170da5908fc4" providerId="LiveId" clId="{51E1D80A-4A29-4E2A-B293-4232621C1517}" dt="2019-10-06T18:09:07.189" v="268"/>
          <ac:spMkLst>
            <pc:docMk/>
            <pc:sldMk cId="3525947301" sldId="516"/>
            <ac:spMk id="14" creationId="{F8ED2A50-9310-4B3A-BF6B-BD5DF0076B4C}"/>
          </ac:spMkLst>
        </pc:spChg>
        <pc:spChg chg="add del">
          <ac:chgData name="Cristian Chilipirea" userId="34ab170da5908fc4" providerId="LiveId" clId="{51E1D80A-4A29-4E2A-B293-4232621C1517}" dt="2019-10-06T18:09:07.189" v="268"/>
          <ac:spMkLst>
            <pc:docMk/>
            <pc:sldMk cId="3525947301" sldId="516"/>
            <ac:spMk id="15" creationId="{A0C5BCD3-0A0D-4B0B-94F9-C8929B087960}"/>
          </ac:spMkLst>
        </pc:spChg>
        <pc:spChg chg="add del">
          <ac:chgData name="Cristian Chilipirea" userId="34ab170da5908fc4" providerId="LiveId" clId="{51E1D80A-4A29-4E2A-B293-4232621C1517}" dt="2019-10-06T18:09:07.189" v="268"/>
          <ac:spMkLst>
            <pc:docMk/>
            <pc:sldMk cId="3525947301" sldId="516"/>
            <ac:spMk id="16" creationId="{39CE95CC-3E49-4D3E-9BC5-6939E9D54095}"/>
          </ac:spMkLst>
        </pc:spChg>
        <pc:spChg chg="add del">
          <ac:chgData name="Cristian Chilipirea" userId="34ab170da5908fc4" providerId="LiveId" clId="{51E1D80A-4A29-4E2A-B293-4232621C1517}" dt="2019-10-06T18:09:07.189" v="268"/>
          <ac:spMkLst>
            <pc:docMk/>
            <pc:sldMk cId="3525947301" sldId="516"/>
            <ac:spMk id="17" creationId="{FAD6A5B4-CE13-49A8-85D8-C3B48FCD1A2F}"/>
          </ac:spMkLst>
        </pc:spChg>
        <pc:spChg chg="add del">
          <ac:chgData name="Cristian Chilipirea" userId="34ab170da5908fc4" providerId="LiveId" clId="{51E1D80A-4A29-4E2A-B293-4232621C1517}" dt="2019-10-06T18:09:07.189" v="268"/>
          <ac:spMkLst>
            <pc:docMk/>
            <pc:sldMk cId="3525947301" sldId="516"/>
            <ac:spMk id="18" creationId="{8B36F362-91C8-4DA2-8336-0E6DF1C3034A}"/>
          </ac:spMkLst>
        </pc:spChg>
        <pc:spChg chg="add del">
          <ac:chgData name="Cristian Chilipirea" userId="34ab170da5908fc4" providerId="LiveId" clId="{51E1D80A-4A29-4E2A-B293-4232621C1517}" dt="2019-10-06T18:09:07.189" v="268"/>
          <ac:spMkLst>
            <pc:docMk/>
            <pc:sldMk cId="3525947301" sldId="516"/>
            <ac:spMk id="19" creationId="{A19FD7FA-628A-44B4-BBD3-B4E41BBBE845}"/>
          </ac:spMkLst>
        </pc:spChg>
        <pc:spChg chg="add del">
          <ac:chgData name="Cristian Chilipirea" userId="34ab170da5908fc4" providerId="LiveId" clId="{51E1D80A-4A29-4E2A-B293-4232621C1517}" dt="2019-10-06T18:09:07.189" v="268"/>
          <ac:spMkLst>
            <pc:docMk/>
            <pc:sldMk cId="3525947301" sldId="516"/>
            <ac:spMk id="20" creationId="{7AEFBE68-DE84-494F-8EC8-F0BC133FB2BA}"/>
          </ac:spMkLst>
        </pc:spChg>
        <pc:spChg chg="add del">
          <ac:chgData name="Cristian Chilipirea" userId="34ab170da5908fc4" providerId="LiveId" clId="{51E1D80A-4A29-4E2A-B293-4232621C1517}" dt="2019-10-06T18:09:07.189" v="268"/>
          <ac:spMkLst>
            <pc:docMk/>
            <pc:sldMk cId="3525947301" sldId="516"/>
            <ac:spMk id="21" creationId="{41DAB0D9-474B-4D63-B4DF-74B546638093}"/>
          </ac:spMkLst>
        </pc:spChg>
        <pc:spChg chg="add del">
          <ac:chgData name="Cristian Chilipirea" userId="34ab170da5908fc4" providerId="LiveId" clId="{51E1D80A-4A29-4E2A-B293-4232621C1517}" dt="2019-10-06T18:09:07.189" v="268"/>
          <ac:spMkLst>
            <pc:docMk/>
            <pc:sldMk cId="3525947301" sldId="516"/>
            <ac:spMk id="22" creationId="{B133FF0A-2E5E-4246-9E61-BD059168BC94}"/>
          </ac:spMkLst>
        </pc:spChg>
        <pc:spChg chg="add del">
          <ac:chgData name="Cristian Chilipirea" userId="34ab170da5908fc4" providerId="LiveId" clId="{51E1D80A-4A29-4E2A-B293-4232621C1517}" dt="2019-10-06T18:09:07.189" v="268"/>
          <ac:spMkLst>
            <pc:docMk/>
            <pc:sldMk cId="3525947301" sldId="516"/>
            <ac:spMk id="23" creationId="{834900FD-8E26-483A-8DFA-E8C8FFB95D78}"/>
          </ac:spMkLst>
        </pc:spChg>
        <pc:spChg chg="add del">
          <ac:chgData name="Cristian Chilipirea" userId="34ab170da5908fc4" providerId="LiveId" clId="{51E1D80A-4A29-4E2A-B293-4232621C1517}" dt="2019-10-06T18:09:07.189" v="268"/>
          <ac:spMkLst>
            <pc:docMk/>
            <pc:sldMk cId="3525947301" sldId="516"/>
            <ac:spMk id="24" creationId="{C7845CDB-4F91-4193-8652-FF777DABC3BA}"/>
          </ac:spMkLst>
        </pc:spChg>
        <pc:spChg chg="add del">
          <ac:chgData name="Cristian Chilipirea" userId="34ab170da5908fc4" providerId="LiveId" clId="{51E1D80A-4A29-4E2A-B293-4232621C1517}" dt="2019-10-06T18:09:07.189" v="268"/>
          <ac:spMkLst>
            <pc:docMk/>
            <pc:sldMk cId="3525947301" sldId="516"/>
            <ac:spMk id="25" creationId="{5E3610C1-55BA-430F-B3D2-242208E1DD4F}"/>
          </ac:spMkLst>
        </pc:spChg>
        <pc:spChg chg="add del">
          <ac:chgData name="Cristian Chilipirea" userId="34ab170da5908fc4" providerId="LiveId" clId="{51E1D80A-4A29-4E2A-B293-4232621C1517}" dt="2019-10-06T18:09:07.189" v="268"/>
          <ac:spMkLst>
            <pc:docMk/>
            <pc:sldMk cId="3525947301" sldId="516"/>
            <ac:spMk id="26" creationId="{DD9AA4AB-AE85-40FF-B39F-21F4F886E622}"/>
          </ac:spMkLst>
        </pc:spChg>
        <pc:spChg chg="add del">
          <ac:chgData name="Cristian Chilipirea" userId="34ab170da5908fc4" providerId="LiveId" clId="{51E1D80A-4A29-4E2A-B293-4232621C1517}" dt="2019-10-06T18:09:07.189" v="268"/>
          <ac:spMkLst>
            <pc:docMk/>
            <pc:sldMk cId="3525947301" sldId="516"/>
            <ac:spMk id="27" creationId="{CE5D681C-CDEC-46E1-BAC6-6A00ADB7985A}"/>
          </ac:spMkLst>
        </pc:spChg>
        <pc:spChg chg="add del">
          <ac:chgData name="Cristian Chilipirea" userId="34ab170da5908fc4" providerId="LiveId" clId="{51E1D80A-4A29-4E2A-B293-4232621C1517}" dt="2019-10-06T18:09:07.189" v="268"/>
          <ac:spMkLst>
            <pc:docMk/>
            <pc:sldMk cId="3525947301" sldId="516"/>
            <ac:spMk id="28" creationId="{40E7ABEA-41B1-489E-9D2D-88ED6477B420}"/>
          </ac:spMkLst>
        </pc:spChg>
        <pc:spChg chg="add del">
          <ac:chgData name="Cristian Chilipirea" userId="34ab170da5908fc4" providerId="LiveId" clId="{51E1D80A-4A29-4E2A-B293-4232621C1517}" dt="2019-10-06T18:09:07.189" v="268"/>
          <ac:spMkLst>
            <pc:docMk/>
            <pc:sldMk cId="3525947301" sldId="516"/>
            <ac:spMk id="29" creationId="{F8B6E25F-C61D-4A77-97A1-22A1B228CD2F}"/>
          </ac:spMkLst>
        </pc:spChg>
        <pc:spChg chg="add del">
          <ac:chgData name="Cristian Chilipirea" userId="34ab170da5908fc4" providerId="LiveId" clId="{51E1D80A-4A29-4E2A-B293-4232621C1517}" dt="2019-10-06T18:09:07.189" v="268"/>
          <ac:spMkLst>
            <pc:docMk/>
            <pc:sldMk cId="3525947301" sldId="516"/>
            <ac:spMk id="30" creationId="{762FAA30-073A-4097-B6E5-303D17461473}"/>
          </ac:spMkLst>
        </pc:spChg>
        <pc:spChg chg="add del">
          <ac:chgData name="Cristian Chilipirea" userId="34ab170da5908fc4" providerId="LiveId" clId="{51E1D80A-4A29-4E2A-B293-4232621C1517}" dt="2019-10-06T18:09:07.189" v="268"/>
          <ac:spMkLst>
            <pc:docMk/>
            <pc:sldMk cId="3525947301" sldId="516"/>
            <ac:spMk id="31" creationId="{6FBEA0E9-F32D-4829-9866-4DDB31CC0DD0}"/>
          </ac:spMkLst>
        </pc:spChg>
        <pc:spChg chg="add del">
          <ac:chgData name="Cristian Chilipirea" userId="34ab170da5908fc4" providerId="LiveId" clId="{51E1D80A-4A29-4E2A-B293-4232621C1517}" dt="2019-10-06T18:09:07.189" v="268"/>
          <ac:spMkLst>
            <pc:docMk/>
            <pc:sldMk cId="3525947301" sldId="516"/>
            <ac:spMk id="32" creationId="{6C8CEC95-700E-4171-B2E0-8A855EB82F89}"/>
          </ac:spMkLst>
        </pc:spChg>
        <pc:spChg chg="add del">
          <ac:chgData name="Cristian Chilipirea" userId="34ab170da5908fc4" providerId="LiveId" clId="{51E1D80A-4A29-4E2A-B293-4232621C1517}" dt="2019-10-06T18:09:07.189" v="268"/>
          <ac:spMkLst>
            <pc:docMk/>
            <pc:sldMk cId="3525947301" sldId="516"/>
            <ac:spMk id="33" creationId="{6AD2E2EB-4331-4F75-A29D-B0DDDABAAA10}"/>
          </ac:spMkLst>
        </pc:spChg>
        <pc:spChg chg="add del">
          <ac:chgData name="Cristian Chilipirea" userId="34ab170da5908fc4" providerId="LiveId" clId="{51E1D80A-4A29-4E2A-B293-4232621C1517}" dt="2019-10-06T18:09:07.189" v="268"/>
          <ac:spMkLst>
            <pc:docMk/>
            <pc:sldMk cId="3525947301" sldId="516"/>
            <ac:spMk id="34" creationId="{A5F1E574-7BDE-455A-AA18-35D106715DA7}"/>
          </ac:spMkLst>
        </pc:spChg>
        <pc:spChg chg="add del">
          <ac:chgData name="Cristian Chilipirea" userId="34ab170da5908fc4" providerId="LiveId" clId="{51E1D80A-4A29-4E2A-B293-4232621C1517}" dt="2019-10-06T18:09:07.189" v="268"/>
          <ac:spMkLst>
            <pc:docMk/>
            <pc:sldMk cId="3525947301" sldId="516"/>
            <ac:spMk id="35" creationId="{F099494A-0D6E-4683-A1A8-6B090B266BAD}"/>
          </ac:spMkLst>
        </pc:spChg>
        <pc:spChg chg="add del">
          <ac:chgData name="Cristian Chilipirea" userId="34ab170da5908fc4" providerId="LiveId" clId="{51E1D80A-4A29-4E2A-B293-4232621C1517}" dt="2019-10-06T18:09:07.189" v="268"/>
          <ac:spMkLst>
            <pc:docMk/>
            <pc:sldMk cId="3525947301" sldId="516"/>
            <ac:spMk id="36" creationId="{FCBD196E-845B-4A52-AACE-C3401F0CC7CD}"/>
          </ac:spMkLst>
        </pc:spChg>
        <pc:spChg chg="add del">
          <ac:chgData name="Cristian Chilipirea" userId="34ab170da5908fc4" providerId="LiveId" clId="{51E1D80A-4A29-4E2A-B293-4232621C1517}" dt="2019-10-06T18:09:07.189" v="268"/>
          <ac:spMkLst>
            <pc:docMk/>
            <pc:sldMk cId="3525947301" sldId="516"/>
            <ac:spMk id="37" creationId="{6DDDEB95-6C55-47D5-9BA1-BAFDE6EFB7EB}"/>
          </ac:spMkLst>
        </pc:spChg>
        <pc:spChg chg="add del">
          <ac:chgData name="Cristian Chilipirea" userId="34ab170da5908fc4" providerId="LiveId" clId="{51E1D80A-4A29-4E2A-B293-4232621C1517}" dt="2019-10-06T18:09:07.189" v="268"/>
          <ac:spMkLst>
            <pc:docMk/>
            <pc:sldMk cId="3525947301" sldId="516"/>
            <ac:spMk id="38" creationId="{4D97FAB9-2289-4EDB-BEFC-006888FE9BA3}"/>
          </ac:spMkLst>
        </pc:spChg>
        <pc:spChg chg="add del">
          <ac:chgData name="Cristian Chilipirea" userId="34ab170da5908fc4" providerId="LiveId" clId="{51E1D80A-4A29-4E2A-B293-4232621C1517}" dt="2019-10-06T18:09:07.189" v="268"/>
          <ac:spMkLst>
            <pc:docMk/>
            <pc:sldMk cId="3525947301" sldId="516"/>
            <ac:spMk id="39" creationId="{BA4FA422-2FCA-4423-A78B-F9C409B9CAAC}"/>
          </ac:spMkLst>
        </pc:spChg>
        <pc:spChg chg="add del">
          <ac:chgData name="Cristian Chilipirea" userId="34ab170da5908fc4" providerId="LiveId" clId="{51E1D80A-4A29-4E2A-B293-4232621C1517}" dt="2019-10-06T18:09:07.189" v="268"/>
          <ac:spMkLst>
            <pc:docMk/>
            <pc:sldMk cId="3525947301" sldId="516"/>
            <ac:spMk id="40" creationId="{6038DC38-9FCE-40E6-9DDD-0B8EF820750D}"/>
          </ac:spMkLst>
        </pc:spChg>
        <pc:spChg chg="add del">
          <ac:chgData name="Cristian Chilipirea" userId="34ab170da5908fc4" providerId="LiveId" clId="{51E1D80A-4A29-4E2A-B293-4232621C1517}" dt="2019-10-06T18:09:07.189" v="268"/>
          <ac:spMkLst>
            <pc:docMk/>
            <pc:sldMk cId="3525947301" sldId="516"/>
            <ac:spMk id="41" creationId="{4350D071-DFAB-4EC7-BAA0-313F2BAA62BA}"/>
          </ac:spMkLst>
        </pc:spChg>
        <pc:spChg chg="add del">
          <ac:chgData name="Cristian Chilipirea" userId="34ab170da5908fc4" providerId="LiveId" clId="{51E1D80A-4A29-4E2A-B293-4232621C1517}" dt="2019-10-06T18:09:07.189" v="268"/>
          <ac:spMkLst>
            <pc:docMk/>
            <pc:sldMk cId="3525947301" sldId="516"/>
            <ac:spMk id="42" creationId="{ABD5B84E-9A21-40B0-ABB6-AEACC9DDC575}"/>
          </ac:spMkLst>
        </pc:spChg>
        <pc:spChg chg="add del">
          <ac:chgData name="Cristian Chilipirea" userId="34ab170da5908fc4" providerId="LiveId" clId="{51E1D80A-4A29-4E2A-B293-4232621C1517}" dt="2019-10-06T18:09:07.189" v="268"/>
          <ac:spMkLst>
            <pc:docMk/>
            <pc:sldMk cId="3525947301" sldId="516"/>
            <ac:spMk id="43" creationId="{FB03953E-3C4E-4A84-A40E-F152C9803F9B}"/>
          </ac:spMkLst>
        </pc:spChg>
        <pc:spChg chg="add del">
          <ac:chgData name="Cristian Chilipirea" userId="34ab170da5908fc4" providerId="LiveId" clId="{51E1D80A-4A29-4E2A-B293-4232621C1517}" dt="2019-10-06T18:09:07.189" v="268"/>
          <ac:spMkLst>
            <pc:docMk/>
            <pc:sldMk cId="3525947301" sldId="516"/>
            <ac:spMk id="44" creationId="{5841423F-7E82-458F-B0C7-4554DB5D4B47}"/>
          </ac:spMkLst>
        </pc:spChg>
        <pc:spChg chg="add del">
          <ac:chgData name="Cristian Chilipirea" userId="34ab170da5908fc4" providerId="LiveId" clId="{51E1D80A-4A29-4E2A-B293-4232621C1517}" dt="2019-10-06T18:09:07.189" v="268"/>
          <ac:spMkLst>
            <pc:docMk/>
            <pc:sldMk cId="3525947301" sldId="516"/>
            <ac:spMk id="45" creationId="{DA6C51E1-F59B-452C-B080-7429516F42A1}"/>
          </ac:spMkLst>
        </pc:spChg>
        <pc:spChg chg="add del">
          <ac:chgData name="Cristian Chilipirea" userId="34ab170da5908fc4" providerId="LiveId" clId="{51E1D80A-4A29-4E2A-B293-4232621C1517}" dt="2019-10-06T18:09:07.189" v="268"/>
          <ac:spMkLst>
            <pc:docMk/>
            <pc:sldMk cId="3525947301" sldId="516"/>
            <ac:spMk id="46" creationId="{878A2B50-2C63-4008-B986-1C158EBF12CA}"/>
          </ac:spMkLst>
        </pc:spChg>
        <pc:spChg chg="add del">
          <ac:chgData name="Cristian Chilipirea" userId="34ab170da5908fc4" providerId="LiveId" clId="{51E1D80A-4A29-4E2A-B293-4232621C1517}" dt="2019-10-06T18:09:07.189" v="268"/>
          <ac:spMkLst>
            <pc:docMk/>
            <pc:sldMk cId="3525947301" sldId="516"/>
            <ac:spMk id="47" creationId="{40EE6972-165F-43CB-AF3D-0CCC5AD0017D}"/>
          </ac:spMkLst>
        </pc:spChg>
        <pc:spChg chg="add del">
          <ac:chgData name="Cristian Chilipirea" userId="34ab170da5908fc4" providerId="LiveId" clId="{51E1D80A-4A29-4E2A-B293-4232621C1517}" dt="2019-10-06T18:09:07.189" v="268"/>
          <ac:spMkLst>
            <pc:docMk/>
            <pc:sldMk cId="3525947301" sldId="516"/>
            <ac:spMk id="48" creationId="{0F6782FC-F983-4D0F-B9C1-746FA92917D4}"/>
          </ac:spMkLst>
        </pc:spChg>
        <pc:spChg chg="add del">
          <ac:chgData name="Cristian Chilipirea" userId="34ab170da5908fc4" providerId="LiveId" clId="{51E1D80A-4A29-4E2A-B293-4232621C1517}" dt="2019-10-06T18:09:07.189" v="268"/>
          <ac:spMkLst>
            <pc:docMk/>
            <pc:sldMk cId="3525947301" sldId="516"/>
            <ac:spMk id="49" creationId="{AA8D9A28-D03D-429E-83D7-AF6889E3FE65}"/>
          </ac:spMkLst>
        </pc:spChg>
        <pc:spChg chg="add del">
          <ac:chgData name="Cristian Chilipirea" userId="34ab170da5908fc4" providerId="LiveId" clId="{51E1D80A-4A29-4E2A-B293-4232621C1517}" dt="2019-10-06T18:09:07.189" v="268"/>
          <ac:spMkLst>
            <pc:docMk/>
            <pc:sldMk cId="3525947301" sldId="516"/>
            <ac:spMk id="50" creationId="{82412677-596B-49A8-B315-94A3E9A9A86C}"/>
          </ac:spMkLst>
        </pc:spChg>
        <pc:spChg chg="add del">
          <ac:chgData name="Cristian Chilipirea" userId="34ab170da5908fc4" providerId="LiveId" clId="{51E1D80A-4A29-4E2A-B293-4232621C1517}" dt="2019-10-06T18:09:07.189" v="268"/>
          <ac:spMkLst>
            <pc:docMk/>
            <pc:sldMk cId="3525947301" sldId="516"/>
            <ac:spMk id="51" creationId="{A8EA4D11-FD5A-48AB-8A2C-A769887365FB}"/>
          </ac:spMkLst>
        </pc:spChg>
        <pc:spChg chg="add del">
          <ac:chgData name="Cristian Chilipirea" userId="34ab170da5908fc4" providerId="LiveId" clId="{51E1D80A-4A29-4E2A-B293-4232621C1517}" dt="2019-10-06T18:09:07.189" v="268"/>
          <ac:spMkLst>
            <pc:docMk/>
            <pc:sldMk cId="3525947301" sldId="516"/>
            <ac:spMk id="52" creationId="{22007F73-1A50-4E67-BA21-987BDA0AEE4D}"/>
          </ac:spMkLst>
        </pc:spChg>
        <pc:spChg chg="add del">
          <ac:chgData name="Cristian Chilipirea" userId="34ab170da5908fc4" providerId="LiveId" clId="{51E1D80A-4A29-4E2A-B293-4232621C1517}" dt="2019-10-06T18:09:07.189" v="268"/>
          <ac:spMkLst>
            <pc:docMk/>
            <pc:sldMk cId="3525947301" sldId="516"/>
            <ac:spMk id="53" creationId="{9083B12B-381E-457F-9467-E09EA9101C5D}"/>
          </ac:spMkLst>
        </pc:spChg>
        <pc:spChg chg="add del">
          <ac:chgData name="Cristian Chilipirea" userId="34ab170da5908fc4" providerId="LiveId" clId="{51E1D80A-4A29-4E2A-B293-4232621C1517}" dt="2019-10-06T18:09:07.189" v="268"/>
          <ac:spMkLst>
            <pc:docMk/>
            <pc:sldMk cId="3525947301" sldId="516"/>
            <ac:spMk id="54" creationId="{798CC410-152B-403C-9EF1-471B21CE9FD3}"/>
          </ac:spMkLst>
        </pc:spChg>
        <pc:spChg chg="add del">
          <ac:chgData name="Cristian Chilipirea" userId="34ab170da5908fc4" providerId="LiveId" clId="{51E1D80A-4A29-4E2A-B293-4232621C1517}" dt="2019-10-06T18:09:07.189" v="268"/>
          <ac:spMkLst>
            <pc:docMk/>
            <pc:sldMk cId="3525947301" sldId="516"/>
            <ac:spMk id="55" creationId="{0BA31093-3255-4C41-BDBA-B4C622318FB7}"/>
          </ac:spMkLst>
        </pc:spChg>
        <pc:spChg chg="add del">
          <ac:chgData name="Cristian Chilipirea" userId="34ab170da5908fc4" providerId="LiveId" clId="{51E1D80A-4A29-4E2A-B293-4232621C1517}" dt="2019-10-06T18:09:07.189" v="268"/>
          <ac:spMkLst>
            <pc:docMk/>
            <pc:sldMk cId="3525947301" sldId="516"/>
            <ac:spMk id="56" creationId="{B15BC17E-F166-4C82-A3E4-AD226F52EFCA}"/>
          </ac:spMkLst>
        </pc:spChg>
        <pc:spChg chg="add del">
          <ac:chgData name="Cristian Chilipirea" userId="34ab170da5908fc4" providerId="LiveId" clId="{51E1D80A-4A29-4E2A-B293-4232621C1517}" dt="2019-10-06T18:09:07.189" v="268"/>
          <ac:spMkLst>
            <pc:docMk/>
            <pc:sldMk cId="3525947301" sldId="516"/>
            <ac:spMk id="57" creationId="{6AF37779-C286-4220-83A2-DEE61FB86175}"/>
          </ac:spMkLst>
        </pc:spChg>
        <pc:spChg chg="add del">
          <ac:chgData name="Cristian Chilipirea" userId="34ab170da5908fc4" providerId="LiveId" clId="{51E1D80A-4A29-4E2A-B293-4232621C1517}" dt="2019-10-06T18:09:07.189" v="268"/>
          <ac:spMkLst>
            <pc:docMk/>
            <pc:sldMk cId="3525947301" sldId="516"/>
            <ac:spMk id="58" creationId="{6DE4AF7C-0220-47DC-93CF-EFC51EB470BA}"/>
          </ac:spMkLst>
        </pc:spChg>
        <pc:spChg chg="add del">
          <ac:chgData name="Cristian Chilipirea" userId="34ab170da5908fc4" providerId="LiveId" clId="{51E1D80A-4A29-4E2A-B293-4232621C1517}" dt="2019-10-06T18:09:07.189" v="268"/>
          <ac:spMkLst>
            <pc:docMk/>
            <pc:sldMk cId="3525947301" sldId="516"/>
            <ac:spMk id="59" creationId="{0425E2DD-FA57-40CF-833D-A89949F6E0A9}"/>
          </ac:spMkLst>
        </pc:spChg>
        <pc:spChg chg="add del">
          <ac:chgData name="Cristian Chilipirea" userId="34ab170da5908fc4" providerId="LiveId" clId="{51E1D80A-4A29-4E2A-B293-4232621C1517}" dt="2019-10-06T18:09:07.189" v="268"/>
          <ac:spMkLst>
            <pc:docMk/>
            <pc:sldMk cId="3525947301" sldId="516"/>
            <ac:spMk id="60" creationId="{7F5FF2C2-CEAC-445D-8AE1-111FB4733EE5}"/>
          </ac:spMkLst>
        </pc:spChg>
        <pc:spChg chg="add del">
          <ac:chgData name="Cristian Chilipirea" userId="34ab170da5908fc4" providerId="LiveId" clId="{51E1D80A-4A29-4E2A-B293-4232621C1517}" dt="2019-10-06T18:09:07.189" v="268"/>
          <ac:spMkLst>
            <pc:docMk/>
            <pc:sldMk cId="3525947301" sldId="516"/>
            <ac:spMk id="61" creationId="{B7F2B193-0349-44E2-A7C3-662955E8A1F3}"/>
          </ac:spMkLst>
        </pc:spChg>
        <pc:spChg chg="add del">
          <ac:chgData name="Cristian Chilipirea" userId="34ab170da5908fc4" providerId="LiveId" clId="{51E1D80A-4A29-4E2A-B293-4232621C1517}" dt="2019-10-06T18:09:07.189" v="268"/>
          <ac:spMkLst>
            <pc:docMk/>
            <pc:sldMk cId="3525947301" sldId="516"/>
            <ac:spMk id="62" creationId="{AD644220-2469-4AFF-B02C-E6618DDE9956}"/>
          </ac:spMkLst>
        </pc:spChg>
        <pc:spChg chg="add del">
          <ac:chgData name="Cristian Chilipirea" userId="34ab170da5908fc4" providerId="LiveId" clId="{51E1D80A-4A29-4E2A-B293-4232621C1517}" dt="2019-10-06T18:09:07.189" v="268"/>
          <ac:spMkLst>
            <pc:docMk/>
            <pc:sldMk cId="3525947301" sldId="516"/>
            <ac:spMk id="63" creationId="{F08E5167-DB0C-4AB3-8F1E-4FC1172BB82A}"/>
          </ac:spMkLst>
        </pc:spChg>
        <pc:spChg chg="add del">
          <ac:chgData name="Cristian Chilipirea" userId="34ab170da5908fc4" providerId="LiveId" clId="{51E1D80A-4A29-4E2A-B293-4232621C1517}" dt="2019-10-06T18:09:07.189" v="268"/>
          <ac:spMkLst>
            <pc:docMk/>
            <pc:sldMk cId="3525947301" sldId="516"/>
            <ac:spMk id="64" creationId="{38C2ABFD-751E-44AC-A69D-BC4466E366D9}"/>
          </ac:spMkLst>
        </pc:spChg>
        <pc:spChg chg="add del">
          <ac:chgData name="Cristian Chilipirea" userId="34ab170da5908fc4" providerId="LiveId" clId="{51E1D80A-4A29-4E2A-B293-4232621C1517}" dt="2019-10-06T18:09:07.189" v="268"/>
          <ac:spMkLst>
            <pc:docMk/>
            <pc:sldMk cId="3525947301" sldId="516"/>
            <ac:spMk id="65" creationId="{DAE2D47F-6E2E-4FFA-87E8-4D2C444105A9}"/>
          </ac:spMkLst>
        </pc:spChg>
        <pc:spChg chg="add del">
          <ac:chgData name="Cristian Chilipirea" userId="34ab170da5908fc4" providerId="LiveId" clId="{51E1D80A-4A29-4E2A-B293-4232621C1517}" dt="2019-10-06T18:09:07.189" v="268"/>
          <ac:spMkLst>
            <pc:docMk/>
            <pc:sldMk cId="3525947301" sldId="516"/>
            <ac:spMk id="66" creationId="{DA0AD413-31BE-4793-9CEB-633CF5103035}"/>
          </ac:spMkLst>
        </pc:spChg>
        <pc:spChg chg="add del">
          <ac:chgData name="Cristian Chilipirea" userId="34ab170da5908fc4" providerId="LiveId" clId="{51E1D80A-4A29-4E2A-B293-4232621C1517}" dt="2019-10-06T18:09:07.189" v="268"/>
          <ac:spMkLst>
            <pc:docMk/>
            <pc:sldMk cId="3525947301" sldId="516"/>
            <ac:spMk id="67" creationId="{4D123D2A-30F1-4A28-AB4C-267C3541DCED}"/>
          </ac:spMkLst>
        </pc:spChg>
        <pc:spChg chg="add del">
          <ac:chgData name="Cristian Chilipirea" userId="34ab170da5908fc4" providerId="LiveId" clId="{51E1D80A-4A29-4E2A-B293-4232621C1517}" dt="2019-10-06T18:09:07.189" v="268"/>
          <ac:spMkLst>
            <pc:docMk/>
            <pc:sldMk cId="3525947301" sldId="516"/>
            <ac:spMk id="68" creationId="{C584816D-DC72-4E3C-9A40-B5A31A5B86F9}"/>
          </ac:spMkLst>
        </pc:spChg>
        <pc:spChg chg="add del">
          <ac:chgData name="Cristian Chilipirea" userId="34ab170da5908fc4" providerId="LiveId" clId="{51E1D80A-4A29-4E2A-B293-4232621C1517}" dt="2019-10-06T18:09:07.189" v="268"/>
          <ac:spMkLst>
            <pc:docMk/>
            <pc:sldMk cId="3525947301" sldId="516"/>
            <ac:spMk id="69" creationId="{725C15D0-C86F-465A-A646-632D6E727DD9}"/>
          </ac:spMkLst>
        </pc:spChg>
        <pc:spChg chg="add del">
          <ac:chgData name="Cristian Chilipirea" userId="34ab170da5908fc4" providerId="LiveId" clId="{51E1D80A-4A29-4E2A-B293-4232621C1517}" dt="2019-10-06T18:09:07.189" v="268"/>
          <ac:spMkLst>
            <pc:docMk/>
            <pc:sldMk cId="3525947301" sldId="516"/>
            <ac:spMk id="70" creationId="{52688DDE-4306-4FD6-9F72-F303453D7502}"/>
          </ac:spMkLst>
        </pc:spChg>
        <pc:spChg chg="add del">
          <ac:chgData name="Cristian Chilipirea" userId="34ab170da5908fc4" providerId="LiveId" clId="{51E1D80A-4A29-4E2A-B293-4232621C1517}" dt="2019-10-06T18:09:07.189" v="268"/>
          <ac:spMkLst>
            <pc:docMk/>
            <pc:sldMk cId="3525947301" sldId="516"/>
            <ac:spMk id="71" creationId="{74FE7690-065A-43AF-8372-D1E5C3DBEF8F}"/>
          </ac:spMkLst>
        </pc:spChg>
        <pc:spChg chg="add del">
          <ac:chgData name="Cristian Chilipirea" userId="34ab170da5908fc4" providerId="LiveId" clId="{51E1D80A-4A29-4E2A-B293-4232621C1517}" dt="2019-10-06T18:09:07.189" v="268"/>
          <ac:spMkLst>
            <pc:docMk/>
            <pc:sldMk cId="3525947301" sldId="516"/>
            <ac:spMk id="72" creationId="{23D33980-6E50-4E9F-BDB4-D6164AE1AB15}"/>
          </ac:spMkLst>
        </pc:spChg>
        <pc:spChg chg="add del">
          <ac:chgData name="Cristian Chilipirea" userId="34ab170da5908fc4" providerId="LiveId" clId="{51E1D80A-4A29-4E2A-B293-4232621C1517}" dt="2019-10-06T18:09:07.189" v="268"/>
          <ac:spMkLst>
            <pc:docMk/>
            <pc:sldMk cId="3525947301" sldId="516"/>
            <ac:spMk id="73" creationId="{AF72E7E4-557A-4303-93ED-A2156E08FFBC}"/>
          </ac:spMkLst>
        </pc:spChg>
        <pc:spChg chg="add del">
          <ac:chgData name="Cristian Chilipirea" userId="34ab170da5908fc4" providerId="LiveId" clId="{51E1D80A-4A29-4E2A-B293-4232621C1517}" dt="2019-10-06T18:09:07.189" v="268"/>
          <ac:spMkLst>
            <pc:docMk/>
            <pc:sldMk cId="3525947301" sldId="516"/>
            <ac:spMk id="74" creationId="{861DDEF8-8BCE-437B-A01C-86C16AC5B4BC}"/>
          </ac:spMkLst>
        </pc:spChg>
        <pc:spChg chg="add del">
          <ac:chgData name="Cristian Chilipirea" userId="34ab170da5908fc4" providerId="LiveId" clId="{51E1D80A-4A29-4E2A-B293-4232621C1517}" dt="2019-10-06T18:09:07.189" v="268"/>
          <ac:spMkLst>
            <pc:docMk/>
            <pc:sldMk cId="3525947301" sldId="516"/>
            <ac:spMk id="75" creationId="{AB8B637D-681B-4D7A-800F-668BD1617B5C}"/>
          </ac:spMkLst>
        </pc:spChg>
        <pc:spChg chg="add del">
          <ac:chgData name="Cristian Chilipirea" userId="34ab170da5908fc4" providerId="LiveId" clId="{51E1D80A-4A29-4E2A-B293-4232621C1517}" dt="2019-10-06T18:09:07.189" v="268"/>
          <ac:spMkLst>
            <pc:docMk/>
            <pc:sldMk cId="3525947301" sldId="516"/>
            <ac:spMk id="76" creationId="{E449C947-564A-4D1C-B572-308A0B453821}"/>
          </ac:spMkLst>
        </pc:spChg>
        <pc:spChg chg="add del">
          <ac:chgData name="Cristian Chilipirea" userId="34ab170da5908fc4" providerId="LiveId" clId="{51E1D80A-4A29-4E2A-B293-4232621C1517}" dt="2019-10-06T18:09:07.189" v="268"/>
          <ac:spMkLst>
            <pc:docMk/>
            <pc:sldMk cId="3525947301" sldId="516"/>
            <ac:spMk id="77" creationId="{EFB8EB0C-78BC-4A67-9F3B-9F7987DE7E88}"/>
          </ac:spMkLst>
        </pc:spChg>
        <pc:spChg chg="add del">
          <ac:chgData name="Cristian Chilipirea" userId="34ab170da5908fc4" providerId="LiveId" clId="{51E1D80A-4A29-4E2A-B293-4232621C1517}" dt="2019-10-06T18:09:07.189" v="268"/>
          <ac:spMkLst>
            <pc:docMk/>
            <pc:sldMk cId="3525947301" sldId="516"/>
            <ac:spMk id="78" creationId="{1EBAD14B-AF4B-4B2B-A2F0-729A4B5A9656}"/>
          </ac:spMkLst>
        </pc:spChg>
        <pc:spChg chg="add del">
          <ac:chgData name="Cristian Chilipirea" userId="34ab170da5908fc4" providerId="LiveId" clId="{51E1D80A-4A29-4E2A-B293-4232621C1517}" dt="2019-10-06T18:09:07.189" v="268"/>
          <ac:spMkLst>
            <pc:docMk/>
            <pc:sldMk cId="3525947301" sldId="516"/>
            <ac:spMk id="79" creationId="{28CE7862-5867-4BC6-852D-719D45CF3ACF}"/>
          </ac:spMkLst>
        </pc:spChg>
        <pc:spChg chg="add del">
          <ac:chgData name="Cristian Chilipirea" userId="34ab170da5908fc4" providerId="LiveId" clId="{51E1D80A-4A29-4E2A-B293-4232621C1517}" dt="2019-10-06T18:09:07.189" v="268"/>
          <ac:spMkLst>
            <pc:docMk/>
            <pc:sldMk cId="3525947301" sldId="516"/>
            <ac:spMk id="80" creationId="{0AB615EF-217D-4508-A6DE-9E7E5B8D23F7}"/>
          </ac:spMkLst>
        </pc:spChg>
        <pc:spChg chg="add del">
          <ac:chgData name="Cristian Chilipirea" userId="34ab170da5908fc4" providerId="LiveId" clId="{51E1D80A-4A29-4E2A-B293-4232621C1517}" dt="2019-10-06T18:09:07.189" v="268"/>
          <ac:spMkLst>
            <pc:docMk/>
            <pc:sldMk cId="3525947301" sldId="516"/>
            <ac:spMk id="81" creationId="{3E6B8720-1EB5-4634-8815-AD663B6AC29A}"/>
          </ac:spMkLst>
        </pc:spChg>
        <pc:spChg chg="add del">
          <ac:chgData name="Cristian Chilipirea" userId="34ab170da5908fc4" providerId="LiveId" clId="{51E1D80A-4A29-4E2A-B293-4232621C1517}" dt="2019-10-06T18:09:07.189" v="268"/>
          <ac:spMkLst>
            <pc:docMk/>
            <pc:sldMk cId="3525947301" sldId="516"/>
            <ac:spMk id="82" creationId="{D9AC005D-6AB4-4737-827C-E71DF78A4D19}"/>
          </ac:spMkLst>
        </pc:spChg>
        <pc:spChg chg="add del">
          <ac:chgData name="Cristian Chilipirea" userId="34ab170da5908fc4" providerId="LiveId" clId="{51E1D80A-4A29-4E2A-B293-4232621C1517}" dt="2019-10-06T18:09:07.189" v="268"/>
          <ac:spMkLst>
            <pc:docMk/>
            <pc:sldMk cId="3525947301" sldId="516"/>
            <ac:spMk id="83" creationId="{93B8C0BE-86F8-497D-96D7-D8DA393A534D}"/>
          </ac:spMkLst>
        </pc:spChg>
        <pc:spChg chg="add del">
          <ac:chgData name="Cristian Chilipirea" userId="34ab170da5908fc4" providerId="LiveId" clId="{51E1D80A-4A29-4E2A-B293-4232621C1517}" dt="2019-10-06T18:09:07.189" v="268"/>
          <ac:spMkLst>
            <pc:docMk/>
            <pc:sldMk cId="3525947301" sldId="516"/>
            <ac:spMk id="84" creationId="{FE4ADDEB-A928-44BB-8202-303A3B55B9F5}"/>
          </ac:spMkLst>
        </pc:spChg>
        <pc:spChg chg="add del">
          <ac:chgData name="Cristian Chilipirea" userId="34ab170da5908fc4" providerId="LiveId" clId="{51E1D80A-4A29-4E2A-B293-4232621C1517}" dt="2019-10-06T18:09:07.189" v="268"/>
          <ac:spMkLst>
            <pc:docMk/>
            <pc:sldMk cId="3525947301" sldId="516"/>
            <ac:spMk id="85" creationId="{5E0F9BA6-A17C-4A40-B43A-78F9E51B3213}"/>
          </ac:spMkLst>
        </pc:spChg>
        <pc:spChg chg="add del">
          <ac:chgData name="Cristian Chilipirea" userId="34ab170da5908fc4" providerId="LiveId" clId="{51E1D80A-4A29-4E2A-B293-4232621C1517}" dt="2019-10-06T18:09:07.189" v="268"/>
          <ac:spMkLst>
            <pc:docMk/>
            <pc:sldMk cId="3525947301" sldId="516"/>
            <ac:spMk id="86" creationId="{95700E3C-6E19-4B4A-86C4-976BE1DF4120}"/>
          </ac:spMkLst>
        </pc:spChg>
        <pc:spChg chg="add del">
          <ac:chgData name="Cristian Chilipirea" userId="34ab170da5908fc4" providerId="LiveId" clId="{51E1D80A-4A29-4E2A-B293-4232621C1517}" dt="2019-10-06T18:09:07.189" v="268"/>
          <ac:spMkLst>
            <pc:docMk/>
            <pc:sldMk cId="3525947301" sldId="516"/>
            <ac:spMk id="87" creationId="{83E58426-C614-408A-AAD9-6857DA9B90E6}"/>
          </ac:spMkLst>
        </pc:spChg>
        <pc:spChg chg="add del">
          <ac:chgData name="Cristian Chilipirea" userId="34ab170da5908fc4" providerId="LiveId" clId="{51E1D80A-4A29-4E2A-B293-4232621C1517}" dt="2019-10-06T18:09:07.189" v="268"/>
          <ac:spMkLst>
            <pc:docMk/>
            <pc:sldMk cId="3525947301" sldId="516"/>
            <ac:spMk id="88" creationId="{2EF6F767-EF4C-436E-9D36-29846AAE5442}"/>
          </ac:spMkLst>
        </pc:spChg>
        <pc:spChg chg="add del">
          <ac:chgData name="Cristian Chilipirea" userId="34ab170da5908fc4" providerId="LiveId" clId="{51E1D80A-4A29-4E2A-B293-4232621C1517}" dt="2019-10-06T18:09:07.189" v="268"/>
          <ac:spMkLst>
            <pc:docMk/>
            <pc:sldMk cId="3525947301" sldId="516"/>
            <ac:spMk id="89" creationId="{961D7BA2-149B-41DF-AE4F-84226B31D380}"/>
          </ac:spMkLst>
        </pc:spChg>
        <pc:spChg chg="add del">
          <ac:chgData name="Cristian Chilipirea" userId="34ab170da5908fc4" providerId="LiveId" clId="{51E1D80A-4A29-4E2A-B293-4232621C1517}" dt="2019-10-06T18:09:07.189" v="268"/>
          <ac:spMkLst>
            <pc:docMk/>
            <pc:sldMk cId="3525947301" sldId="516"/>
            <ac:spMk id="90" creationId="{866BE810-73E8-47AC-B540-FEDB03E107F6}"/>
          </ac:spMkLst>
        </pc:spChg>
        <pc:spChg chg="add del">
          <ac:chgData name="Cristian Chilipirea" userId="34ab170da5908fc4" providerId="LiveId" clId="{51E1D80A-4A29-4E2A-B293-4232621C1517}" dt="2019-10-06T18:09:07.189" v="268"/>
          <ac:spMkLst>
            <pc:docMk/>
            <pc:sldMk cId="3525947301" sldId="516"/>
            <ac:spMk id="91" creationId="{FC1C9537-25E8-42D3-B24D-EF6C23F7B5D7}"/>
          </ac:spMkLst>
        </pc:spChg>
        <pc:spChg chg="add del">
          <ac:chgData name="Cristian Chilipirea" userId="34ab170da5908fc4" providerId="LiveId" clId="{51E1D80A-4A29-4E2A-B293-4232621C1517}" dt="2019-10-06T18:09:07.189" v="268"/>
          <ac:spMkLst>
            <pc:docMk/>
            <pc:sldMk cId="3525947301" sldId="516"/>
            <ac:spMk id="92" creationId="{1F6D6307-0161-4B5E-ACC8-BC5E237841D8}"/>
          </ac:spMkLst>
        </pc:spChg>
        <pc:spChg chg="add del">
          <ac:chgData name="Cristian Chilipirea" userId="34ab170da5908fc4" providerId="LiveId" clId="{51E1D80A-4A29-4E2A-B293-4232621C1517}" dt="2019-10-06T18:09:07.189" v="268"/>
          <ac:spMkLst>
            <pc:docMk/>
            <pc:sldMk cId="3525947301" sldId="516"/>
            <ac:spMk id="93" creationId="{943B8CB6-61C8-48F9-97F8-4428E31AD2DD}"/>
          </ac:spMkLst>
        </pc:spChg>
        <pc:spChg chg="add del">
          <ac:chgData name="Cristian Chilipirea" userId="34ab170da5908fc4" providerId="LiveId" clId="{51E1D80A-4A29-4E2A-B293-4232621C1517}" dt="2019-10-06T18:09:07.189" v="268"/>
          <ac:spMkLst>
            <pc:docMk/>
            <pc:sldMk cId="3525947301" sldId="516"/>
            <ac:spMk id="94" creationId="{77D5C087-A9FA-4070-A30A-68B50A2322CB}"/>
          </ac:spMkLst>
        </pc:spChg>
        <pc:spChg chg="add del">
          <ac:chgData name="Cristian Chilipirea" userId="34ab170da5908fc4" providerId="LiveId" clId="{51E1D80A-4A29-4E2A-B293-4232621C1517}" dt="2019-10-06T18:09:07.189" v="268"/>
          <ac:spMkLst>
            <pc:docMk/>
            <pc:sldMk cId="3525947301" sldId="516"/>
            <ac:spMk id="95" creationId="{EFAA5BF2-4A32-45B9-B47E-932627189D9D}"/>
          </ac:spMkLst>
        </pc:spChg>
        <pc:spChg chg="add del">
          <ac:chgData name="Cristian Chilipirea" userId="34ab170da5908fc4" providerId="LiveId" clId="{51E1D80A-4A29-4E2A-B293-4232621C1517}" dt="2019-10-06T18:09:07.189" v="268"/>
          <ac:spMkLst>
            <pc:docMk/>
            <pc:sldMk cId="3525947301" sldId="516"/>
            <ac:spMk id="96" creationId="{10DB065D-2C22-4147-BDBC-8BFF26F03CD6}"/>
          </ac:spMkLst>
        </pc:spChg>
        <pc:spChg chg="add del">
          <ac:chgData name="Cristian Chilipirea" userId="34ab170da5908fc4" providerId="LiveId" clId="{51E1D80A-4A29-4E2A-B293-4232621C1517}" dt="2019-10-06T18:09:07.189" v="268"/>
          <ac:spMkLst>
            <pc:docMk/>
            <pc:sldMk cId="3525947301" sldId="516"/>
            <ac:spMk id="97" creationId="{D6ADD4EE-F068-4E33-B802-72C5940CC916}"/>
          </ac:spMkLst>
        </pc:spChg>
        <pc:spChg chg="add del">
          <ac:chgData name="Cristian Chilipirea" userId="34ab170da5908fc4" providerId="LiveId" clId="{51E1D80A-4A29-4E2A-B293-4232621C1517}" dt="2019-10-06T18:09:07.189" v="268"/>
          <ac:spMkLst>
            <pc:docMk/>
            <pc:sldMk cId="3525947301" sldId="516"/>
            <ac:spMk id="98" creationId="{82FB27AD-452E-4FDF-BF19-D96BB9AB148D}"/>
          </ac:spMkLst>
        </pc:spChg>
        <pc:spChg chg="add del">
          <ac:chgData name="Cristian Chilipirea" userId="34ab170da5908fc4" providerId="LiveId" clId="{51E1D80A-4A29-4E2A-B293-4232621C1517}" dt="2019-10-06T18:09:07.189" v="268"/>
          <ac:spMkLst>
            <pc:docMk/>
            <pc:sldMk cId="3525947301" sldId="516"/>
            <ac:spMk id="99" creationId="{ABACE598-AC16-49F3-B126-C4B4AE8637EB}"/>
          </ac:spMkLst>
        </pc:spChg>
        <pc:spChg chg="add del">
          <ac:chgData name="Cristian Chilipirea" userId="34ab170da5908fc4" providerId="LiveId" clId="{51E1D80A-4A29-4E2A-B293-4232621C1517}" dt="2019-10-06T18:09:07.189" v="268"/>
          <ac:spMkLst>
            <pc:docMk/>
            <pc:sldMk cId="3525947301" sldId="516"/>
            <ac:spMk id="100" creationId="{720B29E4-1E57-4D85-BDEF-005800AA919B}"/>
          </ac:spMkLst>
        </pc:spChg>
        <pc:spChg chg="add del">
          <ac:chgData name="Cristian Chilipirea" userId="34ab170da5908fc4" providerId="LiveId" clId="{51E1D80A-4A29-4E2A-B293-4232621C1517}" dt="2019-10-06T18:09:07.189" v="268"/>
          <ac:spMkLst>
            <pc:docMk/>
            <pc:sldMk cId="3525947301" sldId="516"/>
            <ac:spMk id="101" creationId="{64FFC63C-EAF3-4948-8A6C-B5F1E8F58C9A}"/>
          </ac:spMkLst>
        </pc:spChg>
        <pc:spChg chg="add del">
          <ac:chgData name="Cristian Chilipirea" userId="34ab170da5908fc4" providerId="LiveId" clId="{51E1D80A-4A29-4E2A-B293-4232621C1517}" dt="2019-10-06T18:09:07.189" v="268"/>
          <ac:spMkLst>
            <pc:docMk/>
            <pc:sldMk cId="3525947301" sldId="516"/>
            <ac:spMk id="102" creationId="{A0C981B0-5BA2-484F-B9DC-02023BFAB6A3}"/>
          </ac:spMkLst>
        </pc:spChg>
        <pc:spChg chg="add del">
          <ac:chgData name="Cristian Chilipirea" userId="34ab170da5908fc4" providerId="LiveId" clId="{51E1D80A-4A29-4E2A-B293-4232621C1517}" dt="2019-10-06T18:09:07.189" v="268"/>
          <ac:spMkLst>
            <pc:docMk/>
            <pc:sldMk cId="3525947301" sldId="516"/>
            <ac:spMk id="103" creationId="{59BF895C-1885-4FF6-AF30-86D90062413B}"/>
          </ac:spMkLst>
        </pc:spChg>
        <pc:spChg chg="add del">
          <ac:chgData name="Cristian Chilipirea" userId="34ab170da5908fc4" providerId="LiveId" clId="{51E1D80A-4A29-4E2A-B293-4232621C1517}" dt="2019-10-06T18:09:07.189" v="268"/>
          <ac:spMkLst>
            <pc:docMk/>
            <pc:sldMk cId="3525947301" sldId="516"/>
            <ac:spMk id="104" creationId="{25C8366F-0FD7-41C6-BDE0-284085182556}"/>
          </ac:spMkLst>
        </pc:spChg>
        <pc:spChg chg="add del">
          <ac:chgData name="Cristian Chilipirea" userId="34ab170da5908fc4" providerId="LiveId" clId="{51E1D80A-4A29-4E2A-B293-4232621C1517}" dt="2019-10-06T18:09:07.189" v="268"/>
          <ac:spMkLst>
            <pc:docMk/>
            <pc:sldMk cId="3525947301" sldId="516"/>
            <ac:spMk id="105" creationId="{78724964-8F6E-44DE-9869-90CD04BD38DD}"/>
          </ac:spMkLst>
        </pc:spChg>
        <pc:spChg chg="add del">
          <ac:chgData name="Cristian Chilipirea" userId="34ab170da5908fc4" providerId="LiveId" clId="{51E1D80A-4A29-4E2A-B293-4232621C1517}" dt="2019-10-06T18:09:07.189" v="268"/>
          <ac:spMkLst>
            <pc:docMk/>
            <pc:sldMk cId="3525947301" sldId="516"/>
            <ac:spMk id="106" creationId="{B60B6127-A15F-4993-9A9B-7BC117ACCB05}"/>
          </ac:spMkLst>
        </pc:spChg>
        <pc:spChg chg="add del">
          <ac:chgData name="Cristian Chilipirea" userId="34ab170da5908fc4" providerId="LiveId" clId="{51E1D80A-4A29-4E2A-B293-4232621C1517}" dt="2019-10-06T18:09:07.189" v="268"/>
          <ac:spMkLst>
            <pc:docMk/>
            <pc:sldMk cId="3525947301" sldId="516"/>
            <ac:spMk id="107" creationId="{32F8982B-6C49-4E5A-9851-AB60E3AC6AF4}"/>
          </ac:spMkLst>
        </pc:spChg>
        <pc:spChg chg="add del">
          <ac:chgData name="Cristian Chilipirea" userId="34ab170da5908fc4" providerId="LiveId" clId="{51E1D80A-4A29-4E2A-B293-4232621C1517}" dt="2019-10-06T18:09:07.189" v="268"/>
          <ac:spMkLst>
            <pc:docMk/>
            <pc:sldMk cId="3525947301" sldId="516"/>
            <ac:spMk id="108" creationId="{5C8D1857-2D3A-45F2-ACC6-4D9EA0D7504D}"/>
          </ac:spMkLst>
        </pc:spChg>
        <pc:spChg chg="add del">
          <ac:chgData name="Cristian Chilipirea" userId="34ab170da5908fc4" providerId="LiveId" clId="{51E1D80A-4A29-4E2A-B293-4232621C1517}" dt="2019-10-06T18:09:07.189" v="268"/>
          <ac:spMkLst>
            <pc:docMk/>
            <pc:sldMk cId="3525947301" sldId="516"/>
            <ac:spMk id="109" creationId="{AB31751C-7EDF-4451-8D04-6CCFC2AE2C48}"/>
          </ac:spMkLst>
        </pc:spChg>
        <pc:spChg chg="add del">
          <ac:chgData name="Cristian Chilipirea" userId="34ab170da5908fc4" providerId="LiveId" clId="{51E1D80A-4A29-4E2A-B293-4232621C1517}" dt="2019-10-06T18:09:07.189" v="268"/>
          <ac:spMkLst>
            <pc:docMk/>
            <pc:sldMk cId="3525947301" sldId="516"/>
            <ac:spMk id="110" creationId="{13D9E67E-D473-4927-B16D-5ACAFAA8DEA1}"/>
          </ac:spMkLst>
        </pc:spChg>
        <pc:spChg chg="add del">
          <ac:chgData name="Cristian Chilipirea" userId="34ab170da5908fc4" providerId="LiveId" clId="{51E1D80A-4A29-4E2A-B293-4232621C1517}" dt="2019-10-06T18:09:07.189" v="268"/>
          <ac:spMkLst>
            <pc:docMk/>
            <pc:sldMk cId="3525947301" sldId="516"/>
            <ac:spMk id="111" creationId="{8CC3911D-523F-45E8-A6BF-E4E2952C1671}"/>
          </ac:spMkLst>
        </pc:spChg>
        <pc:spChg chg="add del">
          <ac:chgData name="Cristian Chilipirea" userId="34ab170da5908fc4" providerId="LiveId" clId="{51E1D80A-4A29-4E2A-B293-4232621C1517}" dt="2019-10-06T18:09:07.189" v="268"/>
          <ac:spMkLst>
            <pc:docMk/>
            <pc:sldMk cId="3525947301" sldId="516"/>
            <ac:spMk id="112" creationId="{E98E5713-6C79-40B0-8C30-743DE475B266}"/>
          </ac:spMkLst>
        </pc:spChg>
        <pc:spChg chg="add del">
          <ac:chgData name="Cristian Chilipirea" userId="34ab170da5908fc4" providerId="LiveId" clId="{51E1D80A-4A29-4E2A-B293-4232621C1517}" dt="2019-10-06T18:09:07.189" v="268"/>
          <ac:spMkLst>
            <pc:docMk/>
            <pc:sldMk cId="3525947301" sldId="516"/>
            <ac:spMk id="113" creationId="{0E11F2B7-97EA-4238-B9D7-A70FA3AF7D22}"/>
          </ac:spMkLst>
        </pc:spChg>
        <pc:spChg chg="add del">
          <ac:chgData name="Cristian Chilipirea" userId="34ab170da5908fc4" providerId="LiveId" clId="{51E1D80A-4A29-4E2A-B293-4232621C1517}" dt="2019-10-06T18:09:07.189" v="268"/>
          <ac:spMkLst>
            <pc:docMk/>
            <pc:sldMk cId="3525947301" sldId="516"/>
            <ac:spMk id="114" creationId="{54E48675-4449-4E51-BB2E-26FC5E6DD763}"/>
          </ac:spMkLst>
        </pc:spChg>
        <pc:spChg chg="add del">
          <ac:chgData name="Cristian Chilipirea" userId="34ab170da5908fc4" providerId="LiveId" clId="{51E1D80A-4A29-4E2A-B293-4232621C1517}" dt="2019-10-06T18:09:07.189" v="268"/>
          <ac:spMkLst>
            <pc:docMk/>
            <pc:sldMk cId="3525947301" sldId="516"/>
            <ac:spMk id="115" creationId="{C6DDE6E8-EA87-414A-928B-F7FD89D71E9C}"/>
          </ac:spMkLst>
        </pc:spChg>
        <pc:spChg chg="add del">
          <ac:chgData name="Cristian Chilipirea" userId="34ab170da5908fc4" providerId="LiveId" clId="{51E1D80A-4A29-4E2A-B293-4232621C1517}" dt="2019-10-06T18:09:07.189" v="268"/>
          <ac:spMkLst>
            <pc:docMk/>
            <pc:sldMk cId="3525947301" sldId="516"/>
            <ac:spMk id="116" creationId="{D177A783-609A-4FFF-B5F6-9D9BCED04C61}"/>
          </ac:spMkLst>
        </pc:spChg>
        <pc:spChg chg="add del">
          <ac:chgData name="Cristian Chilipirea" userId="34ab170da5908fc4" providerId="LiveId" clId="{51E1D80A-4A29-4E2A-B293-4232621C1517}" dt="2019-10-06T18:09:07.189" v="268"/>
          <ac:spMkLst>
            <pc:docMk/>
            <pc:sldMk cId="3525947301" sldId="516"/>
            <ac:spMk id="117" creationId="{7EA910D5-9509-4DB1-A728-BAFF49C37C09}"/>
          </ac:spMkLst>
        </pc:spChg>
        <pc:spChg chg="add del">
          <ac:chgData name="Cristian Chilipirea" userId="34ab170da5908fc4" providerId="LiveId" clId="{51E1D80A-4A29-4E2A-B293-4232621C1517}" dt="2019-10-06T18:09:07.189" v="268"/>
          <ac:spMkLst>
            <pc:docMk/>
            <pc:sldMk cId="3525947301" sldId="516"/>
            <ac:spMk id="118" creationId="{98E52453-9570-4D88-A1F8-3A94507C9B4F}"/>
          </ac:spMkLst>
        </pc:spChg>
        <pc:spChg chg="add del">
          <ac:chgData name="Cristian Chilipirea" userId="34ab170da5908fc4" providerId="LiveId" clId="{51E1D80A-4A29-4E2A-B293-4232621C1517}" dt="2019-10-06T18:09:07.189" v="268"/>
          <ac:spMkLst>
            <pc:docMk/>
            <pc:sldMk cId="3525947301" sldId="516"/>
            <ac:spMk id="119" creationId="{A16AE2A3-CC0D-41A7-924E-9B598552FF41}"/>
          </ac:spMkLst>
        </pc:spChg>
        <pc:spChg chg="add del">
          <ac:chgData name="Cristian Chilipirea" userId="34ab170da5908fc4" providerId="LiveId" clId="{51E1D80A-4A29-4E2A-B293-4232621C1517}" dt="2019-10-06T18:09:07.189" v="268"/>
          <ac:spMkLst>
            <pc:docMk/>
            <pc:sldMk cId="3525947301" sldId="516"/>
            <ac:spMk id="120" creationId="{17E9E778-A417-4850-8318-61E84787EA1C}"/>
          </ac:spMkLst>
        </pc:spChg>
        <pc:spChg chg="add del">
          <ac:chgData name="Cristian Chilipirea" userId="34ab170da5908fc4" providerId="LiveId" clId="{51E1D80A-4A29-4E2A-B293-4232621C1517}" dt="2019-10-06T18:09:07.189" v="268"/>
          <ac:spMkLst>
            <pc:docMk/>
            <pc:sldMk cId="3525947301" sldId="516"/>
            <ac:spMk id="121" creationId="{873855A0-69EF-4B58-9133-DE27AEE9AF4F}"/>
          </ac:spMkLst>
        </pc:spChg>
        <pc:spChg chg="add del">
          <ac:chgData name="Cristian Chilipirea" userId="34ab170da5908fc4" providerId="LiveId" clId="{51E1D80A-4A29-4E2A-B293-4232621C1517}" dt="2019-10-06T18:09:07.189" v="268"/>
          <ac:spMkLst>
            <pc:docMk/>
            <pc:sldMk cId="3525947301" sldId="516"/>
            <ac:spMk id="122" creationId="{1C52FBCB-AA60-4EF4-A995-4B29FFB8E92E}"/>
          </ac:spMkLst>
        </pc:spChg>
        <pc:spChg chg="add del">
          <ac:chgData name="Cristian Chilipirea" userId="34ab170da5908fc4" providerId="LiveId" clId="{51E1D80A-4A29-4E2A-B293-4232621C1517}" dt="2019-10-06T18:09:07.189" v="268"/>
          <ac:spMkLst>
            <pc:docMk/>
            <pc:sldMk cId="3525947301" sldId="516"/>
            <ac:spMk id="123" creationId="{81ECCF7B-23B9-4412-8E64-7D080D4843F0}"/>
          </ac:spMkLst>
        </pc:spChg>
        <pc:spChg chg="add del">
          <ac:chgData name="Cristian Chilipirea" userId="34ab170da5908fc4" providerId="LiveId" clId="{51E1D80A-4A29-4E2A-B293-4232621C1517}" dt="2019-10-06T18:09:07.189" v="268"/>
          <ac:spMkLst>
            <pc:docMk/>
            <pc:sldMk cId="3525947301" sldId="516"/>
            <ac:spMk id="124" creationId="{8C0203B4-FE51-4C13-B395-F834B24FA480}"/>
          </ac:spMkLst>
        </pc:spChg>
        <pc:spChg chg="add del">
          <ac:chgData name="Cristian Chilipirea" userId="34ab170da5908fc4" providerId="LiveId" clId="{51E1D80A-4A29-4E2A-B293-4232621C1517}" dt="2019-10-06T18:09:07.189" v="268"/>
          <ac:spMkLst>
            <pc:docMk/>
            <pc:sldMk cId="3525947301" sldId="516"/>
            <ac:spMk id="125" creationId="{AF9448D8-3AD9-4070-B2DF-BD0BBA2201E5}"/>
          </ac:spMkLst>
        </pc:spChg>
        <pc:spChg chg="add del">
          <ac:chgData name="Cristian Chilipirea" userId="34ab170da5908fc4" providerId="LiveId" clId="{51E1D80A-4A29-4E2A-B293-4232621C1517}" dt="2019-10-06T18:09:07.189" v="268"/>
          <ac:spMkLst>
            <pc:docMk/>
            <pc:sldMk cId="3525947301" sldId="516"/>
            <ac:spMk id="126" creationId="{1D47D114-923C-4786-8889-BFE5C702C8E0}"/>
          </ac:spMkLst>
        </pc:spChg>
        <pc:spChg chg="add del">
          <ac:chgData name="Cristian Chilipirea" userId="34ab170da5908fc4" providerId="LiveId" clId="{51E1D80A-4A29-4E2A-B293-4232621C1517}" dt="2019-10-06T18:09:07.189" v="268"/>
          <ac:spMkLst>
            <pc:docMk/>
            <pc:sldMk cId="3525947301" sldId="516"/>
            <ac:spMk id="127" creationId="{4E55EF62-649C-4711-9727-B7CA5B9529CE}"/>
          </ac:spMkLst>
        </pc:spChg>
        <pc:spChg chg="add del">
          <ac:chgData name="Cristian Chilipirea" userId="34ab170da5908fc4" providerId="LiveId" clId="{51E1D80A-4A29-4E2A-B293-4232621C1517}" dt="2019-10-06T18:09:07.189" v="268"/>
          <ac:spMkLst>
            <pc:docMk/>
            <pc:sldMk cId="3525947301" sldId="516"/>
            <ac:spMk id="128" creationId="{8E7C89BD-527D-4BBD-8B6E-633F0CB3226A}"/>
          </ac:spMkLst>
        </pc:spChg>
        <pc:spChg chg="add del">
          <ac:chgData name="Cristian Chilipirea" userId="34ab170da5908fc4" providerId="LiveId" clId="{51E1D80A-4A29-4E2A-B293-4232621C1517}" dt="2019-10-06T18:09:07.189" v="268"/>
          <ac:spMkLst>
            <pc:docMk/>
            <pc:sldMk cId="3525947301" sldId="516"/>
            <ac:spMk id="129" creationId="{B0461DAA-B3F0-48AC-A832-7CF3D5F9CAB7}"/>
          </ac:spMkLst>
        </pc:spChg>
        <pc:spChg chg="add del">
          <ac:chgData name="Cristian Chilipirea" userId="34ab170da5908fc4" providerId="LiveId" clId="{51E1D80A-4A29-4E2A-B293-4232621C1517}" dt="2019-10-06T18:09:07.189" v="268"/>
          <ac:spMkLst>
            <pc:docMk/>
            <pc:sldMk cId="3525947301" sldId="516"/>
            <ac:spMk id="130" creationId="{45829A2A-10D2-4D68-8072-7E4CA74BA73F}"/>
          </ac:spMkLst>
        </pc:spChg>
        <pc:spChg chg="add del">
          <ac:chgData name="Cristian Chilipirea" userId="34ab170da5908fc4" providerId="LiveId" clId="{51E1D80A-4A29-4E2A-B293-4232621C1517}" dt="2019-10-06T18:09:07.189" v="268"/>
          <ac:spMkLst>
            <pc:docMk/>
            <pc:sldMk cId="3525947301" sldId="516"/>
            <ac:spMk id="131" creationId="{2483B2C8-2AF0-4A2F-8B1D-EA2BB6A02FA5}"/>
          </ac:spMkLst>
        </pc:spChg>
        <pc:spChg chg="add del">
          <ac:chgData name="Cristian Chilipirea" userId="34ab170da5908fc4" providerId="LiveId" clId="{51E1D80A-4A29-4E2A-B293-4232621C1517}" dt="2019-10-06T18:09:07.189" v="268"/>
          <ac:spMkLst>
            <pc:docMk/>
            <pc:sldMk cId="3525947301" sldId="516"/>
            <ac:spMk id="132" creationId="{1A327CC3-251E-4740-A19D-9051DD4C0FC6}"/>
          </ac:spMkLst>
        </pc:spChg>
        <pc:spChg chg="add del">
          <ac:chgData name="Cristian Chilipirea" userId="34ab170da5908fc4" providerId="LiveId" clId="{51E1D80A-4A29-4E2A-B293-4232621C1517}" dt="2019-10-06T18:09:07.189" v="268"/>
          <ac:spMkLst>
            <pc:docMk/>
            <pc:sldMk cId="3525947301" sldId="516"/>
            <ac:spMk id="133" creationId="{7B80C8E5-D5D4-4C0D-AB65-104370594260}"/>
          </ac:spMkLst>
        </pc:spChg>
        <pc:spChg chg="add del">
          <ac:chgData name="Cristian Chilipirea" userId="34ab170da5908fc4" providerId="LiveId" clId="{51E1D80A-4A29-4E2A-B293-4232621C1517}" dt="2019-10-06T18:09:07.189" v="268"/>
          <ac:spMkLst>
            <pc:docMk/>
            <pc:sldMk cId="3525947301" sldId="516"/>
            <ac:spMk id="134" creationId="{DB61C84A-B497-4276-BB1E-392F59C3A59E}"/>
          </ac:spMkLst>
        </pc:spChg>
        <pc:spChg chg="add del">
          <ac:chgData name="Cristian Chilipirea" userId="34ab170da5908fc4" providerId="LiveId" clId="{51E1D80A-4A29-4E2A-B293-4232621C1517}" dt="2019-10-06T18:09:07.189" v="268"/>
          <ac:spMkLst>
            <pc:docMk/>
            <pc:sldMk cId="3525947301" sldId="516"/>
            <ac:spMk id="135" creationId="{45778B5E-00D1-4C36-BC79-486FDAF48121}"/>
          </ac:spMkLst>
        </pc:spChg>
        <pc:spChg chg="add del">
          <ac:chgData name="Cristian Chilipirea" userId="34ab170da5908fc4" providerId="LiveId" clId="{51E1D80A-4A29-4E2A-B293-4232621C1517}" dt="2019-10-06T18:09:07.189" v="268"/>
          <ac:spMkLst>
            <pc:docMk/>
            <pc:sldMk cId="3525947301" sldId="516"/>
            <ac:spMk id="136" creationId="{621C3011-1436-4A35-A1FD-3E62B42CD25E}"/>
          </ac:spMkLst>
        </pc:spChg>
        <pc:spChg chg="add del">
          <ac:chgData name="Cristian Chilipirea" userId="34ab170da5908fc4" providerId="LiveId" clId="{51E1D80A-4A29-4E2A-B293-4232621C1517}" dt="2019-10-06T18:09:07.189" v="268"/>
          <ac:spMkLst>
            <pc:docMk/>
            <pc:sldMk cId="3525947301" sldId="516"/>
            <ac:spMk id="137" creationId="{3FAD86C1-663F-40EC-BB9F-F3DAEC7C69D6}"/>
          </ac:spMkLst>
        </pc:spChg>
        <pc:spChg chg="add del">
          <ac:chgData name="Cristian Chilipirea" userId="34ab170da5908fc4" providerId="LiveId" clId="{51E1D80A-4A29-4E2A-B293-4232621C1517}" dt="2019-10-06T18:09:07.189" v="268"/>
          <ac:spMkLst>
            <pc:docMk/>
            <pc:sldMk cId="3525947301" sldId="516"/>
            <ac:spMk id="138" creationId="{85282E73-8F89-42C4-991D-F9A7E1729653}"/>
          </ac:spMkLst>
        </pc:spChg>
        <pc:spChg chg="add del">
          <ac:chgData name="Cristian Chilipirea" userId="34ab170da5908fc4" providerId="LiveId" clId="{51E1D80A-4A29-4E2A-B293-4232621C1517}" dt="2019-10-06T18:09:07.189" v="268"/>
          <ac:spMkLst>
            <pc:docMk/>
            <pc:sldMk cId="3525947301" sldId="516"/>
            <ac:spMk id="139" creationId="{F2962331-DA28-4005-A232-925B3931EF4E}"/>
          </ac:spMkLst>
        </pc:spChg>
        <pc:spChg chg="add del">
          <ac:chgData name="Cristian Chilipirea" userId="34ab170da5908fc4" providerId="LiveId" clId="{51E1D80A-4A29-4E2A-B293-4232621C1517}" dt="2019-10-06T18:09:07.189" v="268"/>
          <ac:spMkLst>
            <pc:docMk/>
            <pc:sldMk cId="3525947301" sldId="516"/>
            <ac:spMk id="140" creationId="{FBDB3DD9-B3C1-4077-B32D-E6BA68FA6B8B}"/>
          </ac:spMkLst>
        </pc:spChg>
        <pc:spChg chg="add del">
          <ac:chgData name="Cristian Chilipirea" userId="34ab170da5908fc4" providerId="LiveId" clId="{51E1D80A-4A29-4E2A-B293-4232621C1517}" dt="2019-10-06T18:09:07.189" v="268"/>
          <ac:spMkLst>
            <pc:docMk/>
            <pc:sldMk cId="3525947301" sldId="516"/>
            <ac:spMk id="141" creationId="{9F55D5AA-284B-4AF6-9919-43070B998415}"/>
          </ac:spMkLst>
        </pc:spChg>
        <pc:spChg chg="add del">
          <ac:chgData name="Cristian Chilipirea" userId="34ab170da5908fc4" providerId="LiveId" clId="{51E1D80A-4A29-4E2A-B293-4232621C1517}" dt="2019-10-06T18:09:07.189" v="268"/>
          <ac:spMkLst>
            <pc:docMk/>
            <pc:sldMk cId="3525947301" sldId="516"/>
            <ac:spMk id="142" creationId="{4B144694-D3F8-4A32-973E-1631476CEBA6}"/>
          </ac:spMkLst>
        </pc:spChg>
        <pc:spChg chg="add del">
          <ac:chgData name="Cristian Chilipirea" userId="34ab170da5908fc4" providerId="LiveId" clId="{51E1D80A-4A29-4E2A-B293-4232621C1517}" dt="2019-10-06T18:09:07.189" v="268"/>
          <ac:spMkLst>
            <pc:docMk/>
            <pc:sldMk cId="3525947301" sldId="516"/>
            <ac:spMk id="143" creationId="{458A36B6-E535-49F9-8BF6-438E36B7A408}"/>
          </ac:spMkLst>
        </pc:spChg>
        <pc:spChg chg="add del">
          <ac:chgData name="Cristian Chilipirea" userId="34ab170da5908fc4" providerId="LiveId" clId="{51E1D80A-4A29-4E2A-B293-4232621C1517}" dt="2019-10-06T18:09:07.189" v="268"/>
          <ac:spMkLst>
            <pc:docMk/>
            <pc:sldMk cId="3525947301" sldId="516"/>
            <ac:spMk id="144" creationId="{F9405AFD-262D-492D-B21F-4B71AE202C32}"/>
          </ac:spMkLst>
        </pc:spChg>
        <pc:spChg chg="add del">
          <ac:chgData name="Cristian Chilipirea" userId="34ab170da5908fc4" providerId="LiveId" clId="{51E1D80A-4A29-4E2A-B293-4232621C1517}" dt="2019-10-06T18:09:07.189" v="268"/>
          <ac:spMkLst>
            <pc:docMk/>
            <pc:sldMk cId="3525947301" sldId="516"/>
            <ac:spMk id="145" creationId="{184896E7-7000-4C6C-BBA6-2102C5E5A74D}"/>
          </ac:spMkLst>
        </pc:spChg>
        <pc:spChg chg="add del">
          <ac:chgData name="Cristian Chilipirea" userId="34ab170da5908fc4" providerId="LiveId" clId="{51E1D80A-4A29-4E2A-B293-4232621C1517}" dt="2019-10-06T18:09:07.189" v="268"/>
          <ac:spMkLst>
            <pc:docMk/>
            <pc:sldMk cId="3525947301" sldId="516"/>
            <ac:spMk id="146" creationId="{7E652A70-539C-4121-AE0B-8F9F2DFA4390}"/>
          </ac:spMkLst>
        </pc:spChg>
        <pc:spChg chg="add del">
          <ac:chgData name="Cristian Chilipirea" userId="34ab170da5908fc4" providerId="LiveId" clId="{51E1D80A-4A29-4E2A-B293-4232621C1517}" dt="2019-10-06T18:09:07.189" v="268"/>
          <ac:spMkLst>
            <pc:docMk/>
            <pc:sldMk cId="3525947301" sldId="516"/>
            <ac:spMk id="147" creationId="{698DBA92-A5E0-41D5-8BD6-A1900C913DEC}"/>
          </ac:spMkLst>
        </pc:spChg>
        <pc:spChg chg="add del">
          <ac:chgData name="Cristian Chilipirea" userId="34ab170da5908fc4" providerId="LiveId" clId="{51E1D80A-4A29-4E2A-B293-4232621C1517}" dt="2019-10-06T18:09:07.189" v="268"/>
          <ac:spMkLst>
            <pc:docMk/>
            <pc:sldMk cId="3525947301" sldId="516"/>
            <ac:spMk id="148" creationId="{70B0D057-B7D8-49B5-930E-28DB51BC2F7C}"/>
          </ac:spMkLst>
        </pc:spChg>
        <pc:spChg chg="add del">
          <ac:chgData name="Cristian Chilipirea" userId="34ab170da5908fc4" providerId="LiveId" clId="{51E1D80A-4A29-4E2A-B293-4232621C1517}" dt="2019-10-06T18:09:07.189" v="268"/>
          <ac:spMkLst>
            <pc:docMk/>
            <pc:sldMk cId="3525947301" sldId="516"/>
            <ac:spMk id="149" creationId="{C0502EE0-A3FC-469E-9CC5-CC5E738E63C9}"/>
          </ac:spMkLst>
        </pc:spChg>
        <pc:spChg chg="add del">
          <ac:chgData name="Cristian Chilipirea" userId="34ab170da5908fc4" providerId="LiveId" clId="{51E1D80A-4A29-4E2A-B293-4232621C1517}" dt="2019-10-06T18:09:07.189" v="268"/>
          <ac:spMkLst>
            <pc:docMk/>
            <pc:sldMk cId="3525947301" sldId="516"/>
            <ac:spMk id="150" creationId="{EEC247DD-27A9-4888-8B01-B4DCF1EBCD0B}"/>
          </ac:spMkLst>
        </pc:spChg>
        <pc:spChg chg="add del">
          <ac:chgData name="Cristian Chilipirea" userId="34ab170da5908fc4" providerId="LiveId" clId="{51E1D80A-4A29-4E2A-B293-4232621C1517}" dt="2019-10-06T18:09:07.189" v="268"/>
          <ac:spMkLst>
            <pc:docMk/>
            <pc:sldMk cId="3525947301" sldId="516"/>
            <ac:spMk id="151" creationId="{4B69BAB3-9033-4948-9BE5-1281FEAFBB01}"/>
          </ac:spMkLst>
        </pc:spChg>
        <pc:spChg chg="add del">
          <ac:chgData name="Cristian Chilipirea" userId="34ab170da5908fc4" providerId="LiveId" clId="{51E1D80A-4A29-4E2A-B293-4232621C1517}" dt="2019-10-06T18:09:07.189" v="268"/>
          <ac:spMkLst>
            <pc:docMk/>
            <pc:sldMk cId="3525947301" sldId="516"/>
            <ac:spMk id="152" creationId="{67534385-4359-41E1-90CC-1547DD2DA757}"/>
          </ac:spMkLst>
        </pc:spChg>
        <pc:spChg chg="add del">
          <ac:chgData name="Cristian Chilipirea" userId="34ab170da5908fc4" providerId="LiveId" clId="{51E1D80A-4A29-4E2A-B293-4232621C1517}" dt="2019-10-06T18:09:07.189" v="268"/>
          <ac:spMkLst>
            <pc:docMk/>
            <pc:sldMk cId="3525947301" sldId="516"/>
            <ac:spMk id="153" creationId="{F12481CE-5976-41F7-8107-4728B0019C67}"/>
          </ac:spMkLst>
        </pc:spChg>
        <pc:spChg chg="add del">
          <ac:chgData name="Cristian Chilipirea" userId="34ab170da5908fc4" providerId="LiveId" clId="{51E1D80A-4A29-4E2A-B293-4232621C1517}" dt="2019-10-06T18:09:07.189" v="268"/>
          <ac:spMkLst>
            <pc:docMk/>
            <pc:sldMk cId="3525947301" sldId="516"/>
            <ac:spMk id="154" creationId="{5F1FDCEE-3BAB-41B7-8EDE-4D49A5EA8232}"/>
          </ac:spMkLst>
        </pc:spChg>
        <pc:spChg chg="add del">
          <ac:chgData name="Cristian Chilipirea" userId="34ab170da5908fc4" providerId="LiveId" clId="{51E1D80A-4A29-4E2A-B293-4232621C1517}" dt="2019-10-06T18:09:07.189" v="268"/>
          <ac:spMkLst>
            <pc:docMk/>
            <pc:sldMk cId="3525947301" sldId="516"/>
            <ac:spMk id="155" creationId="{C9CE92FF-2148-4B7F-B74D-F54EAC20DD02}"/>
          </ac:spMkLst>
        </pc:spChg>
        <pc:spChg chg="add del">
          <ac:chgData name="Cristian Chilipirea" userId="34ab170da5908fc4" providerId="LiveId" clId="{51E1D80A-4A29-4E2A-B293-4232621C1517}" dt="2019-10-06T18:09:07.189" v="268"/>
          <ac:spMkLst>
            <pc:docMk/>
            <pc:sldMk cId="3525947301" sldId="516"/>
            <ac:spMk id="156" creationId="{87316CF7-3609-43B9-B158-B4A3992223DC}"/>
          </ac:spMkLst>
        </pc:spChg>
        <pc:spChg chg="add del">
          <ac:chgData name="Cristian Chilipirea" userId="34ab170da5908fc4" providerId="LiveId" clId="{51E1D80A-4A29-4E2A-B293-4232621C1517}" dt="2019-10-06T18:09:07.189" v="268"/>
          <ac:spMkLst>
            <pc:docMk/>
            <pc:sldMk cId="3525947301" sldId="516"/>
            <ac:spMk id="157" creationId="{4C2A7B3E-5BE8-489D-905A-1E15C1CCD2B4}"/>
          </ac:spMkLst>
        </pc:spChg>
        <pc:spChg chg="add del">
          <ac:chgData name="Cristian Chilipirea" userId="34ab170da5908fc4" providerId="LiveId" clId="{51E1D80A-4A29-4E2A-B293-4232621C1517}" dt="2019-10-06T18:09:07.189" v="268"/>
          <ac:spMkLst>
            <pc:docMk/>
            <pc:sldMk cId="3525947301" sldId="516"/>
            <ac:spMk id="158" creationId="{711F4555-C236-4A58-8FFC-580874688549}"/>
          </ac:spMkLst>
        </pc:spChg>
        <pc:spChg chg="add del">
          <ac:chgData name="Cristian Chilipirea" userId="34ab170da5908fc4" providerId="LiveId" clId="{51E1D80A-4A29-4E2A-B293-4232621C1517}" dt="2019-10-06T18:09:07.189" v="268"/>
          <ac:spMkLst>
            <pc:docMk/>
            <pc:sldMk cId="3525947301" sldId="516"/>
            <ac:spMk id="159" creationId="{7816D3AC-A5C4-456C-9B73-2681EEF64BF4}"/>
          </ac:spMkLst>
        </pc:spChg>
        <pc:spChg chg="add del">
          <ac:chgData name="Cristian Chilipirea" userId="34ab170da5908fc4" providerId="LiveId" clId="{51E1D80A-4A29-4E2A-B293-4232621C1517}" dt="2019-10-06T18:09:07.189" v="268"/>
          <ac:spMkLst>
            <pc:docMk/>
            <pc:sldMk cId="3525947301" sldId="516"/>
            <ac:spMk id="160" creationId="{232CEE18-53A7-4FE1-8452-7265E46F2549}"/>
          </ac:spMkLst>
        </pc:spChg>
        <pc:spChg chg="add del">
          <ac:chgData name="Cristian Chilipirea" userId="34ab170da5908fc4" providerId="LiveId" clId="{51E1D80A-4A29-4E2A-B293-4232621C1517}" dt="2019-10-06T18:09:07.189" v="268"/>
          <ac:spMkLst>
            <pc:docMk/>
            <pc:sldMk cId="3525947301" sldId="516"/>
            <ac:spMk id="161" creationId="{24A32EEB-080C-4828-9E85-D7CDA3B02925}"/>
          </ac:spMkLst>
        </pc:spChg>
        <pc:spChg chg="add del">
          <ac:chgData name="Cristian Chilipirea" userId="34ab170da5908fc4" providerId="LiveId" clId="{51E1D80A-4A29-4E2A-B293-4232621C1517}" dt="2019-10-06T18:09:07.189" v="268"/>
          <ac:spMkLst>
            <pc:docMk/>
            <pc:sldMk cId="3525947301" sldId="516"/>
            <ac:spMk id="162" creationId="{898F5362-DE0D-4B62-8D2B-9459F6D897B2}"/>
          </ac:spMkLst>
        </pc:spChg>
        <pc:spChg chg="add del">
          <ac:chgData name="Cristian Chilipirea" userId="34ab170da5908fc4" providerId="LiveId" clId="{51E1D80A-4A29-4E2A-B293-4232621C1517}" dt="2019-10-06T18:09:07.189" v="268"/>
          <ac:spMkLst>
            <pc:docMk/>
            <pc:sldMk cId="3525947301" sldId="516"/>
            <ac:spMk id="163" creationId="{C47F7FE5-4D07-4940-9316-3A3EA9DD9111}"/>
          </ac:spMkLst>
        </pc:spChg>
        <pc:spChg chg="add del">
          <ac:chgData name="Cristian Chilipirea" userId="34ab170da5908fc4" providerId="LiveId" clId="{51E1D80A-4A29-4E2A-B293-4232621C1517}" dt="2019-10-06T18:09:07.189" v="268"/>
          <ac:spMkLst>
            <pc:docMk/>
            <pc:sldMk cId="3525947301" sldId="516"/>
            <ac:spMk id="164" creationId="{454CC8D2-4347-4E51-8CBF-3ED6C9821674}"/>
          </ac:spMkLst>
        </pc:spChg>
        <pc:spChg chg="add del">
          <ac:chgData name="Cristian Chilipirea" userId="34ab170da5908fc4" providerId="LiveId" clId="{51E1D80A-4A29-4E2A-B293-4232621C1517}" dt="2019-10-06T18:09:07.189" v="268"/>
          <ac:spMkLst>
            <pc:docMk/>
            <pc:sldMk cId="3525947301" sldId="516"/>
            <ac:spMk id="165" creationId="{090CE0F3-5270-4173-84DB-41D97E52D2AF}"/>
          </ac:spMkLst>
        </pc:spChg>
        <pc:spChg chg="add del">
          <ac:chgData name="Cristian Chilipirea" userId="34ab170da5908fc4" providerId="LiveId" clId="{51E1D80A-4A29-4E2A-B293-4232621C1517}" dt="2019-10-06T18:09:07.189" v="268"/>
          <ac:spMkLst>
            <pc:docMk/>
            <pc:sldMk cId="3525947301" sldId="516"/>
            <ac:spMk id="166" creationId="{B22ACCB6-3981-43DF-BB6D-DD93F48D92E5}"/>
          </ac:spMkLst>
        </pc:spChg>
        <pc:spChg chg="add del">
          <ac:chgData name="Cristian Chilipirea" userId="34ab170da5908fc4" providerId="LiveId" clId="{51E1D80A-4A29-4E2A-B293-4232621C1517}" dt="2019-10-06T18:09:07.189" v="268"/>
          <ac:spMkLst>
            <pc:docMk/>
            <pc:sldMk cId="3525947301" sldId="516"/>
            <ac:spMk id="167" creationId="{A09D1A9C-9C80-437C-8DB0-181460DF61C2}"/>
          </ac:spMkLst>
        </pc:spChg>
        <pc:spChg chg="add del">
          <ac:chgData name="Cristian Chilipirea" userId="34ab170da5908fc4" providerId="LiveId" clId="{51E1D80A-4A29-4E2A-B293-4232621C1517}" dt="2019-10-06T18:09:07.189" v="268"/>
          <ac:spMkLst>
            <pc:docMk/>
            <pc:sldMk cId="3525947301" sldId="516"/>
            <ac:spMk id="168" creationId="{BBA3DC2A-E309-4663-8D89-A4D4A2D6E508}"/>
          </ac:spMkLst>
        </pc:spChg>
        <pc:spChg chg="add del">
          <ac:chgData name="Cristian Chilipirea" userId="34ab170da5908fc4" providerId="LiveId" clId="{51E1D80A-4A29-4E2A-B293-4232621C1517}" dt="2019-10-06T18:09:07.189" v="268"/>
          <ac:spMkLst>
            <pc:docMk/>
            <pc:sldMk cId="3525947301" sldId="516"/>
            <ac:spMk id="169" creationId="{E4028849-81F6-44F9-93CF-3FB95CEAE4A0}"/>
          </ac:spMkLst>
        </pc:spChg>
        <pc:spChg chg="add del">
          <ac:chgData name="Cristian Chilipirea" userId="34ab170da5908fc4" providerId="LiveId" clId="{51E1D80A-4A29-4E2A-B293-4232621C1517}" dt="2019-10-06T18:09:07.189" v="268"/>
          <ac:spMkLst>
            <pc:docMk/>
            <pc:sldMk cId="3525947301" sldId="516"/>
            <ac:spMk id="170" creationId="{C22FBD1F-73B6-44A0-A960-9716CA3DCEA8}"/>
          </ac:spMkLst>
        </pc:spChg>
        <pc:spChg chg="add del">
          <ac:chgData name="Cristian Chilipirea" userId="34ab170da5908fc4" providerId="LiveId" clId="{51E1D80A-4A29-4E2A-B293-4232621C1517}" dt="2019-10-06T18:09:07.189" v="268"/>
          <ac:spMkLst>
            <pc:docMk/>
            <pc:sldMk cId="3525947301" sldId="516"/>
            <ac:spMk id="171" creationId="{BAEC08BA-D848-47D0-9994-F6933FD3B3AC}"/>
          </ac:spMkLst>
        </pc:spChg>
        <pc:spChg chg="add del">
          <ac:chgData name="Cristian Chilipirea" userId="34ab170da5908fc4" providerId="LiveId" clId="{51E1D80A-4A29-4E2A-B293-4232621C1517}" dt="2019-10-06T18:09:07.189" v="268"/>
          <ac:spMkLst>
            <pc:docMk/>
            <pc:sldMk cId="3525947301" sldId="516"/>
            <ac:spMk id="172" creationId="{B6F50CDD-9392-4290-94C9-C81F86F3C24F}"/>
          </ac:spMkLst>
        </pc:spChg>
        <pc:spChg chg="add del">
          <ac:chgData name="Cristian Chilipirea" userId="34ab170da5908fc4" providerId="LiveId" clId="{51E1D80A-4A29-4E2A-B293-4232621C1517}" dt="2019-10-06T18:09:07.189" v="268"/>
          <ac:spMkLst>
            <pc:docMk/>
            <pc:sldMk cId="3525947301" sldId="516"/>
            <ac:spMk id="173" creationId="{603EF574-1DD6-48D6-B33F-C75108D08043}"/>
          </ac:spMkLst>
        </pc:spChg>
        <pc:spChg chg="add del">
          <ac:chgData name="Cristian Chilipirea" userId="34ab170da5908fc4" providerId="LiveId" clId="{51E1D80A-4A29-4E2A-B293-4232621C1517}" dt="2019-10-06T18:09:07.189" v="268"/>
          <ac:spMkLst>
            <pc:docMk/>
            <pc:sldMk cId="3525947301" sldId="516"/>
            <ac:spMk id="174" creationId="{7CCF4671-FB19-4766-845B-4F0A3A7CD986}"/>
          </ac:spMkLst>
        </pc:spChg>
        <pc:spChg chg="add del">
          <ac:chgData name="Cristian Chilipirea" userId="34ab170da5908fc4" providerId="LiveId" clId="{51E1D80A-4A29-4E2A-B293-4232621C1517}" dt="2019-10-06T18:09:07.189" v="268"/>
          <ac:spMkLst>
            <pc:docMk/>
            <pc:sldMk cId="3525947301" sldId="516"/>
            <ac:spMk id="175" creationId="{862BBD6F-2DAE-42ED-BC71-82ACA16DF568}"/>
          </ac:spMkLst>
        </pc:spChg>
        <pc:spChg chg="add del">
          <ac:chgData name="Cristian Chilipirea" userId="34ab170da5908fc4" providerId="LiveId" clId="{51E1D80A-4A29-4E2A-B293-4232621C1517}" dt="2019-10-06T18:09:07.189" v="268"/>
          <ac:spMkLst>
            <pc:docMk/>
            <pc:sldMk cId="3525947301" sldId="516"/>
            <ac:spMk id="176" creationId="{3F081821-827A-414E-97B5-EEA73012FD47}"/>
          </ac:spMkLst>
        </pc:spChg>
        <pc:spChg chg="add del">
          <ac:chgData name="Cristian Chilipirea" userId="34ab170da5908fc4" providerId="LiveId" clId="{51E1D80A-4A29-4E2A-B293-4232621C1517}" dt="2019-10-06T18:09:07.189" v="268"/>
          <ac:spMkLst>
            <pc:docMk/>
            <pc:sldMk cId="3525947301" sldId="516"/>
            <ac:spMk id="177" creationId="{2C7653D8-11D2-46F2-BD04-3151CC55B103}"/>
          </ac:spMkLst>
        </pc:spChg>
        <pc:spChg chg="add del">
          <ac:chgData name="Cristian Chilipirea" userId="34ab170da5908fc4" providerId="LiveId" clId="{51E1D80A-4A29-4E2A-B293-4232621C1517}" dt="2019-10-06T18:09:07.189" v="268"/>
          <ac:spMkLst>
            <pc:docMk/>
            <pc:sldMk cId="3525947301" sldId="516"/>
            <ac:spMk id="178" creationId="{8F6E4D88-4672-4C9D-A655-E6A3487AA58B}"/>
          </ac:spMkLst>
        </pc:spChg>
        <pc:spChg chg="add del">
          <ac:chgData name="Cristian Chilipirea" userId="34ab170da5908fc4" providerId="LiveId" clId="{51E1D80A-4A29-4E2A-B293-4232621C1517}" dt="2019-10-06T18:09:07.189" v="268"/>
          <ac:spMkLst>
            <pc:docMk/>
            <pc:sldMk cId="3525947301" sldId="516"/>
            <ac:spMk id="179" creationId="{628886E6-83A4-4F45-88A4-A7A8EDAB91DC}"/>
          </ac:spMkLst>
        </pc:spChg>
        <pc:spChg chg="add del">
          <ac:chgData name="Cristian Chilipirea" userId="34ab170da5908fc4" providerId="LiveId" clId="{51E1D80A-4A29-4E2A-B293-4232621C1517}" dt="2019-10-06T18:09:07.189" v="268"/>
          <ac:spMkLst>
            <pc:docMk/>
            <pc:sldMk cId="3525947301" sldId="516"/>
            <ac:spMk id="180" creationId="{FBDE10EC-7F27-4DB1-8FB2-00D2B1AF6919}"/>
          </ac:spMkLst>
        </pc:spChg>
        <pc:spChg chg="add del">
          <ac:chgData name="Cristian Chilipirea" userId="34ab170da5908fc4" providerId="LiveId" clId="{51E1D80A-4A29-4E2A-B293-4232621C1517}" dt="2019-10-06T18:09:07.189" v="268"/>
          <ac:spMkLst>
            <pc:docMk/>
            <pc:sldMk cId="3525947301" sldId="516"/>
            <ac:spMk id="181" creationId="{6001140F-252F-4CC2-8642-ED4F40E2F50F}"/>
          </ac:spMkLst>
        </pc:spChg>
        <pc:spChg chg="add del">
          <ac:chgData name="Cristian Chilipirea" userId="34ab170da5908fc4" providerId="LiveId" clId="{51E1D80A-4A29-4E2A-B293-4232621C1517}" dt="2019-10-06T18:09:07.189" v="268"/>
          <ac:spMkLst>
            <pc:docMk/>
            <pc:sldMk cId="3525947301" sldId="516"/>
            <ac:spMk id="182" creationId="{C28F83D0-47E0-4A44-9771-4CFF5A63E696}"/>
          </ac:spMkLst>
        </pc:spChg>
        <pc:spChg chg="add del">
          <ac:chgData name="Cristian Chilipirea" userId="34ab170da5908fc4" providerId="LiveId" clId="{51E1D80A-4A29-4E2A-B293-4232621C1517}" dt="2019-10-06T18:09:07.189" v="268"/>
          <ac:spMkLst>
            <pc:docMk/>
            <pc:sldMk cId="3525947301" sldId="516"/>
            <ac:spMk id="183" creationId="{45029169-04BC-4667-B578-148AE6D5345C}"/>
          </ac:spMkLst>
        </pc:spChg>
        <pc:spChg chg="add del">
          <ac:chgData name="Cristian Chilipirea" userId="34ab170da5908fc4" providerId="LiveId" clId="{51E1D80A-4A29-4E2A-B293-4232621C1517}" dt="2019-10-06T18:09:07.189" v="268"/>
          <ac:spMkLst>
            <pc:docMk/>
            <pc:sldMk cId="3525947301" sldId="516"/>
            <ac:spMk id="184" creationId="{EF9C57C2-5A09-438F-9D26-D64D4743FB5F}"/>
          </ac:spMkLst>
        </pc:spChg>
        <pc:spChg chg="add del">
          <ac:chgData name="Cristian Chilipirea" userId="34ab170da5908fc4" providerId="LiveId" clId="{51E1D80A-4A29-4E2A-B293-4232621C1517}" dt="2019-10-06T18:09:07.189" v="268"/>
          <ac:spMkLst>
            <pc:docMk/>
            <pc:sldMk cId="3525947301" sldId="516"/>
            <ac:spMk id="185" creationId="{3AB1C0E5-84F0-4E96-9D6C-1EEC9AC3540F}"/>
          </ac:spMkLst>
        </pc:spChg>
        <pc:spChg chg="add del">
          <ac:chgData name="Cristian Chilipirea" userId="34ab170da5908fc4" providerId="LiveId" clId="{51E1D80A-4A29-4E2A-B293-4232621C1517}" dt="2019-10-06T18:09:07.189" v="268"/>
          <ac:spMkLst>
            <pc:docMk/>
            <pc:sldMk cId="3525947301" sldId="516"/>
            <ac:spMk id="186" creationId="{4DC7E910-7C51-46D8-AFA2-F9DD0587665B}"/>
          </ac:spMkLst>
        </pc:spChg>
        <pc:spChg chg="add del">
          <ac:chgData name="Cristian Chilipirea" userId="34ab170da5908fc4" providerId="LiveId" clId="{51E1D80A-4A29-4E2A-B293-4232621C1517}" dt="2019-10-06T18:09:07.189" v="268"/>
          <ac:spMkLst>
            <pc:docMk/>
            <pc:sldMk cId="3525947301" sldId="516"/>
            <ac:spMk id="187" creationId="{920D58C6-E672-4B36-9CE0-8793B0D071F7}"/>
          </ac:spMkLst>
        </pc:spChg>
        <pc:spChg chg="add del">
          <ac:chgData name="Cristian Chilipirea" userId="34ab170da5908fc4" providerId="LiveId" clId="{51E1D80A-4A29-4E2A-B293-4232621C1517}" dt="2019-10-06T18:09:07.189" v="268"/>
          <ac:spMkLst>
            <pc:docMk/>
            <pc:sldMk cId="3525947301" sldId="516"/>
            <ac:spMk id="188" creationId="{07CEC326-F1CB-4F4A-A244-852093FE189A}"/>
          </ac:spMkLst>
        </pc:spChg>
        <pc:spChg chg="add del">
          <ac:chgData name="Cristian Chilipirea" userId="34ab170da5908fc4" providerId="LiveId" clId="{51E1D80A-4A29-4E2A-B293-4232621C1517}" dt="2019-10-06T18:09:07.189" v="268"/>
          <ac:spMkLst>
            <pc:docMk/>
            <pc:sldMk cId="3525947301" sldId="516"/>
            <ac:spMk id="189" creationId="{3E82EEF0-894E-489A-A512-779F574F8126}"/>
          </ac:spMkLst>
        </pc:spChg>
        <pc:spChg chg="add del">
          <ac:chgData name="Cristian Chilipirea" userId="34ab170da5908fc4" providerId="LiveId" clId="{51E1D80A-4A29-4E2A-B293-4232621C1517}" dt="2019-10-06T18:09:07.189" v="268"/>
          <ac:spMkLst>
            <pc:docMk/>
            <pc:sldMk cId="3525947301" sldId="516"/>
            <ac:spMk id="190" creationId="{17A505C7-7724-4B63-99A4-1463CC003FF8}"/>
          </ac:spMkLst>
        </pc:spChg>
        <pc:spChg chg="add del">
          <ac:chgData name="Cristian Chilipirea" userId="34ab170da5908fc4" providerId="LiveId" clId="{51E1D80A-4A29-4E2A-B293-4232621C1517}" dt="2019-10-06T18:09:07.189" v="268"/>
          <ac:spMkLst>
            <pc:docMk/>
            <pc:sldMk cId="3525947301" sldId="516"/>
            <ac:spMk id="191" creationId="{3F11C3B1-910B-4EB3-8070-1DBC2B0B46B2}"/>
          </ac:spMkLst>
        </pc:spChg>
        <pc:spChg chg="add del">
          <ac:chgData name="Cristian Chilipirea" userId="34ab170da5908fc4" providerId="LiveId" clId="{51E1D80A-4A29-4E2A-B293-4232621C1517}" dt="2019-10-06T18:09:07.189" v="268"/>
          <ac:spMkLst>
            <pc:docMk/>
            <pc:sldMk cId="3525947301" sldId="516"/>
            <ac:spMk id="192" creationId="{1999D326-8F0E-4FD6-89FF-1C342AC7ACC5}"/>
          </ac:spMkLst>
        </pc:spChg>
        <pc:spChg chg="add del">
          <ac:chgData name="Cristian Chilipirea" userId="34ab170da5908fc4" providerId="LiveId" clId="{51E1D80A-4A29-4E2A-B293-4232621C1517}" dt="2019-10-06T18:09:07.189" v="268"/>
          <ac:spMkLst>
            <pc:docMk/>
            <pc:sldMk cId="3525947301" sldId="516"/>
            <ac:spMk id="193" creationId="{88DE643E-2EEE-4441-9151-48120F3D9B2F}"/>
          </ac:spMkLst>
        </pc:spChg>
        <pc:spChg chg="add del">
          <ac:chgData name="Cristian Chilipirea" userId="34ab170da5908fc4" providerId="LiveId" clId="{51E1D80A-4A29-4E2A-B293-4232621C1517}" dt="2019-10-06T18:09:07.189" v="268"/>
          <ac:spMkLst>
            <pc:docMk/>
            <pc:sldMk cId="3525947301" sldId="516"/>
            <ac:spMk id="194" creationId="{7B733A88-8F9C-4122-85A1-DA0046C7A95A}"/>
          </ac:spMkLst>
        </pc:spChg>
        <pc:spChg chg="add del">
          <ac:chgData name="Cristian Chilipirea" userId="34ab170da5908fc4" providerId="LiveId" clId="{51E1D80A-4A29-4E2A-B293-4232621C1517}" dt="2019-10-06T18:09:07.189" v="268"/>
          <ac:spMkLst>
            <pc:docMk/>
            <pc:sldMk cId="3525947301" sldId="516"/>
            <ac:spMk id="195" creationId="{831E323C-3929-410F-9B63-8A6D5435BC95}"/>
          </ac:spMkLst>
        </pc:spChg>
        <pc:spChg chg="add del">
          <ac:chgData name="Cristian Chilipirea" userId="34ab170da5908fc4" providerId="LiveId" clId="{51E1D80A-4A29-4E2A-B293-4232621C1517}" dt="2019-10-06T18:09:07.189" v="268"/>
          <ac:spMkLst>
            <pc:docMk/>
            <pc:sldMk cId="3525947301" sldId="516"/>
            <ac:spMk id="196" creationId="{8330C72B-ED08-46DA-8673-CCF89F63E062}"/>
          </ac:spMkLst>
        </pc:spChg>
        <pc:spChg chg="add del">
          <ac:chgData name="Cristian Chilipirea" userId="34ab170da5908fc4" providerId="LiveId" clId="{51E1D80A-4A29-4E2A-B293-4232621C1517}" dt="2019-10-06T18:09:07.189" v="268"/>
          <ac:spMkLst>
            <pc:docMk/>
            <pc:sldMk cId="3525947301" sldId="516"/>
            <ac:spMk id="197" creationId="{4613D1CE-ECEF-4839-AA54-06AD17FC0E08}"/>
          </ac:spMkLst>
        </pc:spChg>
        <pc:spChg chg="add del">
          <ac:chgData name="Cristian Chilipirea" userId="34ab170da5908fc4" providerId="LiveId" clId="{51E1D80A-4A29-4E2A-B293-4232621C1517}" dt="2019-10-06T18:09:07.189" v="268"/>
          <ac:spMkLst>
            <pc:docMk/>
            <pc:sldMk cId="3525947301" sldId="516"/>
            <ac:spMk id="198" creationId="{9F4750EE-A3DE-467C-8F8E-5D19B53AB0E0}"/>
          </ac:spMkLst>
        </pc:spChg>
        <pc:spChg chg="add del">
          <ac:chgData name="Cristian Chilipirea" userId="34ab170da5908fc4" providerId="LiveId" clId="{51E1D80A-4A29-4E2A-B293-4232621C1517}" dt="2019-10-06T18:09:07.189" v="268"/>
          <ac:spMkLst>
            <pc:docMk/>
            <pc:sldMk cId="3525947301" sldId="516"/>
            <ac:spMk id="199" creationId="{4463CC68-97DE-4537-98E6-C65FF11F2030}"/>
          </ac:spMkLst>
        </pc:spChg>
        <pc:spChg chg="add del">
          <ac:chgData name="Cristian Chilipirea" userId="34ab170da5908fc4" providerId="LiveId" clId="{51E1D80A-4A29-4E2A-B293-4232621C1517}" dt="2019-10-06T18:09:07.189" v="268"/>
          <ac:spMkLst>
            <pc:docMk/>
            <pc:sldMk cId="3525947301" sldId="516"/>
            <ac:spMk id="200" creationId="{C6A858AB-D5A0-4253-BF67-3E6A2FEA04DD}"/>
          </ac:spMkLst>
        </pc:spChg>
        <pc:spChg chg="add del">
          <ac:chgData name="Cristian Chilipirea" userId="34ab170da5908fc4" providerId="LiveId" clId="{51E1D80A-4A29-4E2A-B293-4232621C1517}" dt="2019-10-06T18:09:07.189" v="268"/>
          <ac:spMkLst>
            <pc:docMk/>
            <pc:sldMk cId="3525947301" sldId="516"/>
            <ac:spMk id="201" creationId="{DA6AD364-CC0A-457D-A676-636929BF4FEF}"/>
          </ac:spMkLst>
        </pc:spChg>
        <pc:spChg chg="add del">
          <ac:chgData name="Cristian Chilipirea" userId="34ab170da5908fc4" providerId="LiveId" clId="{51E1D80A-4A29-4E2A-B293-4232621C1517}" dt="2019-10-06T18:09:07.189" v="268"/>
          <ac:spMkLst>
            <pc:docMk/>
            <pc:sldMk cId="3525947301" sldId="516"/>
            <ac:spMk id="202" creationId="{D3D5BD0F-6EB2-49BA-A194-92757BA43E70}"/>
          </ac:spMkLst>
        </pc:spChg>
        <pc:spChg chg="add del">
          <ac:chgData name="Cristian Chilipirea" userId="34ab170da5908fc4" providerId="LiveId" clId="{51E1D80A-4A29-4E2A-B293-4232621C1517}" dt="2019-10-06T18:09:07.189" v="268"/>
          <ac:spMkLst>
            <pc:docMk/>
            <pc:sldMk cId="3525947301" sldId="516"/>
            <ac:spMk id="203" creationId="{79CC2A87-8D30-45AE-9AEA-1FABC111D3D1}"/>
          </ac:spMkLst>
        </pc:spChg>
        <pc:spChg chg="add del">
          <ac:chgData name="Cristian Chilipirea" userId="34ab170da5908fc4" providerId="LiveId" clId="{51E1D80A-4A29-4E2A-B293-4232621C1517}" dt="2019-10-06T18:09:07.189" v="268"/>
          <ac:spMkLst>
            <pc:docMk/>
            <pc:sldMk cId="3525947301" sldId="516"/>
            <ac:spMk id="204" creationId="{79E910F4-F930-4321-BC04-E1EEC84EAB72}"/>
          </ac:spMkLst>
        </pc:spChg>
        <pc:spChg chg="add del">
          <ac:chgData name="Cristian Chilipirea" userId="34ab170da5908fc4" providerId="LiveId" clId="{51E1D80A-4A29-4E2A-B293-4232621C1517}" dt="2019-10-06T18:09:07.189" v="268"/>
          <ac:spMkLst>
            <pc:docMk/>
            <pc:sldMk cId="3525947301" sldId="516"/>
            <ac:spMk id="205" creationId="{8DFF64B0-F439-4584-A789-70DA59AA9005}"/>
          </ac:spMkLst>
        </pc:spChg>
        <pc:spChg chg="add del">
          <ac:chgData name="Cristian Chilipirea" userId="34ab170da5908fc4" providerId="LiveId" clId="{51E1D80A-4A29-4E2A-B293-4232621C1517}" dt="2019-10-06T18:09:07.189" v="268"/>
          <ac:spMkLst>
            <pc:docMk/>
            <pc:sldMk cId="3525947301" sldId="516"/>
            <ac:spMk id="206" creationId="{DEC0BA5B-18EC-4927-95B7-BAB86A00E769}"/>
          </ac:spMkLst>
        </pc:spChg>
        <pc:spChg chg="add del">
          <ac:chgData name="Cristian Chilipirea" userId="34ab170da5908fc4" providerId="LiveId" clId="{51E1D80A-4A29-4E2A-B293-4232621C1517}" dt="2019-10-06T18:09:07.189" v="268"/>
          <ac:spMkLst>
            <pc:docMk/>
            <pc:sldMk cId="3525947301" sldId="516"/>
            <ac:spMk id="207" creationId="{9230E7E9-4183-427B-9356-12DF8330579D}"/>
          </ac:spMkLst>
        </pc:spChg>
        <pc:spChg chg="add del">
          <ac:chgData name="Cristian Chilipirea" userId="34ab170da5908fc4" providerId="LiveId" clId="{51E1D80A-4A29-4E2A-B293-4232621C1517}" dt="2019-10-06T18:09:07.189" v="268"/>
          <ac:spMkLst>
            <pc:docMk/>
            <pc:sldMk cId="3525947301" sldId="516"/>
            <ac:spMk id="208" creationId="{1A2C90FB-51FB-4C3D-8A32-29BAD87CA295}"/>
          </ac:spMkLst>
        </pc:spChg>
        <pc:spChg chg="add del">
          <ac:chgData name="Cristian Chilipirea" userId="34ab170da5908fc4" providerId="LiveId" clId="{51E1D80A-4A29-4E2A-B293-4232621C1517}" dt="2019-10-06T18:09:07.189" v="268"/>
          <ac:spMkLst>
            <pc:docMk/>
            <pc:sldMk cId="3525947301" sldId="516"/>
            <ac:spMk id="209" creationId="{6CD76310-B0F0-4E71-80AC-AEB0ACC85220}"/>
          </ac:spMkLst>
        </pc:spChg>
        <pc:spChg chg="add del">
          <ac:chgData name="Cristian Chilipirea" userId="34ab170da5908fc4" providerId="LiveId" clId="{51E1D80A-4A29-4E2A-B293-4232621C1517}" dt="2019-10-06T18:09:07.189" v="268"/>
          <ac:spMkLst>
            <pc:docMk/>
            <pc:sldMk cId="3525947301" sldId="516"/>
            <ac:spMk id="210" creationId="{73473965-351E-4329-9EFC-69E6E23060DB}"/>
          </ac:spMkLst>
        </pc:spChg>
        <pc:spChg chg="add del">
          <ac:chgData name="Cristian Chilipirea" userId="34ab170da5908fc4" providerId="LiveId" clId="{51E1D80A-4A29-4E2A-B293-4232621C1517}" dt="2019-10-06T18:09:07.189" v="268"/>
          <ac:spMkLst>
            <pc:docMk/>
            <pc:sldMk cId="3525947301" sldId="516"/>
            <ac:spMk id="211" creationId="{4F3ECC05-B96A-4DA9-A75E-705BF57C8986}"/>
          </ac:spMkLst>
        </pc:spChg>
        <pc:spChg chg="add del">
          <ac:chgData name="Cristian Chilipirea" userId="34ab170da5908fc4" providerId="LiveId" clId="{51E1D80A-4A29-4E2A-B293-4232621C1517}" dt="2019-10-06T18:09:07.189" v="268"/>
          <ac:spMkLst>
            <pc:docMk/>
            <pc:sldMk cId="3525947301" sldId="516"/>
            <ac:spMk id="212" creationId="{D0DDD6C2-4EEE-45F9-B434-79E3EE5D98FB}"/>
          </ac:spMkLst>
        </pc:spChg>
        <pc:spChg chg="add del">
          <ac:chgData name="Cristian Chilipirea" userId="34ab170da5908fc4" providerId="LiveId" clId="{51E1D80A-4A29-4E2A-B293-4232621C1517}" dt="2019-10-06T18:09:07.189" v="268"/>
          <ac:spMkLst>
            <pc:docMk/>
            <pc:sldMk cId="3525947301" sldId="516"/>
            <ac:spMk id="213" creationId="{59D391A4-5A80-4F1A-B85A-AFF06C94C3F2}"/>
          </ac:spMkLst>
        </pc:spChg>
        <pc:spChg chg="add del">
          <ac:chgData name="Cristian Chilipirea" userId="34ab170da5908fc4" providerId="LiveId" clId="{51E1D80A-4A29-4E2A-B293-4232621C1517}" dt="2019-10-06T18:09:07.189" v="268"/>
          <ac:spMkLst>
            <pc:docMk/>
            <pc:sldMk cId="3525947301" sldId="516"/>
            <ac:spMk id="214" creationId="{7B1EF564-488C-4E1C-8E76-1DA9C44EBACC}"/>
          </ac:spMkLst>
        </pc:spChg>
        <pc:spChg chg="add del">
          <ac:chgData name="Cristian Chilipirea" userId="34ab170da5908fc4" providerId="LiveId" clId="{51E1D80A-4A29-4E2A-B293-4232621C1517}" dt="2019-10-06T18:09:07.189" v="268"/>
          <ac:spMkLst>
            <pc:docMk/>
            <pc:sldMk cId="3525947301" sldId="516"/>
            <ac:spMk id="215" creationId="{CB996DA9-3DA9-4EC0-A2EA-069D6358EF9E}"/>
          </ac:spMkLst>
        </pc:spChg>
        <pc:spChg chg="add del">
          <ac:chgData name="Cristian Chilipirea" userId="34ab170da5908fc4" providerId="LiveId" clId="{51E1D80A-4A29-4E2A-B293-4232621C1517}" dt="2019-10-06T18:09:07.189" v="268"/>
          <ac:spMkLst>
            <pc:docMk/>
            <pc:sldMk cId="3525947301" sldId="516"/>
            <ac:spMk id="216" creationId="{87731CD6-245E-4A1F-A382-4648552B023F}"/>
          </ac:spMkLst>
        </pc:spChg>
        <pc:spChg chg="add del">
          <ac:chgData name="Cristian Chilipirea" userId="34ab170da5908fc4" providerId="LiveId" clId="{51E1D80A-4A29-4E2A-B293-4232621C1517}" dt="2019-10-06T18:09:07.189" v="268"/>
          <ac:spMkLst>
            <pc:docMk/>
            <pc:sldMk cId="3525947301" sldId="516"/>
            <ac:spMk id="217" creationId="{443B7559-D259-4B39-9BF0-60B480EB2C28}"/>
          </ac:spMkLst>
        </pc:spChg>
        <pc:spChg chg="add del">
          <ac:chgData name="Cristian Chilipirea" userId="34ab170da5908fc4" providerId="LiveId" clId="{51E1D80A-4A29-4E2A-B293-4232621C1517}" dt="2019-10-06T18:09:07.189" v="268"/>
          <ac:spMkLst>
            <pc:docMk/>
            <pc:sldMk cId="3525947301" sldId="516"/>
            <ac:spMk id="218" creationId="{9567EB7B-A563-4D0B-AAE1-BB058ABD88A0}"/>
          </ac:spMkLst>
        </pc:spChg>
        <pc:spChg chg="add del">
          <ac:chgData name="Cristian Chilipirea" userId="34ab170da5908fc4" providerId="LiveId" clId="{51E1D80A-4A29-4E2A-B293-4232621C1517}" dt="2019-10-06T18:09:07.189" v="268"/>
          <ac:spMkLst>
            <pc:docMk/>
            <pc:sldMk cId="3525947301" sldId="516"/>
            <ac:spMk id="219" creationId="{107A4304-47BD-48D0-B4AB-995BC3C5A860}"/>
          </ac:spMkLst>
        </pc:spChg>
        <pc:spChg chg="add del">
          <ac:chgData name="Cristian Chilipirea" userId="34ab170da5908fc4" providerId="LiveId" clId="{51E1D80A-4A29-4E2A-B293-4232621C1517}" dt="2019-10-06T18:09:07.189" v="268"/>
          <ac:spMkLst>
            <pc:docMk/>
            <pc:sldMk cId="3525947301" sldId="516"/>
            <ac:spMk id="220" creationId="{A0FDB02B-BDBC-44EA-BBE8-976AA1AE0673}"/>
          </ac:spMkLst>
        </pc:spChg>
        <pc:spChg chg="add del">
          <ac:chgData name="Cristian Chilipirea" userId="34ab170da5908fc4" providerId="LiveId" clId="{51E1D80A-4A29-4E2A-B293-4232621C1517}" dt="2019-10-06T18:09:07.189" v="268"/>
          <ac:spMkLst>
            <pc:docMk/>
            <pc:sldMk cId="3525947301" sldId="516"/>
            <ac:spMk id="221" creationId="{594B9448-28C6-4415-BA25-47AC53E5D78E}"/>
          </ac:spMkLst>
        </pc:spChg>
        <pc:spChg chg="add del">
          <ac:chgData name="Cristian Chilipirea" userId="34ab170da5908fc4" providerId="LiveId" clId="{51E1D80A-4A29-4E2A-B293-4232621C1517}" dt="2019-10-06T18:09:07.189" v="268"/>
          <ac:spMkLst>
            <pc:docMk/>
            <pc:sldMk cId="3525947301" sldId="516"/>
            <ac:spMk id="222" creationId="{DDBA99F9-CED5-434D-939E-D02B75C7A556}"/>
          </ac:spMkLst>
        </pc:spChg>
        <pc:spChg chg="add del">
          <ac:chgData name="Cristian Chilipirea" userId="34ab170da5908fc4" providerId="LiveId" clId="{51E1D80A-4A29-4E2A-B293-4232621C1517}" dt="2019-10-06T18:09:07.189" v="268"/>
          <ac:spMkLst>
            <pc:docMk/>
            <pc:sldMk cId="3525947301" sldId="516"/>
            <ac:spMk id="223" creationId="{E7F67EE9-AF1A-49EA-8BF6-CB2F1A9315A4}"/>
          </ac:spMkLst>
        </pc:spChg>
        <pc:spChg chg="add del">
          <ac:chgData name="Cristian Chilipirea" userId="34ab170da5908fc4" providerId="LiveId" clId="{51E1D80A-4A29-4E2A-B293-4232621C1517}" dt="2019-10-06T18:09:07.189" v="268"/>
          <ac:spMkLst>
            <pc:docMk/>
            <pc:sldMk cId="3525947301" sldId="516"/>
            <ac:spMk id="224" creationId="{F6400533-EE3A-41A5-A831-54C591436041}"/>
          </ac:spMkLst>
        </pc:spChg>
        <pc:spChg chg="add del">
          <ac:chgData name="Cristian Chilipirea" userId="34ab170da5908fc4" providerId="LiveId" clId="{51E1D80A-4A29-4E2A-B293-4232621C1517}" dt="2019-10-06T18:09:07.189" v="268"/>
          <ac:spMkLst>
            <pc:docMk/>
            <pc:sldMk cId="3525947301" sldId="516"/>
            <ac:spMk id="225" creationId="{A05C6BD3-19A9-4FE6-B41B-4041852FE7AE}"/>
          </ac:spMkLst>
        </pc:spChg>
        <pc:spChg chg="add del">
          <ac:chgData name="Cristian Chilipirea" userId="34ab170da5908fc4" providerId="LiveId" clId="{51E1D80A-4A29-4E2A-B293-4232621C1517}" dt="2019-10-06T18:09:07.189" v="268"/>
          <ac:spMkLst>
            <pc:docMk/>
            <pc:sldMk cId="3525947301" sldId="516"/>
            <ac:spMk id="226" creationId="{5ADA1507-54FB-4858-B34A-8823AAACCA0B}"/>
          </ac:spMkLst>
        </pc:spChg>
        <pc:spChg chg="add del">
          <ac:chgData name="Cristian Chilipirea" userId="34ab170da5908fc4" providerId="LiveId" clId="{51E1D80A-4A29-4E2A-B293-4232621C1517}" dt="2019-10-06T18:09:07.189" v="268"/>
          <ac:spMkLst>
            <pc:docMk/>
            <pc:sldMk cId="3525947301" sldId="516"/>
            <ac:spMk id="227" creationId="{1071154D-DE08-40A2-8E2C-EA54393FF9DB}"/>
          </ac:spMkLst>
        </pc:spChg>
        <pc:spChg chg="add del">
          <ac:chgData name="Cristian Chilipirea" userId="34ab170da5908fc4" providerId="LiveId" clId="{51E1D80A-4A29-4E2A-B293-4232621C1517}" dt="2019-10-06T18:09:07.189" v="268"/>
          <ac:spMkLst>
            <pc:docMk/>
            <pc:sldMk cId="3525947301" sldId="516"/>
            <ac:spMk id="228" creationId="{75383E84-A893-488B-944C-F7E442CB4F8F}"/>
          </ac:spMkLst>
        </pc:spChg>
        <pc:spChg chg="add del">
          <ac:chgData name="Cristian Chilipirea" userId="34ab170da5908fc4" providerId="LiveId" clId="{51E1D80A-4A29-4E2A-B293-4232621C1517}" dt="2019-10-06T18:09:07.189" v="268"/>
          <ac:spMkLst>
            <pc:docMk/>
            <pc:sldMk cId="3525947301" sldId="516"/>
            <ac:spMk id="229" creationId="{F1D89715-1CCC-4CA1-B8E3-A1E342799F44}"/>
          </ac:spMkLst>
        </pc:spChg>
        <pc:spChg chg="add del">
          <ac:chgData name="Cristian Chilipirea" userId="34ab170da5908fc4" providerId="LiveId" clId="{51E1D80A-4A29-4E2A-B293-4232621C1517}" dt="2019-10-06T18:09:07.189" v="268"/>
          <ac:spMkLst>
            <pc:docMk/>
            <pc:sldMk cId="3525947301" sldId="516"/>
            <ac:spMk id="230" creationId="{80C453BF-B0E7-4A73-BCCC-D7F1121FCE1A}"/>
          </ac:spMkLst>
        </pc:spChg>
        <pc:spChg chg="add del">
          <ac:chgData name="Cristian Chilipirea" userId="34ab170da5908fc4" providerId="LiveId" clId="{51E1D80A-4A29-4E2A-B293-4232621C1517}" dt="2019-10-06T18:09:07.189" v="268"/>
          <ac:spMkLst>
            <pc:docMk/>
            <pc:sldMk cId="3525947301" sldId="516"/>
            <ac:spMk id="231" creationId="{6C3B78AD-AEF0-4483-B9BE-CE303C5A1822}"/>
          </ac:spMkLst>
        </pc:spChg>
        <pc:spChg chg="add del">
          <ac:chgData name="Cristian Chilipirea" userId="34ab170da5908fc4" providerId="LiveId" clId="{51E1D80A-4A29-4E2A-B293-4232621C1517}" dt="2019-10-06T18:09:07.189" v="268"/>
          <ac:spMkLst>
            <pc:docMk/>
            <pc:sldMk cId="3525947301" sldId="516"/>
            <ac:spMk id="232" creationId="{235C5158-FAD5-4C36-B646-F40FBB2A5A48}"/>
          </ac:spMkLst>
        </pc:spChg>
        <pc:spChg chg="add del">
          <ac:chgData name="Cristian Chilipirea" userId="34ab170da5908fc4" providerId="LiveId" clId="{51E1D80A-4A29-4E2A-B293-4232621C1517}" dt="2019-10-06T18:09:07.189" v="268"/>
          <ac:spMkLst>
            <pc:docMk/>
            <pc:sldMk cId="3525947301" sldId="516"/>
            <ac:spMk id="233" creationId="{85F84444-350E-4F64-9544-905B7A0623CF}"/>
          </ac:spMkLst>
        </pc:spChg>
        <pc:spChg chg="add del">
          <ac:chgData name="Cristian Chilipirea" userId="34ab170da5908fc4" providerId="LiveId" clId="{51E1D80A-4A29-4E2A-B293-4232621C1517}" dt="2019-10-06T18:09:07.189" v="268"/>
          <ac:spMkLst>
            <pc:docMk/>
            <pc:sldMk cId="3525947301" sldId="516"/>
            <ac:spMk id="234" creationId="{217188DB-1589-41B6-845C-A5B578949DF8}"/>
          </ac:spMkLst>
        </pc:spChg>
        <pc:spChg chg="add del">
          <ac:chgData name="Cristian Chilipirea" userId="34ab170da5908fc4" providerId="LiveId" clId="{51E1D80A-4A29-4E2A-B293-4232621C1517}" dt="2019-10-06T18:09:07.189" v="268"/>
          <ac:spMkLst>
            <pc:docMk/>
            <pc:sldMk cId="3525947301" sldId="516"/>
            <ac:spMk id="235" creationId="{501B9ABF-EF46-422C-8967-C0C1AB81BFC0}"/>
          </ac:spMkLst>
        </pc:spChg>
        <pc:spChg chg="add del">
          <ac:chgData name="Cristian Chilipirea" userId="34ab170da5908fc4" providerId="LiveId" clId="{51E1D80A-4A29-4E2A-B293-4232621C1517}" dt="2019-10-06T18:09:07.189" v="268"/>
          <ac:spMkLst>
            <pc:docMk/>
            <pc:sldMk cId="3525947301" sldId="516"/>
            <ac:spMk id="236" creationId="{C9A39D04-34ED-4094-A7C2-3AD141DEE5DD}"/>
          </ac:spMkLst>
        </pc:spChg>
        <pc:spChg chg="add del">
          <ac:chgData name="Cristian Chilipirea" userId="34ab170da5908fc4" providerId="LiveId" clId="{51E1D80A-4A29-4E2A-B293-4232621C1517}" dt="2019-10-06T18:09:07.189" v="268"/>
          <ac:spMkLst>
            <pc:docMk/>
            <pc:sldMk cId="3525947301" sldId="516"/>
            <ac:spMk id="237" creationId="{BBBF9217-5B90-4909-9025-9141BC489C32}"/>
          </ac:spMkLst>
        </pc:spChg>
        <pc:spChg chg="add del">
          <ac:chgData name="Cristian Chilipirea" userId="34ab170da5908fc4" providerId="LiveId" clId="{51E1D80A-4A29-4E2A-B293-4232621C1517}" dt="2019-10-06T18:09:07.189" v="268"/>
          <ac:spMkLst>
            <pc:docMk/>
            <pc:sldMk cId="3525947301" sldId="516"/>
            <ac:spMk id="238" creationId="{E0C6C855-2189-4FED-AADB-CAC180C00F53}"/>
          </ac:spMkLst>
        </pc:spChg>
        <pc:spChg chg="add del">
          <ac:chgData name="Cristian Chilipirea" userId="34ab170da5908fc4" providerId="LiveId" clId="{51E1D80A-4A29-4E2A-B293-4232621C1517}" dt="2019-10-06T18:09:07.189" v="268"/>
          <ac:spMkLst>
            <pc:docMk/>
            <pc:sldMk cId="3525947301" sldId="516"/>
            <ac:spMk id="239" creationId="{064C3C11-99A3-413D-886C-2AB43596E2D3}"/>
          </ac:spMkLst>
        </pc:spChg>
        <pc:spChg chg="add del">
          <ac:chgData name="Cristian Chilipirea" userId="34ab170da5908fc4" providerId="LiveId" clId="{51E1D80A-4A29-4E2A-B293-4232621C1517}" dt="2019-10-06T18:09:07.189" v="268"/>
          <ac:spMkLst>
            <pc:docMk/>
            <pc:sldMk cId="3525947301" sldId="516"/>
            <ac:spMk id="240" creationId="{CBAD9CFF-A991-4BE5-B327-D752DB445FAF}"/>
          </ac:spMkLst>
        </pc:spChg>
        <pc:spChg chg="add del">
          <ac:chgData name="Cristian Chilipirea" userId="34ab170da5908fc4" providerId="LiveId" clId="{51E1D80A-4A29-4E2A-B293-4232621C1517}" dt="2019-10-06T18:09:07.189" v="268"/>
          <ac:spMkLst>
            <pc:docMk/>
            <pc:sldMk cId="3525947301" sldId="516"/>
            <ac:spMk id="241" creationId="{A69817C5-1817-45EE-BEA6-2152FFC5B6CB}"/>
          </ac:spMkLst>
        </pc:spChg>
        <pc:spChg chg="add del">
          <ac:chgData name="Cristian Chilipirea" userId="34ab170da5908fc4" providerId="LiveId" clId="{51E1D80A-4A29-4E2A-B293-4232621C1517}" dt="2019-10-06T18:09:07.189" v="268"/>
          <ac:spMkLst>
            <pc:docMk/>
            <pc:sldMk cId="3525947301" sldId="516"/>
            <ac:spMk id="242" creationId="{F33B8298-D0E8-4429-AF2A-A5551E4BC970}"/>
          </ac:spMkLst>
        </pc:spChg>
        <pc:spChg chg="add del">
          <ac:chgData name="Cristian Chilipirea" userId="34ab170da5908fc4" providerId="LiveId" clId="{51E1D80A-4A29-4E2A-B293-4232621C1517}" dt="2019-10-06T18:09:07.189" v="268"/>
          <ac:spMkLst>
            <pc:docMk/>
            <pc:sldMk cId="3525947301" sldId="516"/>
            <ac:spMk id="243" creationId="{FADF9D40-F684-4DDB-A48F-54439DD21A56}"/>
          </ac:spMkLst>
        </pc:spChg>
        <pc:spChg chg="add del">
          <ac:chgData name="Cristian Chilipirea" userId="34ab170da5908fc4" providerId="LiveId" clId="{51E1D80A-4A29-4E2A-B293-4232621C1517}" dt="2019-10-06T18:09:07.189" v="268"/>
          <ac:spMkLst>
            <pc:docMk/>
            <pc:sldMk cId="3525947301" sldId="516"/>
            <ac:spMk id="244" creationId="{A4537FF7-BCAE-446F-BD8E-699FB16AA51E}"/>
          </ac:spMkLst>
        </pc:spChg>
        <pc:spChg chg="add del">
          <ac:chgData name="Cristian Chilipirea" userId="34ab170da5908fc4" providerId="LiveId" clId="{51E1D80A-4A29-4E2A-B293-4232621C1517}" dt="2019-10-06T18:09:07.189" v="268"/>
          <ac:spMkLst>
            <pc:docMk/>
            <pc:sldMk cId="3525947301" sldId="516"/>
            <ac:spMk id="245" creationId="{2F73FA0E-8068-4487-8544-AC265F86BA2D}"/>
          </ac:spMkLst>
        </pc:spChg>
        <pc:spChg chg="add del">
          <ac:chgData name="Cristian Chilipirea" userId="34ab170da5908fc4" providerId="LiveId" clId="{51E1D80A-4A29-4E2A-B293-4232621C1517}" dt="2019-10-06T18:09:07.189" v="268"/>
          <ac:spMkLst>
            <pc:docMk/>
            <pc:sldMk cId="3525947301" sldId="516"/>
            <ac:spMk id="246" creationId="{8E3710D6-7933-4183-85F9-51FEAD1CD94F}"/>
          </ac:spMkLst>
        </pc:spChg>
        <pc:spChg chg="add del">
          <ac:chgData name="Cristian Chilipirea" userId="34ab170da5908fc4" providerId="LiveId" clId="{51E1D80A-4A29-4E2A-B293-4232621C1517}" dt="2019-10-06T18:09:07.189" v="268"/>
          <ac:spMkLst>
            <pc:docMk/>
            <pc:sldMk cId="3525947301" sldId="516"/>
            <ac:spMk id="247" creationId="{0C767098-E44D-4EE8-998A-0D32AE1A8D02}"/>
          </ac:spMkLst>
        </pc:spChg>
        <pc:spChg chg="add del">
          <ac:chgData name="Cristian Chilipirea" userId="34ab170da5908fc4" providerId="LiveId" clId="{51E1D80A-4A29-4E2A-B293-4232621C1517}" dt="2019-10-06T18:09:07.189" v="268"/>
          <ac:spMkLst>
            <pc:docMk/>
            <pc:sldMk cId="3525947301" sldId="516"/>
            <ac:spMk id="248" creationId="{D7E45FF7-DE4A-4D9B-BB68-90B503EFF39B}"/>
          </ac:spMkLst>
        </pc:spChg>
        <pc:spChg chg="add del">
          <ac:chgData name="Cristian Chilipirea" userId="34ab170da5908fc4" providerId="LiveId" clId="{51E1D80A-4A29-4E2A-B293-4232621C1517}" dt="2019-10-06T18:09:07.189" v="268"/>
          <ac:spMkLst>
            <pc:docMk/>
            <pc:sldMk cId="3525947301" sldId="516"/>
            <ac:spMk id="249" creationId="{2D8D03E9-AB0B-4997-AF69-F3B816111CB3}"/>
          </ac:spMkLst>
        </pc:spChg>
        <pc:spChg chg="add del">
          <ac:chgData name="Cristian Chilipirea" userId="34ab170da5908fc4" providerId="LiveId" clId="{51E1D80A-4A29-4E2A-B293-4232621C1517}" dt="2019-10-06T18:09:07.189" v="268"/>
          <ac:spMkLst>
            <pc:docMk/>
            <pc:sldMk cId="3525947301" sldId="516"/>
            <ac:spMk id="250" creationId="{338EC33D-018F-4AEC-94FB-DFF799975A2E}"/>
          </ac:spMkLst>
        </pc:spChg>
        <pc:spChg chg="add del">
          <ac:chgData name="Cristian Chilipirea" userId="34ab170da5908fc4" providerId="LiveId" clId="{51E1D80A-4A29-4E2A-B293-4232621C1517}" dt="2019-10-06T18:09:07.189" v="268"/>
          <ac:spMkLst>
            <pc:docMk/>
            <pc:sldMk cId="3525947301" sldId="516"/>
            <ac:spMk id="251" creationId="{8E85E32D-CE41-489A-8DAC-3E699B00F2FF}"/>
          </ac:spMkLst>
        </pc:spChg>
        <pc:spChg chg="add del">
          <ac:chgData name="Cristian Chilipirea" userId="34ab170da5908fc4" providerId="LiveId" clId="{51E1D80A-4A29-4E2A-B293-4232621C1517}" dt="2019-10-06T18:09:07.189" v="268"/>
          <ac:spMkLst>
            <pc:docMk/>
            <pc:sldMk cId="3525947301" sldId="516"/>
            <ac:spMk id="252" creationId="{927E7E21-A30B-4979-8E89-85A2519C1A44}"/>
          </ac:spMkLst>
        </pc:spChg>
        <pc:spChg chg="add del">
          <ac:chgData name="Cristian Chilipirea" userId="34ab170da5908fc4" providerId="LiveId" clId="{51E1D80A-4A29-4E2A-B293-4232621C1517}" dt="2019-10-06T18:09:07.189" v="268"/>
          <ac:spMkLst>
            <pc:docMk/>
            <pc:sldMk cId="3525947301" sldId="516"/>
            <ac:spMk id="253" creationId="{19531482-7D84-4366-AF6D-C05C016F8D87}"/>
          </ac:spMkLst>
        </pc:spChg>
        <pc:spChg chg="add del">
          <ac:chgData name="Cristian Chilipirea" userId="34ab170da5908fc4" providerId="LiveId" clId="{51E1D80A-4A29-4E2A-B293-4232621C1517}" dt="2019-10-06T18:09:07.189" v="268"/>
          <ac:spMkLst>
            <pc:docMk/>
            <pc:sldMk cId="3525947301" sldId="516"/>
            <ac:spMk id="254" creationId="{816CCA29-A3F4-4B6B-BD93-87C62CECEAE0}"/>
          </ac:spMkLst>
        </pc:spChg>
        <pc:spChg chg="add del">
          <ac:chgData name="Cristian Chilipirea" userId="34ab170da5908fc4" providerId="LiveId" clId="{51E1D80A-4A29-4E2A-B293-4232621C1517}" dt="2019-10-06T18:09:07.189" v="268"/>
          <ac:spMkLst>
            <pc:docMk/>
            <pc:sldMk cId="3525947301" sldId="516"/>
            <ac:spMk id="255" creationId="{8A478ACE-DE44-408B-AD2D-BAECB4A168B0}"/>
          </ac:spMkLst>
        </pc:spChg>
        <pc:spChg chg="add del">
          <ac:chgData name="Cristian Chilipirea" userId="34ab170da5908fc4" providerId="LiveId" clId="{51E1D80A-4A29-4E2A-B293-4232621C1517}" dt="2019-10-06T18:09:07.189" v="268"/>
          <ac:spMkLst>
            <pc:docMk/>
            <pc:sldMk cId="3525947301" sldId="516"/>
            <ac:spMk id="256" creationId="{B49FE86E-2298-494C-B6DB-610ECD23896E}"/>
          </ac:spMkLst>
        </pc:spChg>
        <pc:spChg chg="add del">
          <ac:chgData name="Cristian Chilipirea" userId="34ab170da5908fc4" providerId="LiveId" clId="{51E1D80A-4A29-4E2A-B293-4232621C1517}" dt="2019-10-06T18:09:07.189" v="268"/>
          <ac:spMkLst>
            <pc:docMk/>
            <pc:sldMk cId="3525947301" sldId="516"/>
            <ac:spMk id="257" creationId="{101A2438-A8F3-4BA2-AAB0-ECC36A0DC42F}"/>
          </ac:spMkLst>
        </pc:spChg>
        <pc:spChg chg="add del">
          <ac:chgData name="Cristian Chilipirea" userId="34ab170da5908fc4" providerId="LiveId" clId="{51E1D80A-4A29-4E2A-B293-4232621C1517}" dt="2019-10-06T18:09:07.189" v="268"/>
          <ac:spMkLst>
            <pc:docMk/>
            <pc:sldMk cId="3525947301" sldId="516"/>
            <ac:spMk id="258" creationId="{7B875E37-32A4-48CD-B09B-F91F35A6F003}"/>
          </ac:spMkLst>
        </pc:spChg>
        <pc:spChg chg="add del">
          <ac:chgData name="Cristian Chilipirea" userId="34ab170da5908fc4" providerId="LiveId" clId="{51E1D80A-4A29-4E2A-B293-4232621C1517}" dt="2019-10-06T18:09:07.189" v="268"/>
          <ac:spMkLst>
            <pc:docMk/>
            <pc:sldMk cId="3525947301" sldId="516"/>
            <ac:spMk id="259" creationId="{6012F3C7-1DCA-4D8C-9D5D-6BF0EB03B44F}"/>
          </ac:spMkLst>
        </pc:spChg>
        <pc:spChg chg="add del">
          <ac:chgData name="Cristian Chilipirea" userId="34ab170da5908fc4" providerId="LiveId" clId="{51E1D80A-4A29-4E2A-B293-4232621C1517}" dt="2019-10-06T18:09:07.189" v="268"/>
          <ac:spMkLst>
            <pc:docMk/>
            <pc:sldMk cId="3525947301" sldId="516"/>
            <ac:spMk id="260" creationId="{3311D094-79A2-4ABD-9100-CBB3BE7455D9}"/>
          </ac:spMkLst>
        </pc:spChg>
        <pc:spChg chg="add del">
          <ac:chgData name="Cristian Chilipirea" userId="34ab170da5908fc4" providerId="LiveId" clId="{51E1D80A-4A29-4E2A-B293-4232621C1517}" dt="2019-10-06T18:09:07.189" v="268"/>
          <ac:spMkLst>
            <pc:docMk/>
            <pc:sldMk cId="3525947301" sldId="516"/>
            <ac:spMk id="261" creationId="{C3B0CF39-A4C4-432C-ACE2-CE12D366F189}"/>
          </ac:spMkLst>
        </pc:spChg>
        <pc:spChg chg="add del">
          <ac:chgData name="Cristian Chilipirea" userId="34ab170da5908fc4" providerId="LiveId" clId="{51E1D80A-4A29-4E2A-B293-4232621C1517}" dt="2019-10-06T18:09:07.189" v="268"/>
          <ac:spMkLst>
            <pc:docMk/>
            <pc:sldMk cId="3525947301" sldId="516"/>
            <ac:spMk id="262" creationId="{F74F4336-1AAB-4D03-9695-2BB884E2E18D}"/>
          </ac:spMkLst>
        </pc:spChg>
        <pc:spChg chg="add del">
          <ac:chgData name="Cristian Chilipirea" userId="34ab170da5908fc4" providerId="LiveId" clId="{51E1D80A-4A29-4E2A-B293-4232621C1517}" dt="2019-10-06T18:09:07.189" v="268"/>
          <ac:spMkLst>
            <pc:docMk/>
            <pc:sldMk cId="3525947301" sldId="516"/>
            <ac:spMk id="263" creationId="{60F13C6B-D6E2-4742-8E76-C9919D45D3D8}"/>
          </ac:spMkLst>
        </pc:spChg>
        <pc:spChg chg="add del">
          <ac:chgData name="Cristian Chilipirea" userId="34ab170da5908fc4" providerId="LiveId" clId="{51E1D80A-4A29-4E2A-B293-4232621C1517}" dt="2019-10-06T18:09:07.189" v="268"/>
          <ac:spMkLst>
            <pc:docMk/>
            <pc:sldMk cId="3525947301" sldId="516"/>
            <ac:spMk id="264" creationId="{6D7AD568-3976-46FB-95C5-E1EFCBE63E4A}"/>
          </ac:spMkLst>
        </pc:spChg>
        <pc:spChg chg="add del">
          <ac:chgData name="Cristian Chilipirea" userId="34ab170da5908fc4" providerId="LiveId" clId="{51E1D80A-4A29-4E2A-B293-4232621C1517}" dt="2019-10-06T18:09:07.189" v="268"/>
          <ac:spMkLst>
            <pc:docMk/>
            <pc:sldMk cId="3525947301" sldId="516"/>
            <ac:spMk id="265" creationId="{2A9DB968-7AB1-4D52-AC6D-17EDAFDBE721}"/>
          </ac:spMkLst>
        </pc:spChg>
        <pc:spChg chg="add del">
          <ac:chgData name="Cristian Chilipirea" userId="34ab170da5908fc4" providerId="LiveId" clId="{51E1D80A-4A29-4E2A-B293-4232621C1517}" dt="2019-10-06T18:09:07.189" v="268"/>
          <ac:spMkLst>
            <pc:docMk/>
            <pc:sldMk cId="3525947301" sldId="516"/>
            <ac:spMk id="266" creationId="{7CE655D3-B098-4B7B-BB93-3ECB63FFC854}"/>
          </ac:spMkLst>
        </pc:spChg>
        <pc:spChg chg="add del">
          <ac:chgData name="Cristian Chilipirea" userId="34ab170da5908fc4" providerId="LiveId" clId="{51E1D80A-4A29-4E2A-B293-4232621C1517}" dt="2019-10-06T18:09:07.189" v="268"/>
          <ac:spMkLst>
            <pc:docMk/>
            <pc:sldMk cId="3525947301" sldId="516"/>
            <ac:spMk id="267" creationId="{21AB9914-76F7-4F8E-B23F-51F015E714A6}"/>
          </ac:spMkLst>
        </pc:spChg>
        <pc:spChg chg="add del">
          <ac:chgData name="Cristian Chilipirea" userId="34ab170da5908fc4" providerId="LiveId" clId="{51E1D80A-4A29-4E2A-B293-4232621C1517}" dt="2019-10-06T18:09:07.189" v="268"/>
          <ac:spMkLst>
            <pc:docMk/>
            <pc:sldMk cId="3525947301" sldId="516"/>
            <ac:spMk id="284" creationId="{C255FD57-0E2C-4979-9587-4F8AA3A6240E}"/>
          </ac:spMkLst>
        </pc:spChg>
        <pc:spChg chg="add del">
          <ac:chgData name="Cristian Chilipirea" userId="34ab170da5908fc4" providerId="LiveId" clId="{51E1D80A-4A29-4E2A-B293-4232621C1517}" dt="2019-10-06T18:09:07.189" v="268"/>
          <ac:spMkLst>
            <pc:docMk/>
            <pc:sldMk cId="3525947301" sldId="516"/>
            <ac:spMk id="285" creationId="{3FC03159-66AD-4E60-AE4B-DBA5C57321AE}"/>
          </ac:spMkLst>
        </pc:spChg>
        <pc:spChg chg="add mod">
          <ac:chgData name="Cristian Chilipirea" userId="34ab170da5908fc4" providerId="LiveId" clId="{51E1D80A-4A29-4E2A-B293-4232621C1517}" dt="2019-10-06T18:09:14.083" v="271" actId="1076"/>
          <ac:spMkLst>
            <pc:docMk/>
            <pc:sldMk cId="3525947301" sldId="516"/>
            <ac:spMk id="293" creationId="{D3ABCD70-B52B-4438-B773-6C30B8ED37CE}"/>
          </ac:spMkLst>
        </pc:spChg>
        <pc:spChg chg="add mod">
          <ac:chgData name="Cristian Chilipirea" userId="34ab170da5908fc4" providerId="LiveId" clId="{51E1D80A-4A29-4E2A-B293-4232621C1517}" dt="2019-10-06T18:09:14.083" v="271" actId="1076"/>
          <ac:spMkLst>
            <pc:docMk/>
            <pc:sldMk cId="3525947301" sldId="516"/>
            <ac:spMk id="294" creationId="{C9562B8C-1758-481A-B980-95C5F1BA3E48}"/>
          </ac:spMkLst>
        </pc:spChg>
        <pc:spChg chg="add mod">
          <ac:chgData name="Cristian Chilipirea" userId="34ab170da5908fc4" providerId="LiveId" clId="{51E1D80A-4A29-4E2A-B293-4232621C1517}" dt="2019-10-06T18:09:14.083" v="271" actId="1076"/>
          <ac:spMkLst>
            <pc:docMk/>
            <pc:sldMk cId="3525947301" sldId="516"/>
            <ac:spMk id="295" creationId="{531B7E1D-5FE3-4E8B-AA1E-182DFB121284}"/>
          </ac:spMkLst>
        </pc:spChg>
        <pc:spChg chg="add mod">
          <ac:chgData name="Cristian Chilipirea" userId="34ab170da5908fc4" providerId="LiveId" clId="{51E1D80A-4A29-4E2A-B293-4232621C1517}" dt="2019-10-06T18:09:14.083" v="271" actId="1076"/>
          <ac:spMkLst>
            <pc:docMk/>
            <pc:sldMk cId="3525947301" sldId="516"/>
            <ac:spMk id="296" creationId="{BD2479D2-7A53-4D08-9AE5-EFD5C8CB14F5}"/>
          </ac:spMkLst>
        </pc:spChg>
        <pc:spChg chg="add mod">
          <ac:chgData name="Cristian Chilipirea" userId="34ab170da5908fc4" providerId="LiveId" clId="{51E1D80A-4A29-4E2A-B293-4232621C1517}" dt="2019-10-06T18:09:14.083" v="271" actId="1076"/>
          <ac:spMkLst>
            <pc:docMk/>
            <pc:sldMk cId="3525947301" sldId="516"/>
            <ac:spMk id="297" creationId="{50B494AC-C8B1-403D-B19E-40A9BD21EA95}"/>
          </ac:spMkLst>
        </pc:spChg>
        <pc:spChg chg="add mod">
          <ac:chgData name="Cristian Chilipirea" userId="34ab170da5908fc4" providerId="LiveId" clId="{51E1D80A-4A29-4E2A-B293-4232621C1517}" dt="2019-10-06T18:09:14.083" v="271" actId="1076"/>
          <ac:spMkLst>
            <pc:docMk/>
            <pc:sldMk cId="3525947301" sldId="516"/>
            <ac:spMk id="298" creationId="{766027D2-ACC3-4F69-9AB0-3626CBAC373F}"/>
          </ac:spMkLst>
        </pc:spChg>
        <pc:spChg chg="add mod">
          <ac:chgData name="Cristian Chilipirea" userId="34ab170da5908fc4" providerId="LiveId" clId="{51E1D80A-4A29-4E2A-B293-4232621C1517}" dt="2019-10-06T18:09:14.083" v="271" actId="1076"/>
          <ac:spMkLst>
            <pc:docMk/>
            <pc:sldMk cId="3525947301" sldId="516"/>
            <ac:spMk id="299" creationId="{FD243E9F-380C-46F6-BA6E-43516CF6D65B}"/>
          </ac:spMkLst>
        </pc:spChg>
        <pc:spChg chg="add mod">
          <ac:chgData name="Cristian Chilipirea" userId="34ab170da5908fc4" providerId="LiveId" clId="{51E1D80A-4A29-4E2A-B293-4232621C1517}" dt="2019-10-06T18:09:14.083" v="271" actId="1076"/>
          <ac:spMkLst>
            <pc:docMk/>
            <pc:sldMk cId="3525947301" sldId="516"/>
            <ac:spMk id="300" creationId="{BAE50188-DE5C-4765-9DD1-BA40DE4A6A6A}"/>
          </ac:spMkLst>
        </pc:spChg>
        <pc:spChg chg="add mod">
          <ac:chgData name="Cristian Chilipirea" userId="34ab170da5908fc4" providerId="LiveId" clId="{51E1D80A-4A29-4E2A-B293-4232621C1517}" dt="2019-10-06T18:09:14.083" v="271" actId="1076"/>
          <ac:spMkLst>
            <pc:docMk/>
            <pc:sldMk cId="3525947301" sldId="516"/>
            <ac:spMk id="301" creationId="{4A2700F3-D804-489F-8890-BC610FE0644B}"/>
          </ac:spMkLst>
        </pc:spChg>
        <pc:spChg chg="add mod">
          <ac:chgData name="Cristian Chilipirea" userId="34ab170da5908fc4" providerId="LiveId" clId="{51E1D80A-4A29-4E2A-B293-4232621C1517}" dt="2019-10-06T18:09:14.083" v="271" actId="1076"/>
          <ac:spMkLst>
            <pc:docMk/>
            <pc:sldMk cId="3525947301" sldId="516"/>
            <ac:spMk id="302" creationId="{986F1E9D-CF78-4B06-9E38-C0943C52327A}"/>
          </ac:spMkLst>
        </pc:spChg>
        <pc:spChg chg="add mod">
          <ac:chgData name="Cristian Chilipirea" userId="34ab170da5908fc4" providerId="LiveId" clId="{51E1D80A-4A29-4E2A-B293-4232621C1517}" dt="2019-10-06T18:09:14.083" v="271" actId="1076"/>
          <ac:spMkLst>
            <pc:docMk/>
            <pc:sldMk cId="3525947301" sldId="516"/>
            <ac:spMk id="303" creationId="{0CADB311-D8B2-42A7-853C-1CDF7E561E9E}"/>
          </ac:spMkLst>
        </pc:spChg>
        <pc:spChg chg="add mod">
          <ac:chgData name="Cristian Chilipirea" userId="34ab170da5908fc4" providerId="LiveId" clId="{51E1D80A-4A29-4E2A-B293-4232621C1517}" dt="2019-10-06T18:09:14.083" v="271" actId="1076"/>
          <ac:spMkLst>
            <pc:docMk/>
            <pc:sldMk cId="3525947301" sldId="516"/>
            <ac:spMk id="304" creationId="{ABE2C825-8E78-405A-AC34-7DDBFBF81B71}"/>
          </ac:spMkLst>
        </pc:spChg>
        <pc:spChg chg="add mod">
          <ac:chgData name="Cristian Chilipirea" userId="34ab170da5908fc4" providerId="LiveId" clId="{51E1D80A-4A29-4E2A-B293-4232621C1517}" dt="2019-10-06T18:09:14.083" v="271" actId="1076"/>
          <ac:spMkLst>
            <pc:docMk/>
            <pc:sldMk cId="3525947301" sldId="516"/>
            <ac:spMk id="305" creationId="{30E976E7-CA71-4159-9C36-22D6225A9649}"/>
          </ac:spMkLst>
        </pc:spChg>
        <pc:spChg chg="add mod">
          <ac:chgData name="Cristian Chilipirea" userId="34ab170da5908fc4" providerId="LiveId" clId="{51E1D80A-4A29-4E2A-B293-4232621C1517}" dt="2019-10-06T18:09:14.083" v="271" actId="1076"/>
          <ac:spMkLst>
            <pc:docMk/>
            <pc:sldMk cId="3525947301" sldId="516"/>
            <ac:spMk id="306" creationId="{1497C852-4818-4613-95FE-10D999946259}"/>
          </ac:spMkLst>
        </pc:spChg>
        <pc:spChg chg="add mod">
          <ac:chgData name="Cristian Chilipirea" userId="34ab170da5908fc4" providerId="LiveId" clId="{51E1D80A-4A29-4E2A-B293-4232621C1517}" dt="2019-10-06T18:09:14.083" v="271" actId="1076"/>
          <ac:spMkLst>
            <pc:docMk/>
            <pc:sldMk cId="3525947301" sldId="516"/>
            <ac:spMk id="307" creationId="{D8D49D3C-6279-42DB-95FA-F722721A5E10}"/>
          </ac:spMkLst>
        </pc:spChg>
        <pc:spChg chg="add mod">
          <ac:chgData name="Cristian Chilipirea" userId="34ab170da5908fc4" providerId="LiveId" clId="{51E1D80A-4A29-4E2A-B293-4232621C1517}" dt="2019-10-06T18:09:14.083" v="271" actId="1076"/>
          <ac:spMkLst>
            <pc:docMk/>
            <pc:sldMk cId="3525947301" sldId="516"/>
            <ac:spMk id="308" creationId="{16E799F7-07B5-4CA3-975F-C7BE75F504BD}"/>
          </ac:spMkLst>
        </pc:spChg>
        <pc:spChg chg="add mod">
          <ac:chgData name="Cristian Chilipirea" userId="34ab170da5908fc4" providerId="LiveId" clId="{51E1D80A-4A29-4E2A-B293-4232621C1517}" dt="2019-10-06T18:09:14.083" v="271" actId="1076"/>
          <ac:spMkLst>
            <pc:docMk/>
            <pc:sldMk cId="3525947301" sldId="516"/>
            <ac:spMk id="309" creationId="{91E0EACE-5AA6-4BF3-BC65-247A387274BD}"/>
          </ac:spMkLst>
        </pc:spChg>
        <pc:spChg chg="add mod">
          <ac:chgData name="Cristian Chilipirea" userId="34ab170da5908fc4" providerId="LiveId" clId="{51E1D80A-4A29-4E2A-B293-4232621C1517}" dt="2019-10-06T18:09:14.083" v="271" actId="1076"/>
          <ac:spMkLst>
            <pc:docMk/>
            <pc:sldMk cId="3525947301" sldId="516"/>
            <ac:spMk id="310" creationId="{BF279A61-2B66-4C43-957B-816879678524}"/>
          </ac:spMkLst>
        </pc:spChg>
        <pc:spChg chg="add mod">
          <ac:chgData name="Cristian Chilipirea" userId="34ab170da5908fc4" providerId="LiveId" clId="{51E1D80A-4A29-4E2A-B293-4232621C1517}" dt="2019-10-06T18:09:14.083" v="271" actId="1076"/>
          <ac:spMkLst>
            <pc:docMk/>
            <pc:sldMk cId="3525947301" sldId="516"/>
            <ac:spMk id="311" creationId="{769F18BC-FE97-43E5-9C95-93F3FEB4AB3B}"/>
          </ac:spMkLst>
        </pc:spChg>
        <pc:spChg chg="add mod">
          <ac:chgData name="Cristian Chilipirea" userId="34ab170da5908fc4" providerId="LiveId" clId="{51E1D80A-4A29-4E2A-B293-4232621C1517}" dt="2019-10-06T18:09:14.083" v="271" actId="1076"/>
          <ac:spMkLst>
            <pc:docMk/>
            <pc:sldMk cId="3525947301" sldId="516"/>
            <ac:spMk id="312" creationId="{A02AC055-D6CA-4556-9BB9-BA97035617E4}"/>
          </ac:spMkLst>
        </pc:spChg>
        <pc:spChg chg="add mod">
          <ac:chgData name="Cristian Chilipirea" userId="34ab170da5908fc4" providerId="LiveId" clId="{51E1D80A-4A29-4E2A-B293-4232621C1517}" dt="2019-10-06T18:09:14.083" v="271" actId="1076"/>
          <ac:spMkLst>
            <pc:docMk/>
            <pc:sldMk cId="3525947301" sldId="516"/>
            <ac:spMk id="313" creationId="{F1049ED6-BD98-429C-9B1B-1CB74A607A10}"/>
          </ac:spMkLst>
        </pc:spChg>
        <pc:spChg chg="add mod">
          <ac:chgData name="Cristian Chilipirea" userId="34ab170da5908fc4" providerId="LiveId" clId="{51E1D80A-4A29-4E2A-B293-4232621C1517}" dt="2019-10-06T18:09:14.083" v="271" actId="1076"/>
          <ac:spMkLst>
            <pc:docMk/>
            <pc:sldMk cId="3525947301" sldId="516"/>
            <ac:spMk id="314" creationId="{EA29B457-E526-4FA4-8C11-2256669D47BC}"/>
          </ac:spMkLst>
        </pc:spChg>
        <pc:spChg chg="add mod">
          <ac:chgData name="Cristian Chilipirea" userId="34ab170da5908fc4" providerId="LiveId" clId="{51E1D80A-4A29-4E2A-B293-4232621C1517}" dt="2019-10-06T18:09:14.083" v="271" actId="1076"/>
          <ac:spMkLst>
            <pc:docMk/>
            <pc:sldMk cId="3525947301" sldId="516"/>
            <ac:spMk id="315" creationId="{48538280-9EED-45C8-A661-54320B43CE6F}"/>
          </ac:spMkLst>
        </pc:spChg>
        <pc:spChg chg="add mod">
          <ac:chgData name="Cristian Chilipirea" userId="34ab170da5908fc4" providerId="LiveId" clId="{51E1D80A-4A29-4E2A-B293-4232621C1517}" dt="2019-10-06T18:09:14.083" v="271" actId="1076"/>
          <ac:spMkLst>
            <pc:docMk/>
            <pc:sldMk cId="3525947301" sldId="516"/>
            <ac:spMk id="316" creationId="{872AB9F1-5E36-46DF-BA73-604362D8E2CE}"/>
          </ac:spMkLst>
        </pc:spChg>
        <pc:spChg chg="add mod">
          <ac:chgData name="Cristian Chilipirea" userId="34ab170da5908fc4" providerId="LiveId" clId="{51E1D80A-4A29-4E2A-B293-4232621C1517}" dt="2019-10-06T18:09:14.083" v="271" actId="1076"/>
          <ac:spMkLst>
            <pc:docMk/>
            <pc:sldMk cId="3525947301" sldId="516"/>
            <ac:spMk id="317" creationId="{647F9789-77CB-432B-A3B6-6CF4F8A771DD}"/>
          </ac:spMkLst>
        </pc:spChg>
        <pc:spChg chg="add mod">
          <ac:chgData name="Cristian Chilipirea" userId="34ab170da5908fc4" providerId="LiveId" clId="{51E1D80A-4A29-4E2A-B293-4232621C1517}" dt="2019-10-06T18:09:14.083" v="271" actId="1076"/>
          <ac:spMkLst>
            <pc:docMk/>
            <pc:sldMk cId="3525947301" sldId="516"/>
            <ac:spMk id="318" creationId="{E4E092D1-2F35-4C62-8C23-085013F0C605}"/>
          </ac:spMkLst>
        </pc:spChg>
        <pc:spChg chg="add mod">
          <ac:chgData name="Cristian Chilipirea" userId="34ab170da5908fc4" providerId="LiveId" clId="{51E1D80A-4A29-4E2A-B293-4232621C1517}" dt="2019-10-06T18:09:14.083" v="271" actId="1076"/>
          <ac:spMkLst>
            <pc:docMk/>
            <pc:sldMk cId="3525947301" sldId="516"/>
            <ac:spMk id="319" creationId="{43EB5D7B-C143-4B4F-A122-1852623FD0E5}"/>
          </ac:spMkLst>
        </pc:spChg>
        <pc:spChg chg="add mod">
          <ac:chgData name="Cristian Chilipirea" userId="34ab170da5908fc4" providerId="LiveId" clId="{51E1D80A-4A29-4E2A-B293-4232621C1517}" dt="2019-10-06T18:09:14.083" v="271" actId="1076"/>
          <ac:spMkLst>
            <pc:docMk/>
            <pc:sldMk cId="3525947301" sldId="516"/>
            <ac:spMk id="320" creationId="{EE7B42E7-96C0-4A93-AA59-5510C63CCC7E}"/>
          </ac:spMkLst>
        </pc:spChg>
        <pc:spChg chg="add mod">
          <ac:chgData name="Cristian Chilipirea" userId="34ab170da5908fc4" providerId="LiveId" clId="{51E1D80A-4A29-4E2A-B293-4232621C1517}" dt="2019-10-06T18:09:14.083" v="271" actId="1076"/>
          <ac:spMkLst>
            <pc:docMk/>
            <pc:sldMk cId="3525947301" sldId="516"/>
            <ac:spMk id="321" creationId="{6900023D-187C-4E62-94A7-C4A026DF6305}"/>
          </ac:spMkLst>
        </pc:spChg>
        <pc:spChg chg="add mod">
          <ac:chgData name="Cristian Chilipirea" userId="34ab170da5908fc4" providerId="LiveId" clId="{51E1D80A-4A29-4E2A-B293-4232621C1517}" dt="2019-10-06T18:09:14.083" v="271" actId="1076"/>
          <ac:spMkLst>
            <pc:docMk/>
            <pc:sldMk cId="3525947301" sldId="516"/>
            <ac:spMk id="322" creationId="{F195A0C0-7B68-4F8E-9ECA-D40F7AA7F95F}"/>
          </ac:spMkLst>
        </pc:spChg>
        <pc:spChg chg="add mod">
          <ac:chgData name="Cristian Chilipirea" userId="34ab170da5908fc4" providerId="LiveId" clId="{51E1D80A-4A29-4E2A-B293-4232621C1517}" dt="2019-10-06T18:09:14.083" v="271" actId="1076"/>
          <ac:spMkLst>
            <pc:docMk/>
            <pc:sldMk cId="3525947301" sldId="516"/>
            <ac:spMk id="323" creationId="{AD40EAC7-DF7D-4054-A006-2BC1C258437B}"/>
          </ac:spMkLst>
        </pc:spChg>
        <pc:spChg chg="add mod">
          <ac:chgData name="Cristian Chilipirea" userId="34ab170da5908fc4" providerId="LiveId" clId="{51E1D80A-4A29-4E2A-B293-4232621C1517}" dt="2019-10-06T18:09:14.083" v="271" actId="1076"/>
          <ac:spMkLst>
            <pc:docMk/>
            <pc:sldMk cId="3525947301" sldId="516"/>
            <ac:spMk id="324" creationId="{97908BA1-0115-4789-AEDA-D49A1DD10C74}"/>
          </ac:spMkLst>
        </pc:spChg>
        <pc:spChg chg="add mod">
          <ac:chgData name="Cristian Chilipirea" userId="34ab170da5908fc4" providerId="LiveId" clId="{51E1D80A-4A29-4E2A-B293-4232621C1517}" dt="2019-10-06T18:09:14.083" v="271" actId="1076"/>
          <ac:spMkLst>
            <pc:docMk/>
            <pc:sldMk cId="3525947301" sldId="516"/>
            <ac:spMk id="325" creationId="{824A1EDB-3CBE-4C5B-A235-099661C528DB}"/>
          </ac:spMkLst>
        </pc:spChg>
        <pc:spChg chg="add mod">
          <ac:chgData name="Cristian Chilipirea" userId="34ab170da5908fc4" providerId="LiveId" clId="{51E1D80A-4A29-4E2A-B293-4232621C1517}" dt="2019-10-06T18:09:14.083" v="271" actId="1076"/>
          <ac:spMkLst>
            <pc:docMk/>
            <pc:sldMk cId="3525947301" sldId="516"/>
            <ac:spMk id="326" creationId="{50905CDD-84A0-460D-BDC6-66856BD6FAA4}"/>
          </ac:spMkLst>
        </pc:spChg>
        <pc:spChg chg="add mod">
          <ac:chgData name="Cristian Chilipirea" userId="34ab170da5908fc4" providerId="LiveId" clId="{51E1D80A-4A29-4E2A-B293-4232621C1517}" dt="2019-10-06T18:09:14.083" v="271" actId="1076"/>
          <ac:spMkLst>
            <pc:docMk/>
            <pc:sldMk cId="3525947301" sldId="516"/>
            <ac:spMk id="327" creationId="{84F03CED-8927-4A02-8C8B-92703E7EABD9}"/>
          </ac:spMkLst>
        </pc:spChg>
        <pc:spChg chg="add mod">
          <ac:chgData name="Cristian Chilipirea" userId="34ab170da5908fc4" providerId="LiveId" clId="{51E1D80A-4A29-4E2A-B293-4232621C1517}" dt="2019-10-06T18:09:14.083" v="271" actId="1076"/>
          <ac:spMkLst>
            <pc:docMk/>
            <pc:sldMk cId="3525947301" sldId="516"/>
            <ac:spMk id="328" creationId="{D6441353-5743-4F81-BAD0-5A680915F325}"/>
          </ac:spMkLst>
        </pc:spChg>
        <pc:spChg chg="add mod">
          <ac:chgData name="Cristian Chilipirea" userId="34ab170da5908fc4" providerId="LiveId" clId="{51E1D80A-4A29-4E2A-B293-4232621C1517}" dt="2019-10-06T18:09:14.083" v="271" actId="1076"/>
          <ac:spMkLst>
            <pc:docMk/>
            <pc:sldMk cId="3525947301" sldId="516"/>
            <ac:spMk id="329" creationId="{91BE08C7-2C2E-41E7-91DB-3FBF67E9BA13}"/>
          </ac:spMkLst>
        </pc:spChg>
        <pc:spChg chg="add mod">
          <ac:chgData name="Cristian Chilipirea" userId="34ab170da5908fc4" providerId="LiveId" clId="{51E1D80A-4A29-4E2A-B293-4232621C1517}" dt="2019-10-06T18:09:14.083" v="271" actId="1076"/>
          <ac:spMkLst>
            <pc:docMk/>
            <pc:sldMk cId="3525947301" sldId="516"/>
            <ac:spMk id="330" creationId="{90752B01-E7AD-4C0E-B90A-3592B8D55520}"/>
          </ac:spMkLst>
        </pc:spChg>
        <pc:spChg chg="add mod">
          <ac:chgData name="Cristian Chilipirea" userId="34ab170da5908fc4" providerId="LiveId" clId="{51E1D80A-4A29-4E2A-B293-4232621C1517}" dt="2019-10-06T18:09:14.083" v="271" actId="1076"/>
          <ac:spMkLst>
            <pc:docMk/>
            <pc:sldMk cId="3525947301" sldId="516"/>
            <ac:spMk id="331" creationId="{DA9E2792-8E91-495C-848A-7E57B3F54ECF}"/>
          </ac:spMkLst>
        </pc:spChg>
        <pc:spChg chg="add mod">
          <ac:chgData name="Cristian Chilipirea" userId="34ab170da5908fc4" providerId="LiveId" clId="{51E1D80A-4A29-4E2A-B293-4232621C1517}" dt="2019-10-06T18:09:14.083" v="271" actId="1076"/>
          <ac:spMkLst>
            <pc:docMk/>
            <pc:sldMk cId="3525947301" sldId="516"/>
            <ac:spMk id="332" creationId="{79E1E981-CE75-498C-8C62-452E77482FAC}"/>
          </ac:spMkLst>
        </pc:spChg>
        <pc:spChg chg="add mod">
          <ac:chgData name="Cristian Chilipirea" userId="34ab170da5908fc4" providerId="LiveId" clId="{51E1D80A-4A29-4E2A-B293-4232621C1517}" dt="2019-10-06T18:09:14.083" v="271" actId="1076"/>
          <ac:spMkLst>
            <pc:docMk/>
            <pc:sldMk cId="3525947301" sldId="516"/>
            <ac:spMk id="333" creationId="{1566CA56-42B9-48A3-B489-4DCAFFADD874}"/>
          </ac:spMkLst>
        </pc:spChg>
        <pc:spChg chg="add mod">
          <ac:chgData name="Cristian Chilipirea" userId="34ab170da5908fc4" providerId="LiveId" clId="{51E1D80A-4A29-4E2A-B293-4232621C1517}" dt="2019-10-06T18:09:14.083" v="271" actId="1076"/>
          <ac:spMkLst>
            <pc:docMk/>
            <pc:sldMk cId="3525947301" sldId="516"/>
            <ac:spMk id="334" creationId="{0D1A67CD-88D9-47D4-9FA7-17C25484AA4C}"/>
          </ac:spMkLst>
        </pc:spChg>
        <pc:spChg chg="add mod">
          <ac:chgData name="Cristian Chilipirea" userId="34ab170da5908fc4" providerId="LiveId" clId="{51E1D80A-4A29-4E2A-B293-4232621C1517}" dt="2019-10-06T18:09:14.083" v="271" actId="1076"/>
          <ac:spMkLst>
            <pc:docMk/>
            <pc:sldMk cId="3525947301" sldId="516"/>
            <ac:spMk id="335" creationId="{E87450D9-9340-4FFC-BC2A-51063FEAE838}"/>
          </ac:spMkLst>
        </pc:spChg>
        <pc:spChg chg="add mod">
          <ac:chgData name="Cristian Chilipirea" userId="34ab170da5908fc4" providerId="LiveId" clId="{51E1D80A-4A29-4E2A-B293-4232621C1517}" dt="2019-10-06T18:09:14.083" v="271" actId="1076"/>
          <ac:spMkLst>
            <pc:docMk/>
            <pc:sldMk cId="3525947301" sldId="516"/>
            <ac:spMk id="336" creationId="{0266D525-A2A0-478E-80E0-EA447482B06F}"/>
          </ac:spMkLst>
        </pc:spChg>
        <pc:spChg chg="add mod">
          <ac:chgData name="Cristian Chilipirea" userId="34ab170da5908fc4" providerId="LiveId" clId="{51E1D80A-4A29-4E2A-B293-4232621C1517}" dt="2019-10-06T18:09:14.083" v="271" actId="1076"/>
          <ac:spMkLst>
            <pc:docMk/>
            <pc:sldMk cId="3525947301" sldId="516"/>
            <ac:spMk id="337" creationId="{AF9669BC-3251-4743-880B-589469DCF2B8}"/>
          </ac:spMkLst>
        </pc:spChg>
        <pc:spChg chg="add mod">
          <ac:chgData name="Cristian Chilipirea" userId="34ab170da5908fc4" providerId="LiveId" clId="{51E1D80A-4A29-4E2A-B293-4232621C1517}" dt="2019-10-06T18:09:14.083" v="271" actId="1076"/>
          <ac:spMkLst>
            <pc:docMk/>
            <pc:sldMk cId="3525947301" sldId="516"/>
            <ac:spMk id="338" creationId="{6C7B6BFA-F569-4B17-9032-27FB37016DD2}"/>
          </ac:spMkLst>
        </pc:spChg>
        <pc:spChg chg="add mod">
          <ac:chgData name="Cristian Chilipirea" userId="34ab170da5908fc4" providerId="LiveId" clId="{51E1D80A-4A29-4E2A-B293-4232621C1517}" dt="2019-10-06T18:09:14.083" v="271" actId="1076"/>
          <ac:spMkLst>
            <pc:docMk/>
            <pc:sldMk cId="3525947301" sldId="516"/>
            <ac:spMk id="339" creationId="{9B8BBE96-CAC5-4F64-BAC1-7FA5C69DE875}"/>
          </ac:spMkLst>
        </pc:spChg>
        <pc:spChg chg="add mod">
          <ac:chgData name="Cristian Chilipirea" userId="34ab170da5908fc4" providerId="LiveId" clId="{51E1D80A-4A29-4E2A-B293-4232621C1517}" dt="2019-10-06T18:09:14.083" v="271" actId="1076"/>
          <ac:spMkLst>
            <pc:docMk/>
            <pc:sldMk cId="3525947301" sldId="516"/>
            <ac:spMk id="340" creationId="{1882EED7-8217-45A6-8D16-0591A8B06579}"/>
          </ac:spMkLst>
        </pc:spChg>
        <pc:spChg chg="add mod">
          <ac:chgData name="Cristian Chilipirea" userId="34ab170da5908fc4" providerId="LiveId" clId="{51E1D80A-4A29-4E2A-B293-4232621C1517}" dt="2019-10-06T18:09:14.083" v="271" actId="1076"/>
          <ac:spMkLst>
            <pc:docMk/>
            <pc:sldMk cId="3525947301" sldId="516"/>
            <ac:spMk id="341" creationId="{CFF66DF4-E6A5-42B4-A251-F976C5C174EB}"/>
          </ac:spMkLst>
        </pc:spChg>
        <pc:spChg chg="add mod">
          <ac:chgData name="Cristian Chilipirea" userId="34ab170da5908fc4" providerId="LiveId" clId="{51E1D80A-4A29-4E2A-B293-4232621C1517}" dt="2019-10-06T18:09:14.083" v="271" actId="1076"/>
          <ac:spMkLst>
            <pc:docMk/>
            <pc:sldMk cId="3525947301" sldId="516"/>
            <ac:spMk id="342" creationId="{B45B9585-B34D-476F-9A70-D172E920A7C7}"/>
          </ac:spMkLst>
        </pc:spChg>
        <pc:spChg chg="add mod">
          <ac:chgData name="Cristian Chilipirea" userId="34ab170da5908fc4" providerId="LiveId" clId="{51E1D80A-4A29-4E2A-B293-4232621C1517}" dt="2019-10-06T18:09:14.083" v="271" actId="1076"/>
          <ac:spMkLst>
            <pc:docMk/>
            <pc:sldMk cId="3525947301" sldId="516"/>
            <ac:spMk id="343" creationId="{ACCA2E0F-75A7-4D0F-B92F-D5ECA38D20B0}"/>
          </ac:spMkLst>
        </pc:spChg>
        <pc:spChg chg="add mod">
          <ac:chgData name="Cristian Chilipirea" userId="34ab170da5908fc4" providerId="LiveId" clId="{51E1D80A-4A29-4E2A-B293-4232621C1517}" dt="2019-10-06T18:09:14.083" v="271" actId="1076"/>
          <ac:spMkLst>
            <pc:docMk/>
            <pc:sldMk cId="3525947301" sldId="516"/>
            <ac:spMk id="344" creationId="{04612F36-C31E-4DF9-B837-19211E4F4C29}"/>
          </ac:spMkLst>
        </pc:spChg>
        <pc:spChg chg="add mod">
          <ac:chgData name="Cristian Chilipirea" userId="34ab170da5908fc4" providerId="LiveId" clId="{51E1D80A-4A29-4E2A-B293-4232621C1517}" dt="2019-10-06T18:09:14.083" v="271" actId="1076"/>
          <ac:spMkLst>
            <pc:docMk/>
            <pc:sldMk cId="3525947301" sldId="516"/>
            <ac:spMk id="345" creationId="{12E93DDC-70E6-42EE-B459-E072EF7EB264}"/>
          </ac:spMkLst>
        </pc:spChg>
        <pc:spChg chg="add mod">
          <ac:chgData name="Cristian Chilipirea" userId="34ab170da5908fc4" providerId="LiveId" clId="{51E1D80A-4A29-4E2A-B293-4232621C1517}" dt="2019-10-06T18:09:14.083" v="271" actId="1076"/>
          <ac:spMkLst>
            <pc:docMk/>
            <pc:sldMk cId="3525947301" sldId="516"/>
            <ac:spMk id="346" creationId="{42251CF2-248C-46A7-84D5-32C5F20A055C}"/>
          </ac:spMkLst>
        </pc:spChg>
        <pc:spChg chg="add mod">
          <ac:chgData name="Cristian Chilipirea" userId="34ab170da5908fc4" providerId="LiveId" clId="{51E1D80A-4A29-4E2A-B293-4232621C1517}" dt="2019-10-06T18:09:14.083" v="271" actId="1076"/>
          <ac:spMkLst>
            <pc:docMk/>
            <pc:sldMk cId="3525947301" sldId="516"/>
            <ac:spMk id="347" creationId="{84CB6185-271F-4429-8C25-7A5017119072}"/>
          </ac:spMkLst>
        </pc:spChg>
        <pc:spChg chg="add mod">
          <ac:chgData name="Cristian Chilipirea" userId="34ab170da5908fc4" providerId="LiveId" clId="{51E1D80A-4A29-4E2A-B293-4232621C1517}" dt="2019-10-06T18:09:14.083" v="271" actId="1076"/>
          <ac:spMkLst>
            <pc:docMk/>
            <pc:sldMk cId="3525947301" sldId="516"/>
            <ac:spMk id="348" creationId="{CBB4A82B-9D83-42BC-A203-901D778CDE2E}"/>
          </ac:spMkLst>
        </pc:spChg>
        <pc:spChg chg="add mod">
          <ac:chgData name="Cristian Chilipirea" userId="34ab170da5908fc4" providerId="LiveId" clId="{51E1D80A-4A29-4E2A-B293-4232621C1517}" dt="2019-10-06T18:09:14.083" v="271" actId="1076"/>
          <ac:spMkLst>
            <pc:docMk/>
            <pc:sldMk cId="3525947301" sldId="516"/>
            <ac:spMk id="349" creationId="{DE7651EA-0792-4AE2-B798-8ECE4F6EEB03}"/>
          </ac:spMkLst>
        </pc:spChg>
        <pc:spChg chg="add mod">
          <ac:chgData name="Cristian Chilipirea" userId="34ab170da5908fc4" providerId="LiveId" clId="{51E1D80A-4A29-4E2A-B293-4232621C1517}" dt="2019-10-06T18:09:14.083" v="271" actId="1076"/>
          <ac:spMkLst>
            <pc:docMk/>
            <pc:sldMk cId="3525947301" sldId="516"/>
            <ac:spMk id="350" creationId="{57BB4E06-C071-43C3-A66A-3393C170374A}"/>
          </ac:spMkLst>
        </pc:spChg>
        <pc:spChg chg="add mod">
          <ac:chgData name="Cristian Chilipirea" userId="34ab170da5908fc4" providerId="LiveId" clId="{51E1D80A-4A29-4E2A-B293-4232621C1517}" dt="2019-10-06T18:09:14.083" v="271" actId="1076"/>
          <ac:spMkLst>
            <pc:docMk/>
            <pc:sldMk cId="3525947301" sldId="516"/>
            <ac:spMk id="351" creationId="{F09DE2AF-84C9-48BB-A5DB-E561C50FBD66}"/>
          </ac:spMkLst>
        </pc:spChg>
        <pc:spChg chg="add mod">
          <ac:chgData name="Cristian Chilipirea" userId="34ab170da5908fc4" providerId="LiveId" clId="{51E1D80A-4A29-4E2A-B293-4232621C1517}" dt="2019-10-06T18:09:14.083" v="271" actId="1076"/>
          <ac:spMkLst>
            <pc:docMk/>
            <pc:sldMk cId="3525947301" sldId="516"/>
            <ac:spMk id="352" creationId="{475C0C76-712E-478C-A805-AFE9A1CB743C}"/>
          </ac:spMkLst>
        </pc:spChg>
        <pc:spChg chg="add mod">
          <ac:chgData name="Cristian Chilipirea" userId="34ab170da5908fc4" providerId="LiveId" clId="{51E1D80A-4A29-4E2A-B293-4232621C1517}" dt="2019-10-06T18:09:14.083" v="271" actId="1076"/>
          <ac:spMkLst>
            <pc:docMk/>
            <pc:sldMk cId="3525947301" sldId="516"/>
            <ac:spMk id="353" creationId="{952D462C-F8D9-4A3A-BB40-AB1EA7434FC5}"/>
          </ac:spMkLst>
        </pc:spChg>
        <pc:spChg chg="add mod">
          <ac:chgData name="Cristian Chilipirea" userId="34ab170da5908fc4" providerId="LiveId" clId="{51E1D80A-4A29-4E2A-B293-4232621C1517}" dt="2019-10-06T18:09:14.083" v="271" actId="1076"/>
          <ac:spMkLst>
            <pc:docMk/>
            <pc:sldMk cId="3525947301" sldId="516"/>
            <ac:spMk id="354" creationId="{079E3815-C59A-4ECC-877E-FDDD8ED531E6}"/>
          </ac:spMkLst>
        </pc:spChg>
        <pc:spChg chg="add mod">
          <ac:chgData name="Cristian Chilipirea" userId="34ab170da5908fc4" providerId="LiveId" clId="{51E1D80A-4A29-4E2A-B293-4232621C1517}" dt="2019-10-06T18:09:14.083" v="271" actId="1076"/>
          <ac:spMkLst>
            <pc:docMk/>
            <pc:sldMk cId="3525947301" sldId="516"/>
            <ac:spMk id="355" creationId="{B0C078AC-99DB-4024-A4F2-746455E77D62}"/>
          </ac:spMkLst>
        </pc:spChg>
        <pc:spChg chg="add mod">
          <ac:chgData name="Cristian Chilipirea" userId="34ab170da5908fc4" providerId="LiveId" clId="{51E1D80A-4A29-4E2A-B293-4232621C1517}" dt="2019-10-06T18:09:14.083" v="271" actId="1076"/>
          <ac:spMkLst>
            <pc:docMk/>
            <pc:sldMk cId="3525947301" sldId="516"/>
            <ac:spMk id="356" creationId="{D9D80C56-A286-4AB1-85FF-AC8F041FCAAF}"/>
          </ac:spMkLst>
        </pc:spChg>
        <pc:spChg chg="add mod">
          <ac:chgData name="Cristian Chilipirea" userId="34ab170da5908fc4" providerId="LiveId" clId="{51E1D80A-4A29-4E2A-B293-4232621C1517}" dt="2019-10-06T18:09:14.083" v="271" actId="1076"/>
          <ac:spMkLst>
            <pc:docMk/>
            <pc:sldMk cId="3525947301" sldId="516"/>
            <ac:spMk id="357" creationId="{37634065-89F4-43CC-898E-D00EC440C5C7}"/>
          </ac:spMkLst>
        </pc:spChg>
        <pc:spChg chg="add mod">
          <ac:chgData name="Cristian Chilipirea" userId="34ab170da5908fc4" providerId="LiveId" clId="{51E1D80A-4A29-4E2A-B293-4232621C1517}" dt="2019-10-06T18:09:14.083" v="271" actId="1076"/>
          <ac:spMkLst>
            <pc:docMk/>
            <pc:sldMk cId="3525947301" sldId="516"/>
            <ac:spMk id="358" creationId="{BE392BB6-6B2E-4885-AA4A-6EB0EA2536C1}"/>
          </ac:spMkLst>
        </pc:spChg>
        <pc:spChg chg="add mod">
          <ac:chgData name="Cristian Chilipirea" userId="34ab170da5908fc4" providerId="LiveId" clId="{51E1D80A-4A29-4E2A-B293-4232621C1517}" dt="2019-10-06T18:09:14.083" v="271" actId="1076"/>
          <ac:spMkLst>
            <pc:docMk/>
            <pc:sldMk cId="3525947301" sldId="516"/>
            <ac:spMk id="359" creationId="{7641DD30-ABA7-4088-88B0-AF6BC9748CE7}"/>
          </ac:spMkLst>
        </pc:spChg>
        <pc:spChg chg="add mod">
          <ac:chgData name="Cristian Chilipirea" userId="34ab170da5908fc4" providerId="LiveId" clId="{51E1D80A-4A29-4E2A-B293-4232621C1517}" dt="2019-10-06T18:09:14.083" v="271" actId="1076"/>
          <ac:spMkLst>
            <pc:docMk/>
            <pc:sldMk cId="3525947301" sldId="516"/>
            <ac:spMk id="360" creationId="{CEAA486A-104C-41E4-8672-BDA9A57F18C9}"/>
          </ac:spMkLst>
        </pc:spChg>
        <pc:spChg chg="add mod">
          <ac:chgData name="Cristian Chilipirea" userId="34ab170da5908fc4" providerId="LiveId" clId="{51E1D80A-4A29-4E2A-B293-4232621C1517}" dt="2019-10-06T18:09:14.083" v="271" actId="1076"/>
          <ac:spMkLst>
            <pc:docMk/>
            <pc:sldMk cId="3525947301" sldId="516"/>
            <ac:spMk id="361" creationId="{4F7B2FB4-65B2-45D8-84AE-013A611AA4EE}"/>
          </ac:spMkLst>
        </pc:spChg>
        <pc:spChg chg="add mod">
          <ac:chgData name="Cristian Chilipirea" userId="34ab170da5908fc4" providerId="LiveId" clId="{51E1D80A-4A29-4E2A-B293-4232621C1517}" dt="2019-10-06T18:09:14.083" v="271" actId="1076"/>
          <ac:spMkLst>
            <pc:docMk/>
            <pc:sldMk cId="3525947301" sldId="516"/>
            <ac:spMk id="362" creationId="{2775F469-8C50-448D-9FCC-87DB59CBE055}"/>
          </ac:spMkLst>
        </pc:spChg>
        <pc:spChg chg="add mod">
          <ac:chgData name="Cristian Chilipirea" userId="34ab170da5908fc4" providerId="LiveId" clId="{51E1D80A-4A29-4E2A-B293-4232621C1517}" dt="2019-10-06T18:09:14.083" v="271" actId="1076"/>
          <ac:spMkLst>
            <pc:docMk/>
            <pc:sldMk cId="3525947301" sldId="516"/>
            <ac:spMk id="363" creationId="{66A9261B-BC49-402B-8E9D-C71F9AC3D5DA}"/>
          </ac:spMkLst>
        </pc:spChg>
        <pc:spChg chg="add mod">
          <ac:chgData name="Cristian Chilipirea" userId="34ab170da5908fc4" providerId="LiveId" clId="{51E1D80A-4A29-4E2A-B293-4232621C1517}" dt="2019-10-06T18:09:14.083" v="271" actId="1076"/>
          <ac:spMkLst>
            <pc:docMk/>
            <pc:sldMk cId="3525947301" sldId="516"/>
            <ac:spMk id="364" creationId="{87A7D1F2-1F88-4DCA-9EE2-F4987DC6C1EF}"/>
          </ac:spMkLst>
        </pc:spChg>
        <pc:spChg chg="add mod">
          <ac:chgData name="Cristian Chilipirea" userId="34ab170da5908fc4" providerId="LiveId" clId="{51E1D80A-4A29-4E2A-B293-4232621C1517}" dt="2019-10-06T18:09:14.083" v="271" actId="1076"/>
          <ac:spMkLst>
            <pc:docMk/>
            <pc:sldMk cId="3525947301" sldId="516"/>
            <ac:spMk id="365" creationId="{92F031E6-E094-4544-A086-C1A7CBFDFBB9}"/>
          </ac:spMkLst>
        </pc:spChg>
        <pc:spChg chg="add mod">
          <ac:chgData name="Cristian Chilipirea" userId="34ab170da5908fc4" providerId="LiveId" clId="{51E1D80A-4A29-4E2A-B293-4232621C1517}" dt="2019-10-06T18:09:14.083" v="271" actId="1076"/>
          <ac:spMkLst>
            <pc:docMk/>
            <pc:sldMk cId="3525947301" sldId="516"/>
            <ac:spMk id="366" creationId="{923E3D4B-BF46-40C3-820B-3C5C9D020F78}"/>
          </ac:spMkLst>
        </pc:spChg>
        <pc:spChg chg="add mod">
          <ac:chgData name="Cristian Chilipirea" userId="34ab170da5908fc4" providerId="LiveId" clId="{51E1D80A-4A29-4E2A-B293-4232621C1517}" dt="2019-10-06T18:09:14.083" v="271" actId="1076"/>
          <ac:spMkLst>
            <pc:docMk/>
            <pc:sldMk cId="3525947301" sldId="516"/>
            <ac:spMk id="367" creationId="{3CB18ACC-BDE9-4E8D-B9E5-8FBD8B3D4C7F}"/>
          </ac:spMkLst>
        </pc:spChg>
        <pc:spChg chg="add mod">
          <ac:chgData name="Cristian Chilipirea" userId="34ab170da5908fc4" providerId="LiveId" clId="{51E1D80A-4A29-4E2A-B293-4232621C1517}" dt="2019-10-06T18:09:14.083" v="271" actId="1076"/>
          <ac:spMkLst>
            <pc:docMk/>
            <pc:sldMk cId="3525947301" sldId="516"/>
            <ac:spMk id="368" creationId="{94AC22DD-C342-4C3F-9DAE-25BF03757688}"/>
          </ac:spMkLst>
        </pc:spChg>
        <pc:spChg chg="add mod">
          <ac:chgData name="Cristian Chilipirea" userId="34ab170da5908fc4" providerId="LiveId" clId="{51E1D80A-4A29-4E2A-B293-4232621C1517}" dt="2019-10-06T18:09:14.083" v="271" actId="1076"/>
          <ac:spMkLst>
            <pc:docMk/>
            <pc:sldMk cId="3525947301" sldId="516"/>
            <ac:spMk id="369" creationId="{9D65080E-15D8-4E3C-AEC6-9B8522ADD74F}"/>
          </ac:spMkLst>
        </pc:spChg>
        <pc:spChg chg="add mod">
          <ac:chgData name="Cristian Chilipirea" userId="34ab170da5908fc4" providerId="LiveId" clId="{51E1D80A-4A29-4E2A-B293-4232621C1517}" dt="2019-10-06T18:09:14.083" v="271" actId="1076"/>
          <ac:spMkLst>
            <pc:docMk/>
            <pc:sldMk cId="3525947301" sldId="516"/>
            <ac:spMk id="370" creationId="{D3C1DC97-EE95-4D87-AF8E-A6363F5C47A8}"/>
          </ac:spMkLst>
        </pc:spChg>
        <pc:spChg chg="add mod">
          <ac:chgData name="Cristian Chilipirea" userId="34ab170da5908fc4" providerId="LiveId" clId="{51E1D80A-4A29-4E2A-B293-4232621C1517}" dt="2019-10-06T18:09:14.083" v="271" actId="1076"/>
          <ac:spMkLst>
            <pc:docMk/>
            <pc:sldMk cId="3525947301" sldId="516"/>
            <ac:spMk id="371" creationId="{6AC39C8F-7457-44BB-B9CE-14A8C1C6CF97}"/>
          </ac:spMkLst>
        </pc:spChg>
        <pc:spChg chg="add mod">
          <ac:chgData name="Cristian Chilipirea" userId="34ab170da5908fc4" providerId="LiveId" clId="{51E1D80A-4A29-4E2A-B293-4232621C1517}" dt="2019-10-06T18:09:14.083" v="271" actId="1076"/>
          <ac:spMkLst>
            <pc:docMk/>
            <pc:sldMk cId="3525947301" sldId="516"/>
            <ac:spMk id="372" creationId="{3660D8A5-C965-4FAC-9C63-AA102DE4B2B4}"/>
          </ac:spMkLst>
        </pc:spChg>
        <pc:spChg chg="add mod">
          <ac:chgData name="Cristian Chilipirea" userId="34ab170da5908fc4" providerId="LiveId" clId="{51E1D80A-4A29-4E2A-B293-4232621C1517}" dt="2019-10-06T18:09:14.083" v="271" actId="1076"/>
          <ac:spMkLst>
            <pc:docMk/>
            <pc:sldMk cId="3525947301" sldId="516"/>
            <ac:spMk id="373" creationId="{C4001725-28DA-476B-BD6B-E6334EF5FA71}"/>
          </ac:spMkLst>
        </pc:spChg>
        <pc:spChg chg="add mod">
          <ac:chgData name="Cristian Chilipirea" userId="34ab170da5908fc4" providerId="LiveId" clId="{51E1D80A-4A29-4E2A-B293-4232621C1517}" dt="2019-10-06T18:09:14.083" v="271" actId="1076"/>
          <ac:spMkLst>
            <pc:docMk/>
            <pc:sldMk cId="3525947301" sldId="516"/>
            <ac:spMk id="374" creationId="{9F4B013A-6BB4-4015-9066-F54928D85E6A}"/>
          </ac:spMkLst>
        </pc:spChg>
        <pc:spChg chg="add mod">
          <ac:chgData name="Cristian Chilipirea" userId="34ab170da5908fc4" providerId="LiveId" clId="{51E1D80A-4A29-4E2A-B293-4232621C1517}" dt="2019-10-06T18:09:14.083" v="271" actId="1076"/>
          <ac:spMkLst>
            <pc:docMk/>
            <pc:sldMk cId="3525947301" sldId="516"/>
            <ac:spMk id="375" creationId="{939536A0-4E4D-4671-819B-347544A62749}"/>
          </ac:spMkLst>
        </pc:spChg>
        <pc:spChg chg="add mod">
          <ac:chgData name="Cristian Chilipirea" userId="34ab170da5908fc4" providerId="LiveId" clId="{51E1D80A-4A29-4E2A-B293-4232621C1517}" dt="2019-10-06T18:09:14.083" v="271" actId="1076"/>
          <ac:spMkLst>
            <pc:docMk/>
            <pc:sldMk cId="3525947301" sldId="516"/>
            <ac:spMk id="376" creationId="{73C7F6E0-EF16-4923-9339-71397AFF810B}"/>
          </ac:spMkLst>
        </pc:spChg>
        <pc:spChg chg="add mod">
          <ac:chgData name="Cristian Chilipirea" userId="34ab170da5908fc4" providerId="LiveId" clId="{51E1D80A-4A29-4E2A-B293-4232621C1517}" dt="2019-10-06T18:09:14.083" v="271" actId="1076"/>
          <ac:spMkLst>
            <pc:docMk/>
            <pc:sldMk cId="3525947301" sldId="516"/>
            <ac:spMk id="377" creationId="{D2B18B18-D3B1-4927-BD59-137255122648}"/>
          </ac:spMkLst>
        </pc:spChg>
        <pc:spChg chg="add mod">
          <ac:chgData name="Cristian Chilipirea" userId="34ab170da5908fc4" providerId="LiveId" clId="{51E1D80A-4A29-4E2A-B293-4232621C1517}" dt="2019-10-06T18:09:14.083" v="271" actId="1076"/>
          <ac:spMkLst>
            <pc:docMk/>
            <pc:sldMk cId="3525947301" sldId="516"/>
            <ac:spMk id="378" creationId="{302E7747-D5FA-4A38-BFDE-2A6B030FF6C8}"/>
          </ac:spMkLst>
        </pc:spChg>
        <pc:spChg chg="add mod">
          <ac:chgData name="Cristian Chilipirea" userId="34ab170da5908fc4" providerId="LiveId" clId="{51E1D80A-4A29-4E2A-B293-4232621C1517}" dt="2019-10-06T18:09:14.083" v="271" actId="1076"/>
          <ac:spMkLst>
            <pc:docMk/>
            <pc:sldMk cId="3525947301" sldId="516"/>
            <ac:spMk id="379" creationId="{A77E5496-F4DE-486B-AC81-37641077E528}"/>
          </ac:spMkLst>
        </pc:spChg>
        <pc:spChg chg="add mod">
          <ac:chgData name="Cristian Chilipirea" userId="34ab170da5908fc4" providerId="LiveId" clId="{51E1D80A-4A29-4E2A-B293-4232621C1517}" dt="2019-10-06T18:09:14.083" v="271" actId="1076"/>
          <ac:spMkLst>
            <pc:docMk/>
            <pc:sldMk cId="3525947301" sldId="516"/>
            <ac:spMk id="380" creationId="{7EA7CD67-8865-4C46-80F1-A5864FBF93CE}"/>
          </ac:spMkLst>
        </pc:spChg>
        <pc:spChg chg="add mod">
          <ac:chgData name="Cristian Chilipirea" userId="34ab170da5908fc4" providerId="LiveId" clId="{51E1D80A-4A29-4E2A-B293-4232621C1517}" dt="2019-10-06T18:09:14.083" v="271" actId="1076"/>
          <ac:spMkLst>
            <pc:docMk/>
            <pc:sldMk cId="3525947301" sldId="516"/>
            <ac:spMk id="381" creationId="{0F25C129-DF83-4F59-A418-398621FEDC28}"/>
          </ac:spMkLst>
        </pc:spChg>
        <pc:spChg chg="add mod">
          <ac:chgData name="Cristian Chilipirea" userId="34ab170da5908fc4" providerId="LiveId" clId="{51E1D80A-4A29-4E2A-B293-4232621C1517}" dt="2019-10-06T18:09:14.083" v="271" actId="1076"/>
          <ac:spMkLst>
            <pc:docMk/>
            <pc:sldMk cId="3525947301" sldId="516"/>
            <ac:spMk id="382" creationId="{2EE2D5B5-7261-4563-9A72-DA6092D472A2}"/>
          </ac:spMkLst>
        </pc:spChg>
        <pc:spChg chg="add mod">
          <ac:chgData name="Cristian Chilipirea" userId="34ab170da5908fc4" providerId="LiveId" clId="{51E1D80A-4A29-4E2A-B293-4232621C1517}" dt="2019-10-06T18:09:14.083" v="271" actId="1076"/>
          <ac:spMkLst>
            <pc:docMk/>
            <pc:sldMk cId="3525947301" sldId="516"/>
            <ac:spMk id="383" creationId="{A0541395-F44F-4745-8AAD-E63F116BD35D}"/>
          </ac:spMkLst>
        </pc:spChg>
        <pc:spChg chg="add mod">
          <ac:chgData name="Cristian Chilipirea" userId="34ab170da5908fc4" providerId="LiveId" clId="{51E1D80A-4A29-4E2A-B293-4232621C1517}" dt="2019-10-06T18:09:14.083" v="271" actId="1076"/>
          <ac:spMkLst>
            <pc:docMk/>
            <pc:sldMk cId="3525947301" sldId="516"/>
            <ac:spMk id="384" creationId="{53D736D1-1E9D-4FC5-842F-FEF572BFD23D}"/>
          </ac:spMkLst>
        </pc:spChg>
        <pc:spChg chg="add mod">
          <ac:chgData name="Cristian Chilipirea" userId="34ab170da5908fc4" providerId="LiveId" clId="{51E1D80A-4A29-4E2A-B293-4232621C1517}" dt="2019-10-06T18:09:14.083" v="271" actId="1076"/>
          <ac:spMkLst>
            <pc:docMk/>
            <pc:sldMk cId="3525947301" sldId="516"/>
            <ac:spMk id="385" creationId="{8B52B910-DFBF-4024-ACB3-CCB79EFA9C57}"/>
          </ac:spMkLst>
        </pc:spChg>
        <pc:spChg chg="add mod">
          <ac:chgData name="Cristian Chilipirea" userId="34ab170da5908fc4" providerId="LiveId" clId="{51E1D80A-4A29-4E2A-B293-4232621C1517}" dt="2019-10-06T18:09:14.083" v="271" actId="1076"/>
          <ac:spMkLst>
            <pc:docMk/>
            <pc:sldMk cId="3525947301" sldId="516"/>
            <ac:spMk id="386" creationId="{B3BDA6CC-7223-4F69-807C-09CC0781344A}"/>
          </ac:spMkLst>
        </pc:spChg>
        <pc:spChg chg="add mod">
          <ac:chgData name="Cristian Chilipirea" userId="34ab170da5908fc4" providerId="LiveId" clId="{51E1D80A-4A29-4E2A-B293-4232621C1517}" dt="2019-10-06T18:09:14.083" v="271" actId="1076"/>
          <ac:spMkLst>
            <pc:docMk/>
            <pc:sldMk cId="3525947301" sldId="516"/>
            <ac:spMk id="387" creationId="{99716744-C7CE-4718-93C7-65D71AF937DD}"/>
          </ac:spMkLst>
        </pc:spChg>
        <pc:spChg chg="add mod">
          <ac:chgData name="Cristian Chilipirea" userId="34ab170da5908fc4" providerId="LiveId" clId="{51E1D80A-4A29-4E2A-B293-4232621C1517}" dt="2019-10-06T18:09:14.083" v="271" actId="1076"/>
          <ac:spMkLst>
            <pc:docMk/>
            <pc:sldMk cId="3525947301" sldId="516"/>
            <ac:spMk id="388" creationId="{C973A68F-77DD-4B97-A642-C304FD1B4657}"/>
          </ac:spMkLst>
        </pc:spChg>
        <pc:spChg chg="add mod">
          <ac:chgData name="Cristian Chilipirea" userId="34ab170da5908fc4" providerId="LiveId" clId="{51E1D80A-4A29-4E2A-B293-4232621C1517}" dt="2019-10-06T18:09:14.083" v="271" actId="1076"/>
          <ac:spMkLst>
            <pc:docMk/>
            <pc:sldMk cId="3525947301" sldId="516"/>
            <ac:spMk id="389" creationId="{5FF94D23-701B-484F-B82E-7FE718EBE1F7}"/>
          </ac:spMkLst>
        </pc:spChg>
        <pc:spChg chg="add mod">
          <ac:chgData name="Cristian Chilipirea" userId="34ab170da5908fc4" providerId="LiveId" clId="{51E1D80A-4A29-4E2A-B293-4232621C1517}" dt="2019-10-06T18:09:14.083" v="271" actId="1076"/>
          <ac:spMkLst>
            <pc:docMk/>
            <pc:sldMk cId="3525947301" sldId="516"/>
            <ac:spMk id="390" creationId="{B89C1665-D029-4B01-9408-44170557C34C}"/>
          </ac:spMkLst>
        </pc:spChg>
        <pc:spChg chg="add mod">
          <ac:chgData name="Cristian Chilipirea" userId="34ab170da5908fc4" providerId="LiveId" clId="{51E1D80A-4A29-4E2A-B293-4232621C1517}" dt="2019-10-06T18:09:14.083" v="271" actId="1076"/>
          <ac:spMkLst>
            <pc:docMk/>
            <pc:sldMk cId="3525947301" sldId="516"/>
            <ac:spMk id="391" creationId="{E41BBD4B-EEA3-4E6B-93EE-C8037F046C53}"/>
          </ac:spMkLst>
        </pc:spChg>
        <pc:spChg chg="add mod">
          <ac:chgData name="Cristian Chilipirea" userId="34ab170da5908fc4" providerId="LiveId" clId="{51E1D80A-4A29-4E2A-B293-4232621C1517}" dt="2019-10-06T18:09:14.083" v="271" actId="1076"/>
          <ac:spMkLst>
            <pc:docMk/>
            <pc:sldMk cId="3525947301" sldId="516"/>
            <ac:spMk id="392" creationId="{4BBC8F6C-281E-45A7-9D12-205165216054}"/>
          </ac:spMkLst>
        </pc:spChg>
        <pc:spChg chg="add mod">
          <ac:chgData name="Cristian Chilipirea" userId="34ab170da5908fc4" providerId="LiveId" clId="{51E1D80A-4A29-4E2A-B293-4232621C1517}" dt="2019-10-06T18:09:14.083" v="271" actId="1076"/>
          <ac:spMkLst>
            <pc:docMk/>
            <pc:sldMk cId="3525947301" sldId="516"/>
            <ac:spMk id="393" creationId="{3A477688-102F-4131-A1E5-1001C718C67F}"/>
          </ac:spMkLst>
        </pc:spChg>
        <pc:spChg chg="add mod">
          <ac:chgData name="Cristian Chilipirea" userId="34ab170da5908fc4" providerId="LiveId" clId="{51E1D80A-4A29-4E2A-B293-4232621C1517}" dt="2019-10-06T18:09:14.083" v="271" actId="1076"/>
          <ac:spMkLst>
            <pc:docMk/>
            <pc:sldMk cId="3525947301" sldId="516"/>
            <ac:spMk id="394" creationId="{23E2AB37-70B6-4EBC-912E-496313DC1424}"/>
          </ac:spMkLst>
        </pc:spChg>
        <pc:spChg chg="add mod">
          <ac:chgData name="Cristian Chilipirea" userId="34ab170da5908fc4" providerId="LiveId" clId="{51E1D80A-4A29-4E2A-B293-4232621C1517}" dt="2019-10-06T18:09:14.083" v="271" actId="1076"/>
          <ac:spMkLst>
            <pc:docMk/>
            <pc:sldMk cId="3525947301" sldId="516"/>
            <ac:spMk id="395" creationId="{EC3939B8-0536-424A-ACAD-C6654F8C00A7}"/>
          </ac:spMkLst>
        </pc:spChg>
        <pc:spChg chg="add mod">
          <ac:chgData name="Cristian Chilipirea" userId="34ab170da5908fc4" providerId="LiveId" clId="{51E1D80A-4A29-4E2A-B293-4232621C1517}" dt="2019-10-06T18:09:14.083" v="271" actId="1076"/>
          <ac:spMkLst>
            <pc:docMk/>
            <pc:sldMk cId="3525947301" sldId="516"/>
            <ac:spMk id="396" creationId="{C182B545-D4A4-4726-BB5F-D448564665C8}"/>
          </ac:spMkLst>
        </pc:spChg>
        <pc:spChg chg="add mod">
          <ac:chgData name="Cristian Chilipirea" userId="34ab170da5908fc4" providerId="LiveId" clId="{51E1D80A-4A29-4E2A-B293-4232621C1517}" dt="2019-10-06T18:09:14.083" v="271" actId="1076"/>
          <ac:spMkLst>
            <pc:docMk/>
            <pc:sldMk cId="3525947301" sldId="516"/>
            <ac:spMk id="397" creationId="{2B028849-F02D-43F4-BB8C-1C89D796AD00}"/>
          </ac:spMkLst>
        </pc:spChg>
        <pc:spChg chg="add mod">
          <ac:chgData name="Cristian Chilipirea" userId="34ab170da5908fc4" providerId="LiveId" clId="{51E1D80A-4A29-4E2A-B293-4232621C1517}" dt="2019-10-06T18:09:14.083" v="271" actId="1076"/>
          <ac:spMkLst>
            <pc:docMk/>
            <pc:sldMk cId="3525947301" sldId="516"/>
            <ac:spMk id="398" creationId="{81CB8298-44CE-46FD-A753-7E838BAD8957}"/>
          </ac:spMkLst>
        </pc:spChg>
        <pc:spChg chg="add mod">
          <ac:chgData name="Cristian Chilipirea" userId="34ab170da5908fc4" providerId="LiveId" clId="{51E1D80A-4A29-4E2A-B293-4232621C1517}" dt="2019-10-06T18:09:14.083" v="271" actId="1076"/>
          <ac:spMkLst>
            <pc:docMk/>
            <pc:sldMk cId="3525947301" sldId="516"/>
            <ac:spMk id="399" creationId="{7FA1C522-F3B3-4B27-8A39-26FBB5702E5E}"/>
          </ac:spMkLst>
        </pc:spChg>
        <pc:spChg chg="add mod">
          <ac:chgData name="Cristian Chilipirea" userId="34ab170da5908fc4" providerId="LiveId" clId="{51E1D80A-4A29-4E2A-B293-4232621C1517}" dt="2019-10-06T18:09:14.083" v="271" actId="1076"/>
          <ac:spMkLst>
            <pc:docMk/>
            <pc:sldMk cId="3525947301" sldId="516"/>
            <ac:spMk id="400" creationId="{A0159010-B016-44C8-B5DF-2B63EE866F37}"/>
          </ac:spMkLst>
        </pc:spChg>
        <pc:spChg chg="add mod">
          <ac:chgData name="Cristian Chilipirea" userId="34ab170da5908fc4" providerId="LiveId" clId="{51E1D80A-4A29-4E2A-B293-4232621C1517}" dt="2019-10-06T18:09:14.083" v="271" actId="1076"/>
          <ac:spMkLst>
            <pc:docMk/>
            <pc:sldMk cId="3525947301" sldId="516"/>
            <ac:spMk id="401" creationId="{B76F06C8-14C3-4EA2-82F6-0B5F429AC3E3}"/>
          </ac:spMkLst>
        </pc:spChg>
        <pc:spChg chg="add mod">
          <ac:chgData name="Cristian Chilipirea" userId="34ab170da5908fc4" providerId="LiveId" clId="{51E1D80A-4A29-4E2A-B293-4232621C1517}" dt="2019-10-06T18:09:14.083" v="271" actId="1076"/>
          <ac:spMkLst>
            <pc:docMk/>
            <pc:sldMk cId="3525947301" sldId="516"/>
            <ac:spMk id="402" creationId="{D3BE6DE5-C539-4775-9361-C4CEF8686ABB}"/>
          </ac:spMkLst>
        </pc:spChg>
        <pc:spChg chg="add mod">
          <ac:chgData name="Cristian Chilipirea" userId="34ab170da5908fc4" providerId="LiveId" clId="{51E1D80A-4A29-4E2A-B293-4232621C1517}" dt="2019-10-06T18:09:14.083" v="271" actId="1076"/>
          <ac:spMkLst>
            <pc:docMk/>
            <pc:sldMk cId="3525947301" sldId="516"/>
            <ac:spMk id="403" creationId="{2FA6C427-EC9C-4BB0-9565-749C3811E418}"/>
          </ac:spMkLst>
        </pc:spChg>
        <pc:spChg chg="add mod">
          <ac:chgData name="Cristian Chilipirea" userId="34ab170da5908fc4" providerId="LiveId" clId="{51E1D80A-4A29-4E2A-B293-4232621C1517}" dt="2019-10-06T18:09:14.083" v="271" actId="1076"/>
          <ac:spMkLst>
            <pc:docMk/>
            <pc:sldMk cId="3525947301" sldId="516"/>
            <ac:spMk id="404" creationId="{90ACFEA6-B597-4DA1-B0E6-DC41953C4C78}"/>
          </ac:spMkLst>
        </pc:spChg>
        <pc:spChg chg="add mod">
          <ac:chgData name="Cristian Chilipirea" userId="34ab170da5908fc4" providerId="LiveId" clId="{51E1D80A-4A29-4E2A-B293-4232621C1517}" dt="2019-10-06T18:09:14.083" v="271" actId="1076"/>
          <ac:spMkLst>
            <pc:docMk/>
            <pc:sldMk cId="3525947301" sldId="516"/>
            <ac:spMk id="405" creationId="{7FAB46F4-10A1-4CB7-BD47-0E05671577F5}"/>
          </ac:spMkLst>
        </pc:spChg>
        <pc:spChg chg="add mod">
          <ac:chgData name="Cristian Chilipirea" userId="34ab170da5908fc4" providerId="LiveId" clId="{51E1D80A-4A29-4E2A-B293-4232621C1517}" dt="2019-10-06T18:09:14.083" v="271" actId="1076"/>
          <ac:spMkLst>
            <pc:docMk/>
            <pc:sldMk cId="3525947301" sldId="516"/>
            <ac:spMk id="406" creationId="{6043DC8A-B904-4468-BFC7-CEA26AF166EA}"/>
          </ac:spMkLst>
        </pc:spChg>
        <pc:spChg chg="add mod">
          <ac:chgData name="Cristian Chilipirea" userId="34ab170da5908fc4" providerId="LiveId" clId="{51E1D80A-4A29-4E2A-B293-4232621C1517}" dt="2019-10-06T18:09:14.083" v="271" actId="1076"/>
          <ac:spMkLst>
            <pc:docMk/>
            <pc:sldMk cId="3525947301" sldId="516"/>
            <ac:spMk id="407" creationId="{F51DF309-C7CD-4636-BFB0-804EFE8890A1}"/>
          </ac:spMkLst>
        </pc:spChg>
        <pc:spChg chg="add mod">
          <ac:chgData name="Cristian Chilipirea" userId="34ab170da5908fc4" providerId="LiveId" clId="{51E1D80A-4A29-4E2A-B293-4232621C1517}" dt="2019-10-06T18:09:14.083" v="271" actId="1076"/>
          <ac:spMkLst>
            <pc:docMk/>
            <pc:sldMk cId="3525947301" sldId="516"/>
            <ac:spMk id="408" creationId="{CD1FFD28-9D93-419B-974F-63DF82268279}"/>
          </ac:spMkLst>
        </pc:spChg>
        <pc:spChg chg="add mod">
          <ac:chgData name="Cristian Chilipirea" userId="34ab170da5908fc4" providerId="LiveId" clId="{51E1D80A-4A29-4E2A-B293-4232621C1517}" dt="2019-10-06T18:09:14.083" v="271" actId="1076"/>
          <ac:spMkLst>
            <pc:docMk/>
            <pc:sldMk cId="3525947301" sldId="516"/>
            <ac:spMk id="409" creationId="{CD2C7A81-BAC4-4CD8-A76E-9D79273D7CB3}"/>
          </ac:spMkLst>
        </pc:spChg>
        <pc:spChg chg="add mod">
          <ac:chgData name="Cristian Chilipirea" userId="34ab170da5908fc4" providerId="LiveId" clId="{51E1D80A-4A29-4E2A-B293-4232621C1517}" dt="2019-10-06T18:09:14.083" v="271" actId="1076"/>
          <ac:spMkLst>
            <pc:docMk/>
            <pc:sldMk cId="3525947301" sldId="516"/>
            <ac:spMk id="410" creationId="{0E806EB1-B447-484B-89EB-F2BABBD21B18}"/>
          </ac:spMkLst>
        </pc:spChg>
        <pc:spChg chg="add mod">
          <ac:chgData name="Cristian Chilipirea" userId="34ab170da5908fc4" providerId="LiveId" clId="{51E1D80A-4A29-4E2A-B293-4232621C1517}" dt="2019-10-06T18:09:14.083" v="271" actId="1076"/>
          <ac:spMkLst>
            <pc:docMk/>
            <pc:sldMk cId="3525947301" sldId="516"/>
            <ac:spMk id="411" creationId="{B830357E-F22C-4F02-9BBB-AC28CCADE3A2}"/>
          </ac:spMkLst>
        </pc:spChg>
        <pc:spChg chg="add mod">
          <ac:chgData name="Cristian Chilipirea" userId="34ab170da5908fc4" providerId="LiveId" clId="{51E1D80A-4A29-4E2A-B293-4232621C1517}" dt="2019-10-06T18:09:14.083" v="271" actId="1076"/>
          <ac:spMkLst>
            <pc:docMk/>
            <pc:sldMk cId="3525947301" sldId="516"/>
            <ac:spMk id="412" creationId="{8783D9FB-CD32-4F0B-A5ED-D16C51436B85}"/>
          </ac:spMkLst>
        </pc:spChg>
        <pc:spChg chg="add mod">
          <ac:chgData name="Cristian Chilipirea" userId="34ab170da5908fc4" providerId="LiveId" clId="{51E1D80A-4A29-4E2A-B293-4232621C1517}" dt="2019-10-06T18:09:14.083" v="271" actId="1076"/>
          <ac:spMkLst>
            <pc:docMk/>
            <pc:sldMk cId="3525947301" sldId="516"/>
            <ac:spMk id="413" creationId="{2C5565B0-E58B-422E-9757-EFFF5A2C0BDB}"/>
          </ac:spMkLst>
        </pc:spChg>
        <pc:spChg chg="add mod">
          <ac:chgData name="Cristian Chilipirea" userId="34ab170da5908fc4" providerId="LiveId" clId="{51E1D80A-4A29-4E2A-B293-4232621C1517}" dt="2019-10-06T18:09:14.083" v="271" actId="1076"/>
          <ac:spMkLst>
            <pc:docMk/>
            <pc:sldMk cId="3525947301" sldId="516"/>
            <ac:spMk id="414" creationId="{BC8622ED-7C7C-49D9-9834-A00999AB6685}"/>
          </ac:spMkLst>
        </pc:spChg>
        <pc:spChg chg="add mod">
          <ac:chgData name="Cristian Chilipirea" userId="34ab170da5908fc4" providerId="LiveId" clId="{51E1D80A-4A29-4E2A-B293-4232621C1517}" dt="2019-10-06T18:09:14.083" v="271" actId="1076"/>
          <ac:spMkLst>
            <pc:docMk/>
            <pc:sldMk cId="3525947301" sldId="516"/>
            <ac:spMk id="415" creationId="{C099CE6D-7F61-4E1B-8379-DEB76AAA0C3A}"/>
          </ac:spMkLst>
        </pc:spChg>
        <pc:spChg chg="add mod">
          <ac:chgData name="Cristian Chilipirea" userId="34ab170da5908fc4" providerId="LiveId" clId="{51E1D80A-4A29-4E2A-B293-4232621C1517}" dt="2019-10-06T18:09:14.083" v="271" actId="1076"/>
          <ac:spMkLst>
            <pc:docMk/>
            <pc:sldMk cId="3525947301" sldId="516"/>
            <ac:spMk id="416" creationId="{F9DD69CB-C535-467B-8B9D-5B0A5BBA3C69}"/>
          </ac:spMkLst>
        </pc:spChg>
        <pc:spChg chg="add mod">
          <ac:chgData name="Cristian Chilipirea" userId="34ab170da5908fc4" providerId="LiveId" clId="{51E1D80A-4A29-4E2A-B293-4232621C1517}" dt="2019-10-06T18:09:14.083" v="271" actId="1076"/>
          <ac:spMkLst>
            <pc:docMk/>
            <pc:sldMk cId="3525947301" sldId="516"/>
            <ac:spMk id="417" creationId="{05962FAF-7D8D-4628-A0AC-69E56FFB118C}"/>
          </ac:spMkLst>
        </pc:spChg>
        <pc:spChg chg="add mod">
          <ac:chgData name="Cristian Chilipirea" userId="34ab170da5908fc4" providerId="LiveId" clId="{51E1D80A-4A29-4E2A-B293-4232621C1517}" dt="2019-10-06T18:09:14.083" v="271" actId="1076"/>
          <ac:spMkLst>
            <pc:docMk/>
            <pc:sldMk cId="3525947301" sldId="516"/>
            <ac:spMk id="418" creationId="{6CA27E85-8F93-4723-9538-0976A5797127}"/>
          </ac:spMkLst>
        </pc:spChg>
        <pc:spChg chg="add mod">
          <ac:chgData name="Cristian Chilipirea" userId="34ab170da5908fc4" providerId="LiveId" clId="{51E1D80A-4A29-4E2A-B293-4232621C1517}" dt="2019-10-06T18:09:14.083" v="271" actId="1076"/>
          <ac:spMkLst>
            <pc:docMk/>
            <pc:sldMk cId="3525947301" sldId="516"/>
            <ac:spMk id="419" creationId="{38FC0875-2FC5-4227-9BE1-62A7762341D0}"/>
          </ac:spMkLst>
        </pc:spChg>
        <pc:spChg chg="add mod">
          <ac:chgData name="Cristian Chilipirea" userId="34ab170da5908fc4" providerId="LiveId" clId="{51E1D80A-4A29-4E2A-B293-4232621C1517}" dt="2019-10-06T18:09:14.083" v="271" actId="1076"/>
          <ac:spMkLst>
            <pc:docMk/>
            <pc:sldMk cId="3525947301" sldId="516"/>
            <ac:spMk id="420" creationId="{D16B5D00-5AF1-4176-BE7D-A7210628048E}"/>
          </ac:spMkLst>
        </pc:spChg>
        <pc:spChg chg="add mod">
          <ac:chgData name="Cristian Chilipirea" userId="34ab170da5908fc4" providerId="LiveId" clId="{51E1D80A-4A29-4E2A-B293-4232621C1517}" dt="2019-10-06T18:09:14.083" v="271" actId="1076"/>
          <ac:spMkLst>
            <pc:docMk/>
            <pc:sldMk cId="3525947301" sldId="516"/>
            <ac:spMk id="421" creationId="{F2A4A9CA-888F-4B96-A1DB-8D13AC72631E}"/>
          </ac:spMkLst>
        </pc:spChg>
        <pc:spChg chg="add mod">
          <ac:chgData name="Cristian Chilipirea" userId="34ab170da5908fc4" providerId="LiveId" clId="{51E1D80A-4A29-4E2A-B293-4232621C1517}" dt="2019-10-06T18:09:14.083" v="271" actId="1076"/>
          <ac:spMkLst>
            <pc:docMk/>
            <pc:sldMk cId="3525947301" sldId="516"/>
            <ac:spMk id="422" creationId="{6C125D9B-1A4D-4BA0-9B2F-453B157EF996}"/>
          </ac:spMkLst>
        </pc:spChg>
        <pc:spChg chg="add mod">
          <ac:chgData name="Cristian Chilipirea" userId="34ab170da5908fc4" providerId="LiveId" clId="{51E1D80A-4A29-4E2A-B293-4232621C1517}" dt="2019-10-06T18:09:14.083" v="271" actId="1076"/>
          <ac:spMkLst>
            <pc:docMk/>
            <pc:sldMk cId="3525947301" sldId="516"/>
            <ac:spMk id="423" creationId="{171D76BB-AD94-42BD-9A8B-E96955D9DC03}"/>
          </ac:spMkLst>
        </pc:spChg>
        <pc:spChg chg="add mod">
          <ac:chgData name="Cristian Chilipirea" userId="34ab170da5908fc4" providerId="LiveId" clId="{51E1D80A-4A29-4E2A-B293-4232621C1517}" dt="2019-10-06T18:09:14.083" v="271" actId="1076"/>
          <ac:spMkLst>
            <pc:docMk/>
            <pc:sldMk cId="3525947301" sldId="516"/>
            <ac:spMk id="424" creationId="{41568C42-FAED-4B7A-899D-B464FF5E9B38}"/>
          </ac:spMkLst>
        </pc:spChg>
        <pc:spChg chg="add mod">
          <ac:chgData name="Cristian Chilipirea" userId="34ab170da5908fc4" providerId="LiveId" clId="{51E1D80A-4A29-4E2A-B293-4232621C1517}" dt="2019-10-06T18:09:14.083" v="271" actId="1076"/>
          <ac:spMkLst>
            <pc:docMk/>
            <pc:sldMk cId="3525947301" sldId="516"/>
            <ac:spMk id="425" creationId="{B5D4DD2E-75F4-4D0F-87AE-F2271409512B}"/>
          </ac:spMkLst>
        </pc:spChg>
        <pc:spChg chg="add mod">
          <ac:chgData name="Cristian Chilipirea" userId="34ab170da5908fc4" providerId="LiveId" clId="{51E1D80A-4A29-4E2A-B293-4232621C1517}" dt="2019-10-06T18:09:14.083" v="271" actId="1076"/>
          <ac:spMkLst>
            <pc:docMk/>
            <pc:sldMk cId="3525947301" sldId="516"/>
            <ac:spMk id="426" creationId="{44BAF615-715F-4875-9B16-E20851B0743E}"/>
          </ac:spMkLst>
        </pc:spChg>
        <pc:spChg chg="add mod">
          <ac:chgData name="Cristian Chilipirea" userId="34ab170da5908fc4" providerId="LiveId" clId="{51E1D80A-4A29-4E2A-B293-4232621C1517}" dt="2019-10-06T18:09:14.083" v="271" actId="1076"/>
          <ac:spMkLst>
            <pc:docMk/>
            <pc:sldMk cId="3525947301" sldId="516"/>
            <ac:spMk id="427" creationId="{DBCE81CC-23E6-423E-A973-EBFA37CD7F42}"/>
          </ac:spMkLst>
        </pc:spChg>
        <pc:spChg chg="add mod">
          <ac:chgData name="Cristian Chilipirea" userId="34ab170da5908fc4" providerId="LiveId" clId="{51E1D80A-4A29-4E2A-B293-4232621C1517}" dt="2019-10-06T18:09:14.083" v="271" actId="1076"/>
          <ac:spMkLst>
            <pc:docMk/>
            <pc:sldMk cId="3525947301" sldId="516"/>
            <ac:spMk id="428" creationId="{16936C4A-6E02-4367-A92E-62B62221D334}"/>
          </ac:spMkLst>
        </pc:spChg>
        <pc:spChg chg="add mod">
          <ac:chgData name="Cristian Chilipirea" userId="34ab170da5908fc4" providerId="LiveId" clId="{51E1D80A-4A29-4E2A-B293-4232621C1517}" dt="2019-10-06T18:09:14.083" v="271" actId="1076"/>
          <ac:spMkLst>
            <pc:docMk/>
            <pc:sldMk cId="3525947301" sldId="516"/>
            <ac:spMk id="429" creationId="{81AEB018-5243-4908-B611-FD7FB70D49B0}"/>
          </ac:spMkLst>
        </pc:spChg>
        <pc:spChg chg="add mod">
          <ac:chgData name="Cristian Chilipirea" userId="34ab170da5908fc4" providerId="LiveId" clId="{51E1D80A-4A29-4E2A-B293-4232621C1517}" dt="2019-10-06T18:09:14.083" v="271" actId="1076"/>
          <ac:spMkLst>
            <pc:docMk/>
            <pc:sldMk cId="3525947301" sldId="516"/>
            <ac:spMk id="430" creationId="{F16EB7B4-4CFC-4B12-8577-443916E3F014}"/>
          </ac:spMkLst>
        </pc:spChg>
        <pc:spChg chg="add mod">
          <ac:chgData name="Cristian Chilipirea" userId="34ab170da5908fc4" providerId="LiveId" clId="{51E1D80A-4A29-4E2A-B293-4232621C1517}" dt="2019-10-06T18:09:14.083" v="271" actId="1076"/>
          <ac:spMkLst>
            <pc:docMk/>
            <pc:sldMk cId="3525947301" sldId="516"/>
            <ac:spMk id="431" creationId="{4D347F11-29DE-41F7-873C-48EE4717339A}"/>
          </ac:spMkLst>
        </pc:spChg>
        <pc:spChg chg="add mod">
          <ac:chgData name="Cristian Chilipirea" userId="34ab170da5908fc4" providerId="LiveId" clId="{51E1D80A-4A29-4E2A-B293-4232621C1517}" dt="2019-10-06T18:09:14.083" v="271" actId="1076"/>
          <ac:spMkLst>
            <pc:docMk/>
            <pc:sldMk cId="3525947301" sldId="516"/>
            <ac:spMk id="432" creationId="{3910CB63-EF71-4A52-ACD8-CFEB68B05853}"/>
          </ac:spMkLst>
        </pc:spChg>
        <pc:spChg chg="add mod">
          <ac:chgData name="Cristian Chilipirea" userId="34ab170da5908fc4" providerId="LiveId" clId="{51E1D80A-4A29-4E2A-B293-4232621C1517}" dt="2019-10-06T18:09:14.083" v="271" actId="1076"/>
          <ac:spMkLst>
            <pc:docMk/>
            <pc:sldMk cId="3525947301" sldId="516"/>
            <ac:spMk id="433" creationId="{73E52E6A-FD56-4482-9B13-56309DD5ACFE}"/>
          </ac:spMkLst>
        </pc:spChg>
        <pc:spChg chg="add mod">
          <ac:chgData name="Cristian Chilipirea" userId="34ab170da5908fc4" providerId="LiveId" clId="{51E1D80A-4A29-4E2A-B293-4232621C1517}" dt="2019-10-06T18:09:14.083" v="271" actId="1076"/>
          <ac:spMkLst>
            <pc:docMk/>
            <pc:sldMk cId="3525947301" sldId="516"/>
            <ac:spMk id="434" creationId="{C2ACEF03-0955-4676-A9BD-A5E35FE875EB}"/>
          </ac:spMkLst>
        </pc:spChg>
        <pc:spChg chg="add mod">
          <ac:chgData name="Cristian Chilipirea" userId="34ab170da5908fc4" providerId="LiveId" clId="{51E1D80A-4A29-4E2A-B293-4232621C1517}" dt="2019-10-06T18:09:14.083" v="271" actId="1076"/>
          <ac:spMkLst>
            <pc:docMk/>
            <pc:sldMk cId="3525947301" sldId="516"/>
            <ac:spMk id="435" creationId="{1FD9E56D-1209-49A9-8D7F-B99B6549E4F0}"/>
          </ac:spMkLst>
        </pc:spChg>
        <pc:spChg chg="add mod">
          <ac:chgData name="Cristian Chilipirea" userId="34ab170da5908fc4" providerId="LiveId" clId="{51E1D80A-4A29-4E2A-B293-4232621C1517}" dt="2019-10-06T18:09:14.083" v="271" actId="1076"/>
          <ac:spMkLst>
            <pc:docMk/>
            <pc:sldMk cId="3525947301" sldId="516"/>
            <ac:spMk id="436" creationId="{EA8050F3-A2D2-41B8-9849-38CB1C98D058}"/>
          </ac:spMkLst>
        </pc:spChg>
        <pc:spChg chg="add mod">
          <ac:chgData name="Cristian Chilipirea" userId="34ab170da5908fc4" providerId="LiveId" clId="{51E1D80A-4A29-4E2A-B293-4232621C1517}" dt="2019-10-06T18:09:14.083" v="271" actId="1076"/>
          <ac:spMkLst>
            <pc:docMk/>
            <pc:sldMk cId="3525947301" sldId="516"/>
            <ac:spMk id="437" creationId="{50237815-5987-492D-881E-EBCA7B1B52E6}"/>
          </ac:spMkLst>
        </pc:spChg>
        <pc:spChg chg="add mod">
          <ac:chgData name="Cristian Chilipirea" userId="34ab170da5908fc4" providerId="LiveId" clId="{51E1D80A-4A29-4E2A-B293-4232621C1517}" dt="2019-10-06T18:09:14.083" v="271" actId="1076"/>
          <ac:spMkLst>
            <pc:docMk/>
            <pc:sldMk cId="3525947301" sldId="516"/>
            <ac:spMk id="438" creationId="{11901605-264E-4B09-9E23-2C88698163EA}"/>
          </ac:spMkLst>
        </pc:spChg>
        <pc:spChg chg="add mod">
          <ac:chgData name="Cristian Chilipirea" userId="34ab170da5908fc4" providerId="LiveId" clId="{51E1D80A-4A29-4E2A-B293-4232621C1517}" dt="2019-10-06T18:09:14.083" v="271" actId="1076"/>
          <ac:spMkLst>
            <pc:docMk/>
            <pc:sldMk cId="3525947301" sldId="516"/>
            <ac:spMk id="439" creationId="{219D412A-3DA9-48EA-A2B2-B1487677909F}"/>
          </ac:spMkLst>
        </pc:spChg>
        <pc:spChg chg="add mod">
          <ac:chgData name="Cristian Chilipirea" userId="34ab170da5908fc4" providerId="LiveId" clId="{51E1D80A-4A29-4E2A-B293-4232621C1517}" dt="2019-10-06T18:09:14.083" v="271" actId="1076"/>
          <ac:spMkLst>
            <pc:docMk/>
            <pc:sldMk cId="3525947301" sldId="516"/>
            <ac:spMk id="440" creationId="{45DD43DF-CD31-4E04-ACFE-60EBD2432C8D}"/>
          </ac:spMkLst>
        </pc:spChg>
        <pc:spChg chg="add mod">
          <ac:chgData name="Cristian Chilipirea" userId="34ab170da5908fc4" providerId="LiveId" clId="{51E1D80A-4A29-4E2A-B293-4232621C1517}" dt="2019-10-06T18:09:14.083" v="271" actId="1076"/>
          <ac:spMkLst>
            <pc:docMk/>
            <pc:sldMk cId="3525947301" sldId="516"/>
            <ac:spMk id="441" creationId="{DDB51E4C-42FE-4361-8919-85BFAE6720D9}"/>
          </ac:spMkLst>
        </pc:spChg>
        <pc:spChg chg="add mod">
          <ac:chgData name="Cristian Chilipirea" userId="34ab170da5908fc4" providerId="LiveId" clId="{51E1D80A-4A29-4E2A-B293-4232621C1517}" dt="2019-10-06T18:09:14.083" v="271" actId="1076"/>
          <ac:spMkLst>
            <pc:docMk/>
            <pc:sldMk cId="3525947301" sldId="516"/>
            <ac:spMk id="442" creationId="{322FB403-3B95-4F0B-913E-911E566D56CE}"/>
          </ac:spMkLst>
        </pc:spChg>
        <pc:spChg chg="add mod">
          <ac:chgData name="Cristian Chilipirea" userId="34ab170da5908fc4" providerId="LiveId" clId="{51E1D80A-4A29-4E2A-B293-4232621C1517}" dt="2019-10-06T18:09:14.083" v="271" actId="1076"/>
          <ac:spMkLst>
            <pc:docMk/>
            <pc:sldMk cId="3525947301" sldId="516"/>
            <ac:spMk id="443" creationId="{A02CD37A-005E-4A53-80E6-DA9503DD3DCB}"/>
          </ac:spMkLst>
        </pc:spChg>
        <pc:spChg chg="add mod">
          <ac:chgData name="Cristian Chilipirea" userId="34ab170da5908fc4" providerId="LiveId" clId="{51E1D80A-4A29-4E2A-B293-4232621C1517}" dt="2019-10-06T18:09:14.083" v="271" actId="1076"/>
          <ac:spMkLst>
            <pc:docMk/>
            <pc:sldMk cId="3525947301" sldId="516"/>
            <ac:spMk id="444" creationId="{A0FD4544-9125-4E29-B4CA-917C1A767698}"/>
          </ac:spMkLst>
        </pc:spChg>
        <pc:spChg chg="add mod">
          <ac:chgData name="Cristian Chilipirea" userId="34ab170da5908fc4" providerId="LiveId" clId="{51E1D80A-4A29-4E2A-B293-4232621C1517}" dt="2019-10-06T18:09:14.083" v="271" actId="1076"/>
          <ac:spMkLst>
            <pc:docMk/>
            <pc:sldMk cId="3525947301" sldId="516"/>
            <ac:spMk id="445" creationId="{864C57ED-2D12-4F16-9DD6-4E0160AF54C8}"/>
          </ac:spMkLst>
        </pc:spChg>
        <pc:spChg chg="add mod">
          <ac:chgData name="Cristian Chilipirea" userId="34ab170da5908fc4" providerId="LiveId" clId="{51E1D80A-4A29-4E2A-B293-4232621C1517}" dt="2019-10-06T18:09:14.083" v="271" actId="1076"/>
          <ac:spMkLst>
            <pc:docMk/>
            <pc:sldMk cId="3525947301" sldId="516"/>
            <ac:spMk id="446" creationId="{B56F61A1-EE12-4ED0-B603-37E411ED2CDB}"/>
          </ac:spMkLst>
        </pc:spChg>
        <pc:spChg chg="add mod">
          <ac:chgData name="Cristian Chilipirea" userId="34ab170da5908fc4" providerId="LiveId" clId="{51E1D80A-4A29-4E2A-B293-4232621C1517}" dt="2019-10-06T18:09:14.083" v="271" actId="1076"/>
          <ac:spMkLst>
            <pc:docMk/>
            <pc:sldMk cId="3525947301" sldId="516"/>
            <ac:spMk id="447" creationId="{7D162ED6-46F0-4447-A4E4-2170B9948ED8}"/>
          </ac:spMkLst>
        </pc:spChg>
        <pc:spChg chg="add mod">
          <ac:chgData name="Cristian Chilipirea" userId="34ab170da5908fc4" providerId="LiveId" clId="{51E1D80A-4A29-4E2A-B293-4232621C1517}" dt="2019-10-06T18:09:14.083" v="271" actId="1076"/>
          <ac:spMkLst>
            <pc:docMk/>
            <pc:sldMk cId="3525947301" sldId="516"/>
            <ac:spMk id="448" creationId="{BB006F4C-4127-4D61-BCA0-2BD9FD83AC43}"/>
          </ac:spMkLst>
        </pc:spChg>
        <pc:spChg chg="add mod">
          <ac:chgData name="Cristian Chilipirea" userId="34ab170da5908fc4" providerId="LiveId" clId="{51E1D80A-4A29-4E2A-B293-4232621C1517}" dt="2019-10-06T18:09:14.083" v="271" actId="1076"/>
          <ac:spMkLst>
            <pc:docMk/>
            <pc:sldMk cId="3525947301" sldId="516"/>
            <ac:spMk id="449" creationId="{96F2008B-0260-47F2-82D0-D5EB0CCA92EB}"/>
          </ac:spMkLst>
        </pc:spChg>
        <pc:spChg chg="add mod">
          <ac:chgData name="Cristian Chilipirea" userId="34ab170da5908fc4" providerId="LiveId" clId="{51E1D80A-4A29-4E2A-B293-4232621C1517}" dt="2019-10-06T18:09:14.083" v="271" actId="1076"/>
          <ac:spMkLst>
            <pc:docMk/>
            <pc:sldMk cId="3525947301" sldId="516"/>
            <ac:spMk id="450" creationId="{EEE141D4-B608-475C-BE47-AEC2BF841A65}"/>
          </ac:spMkLst>
        </pc:spChg>
        <pc:spChg chg="add mod">
          <ac:chgData name="Cristian Chilipirea" userId="34ab170da5908fc4" providerId="LiveId" clId="{51E1D80A-4A29-4E2A-B293-4232621C1517}" dt="2019-10-06T18:09:14.083" v="271" actId="1076"/>
          <ac:spMkLst>
            <pc:docMk/>
            <pc:sldMk cId="3525947301" sldId="516"/>
            <ac:spMk id="451" creationId="{E8DD020B-36C8-4E16-B1B6-9CF7FD53C59E}"/>
          </ac:spMkLst>
        </pc:spChg>
        <pc:spChg chg="add mod">
          <ac:chgData name="Cristian Chilipirea" userId="34ab170da5908fc4" providerId="LiveId" clId="{51E1D80A-4A29-4E2A-B293-4232621C1517}" dt="2019-10-06T18:09:14.083" v="271" actId="1076"/>
          <ac:spMkLst>
            <pc:docMk/>
            <pc:sldMk cId="3525947301" sldId="516"/>
            <ac:spMk id="452" creationId="{FCB97F8C-3A85-4ED4-8CF4-3E2439459AA5}"/>
          </ac:spMkLst>
        </pc:spChg>
        <pc:spChg chg="add mod">
          <ac:chgData name="Cristian Chilipirea" userId="34ab170da5908fc4" providerId="LiveId" clId="{51E1D80A-4A29-4E2A-B293-4232621C1517}" dt="2019-10-06T18:09:14.083" v="271" actId="1076"/>
          <ac:spMkLst>
            <pc:docMk/>
            <pc:sldMk cId="3525947301" sldId="516"/>
            <ac:spMk id="453" creationId="{C6C06913-EB99-431C-9DDD-3188E1374A92}"/>
          </ac:spMkLst>
        </pc:spChg>
        <pc:spChg chg="add mod">
          <ac:chgData name="Cristian Chilipirea" userId="34ab170da5908fc4" providerId="LiveId" clId="{51E1D80A-4A29-4E2A-B293-4232621C1517}" dt="2019-10-06T18:09:14.083" v="271" actId="1076"/>
          <ac:spMkLst>
            <pc:docMk/>
            <pc:sldMk cId="3525947301" sldId="516"/>
            <ac:spMk id="454" creationId="{49744BF4-A8C4-479C-AF25-2A84A06B216D}"/>
          </ac:spMkLst>
        </pc:spChg>
        <pc:spChg chg="add mod">
          <ac:chgData name="Cristian Chilipirea" userId="34ab170da5908fc4" providerId="LiveId" clId="{51E1D80A-4A29-4E2A-B293-4232621C1517}" dt="2019-10-06T18:09:14.083" v="271" actId="1076"/>
          <ac:spMkLst>
            <pc:docMk/>
            <pc:sldMk cId="3525947301" sldId="516"/>
            <ac:spMk id="455" creationId="{64E51593-A9AE-43A2-93D6-58E51CB3EBE3}"/>
          </ac:spMkLst>
        </pc:spChg>
        <pc:spChg chg="add mod">
          <ac:chgData name="Cristian Chilipirea" userId="34ab170da5908fc4" providerId="LiveId" clId="{51E1D80A-4A29-4E2A-B293-4232621C1517}" dt="2019-10-06T18:09:14.083" v="271" actId="1076"/>
          <ac:spMkLst>
            <pc:docMk/>
            <pc:sldMk cId="3525947301" sldId="516"/>
            <ac:spMk id="456" creationId="{27B047D8-1222-433F-A325-E6C5C40ABC39}"/>
          </ac:spMkLst>
        </pc:spChg>
        <pc:spChg chg="add mod">
          <ac:chgData name="Cristian Chilipirea" userId="34ab170da5908fc4" providerId="LiveId" clId="{51E1D80A-4A29-4E2A-B293-4232621C1517}" dt="2019-10-06T18:09:14.083" v="271" actId="1076"/>
          <ac:spMkLst>
            <pc:docMk/>
            <pc:sldMk cId="3525947301" sldId="516"/>
            <ac:spMk id="457" creationId="{B0D0EB24-AB7B-4569-894A-E9DE743629A2}"/>
          </ac:spMkLst>
        </pc:spChg>
        <pc:spChg chg="add mod">
          <ac:chgData name="Cristian Chilipirea" userId="34ab170da5908fc4" providerId="LiveId" clId="{51E1D80A-4A29-4E2A-B293-4232621C1517}" dt="2019-10-06T18:09:14.083" v="271" actId="1076"/>
          <ac:spMkLst>
            <pc:docMk/>
            <pc:sldMk cId="3525947301" sldId="516"/>
            <ac:spMk id="458" creationId="{DB2A0C95-7433-4184-87C8-7DDD84FC3C3D}"/>
          </ac:spMkLst>
        </pc:spChg>
        <pc:spChg chg="add mod">
          <ac:chgData name="Cristian Chilipirea" userId="34ab170da5908fc4" providerId="LiveId" clId="{51E1D80A-4A29-4E2A-B293-4232621C1517}" dt="2019-10-06T18:09:14.083" v="271" actId="1076"/>
          <ac:spMkLst>
            <pc:docMk/>
            <pc:sldMk cId="3525947301" sldId="516"/>
            <ac:spMk id="459" creationId="{B38AFD13-6EE1-427C-AD21-51EA201F7F7B}"/>
          </ac:spMkLst>
        </pc:spChg>
        <pc:spChg chg="add mod">
          <ac:chgData name="Cristian Chilipirea" userId="34ab170da5908fc4" providerId="LiveId" clId="{51E1D80A-4A29-4E2A-B293-4232621C1517}" dt="2019-10-06T18:09:14.083" v="271" actId="1076"/>
          <ac:spMkLst>
            <pc:docMk/>
            <pc:sldMk cId="3525947301" sldId="516"/>
            <ac:spMk id="460" creationId="{93771527-AB57-487F-92ED-67561785764C}"/>
          </ac:spMkLst>
        </pc:spChg>
        <pc:spChg chg="add mod">
          <ac:chgData name="Cristian Chilipirea" userId="34ab170da5908fc4" providerId="LiveId" clId="{51E1D80A-4A29-4E2A-B293-4232621C1517}" dt="2019-10-06T18:09:14.083" v="271" actId="1076"/>
          <ac:spMkLst>
            <pc:docMk/>
            <pc:sldMk cId="3525947301" sldId="516"/>
            <ac:spMk id="461" creationId="{402C24F9-D131-408C-9229-09D3E1593A7E}"/>
          </ac:spMkLst>
        </pc:spChg>
        <pc:spChg chg="add mod">
          <ac:chgData name="Cristian Chilipirea" userId="34ab170da5908fc4" providerId="LiveId" clId="{51E1D80A-4A29-4E2A-B293-4232621C1517}" dt="2019-10-06T18:09:14.083" v="271" actId="1076"/>
          <ac:spMkLst>
            <pc:docMk/>
            <pc:sldMk cId="3525947301" sldId="516"/>
            <ac:spMk id="462" creationId="{41B8D37A-0490-4975-BE4E-9BEBDE249146}"/>
          </ac:spMkLst>
        </pc:spChg>
        <pc:spChg chg="add mod">
          <ac:chgData name="Cristian Chilipirea" userId="34ab170da5908fc4" providerId="LiveId" clId="{51E1D80A-4A29-4E2A-B293-4232621C1517}" dt="2019-10-06T18:09:14.083" v="271" actId="1076"/>
          <ac:spMkLst>
            <pc:docMk/>
            <pc:sldMk cId="3525947301" sldId="516"/>
            <ac:spMk id="463" creationId="{3E7650F4-2014-49FB-997F-FB1E9AD47220}"/>
          </ac:spMkLst>
        </pc:spChg>
        <pc:spChg chg="add mod">
          <ac:chgData name="Cristian Chilipirea" userId="34ab170da5908fc4" providerId="LiveId" clId="{51E1D80A-4A29-4E2A-B293-4232621C1517}" dt="2019-10-06T18:09:14.083" v="271" actId="1076"/>
          <ac:spMkLst>
            <pc:docMk/>
            <pc:sldMk cId="3525947301" sldId="516"/>
            <ac:spMk id="464" creationId="{EA696696-4E93-4107-8288-0946BD318BEB}"/>
          </ac:spMkLst>
        </pc:spChg>
        <pc:spChg chg="add mod">
          <ac:chgData name="Cristian Chilipirea" userId="34ab170da5908fc4" providerId="LiveId" clId="{51E1D80A-4A29-4E2A-B293-4232621C1517}" dt="2019-10-06T18:09:14.083" v="271" actId="1076"/>
          <ac:spMkLst>
            <pc:docMk/>
            <pc:sldMk cId="3525947301" sldId="516"/>
            <ac:spMk id="465" creationId="{2202DA91-FE9A-422B-AAFC-4B1EA8D5AD5A}"/>
          </ac:spMkLst>
        </pc:spChg>
        <pc:spChg chg="add mod">
          <ac:chgData name="Cristian Chilipirea" userId="34ab170da5908fc4" providerId="LiveId" clId="{51E1D80A-4A29-4E2A-B293-4232621C1517}" dt="2019-10-06T18:09:14.083" v="271" actId="1076"/>
          <ac:spMkLst>
            <pc:docMk/>
            <pc:sldMk cId="3525947301" sldId="516"/>
            <ac:spMk id="466" creationId="{A9BD438C-FCF4-4B2E-9364-BB6FE2842010}"/>
          </ac:spMkLst>
        </pc:spChg>
        <pc:spChg chg="add mod">
          <ac:chgData name="Cristian Chilipirea" userId="34ab170da5908fc4" providerId="LiveId" clId="{51E1D80A-4A29-4E2A-B293-4232621C1517}" dt="2019-10-06T18:09:14.083" v="271" actId="1076"/>
          <ac:spMkLst>
            <pc:docMk/>
            <pc:sldMk cId="3525947301" sldId="516"/>
            <ac:spMk id="467" creationId="{1CC451A0-6D5E-4DCE-946F-A8FC404F82B7}"/>
          </ac:spMkLst>
        </pc:spChg>
        <pc:spChg chg="add mod">
          <ac:chgData name="Cristian Chilipirea" userId="34ab170da5908fc4" providerId="LiveId" clId="{51E1D80A-4A29-4E2A-B293-4232621C1517}" dt="2019-10-06T18:09:14.083" v="271" actId="1076"/>
          <ac:spMkLst>
            <pc:docMk/>
            <pc:sldMk cId="3525947301" sldId="516"/>
            <ac:spMk id="468" creationId="{E724292E-3C95-4B4B-BA61-86EE57DCD744}"/>
          </ac:spMkLst>
        </pc:spChg>
        <pc:spChg chg="add mod">
          <ac:chgData name="Cristian Chilipirea" userId="34ab170da5908fc4" providerId="LiveId" clId="{51E1D80A-4A29-4E2A-B293-4232621C1517}" dt="2019-10-06T18:09:14.083" v="271" actId="1076"/>
          <ac:spMkLst>
            <pc:docMk/>
            <pc:sldMk cId="3525947301" sldId="516"/>
            <ac:spMk id="469" creationId="{4742A3CA-9E17-440C-A933-554AAD6BB395}"/>
          </ac:spMkLst>
        </pc:spChg>
        <pc:spChg chg="add mod">
          <ac:chgData name="Cristian Chilipirea" userId="34ab170da5908fc4" providerId="LiveId" clId="{51E1D80A-4A29-4E2A-B293-4232621C1517}" dt="2019-10-06T18:09:14.083" v="271" actId="1076"/>
          <ac:spMkLst>
            <pc:docMk/>
            <pc:sldMk cId="3525947301" sldId="516"/>
            <ac:spMk id="470" creationId="{35F127D0-F7A3-4CAE-B72B-289645314AB4}"/>
          </ac:spMkLst>
        </pc:spChg>
        <pc:spChg chg="add mod">
          <ac:chgData name="Cristian Chilipirea" userId="34ab170da5908fc4" providerId="LiveId" clId="{51E1D80A-4A29-4E2A-B293-4232621C1517}" dt="2019-10-06T18:09:14.083" v="271" actId="1076"/>
          <ac:spMkLst>
            <pc:docMk/>
            <pc:sldMk cId="3525947301" sldId="516"/>
            <ac:spMk id="471" creationId="{05F65279-75FE-48B9-8E15-01EA0A0FB13D}"/>
          </ac:spMkLst>
        </pc:spChg>
        <pc:spChg chg="add mod">
          <ac:chgData name="Cristian Chilipirea" userId="34ab170da5908fc4" providerId="LiveId" clId="{51E1D80A-4A29-4E2A-B293-4232621C1517}" dt="2019-10-06T18:09:14.083" v="271" actId="1076"/>
          <ac:spMkLst>
            <pc:docMk/>
            <pc:sldMk cId="3525947301" sldId="516"/>
            <ac:spMk id="472" creationId="{29EB5432-66FD-47B4-87FA-154F37BABC2D}"/>
          </ac:spMkLst>
        </pc:spChg>
        <pc:spChg chg="add mod">
          <ac:chgData name="Cristian Chilipirea" userId="34ab170da5908fc4" providerId="LiveId" clId="{51E1D80A-4A29-4E2A-B293-4232621C1517}" dt="2019-10-06T18:09:14.083" v="271" actId="1076"/>
          <ac:spMkLst>
            <pc:docMk/>
            <pc:sldMk cId="3525947301" sldId="516"/>
            <ac:spMk id="473" creationId="{593B988A-C6D7-4212-A88B-7D2C3EC4E107}"/>
          </ac:spMkLst>
        </pc:spChg>
        <pc:spChg chg="add mod">
          <ac:chgData name="Cristian Chilipirea" userId="34ab170da5908fc4" providerId="LiveId" clId="{51E1D80A-4A29-4E2A-B293-4232621C1517}" dt="2019-10-06T18:09:14.083" v="271" actId="1076"/>
          <ac:spMkLst>
            <pc:docMk/>
            <pc:sldMk cId="3525947301" sldId="516"/>
            <ac:spMk id="474" creationId="{8A24CAE1-EE15-42D1-B92E-D55ABA6C10EB}"/>
          </ac:spMkLst>
        </pc:spChg>
        <pc:spChg chg="add mod">
          <ac:chgData name="Cristian Chilipirea" userId="34ab170da5908fc4" providerId="LiveId" clId="{51E1D80A-4A29-4E2A-B293-4232621C1517}" dt="2019-10-06T18:09:14.083" v="271" actId="1076"/>
          <ac:spMkLst>
            <pc:docMk/>
            <pc:sldMk cId="3525947301" sldId="516"/>
            <ac:spMk id="475" creationId="{99CCB40F-981C-4647-B5A1-57563FAF9C5F}"/>
          </ac:spMkLst>
        </pc:spChg>
        <pc:spChg chg="add mod">
          <ac:chgData name="Cristian Chilipirea" userId="34ab170da5908fc4" providerId="LiveId" clId="{51E1D80A-4A29-4E2A-B293-4232621C1517}" dt="2019-10-06T18:09:14.083" v="271" actId="1076"/>
          <ac:spMkLst>
            <pc:docMk/>
            <pc:sldMk cId="3525947301" sldId="516"/>
            <ac:spMk id="476" creationId="{7AA8F60B-2F6D-4415-BB63-1F455638B021}"/>
          </ac:spMkLst>
        </pc:spChg>
        <pc:spChg chg="add mod">
          <ac:chgData name="Cristian Chilipirea" userId="34ab170da5908fc4" providerId="LiveId" clId="{51E1D80A-4A29-4E2A-B293-4232621C1517}" dt="2019-10-06T18:09:14.083" v="271" actId="1076"/>
          <ac:spMkLst>
            <pc:docMk/>
            <pc:sldMk cId="3525947301" sldId="516"/>
            <ac:spMk id="477" creationId="{9691332B-C779-415E-B816-98EE8FAF6F85}"/>
          </ac:spMkLst>
        </pc:spChg>
        <pc:spChg chg="add mod">
          <ac:chgData name="Cristian Chilipirea" userId="34ab170da5908fc4" providerId="LiveId" clId="{51E1D80A-4A29-4E2A-B293-4232621C1517}" dt="2019-10-06T18:09:14.083" v="271" actId="1076"/>
          <ac:spMkLst>
            <pc:docMk/>
            <pc:sldMk cId="3525947301" sldId="516"/>
            <ac:spMk id="478" creationId="{DD1F1C2D-038E-49B5-826E-D680726F92E7}"/>
          </ac:spMkLst>
        </pc:spChg>
        <pc:spChg chg="add mod">
          <ac:chgData name="Cristian Chilipirea" userId="34ab170da5908fc4" providerId="LiveId" clId="{51E1D80A-4A29-4E2A-B293-4232621C1517}" dt="2019-10-06T18:09:14.083" v="271" actId="1076"/>
          <ac:spMkLst>
            <pc:docMk/>
            <pc:sldMk cId="3525947301" sldId="516"/>
            <ac:spMk id="479" creationId="{240B9D2A-7D5E-43D3-B669-F8011C1F5FB4}"/>
          </ac:spMkLst>
        </pc:spChg>
        <pc:spChg chg="add mod">
          <ac:chgData name="Cristian Chilipirea" userId="34ab170da5908fc4" providerId="LiveId" clId="{51E1D80A-4A29-4E2A-B293-4232621C1517}" dt="2019-10-06T18:09:14.083" v="271" actId="1076"/>
          <ac:spMkLst>
            <pc:docMk/>
            <pc:sldMk cId="3525947301" sldId="516"/>
            <ac:spMk id="480" creationId="{AF8A3C34-83A0-4B90-9D9E-507AF554F866}"/>
          </ac:spMkLst>
        </pc:spChg>
        <pc:spChg chg="add mod">
          <ac:chgData name="Cristian Chilipirea" userId="34ab170da5908fc4" providerId="LiveId" clId="{51E1D80A-4A29-4E2A-B293-4232621C1517}" dt="2019-10-06T18:09:14.083" v="271" actId="1076"/>
          <ac:spMkLst>
            <pc:docMk/>
            <pc:sldMk cId="3525947301" sldId="516"/>
            <ac:spMk id="481" creationId="{9A29AA31-4D80-4863-9408-7007FAF763D0}"/>
          </ac:spMkLst>
        </pc:spChg>
        <pc:spChg chg="add mod">
          <ac:chgData name="Cristian Chilipirea" userId="34ab170da5908fc4" providerId="LiveId" clId="{51E1D80A-4A29-4E2A-B293-4232621C1517}" dt="2019-10-06T18:09:14.083" v="271" actId="1076"/>
          <ac:spMkLst>
            <pc:docMk/>
            <pc:sldMk cId="3525947301" sldId="516"/>
            <ac:spMk id="482" creationId="{B7BAFB52-1573-4936-9BBC-97F69CA866EA}"/>
          </ac:spMkLst>
        </pc:spChg>
        <pc:spChg chg="add mod">
          <ac:chgData name="Cristian Chilipirea" userId="34ab170da5908fc4" providerId="LiveId" clId="{51E1D80A-4A29-4E2A-B293-4232621C1517}" dt="2019-10-06T18:09:14.083" v="271" actId="1076"/>
          <ac:spMkLst>
            <pc:docMk/>
            <pc:sldMk cId="3525947301" sldId="516"/>
            <ac:spMk id="483" creationId="{164C2F22-98B7-4345-B25F-382B9CF45BC2}"/>
          </ac:spMkLst>
        </pc:spChg>
        <pc:spChg chg="add mod">
          <ac:chgData name="Cristian Chilipirea" userId="34ab170da5908fc4" providerId="LiveId" clId="{51E1D80A-4A29-4E2A-B293-4232621C1517}" dt="2019-10-06T18:09:14.083" v="271" actId="1076"/>
          <ac:spMkLst>
            <pc:docMk/>
            <pc:sldMk cId="3525947301" sldId="516"/>
            <ac:spMk id="484" creationId="{728FF347-852F-4170-A530-FF87AF46780F}"/>
          </ac:spMkLst>
        </pc:spChg>
        <pc:spChg chg="add mod">
          <ac:chgData name="Cristian Chilipirea" userId="34ab170da5908fc4" providerId="LiveId" clId="{51E1D80A-4A29-4E2A-B293-4232621C1517}" dt="2019-10-06T18:09:14.083" v="271" actId="1076"/>
          <ac:spMkLst>
            <pc:docMk/>
            <pc:sldMk cId="3525947301" sldId="516"/>
            <ac:spMk id="485" creationId="{6CB2DD02-3628-4EB3-A67E-694F1528664B}"/>
          </ac:spMkLst>
        </pc:spChg>
        <pc:spChg chg="add mod">
          <ac:chgData name="Cristian Chilipirea" userId="34ab170da5908fc4" providerId="LiveId" clId="{51E1D80A-4A29-4E2A-B293-4232621C1517}" dt="2019-10-06T18:09:14.083" v="271" actId="1076"/>
          <ac:spMkLst>
            <pc:docMk/>
            <pc:sldMk cId="3525947301" sldId="516"/>
            <ac:spMk id="486" creationId="{DBF3DFE8-CDEC-4A42-86B2-161821BE3293}"/>
          </ac:spMkLst>
        </pc:spChg>
        <pc:spChg chg="add mod">
          <ac:chgData name="Cristian Chilipirea" userId="34ab170da5908fc4" providerId="LiveId" clId="{51E1D80A-4A29-4E2A-B293-4232621C1517}" dt="2019-10-06T18:09:14.083" v="271" actId="1076"/>
          <ac:spMkLst>
            <pc:docMk/>
            <pc:sldMk cId="3525947301" sldId="516"/>
            <ac:spMk id="487" creationId="{D5F52CC3-3D3D-4F9B-A718-C84AB05A3CC5}"/>
          </ac:spMkLst>
        </pc:spChg>
        <pc:spChg chg="add mod">
          <ac:chgData name="Cristian Chilipirea" userId="34ab170da5908fc4" providerId="LiveId" clId="{51E1D80A-4A29-4E2A-B293-4232621C1517}" dt="2019-10-06T18:09:14.083" v="271" actId="1076"/>
          <ac:spMkLst>
            <pc:docMk/>
            <pc:sldMk cId="3525947301" sldId="516"/>
            <ac:spMk id="488" creationId="{3153CDC7-0598-4C91-9B7B-60CD2B6D7844}"/>
          </ac:spMkLst>
        </pc:spChg>
        <pc:spChg chg="add mod">
          <ac:chgData name="Cristian Chilipirea" userId="34ab170da5908fc4" providerId="LiveId" clId="{51E1D80A-4A29-4E2A-B293-4232621C1517}" dt="2019-10-06T18:09:14.083" v="271" actId="1076"/>
          <ac:spMkLst>
            <pc:docMk/>
            <pc:sldMk cId="3525947301" sldId="516"/>
            <ac:spMk id="489" creationId="{E3B9B2CF-3836-4E2C-A4D9-13A13B199738}"/>
          </ac:spMkLst>
        </pc:spChg>
        <pc:spChg chg="add mod">
          <ac:chgData name="Cristian Chilipirea" userId="34ab170da5908fc4" providerId="LiveId" clId="{51E1D80A-4A29-4E2A-B293-4232621C1517}" dt="2019-10-06T18:09:14.083" v="271" actId="1076"/>
          <ac:spMkLst>
            <pc:docMk/>
            <pc:sldMk cId="3525947301" sldId="516"/>
            <ac:spMk id="490" creationId="{D80E21B9-8176-4D10-985B-E98EB2EF2123}"/>
          </ac:spMkLst>
        </pc:spChg>
        <pc:spChg chg="add mod">
          <ac:chgData name="Cristian Chilipirea" userId="34ab170da5908fc4" providerId="LiveId" clId="{51E1D80A-4A29-4E2A-B293-4232621C1517}" dt="2019-10-06T18:09:14.083" v="271" actId="1076"/>
          <ac:spMkLst>
            <pc:docMk/>
            <pc:sldMk cId="3525947301" sldId="516"/>
            <ac:spMk id="491" creationId="{B2961191-CE3B-40EF-9632-0419013C3088}"/>
          </ac:spMkLst>
        </pc:spChg>
        <pc:spChg chg="add mod">
          <ac:chgData name="Cristian Chilipirea" userId="34ab170da5908fc4" providerId="LiveId" clId="{51E1D80A-4A29-4E2A-B293-4232621C1517}" dt="2019-10-06T18:09:14.083" v="271" actId="1076"/>
          <ac:spMkLst>
            <pc:docMk/>
            <pc:sldMk cId="3525947301" sldId="516"/>
            <ac:spMk id="492" creationId="{E6AA2199-05B4-4055-A4E4-F4D244D604BC}"/>
          </ac:spMkLst>
        </pc:spChg>
        <pc:spChg chg="add mod">
          <ac:chgData name="Cristian Chilipirea" userId="34ab170da5908fc4" providerId="LiveId" clId="{51E1D80A-4A29-4E2A-B293-4232621C1517}" dt="2019-10-06T18:09:14.083" v="271" actId="1076"/>
          <ac:spMkLst>
            <pc:docMk/>
            <pc:sldMk cId="3525947301" sldId="516"/>
            <ac:spMk id="493" creationId="{3E896D8C-C9B4-4128-9B14-6BD353A94CCC}"/>
          </ac:spMkLst>
        </pc:spChg>
        <pc:spChg chg="add mod">
          <ac:chgData name="Cristian Chilipirea" userId="34ab170da5908fc4" providerId="LiveId" clId="{51E1D80A-4A29-4E2A-B293-4232621C1517}" dt="2019-10-06T18:09:14.083" v="271" actId="1076"/>
          <ac:spMkLst>
            <pc:docMk/>
            <pc:sldMk cId="3525947301" sldId="516"/>
            <ac:spMk id="494" creationId="{64A6BE74-0666-4A36-84CF-BA0313DD3012}"/>
          </ac:spMkLst>
        </pc:spChg>
        <pc:spChg chg="add mod">
          <ac:chgData name="Cristian Chilipirea" userId="34ab170da5908fc4" providerId="LiveId" clId="{51E1D80A-4A29-4E2A-B293-4232621C1517}" dt="2019-10-06T18:09:14.083" v="271" actId="1076"/>
          <ac:spMkLst>
            <pc:docMk/>
            <pc:sldMk cId="3525947301" sldId="516"/>
            <ac:spMk id="495" creationId="{D6E88477-5CCE-46B9-954F-FE14DE58DF22}"/>
          </ac:spMkLst>
        </pc:spChg>
        <pc:spChg chg="add mod">
          <ac:chgData name="Cristian Chilipirea" userId="34ab170da5908fc4" providerId="LiveId" clId="{51E1D80A-4A29-4E2A-B293-4232621C1517}" dt="2019-10-06T18:09:14.083" v="271" actId="1076"/>
          <ac:spMkLst>
            <pc:docMk/>
            <pc:sldMk cId="3525947301" sldId="516"/>
            <ac:spMk id="496" creationId="{383377BF-5175-4E5A-83E9-23BC8A999643}"/>
          </ac:spMkLst>
        </pc:spChg>
        <pc:spChg chg="add mod">
          <ac:chgData name="Cristian Chilipirea" userId="34ab170da5908fc4" providerId="LiveId" clId="{51E1D80A-4A29-4E2A-B293-4232621C1517}" dt="2019-10-06T18:09:14.083" v="271" actId="1076"/>
          <ac:spMkLst>
            <pc:docMk/>
            <pc:sldMk cId="3525947301" sldId="516"/>
            <ac:spMk id="497" creationId="{68FB2183-084B-4E5F-A2B8-9B402B700DB8}"/>
          </ac:spMkLst>
        </pc:spChg>
        <pc:spChg chg="add mod">
          <ac:chgData name="Cristian Chilipirea" userId="34ab170da5908fc4" providerId="LiveId" clId="{51E1D80A-4A29-4E2A-B293-4232621C1517}" dt="2019-10-06T18:09:14.083" v="271" actId="1076"/>
          <ac:spMkLst>
            <pc:docMk/>
            <pc:sldMk cId="3525947301" sldId="516"/>
            <ac:spMk id="498" creationId="{E7263649-38F9-4322-8EFB-6C0CA1BE047E}"/>
          </ac:spMkLst>
        </pc:spChg>
        <pc:spChg chg="add mod">
          <ac:chgData name="Cristian Chilipirea" userId="34ab170da5908fc4" providerId="LiveId" clId="{51E1D80A-4A29-4E2A-B293-4232621C1517}" dt="2019-10-06T18:09:14.083" v="271" actId="1076"/>
          <ac:spMkLst>
            <pc:docMk/>
            <pc:sldMk cId="3525947301" sldId="516"/>
            <ac:spMk id="499" creationId="{E69AFAB4-9584-4427-923A-267905A637BF}"/>
          </ac:spMkLst>
        </pc:spChg>
        <pc:spChg chg="add mod">
          <ac:chgData name="Cristian Chilipirea" userId="34ab170da5908fc4" providerId="LiveId" clId="{51E1D80A-4A29-4E2A-B293-4232621C1517}" dt="2019-10-06T18:09:14.083" v="271" actId="1076"/>
          <ac:spMkLst>
            <pc:docMk/>
            <pc:sldMk cId="3525947301" sldId="516"/>
            <ac:spMk id="500" creationId="{E1FD9B73-156B-4E2D-BCF0-4B8D9D6D2676}"/>
          </ac:spMkLst>
        </pc:spChg>
        <pc:spChg chg="add mod">
          <ac:chgData name="Cristian Chilipirea" userId="34ab170da5908fc4" providerId="LiveId" clId="{51E1D80A-4A29-4E2A-B293-4232621C1517}" dt="2019-10-06T18:09:14.083" v="271" actId="1076"/>
          <ac:spMkLst>
            <pc:docMk/>
            <pc:sldMk cId="3525947301" sldId="516"/>
            <ac:spMk id="501" creationId="{6AB9B7A4-2C26-4007-BA6C-EB599F610B15}"/>
          </ac:spMkLst>
        </pc:spChg>
        <pc:spChg chg="add mod">
          <ac:chgData name="Cristian Chilipirea" userId="34ab170da5908fc4" providerId="LiveId" clId="{51E1D80A-4A29-4E2A-B293-4232621C1517}" dt="2019-10-06T18:09:14.083" v="271" actId="1076"/>
          <ac:spMkLst>
            <pc:docMk/>
            <pc:sldMk cId="3525947301" sldId="516"/>
            <ac:spMk id="502" creationId="{6E5C20E8-C249-4BDB-A72E-4ED4CDC02F05}"/>
          </ac:spMkLst>
        </pc:spChg>
        <pc:spChg chg="add mod">
          <ac:chgData name="Cristian Chilipirea" userId="34ab170da5908fc4" providerId="LiveId" clId="{51E1D80A-4A29-4E2A-B293-4232621C1517}" dt="2019-10-06T18:09:14.083" v="271" actId="1076"/>
          <ac:spMkLst>
            <pc:docMk/>
            <pc:sldMk cId="3525947301" sldId="516"/>
            <ac:spMk id="503" creationId="{78746AE8-04CD-4C06-8529-B0DAB40394A1}"/>
          </ac:spMkLst>
        </pc:spChg>
        <pc:spChg chg="add mod">
          <ac:chgData name="Cristian Chilipirea" userId="34ab170da5908fc4" providerId="LiveId" clId="{51E1D80A-4A29-4E2A-B293-4232621C1517}" dt="2019-10-06T18:09:14.083" v="271" actId="1076"/>
          <ac:spMkLst>
            <pc:docMk/>
            <pc:sldMk cId="3525947301" sldId="516"/>
            <ac:spMk id="504" creationId="{D177804A-71BA-4075-93F5-36109B95A799}"/>
          </ac:spMkLst>
        </pc:spChg>
        <pc:spChg chg="add mod">
          <ac:chgData name="Cristian Chilipirea" userId="34ab170da5908fc4" providerId="LiveId" clId="{51E1D80A-4A29-4E2A-B293-4232621C1517}" dt="2019-10-06T18:09:14.083" v="271" actId="1076"/>
          <ac:spMkLst>
            <pc:docMk/>
            <pc:sldMk cId="3525947301" sldId="516"/>
            <ac:spMk id="505" creationId="{3E99D5F6-CBE4-4532-A730-8687CA760495}"/>
          </ac:spMkLst>
        </pc:spChg>
        <pc:spChg chg="add mod">
          <ac:chgData name="Cristian Chilipirea" userId="34ab170da5908fc4" providerId="LiveId" clId="{51E1D80A-4A29-4E2A-B293-4232621C1517}" dt="2019-10-06T18:09:14.083" v="271" actId="1076"/>
          <ac:spMkLst>
            <pc:docMk/>
            <pc:sldMk cId="3525947301" sldId="516"/>
            <ac:spMk id="506" creationId="{92BEA31F-CBDE-49FD-9EEE-48CE6C465E81}"/>
          </ac:spMkLst>
        </pc:spChg>
        <pc:spChg chg="add mod">
          <ac:chgData name="Cristian Chilipirea" userId="34ab170da5908fc4" providerId="LiveId" clId="{51E1D80A-4A29-4E2A-B293-4232621C1517}" dt="2019-10-06T18:09:14.083" v="271" actId="1076"/>
          <ac:spMkLst>
            <pc:docMk/>
            <pc:sldMk cId="3525947301" sldId="516"/>
            <ac:spMk id="507" creationId="{42446DA6-8470-4978-AD79-1153B4BCB666}"/>
          </ac:spMkLst>
        </pc:spChg>
        <pc:spChg chg="add mod">
          <ac:chgData name="Cristian Chilipirea" userId="34ab170da5908fc4" providerId="LiveId" clId="{51E1D80A-4A29-4E2A-B293-4232621C1517}" dt="2019-10-06T18:09:14.083" v="271" actId="1076"/>
          <ac:spMkLst>
            <pc:docMk/>
            <pc:sldMk cId="3525947301" sldId="516"/>
            <ac:spMk id="508" creationId="{D19AC6BC-7DFA-4B80-91CD-90FB15F3E159}"/>
          </ac:spMkLst>
        </pc:spChg>
        <pc:spChg chg="add mod">
          <ac:chgData name="Cristian Chilipirea" userId="34ab170da5908fc4" providerId="LiveId" clId="{51E1D80A-4A29-4E2A-B293-4232621C1517}" dt="2019-10-06T18:09:14.083" v="271" actId="1076"/>
          <ac:spMkLst>
            <pc:docMk/>
            <pc:sldMk cId="3525947301" sldId="516"/>
            <ac:spMk id="509" creationId="{B0E265D5-B610-41CD-B543-C9F1E1575CA7}"/>
          </ac:spMkLst>
        </pc:spChg>
        <pc:spChg chg="add mod">
          <ac:chgData name="Cristian Chilipirea" userId="34ab170da5908fc4" providerId="LiveId" clId="{51E1D80A-4A29-4E2A-B293-4232621C1517}" dt="2019-10-06T18:09:14.083" v="271" actId="1076"/>
          <ac:spMkLst>
            <pc:docMk/>
            <pc:sldMk cId="3525947301" sldId="516"/>
            <ac:spMk id="510" creationId="{4F7216C8-1033-4D9D-A5D7-A5007A5586E1}"/>
          </ac:spMkLst>
        </pc:spChg>
        <pc:spChg chg="add mod">
          <ac:chgData name="Cristian Chilipirea" userId="34ab170da5908fc4" providerId="LiveId" clId="{51E1D80A-4A29-4E2A-B293-4232621C1517}" dt="2019-10-06T18:09:14.083" v="271" actId="1076"/>
          <ac:spMkLst>
            <pc:docMk/>
            <pc:sldMk cId="3525947301" sldId="516"/>
            <ac:spMk id="511" creationId="{AE66C02E-2609-44E2-9C64-4902172B4571}"/>
          </ac:spMkLst>
        </pc:spChg>
        <pc:spChg chg="add mod">
          <ac:chgData name="Cristian Chilipirea" userId="34ab170da5908fc4" providerId="LiveId" clId="{51E1D80A-4A29-4E2A-B293-4232621C1517}" dt="2019-10-06T18:09:14.083" v="271" actId="1076"/>
          <ac:spMkLst>
            <pc:docMk/>
            <pc:sldMk cId="3525947301" sldId="516"/>
            <ac:spMk id="512" creationId="{70E195BC-1CD8-4E95-94D6-1A13699C8E42}"/>
          </ac:spMkLst>
        </pc:spChg>
        <pc:spChg chg="add mod">
          <ac:chgData name="Cristian Chilipirea" userId="34ab170da5908fc4" providerId="LiveId" clId="{51E1D80A-4A29-4E2A-B293-4232621C1517}" dt="2019-10-06T18:09:14.083" v="271" actId="1076"/>
          <ac:spMkLst>
            <pc:docMk/>
            <pc:sldMk cId="3525947301" sldId="516"/>
            <ac:spMk id="513" creationId="{2B5C7EE8-E43E-4E3C-B7ED-D7B34600282D}"/>
          </ac:spMkLst>
        </pc:spChg>
        <pc:spChg chg="add mod">
          <ac:chgData name="Cristian Chilipirea" userId="34ab170da5908fc4" providerId="LiveId" clId="{51E1D80A-4A29-4E2A-B293-4232621C1517}" dt="2019-10-06T18:09:14.083" v="271" actId="1076"/>
          <ac:spMkLst>
            <pc:docMk/>
            <pc:sldMk cId="3525947301" sldId="516"/>
            <ac:spMk id="514" creationId="{0B7983C8-CF60-4DE5-9818-22D61B904CC0}"/>
          </ac:spMkLst>
        </pc:spChg>
        <pc:spChg chg="add mod">
          <ac:chgData name="Cristian Chilipirea" userId="34ab170da5908fc4" providerId="LiveId" clId="{51E1D80A-4A29-4E2A-B293-4232621C1517}" dt="2019-10-06T18:09:14.083" v="271" actId="1076"/>
          <ac:spMkLst>
            <pc:docMk/>
            <pc:sldMk cId="3525947301" sldId="516"/>
            <ac:spMk id="515" creationId="{64F0091A-685E-44F3-BE1A-FD278BD13354}"/>
          </ac:spMkLst>
        </pc:spChg>
        <pc:spChg chg="add mod">
          <ac:chgData name="Cristian Chilipirea" userId="34ab170da5908fc4" providerId="LiveId" clId="{51E1D80A-4A29-4E2A-B293-4232621C1517}" dt="2019-10-06T18:09:14.083" v="271" actId="1076"/>
          <ac:spMkLst>
            <pc:docMk/>
            <pc:sldMk cId="3525947301" sldId="516"/>
            <ac:spMk id="516" creationId="{0BACD15E-05C4-40DF-8703-3F3E3EAF6F50}"/>
          </ac:spMkLst>
        </pc:spChg>
        <pc:spChg chg="add mod">
          <ac:chgData name="Cristian Chilipirea" userId="34ab170da5908fc4" providerId="LiveId" clId="{51E1D80A-4A29-4E2A-B293-4232621C1517}" dt="2019-10-06T18:09:14.083" v="271" actId="1076"/>
          <ac:spMkLst>
            <pc:docMk/>
            <pc:sldMk cId="3525947301" sldId="516"/>
            <ac:spMk id="517" creationId="{7875BC2A-DDA1-4A62-B77E-9646E004D0F8}"/>
          </ac:spMkLst>
        </pc:spChg>
        <pc:spChg chg="add mod">
          <ac:chgData name="Cristian Chilipirea" userId="34ab170da5908fc4" providerId="LiveId" clId="{51E1D80A-4A29-4E2A-B293-4232621C1517}" dt="2019-10-06T18:09:14.083" v="271" actId="1076"/>
          <ac:spMkLst>
            <pc:docMk/>
            <pc:sldMk cId="3525947301" sldId="516"/>
            <ac:spMk id="518" creationId="{3BF0F7E8-CD39-45D2-987F-DAC6A2C21E8B}"/>
          </ac:spMkLst>
        </pc:spChg>
        <pc:spChg chg="add mod">
          <ac:chgData name="Cristian Chilipirea" userId="34ab170da5908fc4" providerId="LiveId" clId="{51E1D80A-4A29-4E2A-B293-4232621C1517}" dt="2019-10-06T18:09:14.083" v="271" actId="1076"/>
          <ac:spMkLst>
            <pc:docMk/>
            <pc:sldMk cId="3525947301" sldId="516"/>
            <ac:spMk id="519" creationId="{172CAC41-3FA5-41A1-8FA8-2D9721ACEBD4}"/>
          </ac:spMkLst>
        </pc:spChg>
        <pc:spChg chg="add mod">
          <ac:chgData name="Cristian Chilipirea" userId="34ab170da5908fc4" providerId="LiveId" clId="{51E1D80A-4A29-4E2A-B293-4232621C1517}" dt="2019-10-06T18:09:14.083" v="271" actId="1076"/>
          <ac:spMkLst>
            <pc:docMk/>
            <pc:sldMk cId="3525947301" sldId="516"/>
            <ac:spMk id="520" creationId="{05DFBC21-8023-457D-9BC7-D1CFB3EF6357}"/>
          </ac:spMkLst>
        </pc:spChg>
        <pc:spChg chg="add mod">
          <ac:chgData name="Cristian Chilipirea" userId="34ab170da5908fc4" providerId="LiveId" clId="{51E1D80A-4A29-4E2A-B293-4232621C1517}" dt="2019-10-06T18:09:14.083" v="271" actId="1076"/>
          <ac:spMkLst>
            <pc:docMk/>
            <pc:sldMk cId="3525947301" sldId="516"/>
            <ac:spMk id="521" creationId="{2F15D3A6-BF76-44FE-B44E-BC695E7B0D7F}"/>
          </ac:spMkLst>
        </pc:spChg>
        <pc:spChg chg="add mod">
          <ac:chgData name="Cristian Chilipirea" userId="34ab170da5908fc4" providerId="LiveId" clId="{51E1D80A-4A29-4E2A-B293-4232621C1517}" dt="2019-10-06T18:09:14.083" v="271" actId="1076"/>
          <ac:spMkLst>
            <pc:docMk/>
            <pc:sldMk cId="3525947301" sldId="516"/>
            <ac:spMk id="522" creationId="{3252D6FE-4E7F-41BC-A5B0-A7A741391905}"/>
          </ac:spMkLst>
        </pc:spChg>
        <pc:spChg chg="add mod">
          <ac:chgData name="Cristian Chilipirea" userId="34ab170da5908fc4" providerId="LiveId" clId="{51E1D80A-4A29-4E2A-B293-4232621C1517}" dt="2019-10-06T18:09:14.083" v="271" actId="1076"/>
          <ac:spMkLst>
            <pc:docMk/>
            <pc:sldMk cId="3525947301" sldId="516"/>
            <ac:spMk id="523" creationId="{9955AACB-3F49-4888-B5FC-F1A2AA010E0A}"/>
          </ac:spMkLst>
        </pc:spChg>
        <pc:spChg chg="add mod">
          <ac:chgData name="Cristian Chilipirea" userId="34ab170da5908fc4" providerId="LiveId" clId="{51E1D80A-4A29-4E2A-B293-4232621C1517}" dt="2019-10-06T18:09:14.083" v="271" actId="1076"/>
          <ac:spMkLst>
            <pc:docMk/>
            <pc:sldMk cId="3525947301" sldId="516"/>
            <ac:spMk id="524" creationId="{0B7E28AB-DA0F-4A99-A1CF-910764340AEF}"/>
          </ac:spMkLst>
        </pc:spChg>
        <pc:spChg chg="add mod">
          <ac:chgData name="Cristian Chilipirea" userId="34ab170da5908fc4" providerId="LiveId" clId="{51E1D80A-4A29-4E2A-B293-4232621C1517}" dt="2019-10-06T18:09:14.083" v="271" actId="1076"/>
          <ac:spMkLst>
            <pc:docMk/>
            <pc:sldMk cId="3525947301" sldId="516"/>
            <ac:spMk id="525" creationId="{AA477570-D59D-4F7D-A3F9-036D35A29255}"/>
          </ac:spMkLst>
        </pc:spChg>
        <pc:spChg chg="add mod">
          <ac:chgData name="Cristian Chilipirea" userId="34ab170da5908fc4" providerId="LiveId" clId="{51E1D80A-4A29-4E2A-B293-4232621C1517}" dt="2019-10-06T18:09:14.083" v="271" actId="1076"/>
          <ac:spMkLst>
            <pc:docMk/>
            <pc:sldMk cId="3525947301" sldId="516"/>
            <ac:spMk id="526" creationId="{3D0F6AA9-24ED-4360-9780-7FAF56DA4919}"/>
          </ac:spMkLst>
        </pc:spChg>
        <pc:spChg chg="add mod">
          <ac:chgData name="Cristian Chilipirea" userId="34ab170da5908fc4" providerId="LiveId" clId="{51E1D80A-4A29-4E2A-B293-4232621C1517}" dt="2019-10-06T18:09:14.083" v="271" actId="1076"/>
          <ac:spMkLst>
            <pc:docMk/>
            <pc:sldMk cId="3525947301" sldId="516"/>
            <ac:spMk id="527" creationId="{C72CC24F-3FE9-468B-B8FE-C6275FFCFABE}"/>
          </ac:spMkLst>
        </pc:spChg>
        <pc:spChg chg="add mod">
          <ac:chgData name="Cristian Chilipirea" userId="34ab170da5908fc4" providerId="LiveId" clId="{51E1D80A-4A29-4E2A-B293-4232621C1517}" dt="2019-10-06T18:09:14.083" v="271" actId="1076"/>
          <ac:spMkLst>
            <pc:docMk/>
            <pc:sldMk cId="3525947301" sldId="516"/>
            <ac:spMk id="528" creationId="{8F1774C4-7F10-477B-9C6A-E93777632FCF}"/>
          </ac:spMkLst>
        </pc:spChg>
        <pc:spChg chg="add mod">
          <ac:chgData name="Cristian Chilipirea" userId="34ab170da5908fc4" providerId="LiveId" clId="{51E1D80A-4A29-4E2A-B293-4232621C1517}" dt="2019-10-06T18:09:14.083" v="271" actId="1076"/>
          <ac:spMkLst>
            <pc:docMk/>
            <pc:sldMk cId="3525947301" sldId="516"/>
            <ac:spMk id="529" creationId="{F4B6B72A-0E5E-4D75-9394-4BAD255825AF}"/>
          </ac:spMkLst>
        </pc:spChg>
        <pc:spChg chg="add mod">
          <ac:chgData name="Cristian Chilipirea" userId="34ab170da5908fc4" providerId="LiveId" clId="{51E1D80A-4A29-4E2A-B293-4232621C1517}" dt="2019-10-06T18:09:14.083" v="271" actId="1076"/>
          <ac:spMkLst>
            <pc:docMk/>
            <pc:sldMk cId="3525947301" sldId="516"/>
            <ac:spMk id="530" creationId="{BDA25E02-475A-4BDF-9085-DD42CE14643F}"/>
          </ac:spMkLst>
        </pc:spChg>
        <pc:spChg chg="add mod">
          <ac:chgData name="Cristian Chilipirea" userId="34ab170da5908fc4" providerId="LiveId" clId="{51E1D80A-4A29-4E2A-B293-4232621C1517}" dt="2019-10-06T18:09:14.083" v="271" actId="1076"/>
          <ac:spMkLst>
            <pc:docMk/>
            <pc:sldMk cId="3525947301" sldId="516"/>
            <ac:spMk id="531" creationId="{9F827AA1-5C9F-47C0-968C-FFDC8675DD4C}"/>
          </ac:spMkLst>
        </pc:spChg>
        <pc:spChg chg="add mod">
          <ac:chgData name="Cristian Chilipirea" userId="34ab170da5908fc4" providerId="LiveId" clId="{51E1D80A-4A29-4E2A-B293-4232621C1517}" dt="2019-10-06T18:09:14.083" v="271" actId="1076"/>
          <ac:spMkLst>
            <pc:docMk/>
            <pc:sldMk cId="3525947301" sldId="516"/>
            <ac:spMk id="532" creationId="{FB3CFEE6-300E-4A24-AD52-EF8A7A7D8AA6}"/>
          </ac:spMkLst>
        </pc:spChg>
        <pc:spChg chg="add mod">
          <ac:chgData name="Cristian Chilipirea" userId="34ab170da5908fc4" providerId="LiveId" clId="{51E1D80A-4A29-4E2A-B293-4232621C1517}" dt="2019-10-06T18:09:14.083" v="271" actId="1076"/>
          <ac:spMkLst>
            <pc:docMk/>
            <pc:sldMk cId="3525947301" sldId="516"/>
            <ac:spMk id="533" creationId="{4EA292C4-950D-45E1-B6D3-B8623480F5A8}"/>
          </ac:spMkLst>
        </pc:spChg>
        <pc:spChg chg="add mod">
          <ac:chgData name="Cristian Chilipirea" userId="34ab170da5908fc4" providerId="LiveId" clId="{51E1D80A-4A29-4E2A-B293-4232621C1517}" dt="2019-10-06T18:09:14.083" v="271" actId="1076"/>
          <ac:spMkLst>
            <pc:docMk/>
            <pc:sldMk cId="3525947301" sldId="516"/>
            <ac:spMk id="534" creationId="{6089425E-3F88-4330-B7D7-C218EF9E3D13}"/>
          </ac:spMkLst>
        </pc:spChg>
        <pc:spChg chg="add mod">
          <ac:chgData name="Cristian Chilipirea" userId="34ab170da5908fc4" providerId="LiveId" clId="{51E1D80A-4A29-4E2A-B293-4232621C1517}" dt="2019-10-06T18:09:14.083" v="271" actId="1076"/>
          <ac:spMkLst>
            <pc:docMk/>
            <pc:sldMk cId="3525947301" sldId="516"/>
            <ac:spMk id="535" creationId="{09B0E2EE-9065-4BF3-A870-B3AE0BBCEB35}"/>
          </ac:spMkLst>
        </pc:spChg>
        <pc:spChg chg="add mod">
          <ac:chgData name="Cristian Chilipirea" userId="34ab170da5908fc4" providerId="LiveId" clId="{51E1D80A-4A29-4E2A-B293-4232621C1517}" dt="2019-10-06T18:09:14.083" v="271" actId="1076"/>
          <ac:spMkLst>
            <pc:docMk/>
            <pc:sldMk cId="3525947301" sldId="516"/>
            <ac:spMk id="536" creationId="{AEBB5A84-8E94-41A3-89BF-D507CD8CDB02}"/>
          </ac:spMkLst>
        </pc:spChg>
        <pc:spChg chg="add mod">
          <ac:chgData name="Cristian Chilipirea" userId="34ab170da5908fc4" providerId="LiveId" clId="{51E1D80A-4A29-4E2A-B293-4232621C1517}" dt="2019-10-06T18:09:14.083" v="271" actId="1076"/>
          <ac:spMkLst>
            <pc:docMk/>
            <pc:sldMk cId="3525947301" sldId="516"/>
            <ac:spMk id="537" creationId="{7A03BC5E-8746-4A91-BFE8-44E62001216D}"/>
          </ac:spMkLst>
        </pc:spChg>
        <pc:spChg chg="add mod">
          <ac:chgData name="Cristian Chilipirea" userId="34ab170da5908fc4" providerId="LiveId" clId="{51E1D80A-4A29-4E2A-B293-4232621C1517}" dt="2019-10-06T18:09:14.083" v="271" actId="1076"/>
          <ac:spMkLst>
            <pc:docMk/>
            <pc:sldMk cId="3525947301" sldId="516"/>
            <ac:spMk id="538" creationId="{1B175EE0-EDBB-4820-B84F-16A858FFB541}"/>
          </ac:spMkLst>
        </pc:spChg>
        <pc:spChg chg="add mod">
          <ac:chgData name="Cristian Chilipirea" userId="34ab170da5908fc4" providerId="LiveId" clId="{51E1D80A-4A29-4E2A-B293-4232621C1517}" dt="2019-10-06T18:09:14.083" v="271" actId="1076"/>
          <ac:spMkLst>
            <pc:docMk/>
            <pc:sldMk cId="3525947301" sldId="516"/>
            <ac:spMk id="539" creationId="{DCE5D99A-32F1-4CDB-8617-42C89E3E48D1}"/>
          </ac:spMkLst>
        </pc:spChg>
        <pc:spChg chg="add mod">
          <ac:chgData name="Cristian Chilipirea" userId="34ab170da5908fc4" providerId="LiveId" clId="{51E1D80A-4A29-4E2A-B293-4232621C1517}" dt="2019-10-06T18:09:14.083" v="271" actId="1076"/>
          <ac:spMkLst>
            <pc:docMk/>
            <pc:sldMk cId="3525947301" sldId="516"/>
            <ac:spMk id="540" creationId="{146E3017-A24A-46DA-82F1-2A6A5582333F}"/>
          </ac:spMkLst>
        </pc:spChg>
        <pc:spChg chg="add mod">
          <ac:chgData name="Cristian Chilipirea" userId="34ab170da5908fc4" providerId="LiveId" clId="{51E1D80A-4A29-4E2A-B293-4232621C1517}" dt="2019-10-06T18:09:14.083" v="271" actId="1076"/>
          <ac:spMkLst>
            <pc:docMk/>
            <pc:sldMk cId="3525947301" sldId="516"/>
            <ac:spMk id="541" creationId="{A2C471BC-2655-4231-A8B3-8C203263E40E}"/>
          </ac:spMkLst>
        </pc:spChg>
        <pc:spChg chg="add mod">
          <ac:chgData name="Cristian Chilipirea" userId="34ab170da5908fc4" providerId="LiveId" clId="{51E1D80A-4A29-4E2A-B293-4232621C1517}" dt="2019-10-06T18:09:14.083" v="271" actId="1076"/>
          <ac:spMkLst>
            <pc:docMk/>
            <pc:sldMk cId="3525947301" sldId="516"/>
            <ac:spMk id="542" creationId="{2C1AEA95-D6ED-4A94-B958-DAA0023A0271}"/>
          </ac:spMkLst>
        </pc:spChg>
        <pc:spChg chg="add mod">
          <ac:chgData name="Cristian Chilipirea" userId="34ab170da5908fc4" providerId="LiveId" clId="{51E1D80A-4A29-4E2A-B293-4232621C1517}" dt="2019-10-06T18:09:14.083" v="271" actId="1076"/>
          <ac:spMkLst>
            <pc:docMk/>
            <pc:sldMk cId="3525947301" sldId="516"/>
            <ac:spMk id="543" creationId="{DE8B337A-5C5C-4458-85ED-CACDD5A5E3FA}"/>
          </ac:spMkLst>
        </pc:spChg>
        <pc:spChg chg="add mod">
          <ac:chgData name="Cristian Chilipirea" userId="34ab170da5908fc4" providerId="LiveId" clId="{51E1D80A-4A29-4E2A-B293-4232621C1517}" dt="2019-10-06T18:09:14.083" v="271" actId="1076"/>
          <ac:spMkLst>
            <pc:docMk/>
            <pc:sldMk cId="3525947301" sldId="516"/>
            <ac:spMk id="544" creationId="{3EE417A8-78C7-4E4C-956D-35198B1E1FBC}"/>
          </ac:spMkLst>
        </pc:spChg>
        <pc:spChg chg="add mod">
          <ac:chgData name="Cristian Chilipirea" userId="34ab170da5908fc4" providerId="LiveId" clId="{51E1D80A-4A29-4E2A-B293-4232621C1517}" dt="2019-10-06T18:09:14.083" v="271" actId="1076"/>
          <ac:spMkLst>
            <pc:docMk/>
            <pc:sldMk cId="3525947301" sldId="516"/>
            <ac:spMk id="545" creationId="{6265D105-D133-425F-A7AF-86DEF78524FD}"/>
          </ac:spMkLst>
        </pc:spChg>
        <pc:spChg chg="add mod">
          <ac:chgData name="Cristian Chilipirea" userId="34ab170da5908fc4" providerId="LiveId" clId="{51E1D80A-4A29-4E2A-B293-4232621C1517}" dt="2019-10-06T18:09:14.083" v="271" actId="1076"/>
          <ac:spMkLst>
            <pc:docMk/>
            <pc:sldMk cId="3525947301" sldId="516"/>
            <ac:spMk id="546" creationId="{4CC90568-D015-410F-B4D7-65271154A29E}"/>
          </ac:spMkLst>
        </pc:spChg>
        <pc:spChg chg="add mod">
          <ac:chgData name="Cristian Chilipirea" userId="34ab170da5908fc4" providerId="LiveId" clId="{51E1D80A-4A29-4E2A-B293-4232621C1517}" dt="2019-10-06T18:09:14.083" v="271" actId="1076"/>
          <ac:spMkLst>
            <pc:docMk/>
            <pc:sldMk cId="3525947301" sldId="516"/>
            <ac:spMk id="547" creationId="{3B21F211-8468-4EA1-B560-3991C6B49324}"/>
          </ac:spMkLst>
        </pc:spChg>
        <pc:spChg chg="add mod">
          <ac:chgData name="Cristian Chilipirea" userId="34ab170da5908fc4" providerId="LiveId" clId="{51E1D80A-4A29-4E2A-B293-4232621C1517}" dt="2019-10-06T18:09:14.083" v="271" actId="1076"/>
          <ac:spMkLst>
            <pc:docMk/>
            <pc:sldMk cId="3525947301" sldId="516"/>
            <ac:spMk id="548" creationId="{BB020C43-4A26-456F-BB76-96CF435348E8}"/>
          </ac:spMkLst>
        </pc:spChg>
        <pc:spChg chg="add mod">
          <ac:chgData name="Cristian Chilipirea" userId="34ab170da5908fc4" providerId="LiveId" clId="{51E1D80A-4A29-4E2A-B293-4232621C1517}" dt="2019-10-06T18:09:14.083" v="271" actId="1076"/>
          <ac:spMkLst>
            <pc:docMk/>
            <pc:sldMk cId="3525947301" sldId="516"/>
            <ac:spMk id="549" creationId="{6E39D126-89D9-49BE-B731-CCF61861DB76}"/>
          </ac:spMkLst>
        </pc:spChg>
        <pc:spChg chg="add mod">
          <ac:chgData name="Cristian Chilipirea" userId="34ab170da5908fc4" providerId="LiveId" clId="{51E1D80A-4A29-4E2A-B293-4232621C1517}" dt="2019-10-06T18:09:14.083" v="271" actId="1076"/>
          <ac:spMkLst>
            <pc:docMk/>
            <pc:sldMk cId="3525947301" sldId="516"/>
            <ac:spMk id="550" creationId="{57F646E5-1874-4666-8881-3C1426C95D56}"/>
          </ac:spMkLst>
        </pc:spChg>
        <pc:spChg chg="add mod">
          <ac:chgData name="Cristian Chilipirea" userId="34ab170da5908fc4" providerId="LiveId" clId="{51E1D80A-4A29-4E2A-B293-4232621C1517}" dt="2019-10-06T18:09:14.083" v="271" actId="1076"/>
          <ac:spMkLst>
            <pc:docMk/>
            <pc:sldMk cId="3525947301" sldId="516"/>
            <ac:spMk id="551" creationId="{0D5C350C-25C4-429F-B2E7-B12CC81B897E}"/>
          </ac:spMkLst>
        </pc:spChg>
        <pc:spChg chg="add mod">
          <ac:chgData name="Cristian Chilipirea" userId="34ab170da5908fc4" providerId="LiveId" clId="{51E1D80A-4A29-4E2A-B293-4232621C1517}" dt="2019-10-06T18:09:14.083" v="271" actId="1076"/>
          <ac:spMkLst>
            <pc:docMk/>
            <pc:sldMk cId="3525947301" sldId="516"/>
            <ac:spMk id="552" creationId="{45015285-AF72-43DF-86D8-75D010016008}"/>
          </ac:spMkLst>
        </pc:spChg>
        <pc:spChg chg="add mod">
          <ac:chgData name="Cristian Chilipirea" userId="34ab170da5908fc4" providerId="LiveId" clId="{51E1D80A-4A29-4E2A-B293-4232621C1517}" dt="2019-10-06T18:09:14.083" v="271" actId="1076"/>
          <ac:spMkLst>
            <pc:docMk/>
            <pc:sldMk cId="3525947301" sldId="516"/>
            <ac:spMk id="553" creationId="{4ACF2F3F-3728-46E7-B5D3-669D36BBF96A}"/>
          </ac:spMkLst>
        </pc:spChg>
        <pc:spChg chg="add mod">
          <ac:chgData name="Cristian Chilipirea" userId="34ab170da5908fc4" providerId="LiveId" clId="{51E1D80A-4A29-4E2A-B293-4232621C1517}" dt="2019-10-06T18:09:14.083" v="271" actId="1076"/>
          <ac:spMkLst>
            <pc:docMk/>
            <pc:sldMk cId="3525947301" sldId="516"/>
            <ac:spMk id="554" creationId="{755C129A-F80E-47DA-B5AA-4A78C8353099}"/>
          </ac:spMkLst>
        </pc:spChg>
        <pc:spChg chg="add mod">
          <ac:chgData name="Cristian Chilipirea" userId="34ab170da5908fc4" providerId="LiveId" clId="{51E1D80A-4A29-4E2A-B293-4232621C1517}" dt="2019-10-06T18:09:14.083" v="271" actId="1076"/>
          <ac:spMkLst>
            <pc:docMk/>
            <pc:sldMk cId="3525947301" sldId="516"/>
            <ac:spMk id="555" creationId="{633A81B6-BB39-4A66-8F88-29509340578D}"/>
          </ac:spMkLst>
        </pc:spChg>
        <pc:spChg chg="add mod">
          <ac:chgData name="Cristian Chilipirea" userId="34ab170da5908fc4" providerId="LiveId" clId="{51E1D80A-4A29-4E2A-B293-4232621C1517}" dt="2019-10-06T18:09:14.083" v="271" actId="1076"/>
          <ac:spMkLst>
            <pc:docMk/>
            <pc:sldMk cId="3525947301" sldId="516"/>
            <ac:spMk id="556" creationId="{A6FE7302-1BA7-47A4-9F74-0B6E364BF6AB}"/>
          </ac:spMkLst>
        </pc:spChg>
        <pc:spChg chg="add mod">
          <ac:chgData name="Cristian Chilipirea" userId="34ab170da5908fc4" providerId="LiveId" clId="{51E1D80A-4A29-4E2A-B293-4232621C1517}" dt="2019-10-06T18:09:14.083" v="271" actId="1076"/>
          <ac:spMkLst>
            <pc:docMk/>
            <pc:sldMk cId="3525947301" sldId="516"/>
            <ac:spMk id="573" creationId="{B72993DF-0A1C-42E6-BDAA-557E4701F142}"/>
          </ac:spMkLst>
        </pc:spChg>
        <pc:spChg chg="add mod">
          <ac:chgData name="Cristian Chilipirea" userId="34ab170da5908fc4" providerId="LiveId" clId="{51E1D80A-4A29-4E2A-B293-4232621C1517}" dt="2019-10-06T18:09:14.083" v="271" actId="1076"/>
          <ac:spMkLst>
            <pc:docMk/>
            <pc:sldMk cId="3525947301" sldId="516"/>
            <ac:spMk id="574" creationId="{BEA74B96-25B0-471A-B16A-7E6DB8C24013}"/>
          </ac:spMkLst>
        </pc:spChg>
        <pc:grpChg chg="add del">
          <ac:chgData name="Cristian Chilipirea" userId="34ab170da5908fc4" providerId="LiveId" clId="{51E1D80A-4A29-4E2A-B293-4232621C1517}" dt="2019-10-06T18:09:07.189" v="268"/>
          <ac:grpSpMkLst>
            <pc:docMk/>
            <pc:sldMk cId="3525947301" sldId="516"/>
            <ac:grpSpMk id="268" creationId="{D00DFDDD-049D-4250-963C-DBFC08849DCD}"/>
          </ac:grpSpMkLst>
        </pc:grpChg>
        <pc:grpChg chg="add mod">
          <ac:chgData name="Cristian Chilipirea" userId="34ab170da5908fc4" providerId="LiveId" clId="{51E1D80A-4A29-4E2A-B293-4232621C1517}" dt="2019-10-06T18:09:14.083" v="271" actId="1076"/>
          <ac:grpSpMkLst>
            <pc:docMk/>
            <pc:sldMk cId="3525947301" sldId="516"/>
            <ac:grpSpMk id="557" creationId="{7B0C5AE9-CB14-4789-B11E-FF4AC5602AAD}"/>
          </ac:grpSpMkLst>
        </pc:grpChg>
        <pc:cxnChg chg="add del">
          <ac:chgData name="Cristian Chilipirea" userId="34ab170da5908fc4" providerId="LiveId" clId="{51E1D80A-4A29-4E2A-B293-4232621C1517}" dt="2019-10-06T18:09:07.189" v="268"/>
          <ac:cxnSpMkLst>
            <pc:docMk/>
            <pc:sldMk cId="3525947301" sldId="516"/>
            <ac:cxnSpMk id="286" creationId="{28E14B44-6E94-4C3C-9295-4DA4BAE647E5}"/>
          </ac:cxnSpMkLst>
        </pc:cxnChg>
        <pc:cxnChg chg="add del">
          <ac:chgData name="Cristian Chilipirea" userId="34ab170da5908fc4" providerId="LiveId" clId="{51E1D80A-4A29-4E2A-B293-4232621C1517}" dt="2019-10-06T18:09:07.189" v="268"/>
          <ac:cxnSpMkLst>
            <pc:docMk/>
            <pc:sldMk cId="3525947301" sldId="516"/>
            <ac:cxnSpMk id="287" creationId="{7AA0C3B6-5CEE-4772-A60C-A3F2A63D3486}"/>
          </ac:cxnSpMkLst>
        </pc:cxnChg>
        <pc:cxnChg chg="add del">
          <ac:chgData name="Cristian Chilipirea" userId="34ab170da5908fc4" providerId="LiveId" clId="{51E1D80A-4A29-4E2A-B293-4232621C1517}" dt="2019-10-06T18:09:07.189" v="268"/>
          <ac:cxnSpMkLst>
            <pc:docMk/>
            <pc:sldMk cId="3525947301" sldId="516"/>
            <ac:cxnSpMk id="288" creationId="{FB76EF07-0A79-4595-8714-1459BE6CDD22}"/>
          </ac:cxnSpMkLst>
        </pc:cxnChg>
        <pc:cxnChg chg="add del">
          <ac:chgData name="Cristian Chilipirea" userId="34ab170da5908fc4" providerId="LiveId" clId="{51E1D80A-4A29-4E2A-B293-4232621C1517}" dt="2019-10-06T18:09:07.189" v="268"/>
          <ac:cxnSpMkLst>
            <pc:docMk/>
            <pc:sldMk cId="3525947301" sldId="516"/>
            <ac:cxnSpMk id="289" creationId="{8E44D7B7-A278-4117-B26B-B4B616B6CA05}"/>
          </ac:cxnSpMkLst>
        </pc:cxnChg>
        <pc:cxnChg chg="add del">
          <ac:chgData name="Cristian Chilipirea" userId="34ab170da5908fc4" providerId="LiveId" clId="{51E1D80A-4A29-4E2A-B293-4232621C1517}" dt="2019-10-06T18:09:07.189" v="268"/>
          <ac:cxnSpMkLst>
            <pc:docMk/>
            <pc:sldMk cId="3525947301" sldId="516"/>
            <ac:cxnSpMk id="290" creationId="{A74C25C7-25CE-40B9-972A-C6BA97A5E48D}"/>
          </ac:cxnSpMkLst>
        </pc:cxnChg>
        <pc:cxnChg chg="add del">
          <ac:chgData name="Cristian Chilipirea" userId="34ab170da5908fc4" providerId="LiveId" clId="{51E1D80A-4A29-4E2A-B293-4232621C1517}" dt="2019-10-06T18:09:07.189" v="268"/>
          <ac:cxnSpMkLst>
            <pc:docMk/>
            <pc:sldMk cId="3525947301" sldId="516"/>
            <ac:cxnSpMk id="291" creationId="{A78C8405-AD45-4F59-A004-2EE229513280}"/>
          </ac:cxnSpMkLst>
        </pc:cxnChg>
        <pc:cxnChg chg="add del">
          <ac:chgData name="Cristian Chilipirea" userId="34ab170da5908fc4" providerId="LiveId" clId="{51E1D80A-4A29-4E2A-B293-4232621C1517}" dt="2019-10-06T18:09:07.189" v="268"/>
          <ac:cxnSpMkLst>
            <pc:docMk/>
            <pc:sldMk cId="3525947301" sldId="516"/>
            <ac:cxnSpMk id="292" creationId="{ADAF7D6D-7A70-4BA8-8B71-E1A00F92DAC1}"/>
          </ac:cxnSpMkLst>
        </pc:cxnChg>
        <pc:cxnChg chg="add mod">
          <ac:chgData name="Cristian Chilipirea" userId="34ab170da5908fc4" providerId="LiveId" clId="{51E1D80A-4A29-4E2A-B293-4232621C1517}" dt="2019-10-06T18:09:14.083" v="271" actId="1076"/>
          <ac:cxnSpMkLst>
            <pc:docMk/>
            <pc:sldMk cId="3525947301" sldId="516"/>
            <ac:cxnSpMk id="575" creationId="{BD78F0A0-9B1B-46E0-85AF-3610592B6C7F}"/>
          </ac:cxnSpMkLst>
        </pc:cxnChg>
        <pc:cxnChg chg="add mod">
          <ac:chgData name="Cristian Chilipirea" userId="34ab170da5908fc4" providerId="LiveId" clId="{51E1D80A-4A29-4E2A-B293-4232621C1517}" dt="2019-10-06T18:09:14.083" v="271" actId="1076"/>
          <ac:cxnSpMkLst>
            <pc:docMk/>
            <pc:sldMk cId="3525947301" sldId="516"/>
            <ac:cxnSpMk id="576" creationId="{0D86ED25-962A-4A04-A271-352F1D4F9D68}"/>
          </ac:cxnSpMkLst>
        </pc:cxnChg>
        <pc:cxnChg chg="add mod">
          <ac:chgData name="Cristian Chilipirea" userId="34ab170da5908fc4" providerId="LiveId" clId="{51E1D80A-4A29-4E2A-B293-4232621C1517}" dt="2019-10-06T18:09:14.083" v="271" actId="1076"/>
          <ac:cxnSpMkLst>
            <pc:docMk/>
            <pc:sldMk cId="3525947301" sldId="516"/>
            <ac:cxnSpMk id="577" creationId="{E78EF31D-C7E4-447F-A182-95CA3C0B42C6}"/>
          </ac:cxnSpMkLst>
        </pc:cxnChg>
        <pc:cxnChg chg="add mod">
          <ac:chgData name="Cristian Chilipirea" userId="34ab170da5908fc4" providerId="LiveId" clId="{51E1D80A-4A29-4E2A-B293-4232621C1517}" dt="2019-10-06T18:09:14.083" v="271" actId="1076"/>
          <ac:cxnSpMkLst>
            <pc:docMk/>
            <pc:sldMk cId="3525947301" sldId="516"/>
            <ac:cxnSpMk id="578" creationId="{AB89E442-3279-440A-9B31-4C01F4E69A2B}"/>
          </ac:cxnSpMkLst>
        </pc:cxnChg>
        <pc:cxnChg chg="add mod">
          <ac:chgData name="Cristian Chilipirea" userId="34ab170da5908fc4" providerId="LiveId" clId="{51E1D80A-4A29-4E2A-B293-4232621C1517}" dt="2019-10-06T18:09:14.083" v="271" actId="1076"/>
          <ac:cxnSpMkLst>
            <pc:docMk/>
            <pc:sldMk cId="3525947301" sldId="516"/>
            <ac:cxnSpMk id="579" creationId="{7364D469-211E-4778-A2C5-A345D110216F}"/>
          </ac:cxnSpMkLst>
        </pc:cxnChg>
        <pc:cxnChg chg="add mod">
          <ac:chgData name="Cristian Chilipirea" userId="34ab170da5908fc4" providerId="LiveId" clId="{51E1D80A-4A29-4E2A-B293-4232621C1517}" dt="2019-10-06T18:09:14.083" v="271" actId="1076"/>
          <ac:cxnSpMkLst>
            <pc:docMk/>
            <pc:sldMk cId="3525947301" sldId="516"/>
            <ac:cxnSpMk id="580" creationId="{CFB2BC37-125E-4CB0-B428-DE28DC0D36ED}"/>
          </ac:cxnSpMkLst>
        </pc:cxnChg>
        <pc:cxnChg chg="add mod">
          <ac:chgData name="Cristian Chilipirea" userId="34ab170da5908fc4" providerId="LiveId" clId="{51E1D80A-4A29-4E2A-B293-4232621C1517}" dt="2019-10-06T18:09:14.083" v="271" actId="1076"/>
          <ac:cxnSpMkLst>
            <pc:docMk/>
            <pc:sldMk cId="3525947301" sldId="516"/>
            <ac:cxnSpMk id="581" creationId="{3D90298C-2DD7-4B38-8815-02FDA539D73D}"/>
          </ac:cxnSpMkLst>
        </pc:cxnChg>
      </pc:sldChg>
      <pc:sldChg chg="addSp delSp modSp add">
        <pc:chgData name="Cristian Chilipirea" userId="34ab170da5908fc4" providerId="LiveId" clId="{51E1D80A-4A29-4E2A-B293-4232621C1517}" dt="2019-10-06T18:09:34.509" v="280" actId="1076"/>
        <pc:sldMkLst>
          <pc:docMk/>
          <pc:sldMk cId="1868093676" sldId="517"/>
        </pc:sldMkLst>
        <pc:spChg chg="mod">
          <ac:chgData name="Cristian Chilipirea" userId="34ab170da5908fc4" providerId="LiveId" clId="{51E1D80A-4A29-4E2A-B293-4232621C1517}" dt="2019-10-06T18:09:22.768" v="273"/>
          <ac:spMkLst>
            <pc:docMk/>
            <pc:sldMk cId="1868093676" sldId="517"/>
            <ac:spMk id="2" creationId="{96033B46-9798-4349-9E17-6A866B13D6C4}"/>
          </ac:spMkLst>
        </pc:spChg>
        <pc:spChg chg="del">
          <ac:chgData name="Cristian Chilipirea" userId="34ab170da5908fc4" providerId="LiveId" clId="{51E1D80A-4A29-4E2A-B293-4232621C1517}" dt="2019-10-06T18:09:24.621" v="274" actId="478"/>
          <ac:spMkLst>
            <pc:docMk/>
            <pc:sldMk cId="1868093676" sldId="517"/>
            <ac:spMk id="3" creationId="{97E26102-8B1C-4BAA-8D91-8B418C2FAFBF}"/>
          </ac:spMkLst>
        </pc:spChg>
        <pc:spChg chg="add del">
          <ac:chgData name="Cristian Chilipirea" userId="34ab170da5908fc4" providerId="LiveId" clId="{51E1D80A-4A29-4E2A-B293-4232621C1517}" dt="2019-10-06T18:09:32.334" v="278"/>
          <ac:spMkLst>
            <pc:docMk/>
            <pc:sldMk cId="1868093676" sldId="517"/>
            <ac:spMk id="4" creationId="{05641C5C-6C6D-4F68-BB62-1B0516C45C7C}"/>
          </ac:spMkLst>
        </pc:spChg>
        <pc:spChg chg="add mod">
          <ac:chgData name="Cristian Chilipirea" userId="34ab170da5908fc4" providerId="LiveId" clId="{51E1D80A-4A29-4E2A-B293-4232621C1517}" dt="2019-10-06T18:09:34.509" v="280" actId="1076"/>
          <ac:spMkLst>
            <pc:docMk/>
            <pc:sldMk cId="1868093676" sldId="517"/>
            <ac:spMk id="5" creationId="{87B05274-156A-4BF3-93AD-8C0C1E29DC4D}"/>
          </ac:spMkLst>
        </pc:spChg>
      </pc:sldChg>
      <pc:sldChg chg="addSp delSp modSp add">
        <pc:chgData name="Cristian Chilipirea" userId="34ab170da5908fc4" providerId="LiveId" clId="{51E1D80A-4A29-4E2A-B293-4232621C1517}" dt="2019-10-06T18:10:02.976" v="298"/>
        <pc:sldMkLst>
          <pc:docMk/>
          <pc:sldMk cId="937818870" sldId="518"/>
        </pc:sldMkLst>
        <pc:spChg chg="del">
          <ac:chgData name="Cristian Chilipirea" userId="34ab170da5908fc4" providerId="LiveId" clId="{51E1D80A-4A29-4E2A-B293-4232621C1517}" dt="2019-10-06T18:09:44.020" v="283" actId="478"/>
          <ac:spMkLst>
            <pc:docMk/>
            <pc:sldMk cId="937818870" sldId="518"/>
            <ac:spMk id="2" creationId="{F256CAB4-28C6-4171-95DA-60A1A14FC6C7}"/>
          </ac:spMkLst>
        </pc:spChg>
        <pc:spChg chg="del">
          <ac:chgData name="Cristian Chilipirea" userId="34ab170da5908fc4" providerId="LiveId" clId="{51E1D80A-4A29-4E2A-B293-4232621C1517}" dt="2019-10-06T18:09:42.789" v="282" actId="478"/>
          <ac:spMkLst>
            <pc:docMk/>
            <pc:sldMk cId="937818870" sldId="518"/>
            <ac:spMk id="3" creationId="{056A6B26-8080-49A5-9C92-DD75DF5E4BF6}"/>
          </ac:spMkLst>
        </pc:spChg>
        <pc:spChg chg="add del mod">
          <ac:chgData name="Cristian Chilipirea" userId="34ab170da5908fc4" providerId="LiveId" clId="{51E1D80A-4A29-4E2A-B293-4232621C1517}" dt="2019-10-06T18:09:51.022" v="289"/>
          <ac:spMkLst>
            <pc:docMk/>
            <pc:sldMk cId="937818870" sldId="518"/>
            <ac:spMk id="4" creationId="{8A8A297B-336B-40EC-B7D8-CFFF272DE8B7}"/>
          </ac:spMkLst>
        </pc:spChg>
        <pc:spChg chg="add del">
          <ac:chgData name="Cristian Chilipirea" userId="34ab170da5908fc4" providerId="LiveId" clId="{51E1D80A-4A29-4E2A-B293-4232621C1517}" dt="2019-10-06T18:09:57.297" v="295"/>
          <ac:spMkLst>
            <pc:docMk/>
            <pc:sldMk cId="937818870" sldId="518"/>
            <ac:spMk id="5" creationId="{37ED4CBF-7902-4358-9595-C9130EE7F63F}"/>
          </ac:spMkLst>
        </pc:spChg>
        <pc:spChg chg="add del">
          <ac:chgData name="Cristian Chilipirea" userId="34ab170da5908fc4" providerId="LiveId" clId="{51E1D80A-4A29-4E2A-B293-4232621C1517}" dt="2019-10-06T18:09:56.929" v="294"/>
          <ac:spMkLst>
            <pc:docMk/>
            <pc:sldMk cId="937818870" sldId="518"/>
            <ac:spMk id="6" creationId="{49057253-2B19-47F6-8A46-645AE7CF8DF4}"/>
          </ac:spMkLst>
        </pc:spChg>
        <pc:spChg chg="add del">
          <ac:chgData name="Cristian Chilipirea" userId="34ab170da5908fc4" providerId="LiveId" clId="{51E1D80A-4A29-4E2A-B293-4232621C1517}" dt="2019-10-06T18:09:56.737" v="293"/>
          <ac:spMkLst>
            <pc:docMk/>
            <pc:sldMk cId="937818870" sldId="518"/>
            <ac:spMk id="7" creationId="{466CBC0F-FD9E-4C3E-A568-4A5ACC10A1C9}"/>
          </ac:spMkLst>
        </pc:spChg>
        <pc:spChg chg="add del">
          <ac:chgData name="Cristian Chilipirea" userId="34ab170da5908fc4" providerId="LiveId" clId="{51E1D80A-4A29-4E2A-B293-4232621C1517}" dt="2019-10-06T18:10:02.970" v="297"/>
          <ac:spMkLst>
            <pc:docMk/>
            <pc:sldMk cId="937818870" sldId="518"/>
            <ac:spMk id="8" creationId="{CB135D61-F01C-4F9F-B59C-F00B00238C3B}"/>
          </ac:spMkLst>
        </pc:spChg>
        <pc:spChg chg="add">
          <ac:chgData name="Cristian Chilipirea" userId="34ab170da5908fc4" providerId="LiveId" clId="{51E1D80A-4A29-4E2A-B293-4232621C1517}" dt="2019-10-06T18:10:02.976" v="298"/>
          <ac:spMkLst>
            <pc:docMk/>
            <pc:sldMk cId="937818870" sldId="518"/>
            <ac:spMk id="9" creationId="{FCBB37AF-495E-46F0-9774-99A0A813B930}"/>
          </ac:spMkLst>
        </pc:spChg>
      </pc:sldChg>
    </pc:docChg>
  </pc:docChgLst>
  <pc:docChgLst>
    <pc:chgData name="Cristian Chilipirea" userId="34ab170da5908fc4" providerId="LiveId" clId="{DFE5141E-F98E-42EA-B1E4-556BAE62F36F}"/>
    <pc:docChg chg="custSel addSld delSld modSld modSection">
      <pc:chgData name="Cristian Chilipirea" userId="34ab170da5908fc4" providerId="LiveId" clId="{DFE5141E-F98E-42EA-B1E4-556BAE62F36F}" dt="2019-10-13T10:31:28.075" v="263"/>
      <pc:docMkLst>
        <pc:docMk/>
      </pc:docMkLst>
      <pc:sldChg chg="modSp">
        <pc:chgData name="Cristian Chilipirea" userId="34ab170da5908fc4" providerId="LiveId" clId="{DFE5141E-F98E-42EA-B1E4-556BAE62F36F}" dt="2019-10-13T10:23:58.702" v="91" actId="20577"/>
        <pc:sldMkLst>
          <pc:docMk/>
          <pc:sldMk cId="0" sldId="485"/>
        </pc:sldMkLst>
        <pc:spChg chg="mod">
          <ac:chgData name="Cristian Chilipirea" userId="34ab170da5908fc4" providerId="LiveId" clId="{DFE5141E-F98E-42EA-B1E4-556BAE62F36F}" dt="2019-10-13T10:23:58.702" v="91" actId="20577"/>
          <ac:spMkLst>
            <pc:docMk/>
            <pc:sldMk cId="0" sldId="485"/>
            <ac:spMk id="15361" creationId="{B7373C27-AE51-474E-BA1F-0C5F0233AACE}"/>
          </ac:spMkLst>
        </pc:spChg>
      </pc:sldChg>
      <pc:sldChg chg="addSp delSp modSp add">
        <pc:chgData name="Cristian Chilipirea" userId="34ab170da5908fc4" providerId="LiveId" clId="{DFE5141E-F98E-42EA-B1E4-556BAE62F36F}" dt="2019-10-13T10:24:27.796" v="98" actId="1076"/>
        <pc:sldMkLst>
          <pc:docMk/>
          <pc:sldMk cId="82765791" sldId="486"/>
        </pc:sldMkLst>
        <pc:spChg chg="mod">
          <ac:chgData name="Cristian Chilipirea" userId="34ab170da5908fc4" providerId="LiveId" clId="{DFE5141E-F98E-42EA-B1E4-556BAE62F36F}" dt="2019-10-13T10:24:18.859" v="93"/>
          <ac:spMkLst>
            <pc:docMk/>
            <pc:sldMk cId="82765791" sldId="486"/>
            <ac:spMk id="2" creationId="{11416816-F3F8-424D-82DE-3DFECE7C98CA}"/>
          </ac:spMkLst>
        </pc:spChg>
        <pc:spChg chg="del">
          <ac:chgData name="Cristian Chilipirea" userId="34ab170da5908fc4" providerId="LiveId" clId="{DFE5141E-F98E-42EA-B1E4-556BAE62F36F}" dt="2019-10-13T10:24:20.803" v="94" actId="478"/>
          <ac:spMkLst>
            <pc:docMk/>
            <pc:sldMk cId="82765791" sldId="486"/>
            <ac:spMk id="3" creationId="{65158ABA-7A89-4FD2-8D33-7467F3EBF555}"/>
          </ac:spMkLst>
        </pc:spChg>
        <pc:spChg chg="add del">
          <ac:chgData name="Cristian Chilipirea" userId="34ab170da5908fc4" providerId="LiveId" clId="{DFE5141E-F98E-42EA-B1E4-556BAE62F36F}" dt="2019-10-13T10:24:26.055" v="96"/>
          <ac:spMkLst>
            <pc:docMk/>
            <pc:sldMk cId="82765791" sldId="486"/>
            <ac:spMk id="4" creationId="{881FFC41-C164-40C4-9EF8-521D0F6458E6}"/>
          </ac:spMkLst>
        </pc:spChg>
        <pc:spChg chg="add mod">
          <ac:chgData name="Cristian Chilipirea" userId="34ab170da5908fc4" providerId="LiveId" clId="{DFE5141E-F98E-42EA-B1E4-556BAE62F36F}" dt="2019-10-13T10:24:27.796" v="98" actId="1076"/>
          <ac:spMkLst>
            <pc:docMk/>
            <pc:sldMk cId="82765791" sldId="486"/>
            <ac:spMk id="5" creationId="{7CE00BC2-ED1E-49EC-B741-046D0AB914E5}"/>
          </ac:spMkLst>
        </pc:spChg>
      </pc:sldChg>
      <pc:sldChg chg="del">
        <pc:chgData name="Cristian Chilipirea" userId="34ab170da5908fc4" providerId="LiveId" clId="{DFE5141E-F98E-42EA-B1E4-556BAE62F36F}" dt="2019-10-13T10:23:37.122" v="0" actId="2696"/>
        <pc:sldMkLst>
          <pc:docMk/>
          <pc:sldMk cId="888006219" sldId="486"/>
        </pc:sldMkLst>
      </pc:sldChg>
      <pc:sldChg chg="del">
        <pc:chgData name="Cristian Chilipirea" userId="34ab170da5908fc4" providerId="LiveId" clId="{DFE5141E-F98E-42EA-B1E4-556BAE62F36F}" dt="2019-10-13T10:23:37.615" v="1" actId="2696"/>
        <pc:sldMkLst>
          <pc:docMk/>
          <pc:sldMk cId="2528767456" sldId="487"/>
        </pc:sldMkLst>
      </pc:sldChg>
      <pc:sldChg chg="addSp delSp modSp add">
        <pc:chgData name="Cristian Chilipirea" userId="34ab170da5908fc4" providerId="LiveId" clId="{DFE5141E-F98E-42EA-B1E4-556BAE62F36F}" dt="2019-10-13T10:24:40.528" v="104"/>
        <pc:sldMkLst>
          <pc:docMk/>
          <pc:sldMk cId="3808378620" sldId="487"/>
        </pc:sldMkLst>
        <pc:spChg chg="mod">
          <ac:chgData name="Cristian Chilipirea" userId="34ab170da5908fc4" providerId="LiveId" clId="{DFE5141E-F98E-42EA-B1E4-556BAE62F36F}" dt="2019-10-13T10:24:33.555" v="100"/>
          <ac:spMkLst>
            <pc:docMk/>
            <pc:sldMk cId="3808378620" sldId="487"/>
            <ac:spMk id="2" creationId="{FFAB6AD0-B6B4-434F-B82D-4ED63A4A3B08}"/>
          </ac:spMkLst>
        </pc:spChg>
        <pc:spChg chg="del">
          <ac:chgData name="Cristian Chilipirea" userId="34ab170da5908fc4" providerId="LiveId" clId="{DFE5141E-F98E-42EA-B1E4-556BAE62F36F}" dt="2019-10-13T10:24:38.422" v="101" actId="478"/>
          <ac:spMkLst>
            <pc:docMk/>
            <pc:sldMk cId="3808378620" sldId="487"/>
            <ac:spMk id="3" creationId="{E3F7CAF9-E427-4CE1-8CDE-D1DF07E731F8}"/>
          </ac:spMkLst>
        </pc:spChg>
        <pc:spChg chg="add del">
          <ac:chgData name="Cristian Chilipirea" userId="34ab170da5908fc4" providerId="LiveId" clId="{DFE5141E-F98E-42EA-B1E4-556BAE62F36F}" dt="2019-10-13T10:24:40.520" v="103"/>
          <ac:spMkLst>
            <pc:docMk/>
            <pc:sldMk cId="3808378620" sldId="487"/>
            <ac:spMk id="4" creationId="{9FC5CA0C-768C-49D7-AFE2-22564BD864DA}"/>
          </ac:spMkLst>
        </pc:spChg>
        <pc:spChg chg="add">
          <ac:chgData name="Cristian Chilipirea" userId="34ab170da5908fc4" providerId="LiveId" clId="{DFE5141E-F98E-42EA-B1E4-556BAE62F36F}" dt="2019-10-13T10:24:40.528" v="104"/>
          <ac:spMkLst>
            <pc:docMk/>
            <pc:sldMk cId="3808378620" sldId="487"/>
            <ac:spMk id="5" creationId="{49054887-C3DD-4394-A855-C5173CD0BD2C}"/>
          </ac:spMkLst>
        </pc:spChg>
      </pc:sldChg>
      <pc:sldChg chg="addSp delSp modSp add">
        <pc:chgData name="Cristian Chilipirea" userId="34ab170da5908fc4" providerId="LiveId" clId="{DFE5141E-F98E-42EA-B1E4-556BAE62F36F}" dt="2019-10-13T10:24:54.557" v="110"/>
        <pc:sldMkLst>
          <pc:docMk/>
          <pc:sldMk cId="2485176181" sldId="488"/>
        </pc:sldMkLst>
        <pc:spChg chg="mod">
          <ac:chgData name="Cristian Chilipirea" userId="34ab170da5908fc4" providerId="LiveId" clId="{DFE5141E-F98E-42EA-B1E4-556BAE62F36F}" dt="2019-10-13T10:24:46.208" v="106"/>
          <ac:spMkLst>
            <pc:docMk/>
            <pc:sldMk cId="2485176181" sldId="488"/>
            <ac:spMk id="2" creationId="{05E937C2-C932-46A2-B93B-492E17E50E68}"/>
          </ac:spMkLst>
        </pc:spChg>
        <pc:spChg chg="del">
          <ac:chgData name="Cristian Chilipirea" userId="34ab170da5908fc4" providerId="LiveId" clId="{DFE5141E-F98E-42EA-B1E4-556BAE62F36F}" dt="2019-10-13T10:24:52.414" v="107" actId="478"/>
          <ac:spMkLst>
            <pc:docMk/>
            <pc:sldMk cId="2485176181" sldId="488"/>
            <ac:spMk id="3" creationId="{35D18CAA-D400-4B58-812E-E412A87DD4C8}"/>
          </ac:spMkLst>
        </pc:spChg>
        <pc:spChg chg="add del">
          <ac:chgData name="Cristian Chilipirea" userId="34ab170da5908fc4" providerId="LiveId" clId="{DFE5141E-F98E-42EA-B1E4-556BAE62F36F}" dt="2019-10-13T10:24:54.546" v="109"/>
          <ac:spMkLst>
            <pc:docMk/>
            <pc:sldMk cId="2485176181" sldId="488"/>
            <ac:spMk id="4" creationId="{5994F374-79EA-4196-ABB8-3E5CD370FD49}"/>
          </ac:spMkLst>
        </pc:spChg>
        <pc:spChg chg="add">
          <ac:chgData name="Cristian Chilipirea" userId="34ab170da5908fc4" providerId="LiveId" clId="{DFE5141E-F98E-42EA-B1E4-556BAE62F36F}" dt="2019-10-13T10:24:54.557" v="110"/>
          <ac:spMkLst>
            <pc:docMk/>
            <pc:sldMk cId="2485176181" sldId="488"/>
            <ac:spMk id="40" creationId="{2EF96A35-178C-4B61-B42D-1DCBFF984B52}"/>
          </ac:spMkLst>
        </pc:spChg>
        <pc:grpChg chg="add del">
          <ac:chgData name="Cristian Chilipirea" userId="34ab170da5908fc4" providerId="LiveId" clId="{DFE5141E-F98E-42EA-B1E4-556BAE62F36F}" dt="2019-10-13T10:24:54.546" v="109"/>
          <ac:grpSpMkLst>
            <pc:docMk/>
            <pc:sldMk cId="2485176181" sldId="488"/>
            <ac:grpSpMk id="5" creationId="{9A119605-7426-4444-B330-7C2458CEBFAF}"/>
          </ac:grpSpMkLst>
        </pc:grpChg>
        <pc:grpChg chg="add">
          <ac:chgData name="Cristian Chilipirea" userId="34ab170da5908fc4" providerId="LiveId" clId="{DFE5141E-F98E-42EA-B1E4-556BAE62F36F}" dt="2019-10-13T10:24:54.557" v="110"/>
          <ac:grpSpMkLst>
            <pc:docMk/>
            <pc:sldMk cId="2485176181" sldId="488"/>
            <ac:grpSpMk id="41" creationId="{88B00FAB-7B34-4DA0-9CD5-C344F04BBD6E}"/>
          </ac:grpSpMkLst>
        </pc:grpChg>
      </pc:sldChg>
      <pc:sldChg chg="del">
        <pc:chgData name="Cristian Chilipirea" userId="34ab170da5908fc4" providerId="LiveId" clId="{DFE5141E-F98E-42EA-B1E4-556BAE62F36F}" dt="2019-10-13T10:23:37.657" v="2" actId="2696"/>
        <pc:sldMkLst>
          <pc:docMk/>
          <pc:sldMk cId="3588683514" sldId="488"/>
        </pc:sldMkLst>
      </pc:sldChg>
      <pc:sldChg chg="addSp delSp modSp add modAnim">
        <pc:chgData name="Cristian Chilipirea" userId="34ab170da5908fc4" providerId="LiveId" clId="{DFE5141E-F98E-42EA-B1E4-556BAE62F36F}" dt="2019-10-13T10:25:07.764" v="116"/>
        <pc:sldMkLst>
          <pc:docMk/>
          <pc:sldMk cId="153538803" sldId="489"/>
        </pc:sldMkLst>
        <pc:spChg chg="mod">
          <ac:chgData name="Cristian Chilipirea" userId="34ab170da5908fc4" providerId="LiveId" clId="{DFE5141E-F98E-42EA-B1E4-556BAE62F36F}" dt="2019-10-13T10:25:00.902" v="112"/>
          <ac:spMkLst>
            <pc:docMk/>
            <pc:sldMk cId="153538803" sldId="489"/>
            <ac:spMk id="2" creationId="{ECCC51BA-C2AA-4B7C-A59B-B4C296554003}"/>
          </ac:spMkLst>
        </pc:spChg>
        <pc:spChg chg="del">
          <ac:chgData name="Cristian Chilipirea" userId="34ab170da5908fc4" providerId="LiveId" clId="{DFE5141E-F98E-42EA-B1E4-556BAE62F36F}" dt="2019-10-13T10:25:02.502" v="113" actId="478"/>
          <ac:spMkLst>
            <pc:docMk/>
            <pc:sldMk cId="153538803" sldId="489"/>
            <ac:spMk id="3" creationId="{060B2BEF-3EDB-48ED-BB2E-D15A76663D12}"/>
          </ac:spMkLst>
        </pc:spChg>
        <pc:spChg chg="add del">
          <ac:chgData name="Cristian Chilipirea" userId="34ab170da5908fc4" providerId="LiveId" clId="{DFE5141E-F98E-42EA-B1E4-556BAE62F36F}" dt="2019-10-13T10:25:07.756" v="115"/>
          <ac:spMkLst>
            <pc:docMk/>
            <pc:sldMk cId="153538803" sldId="489"/>
            <ac:spMk id="4" creationId="{CC33B0FC-952E-49E4-9FCD-7C32A1E84807}"/>
          </ac:spMkLst>
        </pc:spChg>
        <pc:spChg chg="add del">
          <ac:chgData name="Cristian Chilipirea" userId="34ab170da5908fc4" providerId="LiveId" clId="{DFE5141E-F98E-42EA-B1E4-556BAE62F36F}" dt="2019-10-13T10:25:07.756" v="115"/>
          <ac:spMkLst>
            <pc:docMk/>
            <pc:sldMk cId="153538803" sldId="489"/>
            <ac:spMk id="10" creationId="{1F8C8832-150B-4B14-804E-E4C8FBB14913}"/>
          </ac:spMkLst>
        </pc:spChg>
        <pc:spChg chg="add del">
          <ac:chgData name="Cristian Chilipirea" userId="34ab170da5908fc4" providerId="LiveId" clId="{DFE5141E-F98E-42EA-B1E4-556BAE62F36F}" dt="2019-10-13T10:25:07.756" v="115"/>
          <ac:spMkLst>
            <pc:docMk/>
            <pc:sldMk cId="153538803" sldId="489"/>
            <ac:spMk id="11" creationId="{758FA3BE-A7DB-4364-B8CB-2E2A23079F25}"/>
          </ac:spMkLst>
        </pc:spChg>
        <pc:spChg chg="add del">
          <ac:chgData name="Cristian Chilipirea" userId="34ab170da5908fc4" providerId="LiveId" clId="{DFE5141E-F98E-42EA-B1E4-556BAE62F36F}" dt="2019-10-13T10:25:07.756" v="115"/>
          <ac:spMkLst>
            <pc:docMk/>
            <pc:sldMk cId="153538803" sldId="489"/>
            <ac:spMk id="12" creationId="{457AC18D-9DFC-45BC-85C0-373ADDA8CA08}"/>
          </ac:spMkLst>
        </pc:spChg>
        <pc:spChg chg="add del">
          <ac:chgData name="Cristian Chilipirea" userId="34ab170da5908fc4" providerId="LiveId" clId="{DFE5141E-F98E-42EA-B1E4-556BAE62F36F}" dt="2019-10-13T10:25:07.756" v="115"/>
          <ac:spMkLst>
            <pc:docMk/>
            <pc:sldMk cId="153538803" sldId="489"/>
            <ac:spMk id="13" creationId="{8D2C2B09-A76C-4229-BCCF-3DCC0F873B1A}"/>
          </ac:spMkLst>
        </pc:spChg>
        <pc:spChg chg="add del">
          <ac:chgData name="Cristian Chilipirea" userId="34ab170da5908fc4" providerId="LiveId" clId="{DFE5141E-F98E-42EA-B1E4-556BAE62F36F}" dt="2019-10-13T10:25:07.756" v="115"/>
          <ac:spMkLst>
            <pc:docMk/>
            <pc:sldMk cId="153538803" sldId="489"/>
            <ac:spMk id="14" creationId="{BC1401E5-AE9D-4BFE-9E83-914050C0DCDF}"/>
          </ac:spMkLst>
        </pc:spChg>
        <pc:spChg chg="add del">
          <ac:chgData name="Cristian Chilipirea" userId="34ab170da5908fc4" providerId="LiveId" clId="{DFE5141E-F98E-42EA-B1E4-556BAE62F36F}" dt="2019-10-13T10:25:07.756" v="115"/>
          <ac:spMkLst>
            <pc:docMk/>
            <pc:sldMk cId="153538803" sldId="489"/>
            <ac:spMk id="15" creationId="{E58AF6DB-2E91-412C-A29B-AC63E640C1EF}"/>
          </ac:spMkLst>
        </pc:spChg>
        <pc:spChg chg="add del">
          <ac:chgData name="Cristian Chilipirea" userId="34ab170da5908fc4" providerId="LiveId" clId="{DFE5141E-F98E-42EA-B1E4-556BAE62F36F}" dt="2019-10-13T10:25:07.756" v="115"/>
          <ac:spMkLst>
            <pc:docMk/>
            <pc:sldMk cId="153538803" sldId="489"/>
            <ac:spMk id="16" creationId="{2C59F816-E939-4C3C-9680-259185A610BE}"/>
          </ac:spMkLst>
        </pc:spChg>
        <pc:spChg chg="add del">
          <ac:chgData name="Cristian Chilipirea" userId="34ab170da5908fc4" providerId="LiveId" clId="{DFE5141E-F98E-42EA-B1E4-556BAE62F36F}" dt="2019-10-13T10:25:07.756" v="115"/>
          <ac:spMkLst>
            <pc:docMk/>
            <pc:sldMk cId="153538803" sldId="489"/>
            <ac:spMk id="17" creationId="{A49E3053-574B-4B9C-AD5E-980A7890D99E}"/>
          </ac:spMkLst>
        </pc:spChg>
        <pc:spChg chg="add">
          <ac:chgData name="Cristian Chilipirea" userId="34ab170da5908fc4" providerId="LiveId" clId="{DFE5141E-F98E-42EA-B1E4-556BAE62F36F}" dt="2019-10-13T10:25:07.764" v="116"/>
          <ac:spMkLst>
            <pc:docMk/>
            <pc:sldMk cId="153538803" sldId="489"/>
            <ac:spMk id="18" creationId="{3FE1A59B-4AF7-4F64-BFBB-1009318F755A}"/>
          </ac:spMkLst>
        </pc:spChg>
        <pc:spChg chg="add">
          <ac:chgData name="Cristian Chilipirea" userId="34ab170da5908fc4" providerId="LiveId" clId="{DFE5141E-F98E-42EA-B1E4-556BAE62F36F}" dt="2019-10-13T10:25:07.764" v="116"/>
          <ac:spMkLst>
            <pc:docMk/>
            <pc:sldMk cId="153538803" sldId="489"/>
            <ac:spMk id="24" creationId="{5A5160AD-0AF3-4669-A0F6-3FC16CFB67DA}"/>
          </ac:spMkLst>
        </pc:spChg>
        <pc:spChg chg="add">
          <ac:chgData name="Cristian Chilipirea" userId="34ab170da5908fc4" providerId="LiveId" clId="{DFE5141E-F98E-42EA-B1E4-556BAE62F36F}" dt="2019-10-13T10:25:07.764" v="116"/>
          <ac:spMkLst>
            <pc:docMk/>
            <pc:sldMk cId="153538803" sldId="489"/>
            <ac:spMk id="25" creationId="{27F9D283-4E2B-4031-B006-BC30FD087DEF}"/>
          </ac:spMkLst>
        </pc:spChg>
        <pc:spChg chg="add">
          <ac:chgData name="Cristian Chilipirea" userId="34ab170da5908fc4" providerId="LiveId" clId="{DFE5141E-F98E-42EA-B1E4-556BAE62F36F}" dt="2019-10-13T10:25:07.764" v="116"/>
          <ac:spMkLst>
            <pc:docMk/>
            <pc:sldMk cId="153538803" sldId="489"/>
            <ac:spMk id="26" creationId="{6E306DD1-D163-48AD-BBE9-D911B91229E0}"/>
          </ac:spMkLst>
        </pc:spChg>
        <pc:spChg chg="add">
          <ac:chgData name="Cristian Chilipirea" userId="34ab170da5908fc4" providerId="LiveId" clId="{DFE5141E-F98E-42EA-B1E4-556BAE62F36F}" dt="2019-10-13T10:25:07.764" v="116"/>
          <ac:spMkLst>
            <pc:docMk/>
            <pc:sldMk cId="153538803" sldId="489"/>
            <ac:spMk id="27" creationId="{577B3011-B52B-46F3-8142-13D9FD4C3DD7}"/>
          </ac:spMkLst>
        </pc:spChg>
        <pc:spChg chg="add">
          <ac:chgData name="Cristian Chilipirea" userId="34ab170da5908fc4" providerId="LiveId" clId="{DFE5141E-F98E-42EA-B1E4-556BAE62F36F}" dt="2019-10-13T10:25:07.764" v="116"/>
          <ac:spMkLst>
            <pc:docMk/>
            <pc:sldMk cId="153538803" sldId="489"/>
            <ac:spMk id="28" creationId="{1999091C-6793-470B-A097-6596F6E9771D}"/>
          </ac:spMkLst>
        </pc:spChg>
        <pc:spChg chg="add">
          <ac:chgData name="Cristian Chilipirea" userId="34ab170da5908fc4" providerId="LiveId" clId="{DFE5141E-F98E-42EA-B1E4-556BAE62F36F}" dt="2019-10-13T10:25:07.764" v="116"/>
          <ac:spMkLst>
            <pc:docMk/>
            <pc:sldMk cId="153538803" sldId="489"/>
            <ac:spMk id="29" creationId="{0266AFFD-D620-4E78-9A73-1C61E968F0C3}"/>
          </ac:spMkLst>
        </pc:spChg>
        <pc:spChg chg="add">
          <ac:chgData name="Cristian Chilipirea" userId="34ab170da5908fc4" providerId="LiveId" clId="{DFE5141E-F98E-42EA-B1E4-556BAE62F36F}" dt="2019-10-13T10:25:07.764" v="116"/>
          <ac:spMkLst>
            <pc:docMk/>
            <pc:sldMk cId="153538803" sldId="489"/>
            <ac:spMk id="30" creationId="{DB4D12BF-3A13-4DAB-AA5E-C7AB005BEC6A}"/>
          </ac:spMkLst>
        </pc:spChg>
        <pc:spChg chg="add">
          <ac:chgData name="Cristian Chilipirea" userId="34ab170da5908fc4" providerId="LiveId" clId="{DFE5141E-F98E-42EA-B1E4-556BAE62F36F}" dt="2019-10-13T10:25:07.764" v="116"/>
          <ac:spMkLst>
            <pc:docMk/>
            <pc:sldMk cId="153538803" sldId="489"/>
            <ac:spMk id="31" creationId="{654135EF-154B-468F-BB5C-14706DF19117}"/>
          </ac:spMkLst>
        </pc:spChg>
        <pc:cxnChg chg="add del">
          <ac:chgData name="Cristian Chilipirea" userId="34ab170da5908fc4" providerId="LiveId" clId="{DFE5141E-F98E-42EA-B1E4-556BAE62F36F}" dt="2019-10-13T10:25:07.756" v="115"/>
          <ac:cxnSpMkLst>
            <pc:docMk/>
            <pc:sldMk cId="153538803" sldId="489"/>
            <ac:cxnSpMk id="5" creationId="{3EA584C2-21F3-4AED-A231-324D49911CBC}"/>
          </ac:cxnSpMkLst>
        </pc:cxnChg>
        <pc:cxnChg chg="add del">
          <ac:chgData name="Cristian Chilipirea" userId="34ab170da5908fc4" providerId="LiveId" clId="{DFE5141E-F98E-42EA-B1E4-556BAE62F36F}" dt="2019-10-13T10:25:07.756" v="115"/>
          <ac:cxnSpMkLst>
            <pc:docMk/>
            <pc:sldMk cId="153538803" sldId="489"/>
            <ac:cxnSpMk id="6" creationId="{B1D580BB-E39D-41C0-80E0-91ABFDB61F77}"/>
          </ac:cxnSpMkLst>
        </pc:cxnChg>
        <pc:cxnChg chg="add del">
          <ac:chgData name="Cristian Chilipirea" userId="34ab170da5908fc4" providerId="LiveId" clId="{DFE5141E-F98E-42EA-B1E4-556BAE62F36F}" dt="2019-10-13T10:25:07.756" v="115"/>
          <ac:cxnSpMkLst>
            <pc:docMk/>
            <pc:sldMk cId="153538803" sldId="489"/>
            <ac:cxnSpMk id="7" creationId="{5B9CB8D7-9466-43DF-B957-31F849C9BEBE}"/>
          </ac:cxnSpMkLst>
        </pc:cxnChg>
        <pc:cxnChg chg="add del">
          <ac:chgData name="Cristian Chilipirea" userId="34ab170da5908fc4" providerId="LiveId" clId="{DFE5141E-F98E-42EA-B1E4-556BAE62F36F}" dt="2019-10-13T10:25:07.756" v="115"/>
          <ac:cxnSpMkLst>
            <pc:docMk/>
            <pc:sldMk cId="153538803" sldId="489"/>
            <ac:cxnSpMk id="8" creationId="{6FCDE2DE-0938-4429-85FD-E5651CDE5BA1}"/>
          </ac:cxnSpMkLst>
        </pc:cxnChg>
        <pc:cxnChg chg="add del">
          <ac:chgData name="Cristian Chilipirea" userId="34ab170da5908fc4" providerId="LiveId" clId="{DFE5141E-F98E-42EA-B1E4-556BAE62F36F}" dt="2019-10-13T10:25:07.756" v="115"/>
          <ac:cxnSpMkLst>
            <pc:docMk/>
            <pc:sldMk cId="153538803" sldId="489"/>
            <ac:cxnSpMk id="9" creationId="{09BD8C5C-AAF4-418E-A49C-348F1D211AD8}"/>
          </ac:cxnSpMkLst>
        </pc:cxnChg>
        <pc:cxnChg chg="add">
          <ac:chgData name="Cristian Chilipirea" userId="34ab170da5908fc4" providerId="LiveId" clId="{DFE5141E-F98E-42EA-B1E4-556BAE62F36F}" dt="2019-10-13T10:25:07.764" v="116"/>
          <ac:cxnSpMkLst>
            <pc:docMk/>
            <pc:sldMk cId="153538803" sldId="489"/>
            <ac:cxnSpMk id="19" creationId="{11CC321D-53EB-41D6-84AC-51DEED98C922}"/>
          </ac:cxnSpMkLst>
        </pc:cxnChg>
        <pc:cxnChg chg="add">
          <ac:chgData name="Cristian Chilipirea" userId="34ab170da5908fc4" providerId="LiveId" clId="{DFE5141E-F98E-42EA-B1E4-556BAE62F36F}" dt="2019-10-13T10:25:07.764" v="116"/>
          <ac:cxnSpMkLst>
            <pc:docMk/>
            <pc:sldMk cId="153538803" sldId="489"/>
            <ac:cxnSpMk id="20" creationId="{10AB0608-E2BD-447B-905C-FCBE10E1E504}"/>
          </ac:cxnSpMkLst>
        </pc:cxnChg>
        <pc:cxnChg chg="add">
          <ac:chgData name="Cristian Chilipirea" userId="34ab170da5908fc4" providerId="LiveId" clId="{DFE5141E-F98E-42EA-B1E4-556BAE62F36F}" dt="2019-10-13T10:25:07.764" v="116"/>
          <ac:cxnSpMkLst>
            <pc:docMk/>
            <pc:sldMk cId="153538803" sldId="489"/>
            <ac:cxnSpMk id="21" creationId="{E9DB0262-D07B-42C9-8FC7-7FE763508BDE}"/>
          </ac:cxnSpMkLst>
        </pc:cxnChg>
        <pc:cxnChg chg="add">
          <ac:chgData name="Cristian Chilipirea" userId="34ab170da5908fc4" providerId="LiveId" clId="{DFE5141E-F98E-42EA-B1E4-556BAE62F36F}" dt="2019-10-13T10:25:07.764" v="116"/>
          <ac:cxnSpMkLst>
            <pc:docMk/>
            <pc:sldMk cId="153538803" sldId="489"/>
            <ac:cxnSpMk id="22" creationId="{83D0030E-849E-4263-AB40-DEC018EC0B5F}"/>
          </ac:cxnSpMkLst>
        </pc:cxnChg>
        <pc:cxnChg chg="add">
          <ac:chgData name="Cristian Chilipirea" userId="34ab170da5908fc4" providerId="LiveId" clId="{DFE5141E-F98E-42EA-B1E4-556BAE62F36F}" dt="2019-10-13T10:25:07.764" v="116"/>
          <ac:cxnSpMkLst>
            <pc:docMk/>
            <pc:sldMk cId="153538803" sldId="489"/>
            <ac:cxnSpMk id="23" creationId="{6A260F96-783D-43B0-83F0-E6A600D74D8D}"/>
          </ac:cxnSpMkLst>
        </pc:cxnChg>
      </pc:sldChg>
      <pc:sldChg chg="del">
        <pc:chgData name="Cristian Chilipirea" userId="34ab170da5908fc4" providerId="LiveId" clId="{DFE5141E-F98E-42EA-B1E4-556BAE62F36F}" dt="2019-10-13T10:23:37.685" v="3" actId="2696"/>
        <pc:sldMkLst>
          <pc:docMk/>
          <pc:sldMk cId="1042344470" sldId="489"/>
        </pc:sldMkLst>
      </pc:sldChg>
      <pc:sldChg chg="del">
        <pc:chgData name="Cristian Chilipirea" userId="34ab170da5908fc4" providerId="LiveId" clId="{DFE5141E-F98E-42EA-B1E4-556BAE62F36F}" dt="2019-10-13T10:23:37.729" v="4" actId="2696"/>
        <pc:sldMkLst>
          <pc:docMk/>
          <pc:sldMk cId="3615780848" sldId="490"/>
        </pc:sldMkLst>
      </pc:sldChg>
      <pc:sldChg chg="addSp delSp modSp add modAnim">
        <pc:chgData name="Cristian Chilipirea" userId="34ab170da5908fc4" providerId="LiveId" clId="{DFE5141E-F98E-42EA-B1E4-556BAE62F36F}" dt="2019-10-13T10:25:50.406" v="123" actId="1076"/>
        <pc:sldMkLst>
          <pc:docMk/>
          <pc:sldMk cId="4285981982" sldId="490"/>
        </pc:sldMkLst>
        <pc:spChg chg="mod">
          <ac:chgData name="Cristian Chilipirea" userId="34ab170da5908fc4" providerId="LiveId" clId="{DFE5141E-F98E-42EA-B1E4-556BAE62F36F}" dt="2019-10-13T10:25:37.527" v="118"/>
          <ac:spMkLst>
            <pc:docMk/>
            <pc:sldMk cId="4285981982" sldId="490"/>
            <ac:spMk id="2" creationId="{1D712282-8BB2-44E5-8E6C-EF1031A84986}"/>
          </ac:spMkLst>
        </pc:spChg>
        <pc:spChg chg="del">
          <ac:chgData name="Cristian Chilipirea" userId="34ab170da5908fc4" providerId="LiveId" clId="{DFE5141E-F98E-42EA-B1E4-556BAE62F36F}" dt="2019-10-13T10:25:39.127" v="119" actId="478"/>
          <ac:spMkLst>
            <pc:docMk/>
            <pc:sldMk cId="4285981982" sldId="490"/>
            <ac:spMk id="3" creationId="{53161AF4-BBF6-49F2-8D85-9A430FEB415C}"/>
          </ac:spMkLst>
        </pc:spChg>
        <pc:spChg chg="add del">
          <ac:chgData name="Cristian Chilipirea" userId="34ab170da5908fc4" providerId="LiveId" clId="{DFE5141E-F98E-42EA-B1E4-556BAE62F36F}" dt="2019-10-13T10:25:44.410" v="121"/>
          <ac:spMkLst>
            <pc:docMk/>
            <pc:sldMk cId="4285981982" sldId="490"/>
            <ac:spMk id="4" creationId="{C973A657-56CA-4339-9A6B-6BDCAE0AFCEE}"/>
          </ac:spMkLst>
        </pc:spChg>
        <pc:spChg chg="add del">
          <ac:chgData name="Cristian Chilipirea" userId="34ab170da5908fc4" providerId="LiveId" clId="{DFE5141E-F98E-42EA-B1E4-556BAE62F36F}" dt="2019-10-13T10:25:44.410" v="121"/>
          <ac:spMkLst>
            <pc:docMk/>
            <pc:sldMk cId="4285981982" sldId="490"/>
            <ac:spMk id="13" creationId="{DC43CA10-810C-4205-81DA-DA243D32ED1C}"/>
          </ac:spMkLst>
        </pc:spChg>
        <pc:spChg chg="add del">
          <ac:chgData name="Cristian Chilipirea" userId="34ab170da5908fc4" providerId="LiveId" clId="{DFE5141E-F98E-42EA-B1E4-556BAE62F36F}" dt="2019-10-13T10:25:44.410" v="121"/>
          <ac:spMkLst>
            <pc:docMk/>
            <pc:sldMk cId="4285981982" sldId="490"/>
            <ac:spMk id="14" creationId="{6225D415-18C9-4D82-9FAF-65C7563BFE7E}"/>
          </ac:spMkLst>
        </pc:spChg>
        <pc:spChg chg="add del">
          <ac:chgData name="Cristian Chilipirea" userId="34ab170da5908fc4" providerId="LiveId" clId="{DFE5141E-F98E-42EA-B1E4-556BAE62F36F}" dt="2019-10-13T10:25:44.410" v="121"/>
          <ac:spMkLst>
            <pc:docMk/>
            <pc:sldMk cId="4285981982" sldId="490"/>
            <ac:spMk id="15" creationId="{42B28CE6-948E-4DC6-A68F-685684578AC0}"/>
          </ac:spMkLst>
        </pc:spChg>
        <pc:spChg chg="add del">
          <ac:chgData name="Cristian Chilipirea" userId="34ab170da5908fc4" providerId="LiveId" clId="{DFE5141E-F98E-42EA-B1E4-556BAE62F36F}" dt="2019-10-13T10:25:44.410" v="121"/>
          <ac:spMkLst>
            <pc:docMk/>
            <pc:sldMk cId="4285981982" sldId="490"/>
            <ac:spMk id="16" creationId="{70233A84-2EE3-4DF3-AE4D-395715B64F46}"/>
          </ac:spMkLst>
        </pc:spChg>
        <pc:spChg chg="add del">
          <ac:chgData name="Cristian Chilipirea" userId="34ab170da5908fc4" providerId="LiveId" clId="{DFE5141E-F98E-42EA-B1E4-556BAE62F36F}" dt="2019-10-13T10:25:44.410" v="121"/>
          <ac:spMkLst>
            <pc:docMk/>
            <pc:sldMk cId="4285981982" sldId="490"/>
            <ac:spMk id="17" creationId="{B861533C-D479-4EC1-813D-AB8BC6A647FA}"/>
          </ac:spMkLst>
        </pc:spChg>
        <pc:spChg chg="add del">
          <ac:chgData name="Cristian Chilipirea" userId="34ab170da5908fc4" providerId="LiveId" clId="{DFE5141E-F98E-42EA-B1E4-556BAE62F36F}" dt="2019-10-13T10:25:44.410" v="121"/>
          <ac:spMkLst>
            <pc:docMk/>
            <pc:sldMk cId="4285981982" sldId="490"/>
            <ac:spMk id="18" creationId="{C18820F5-AD01-42A1-A45D-972395640428}"/>
          </ac:spMkLst>
        </pc:spChg>
        <pc:spChg chg="add del">
          <ac:chgData name="Cristian Chilipirea" userId="34ab170da5908fc4" providerId="LiveId" clId="{DFE5141E-F98E-42EA-B1E4-556BAE62F36F}" dt="2019-10-13T10:25:44.410" v="121"/>
          <ac:spMkLst>
            <pc:docMk/>
            <pc:sldMk cId="4285981982" sldId="490"/>
            <ac:spMk id="19" creationId="{4FC23F1C-CBB6-4D4A-BF10-52F97E242962}"/>
          </ac:spMkLst>
        </pc:spChg>
        <pc:spChg chg="add del">
          <ac:chgData name="Cristian Chilipirea" userId="34ab170da5908fc4" providerId="LiveId" clId="{DFE5141E-F98E-42EA-B1E4-556BAE62F36F}" dt="2019-10-13T10:25:44.410" v="121"/>
          <ac:spMkLst>
            <pc:docMk/>
            <pc:sldMk cId="4285981982" sldId="490"/>
            <ac:spMk id="20" creationId="{E1D777A5-E43C-4767-9476-2A25D1A2BB8D}"/>
          </ac:spMkLst>
        </pc:spChg>
        <pc:spChg chg="add mod">
          <ac:chgData name="Cristian Chilipirea" userId="34ab170da5908fc4" providerId="LiveId" clId="{DFE5141E-F98E-42EA-B1E4-556BAE62F36F}" dt="2019-10-13T10:25:50.406" v="123" actId="1076"/>
          <ac:spMkLst>
            <pc:docMk/>
            <pc:sldMk cId="4285981982" sldId="490"/>
            <ac:spMk id="21" creationId="{26E94B1C-A175-436B-AE36-94430F05FCF8}"/>
          </ac:spMkLst>
        </pc:spChg>
        <pc:spChg chg="add mod">
          <ac:chgData name="Cristian Chilipirea" userId="34ab170da5908fc4" providerId="LiveId" clId="{DFE5141E-F98E-42EA-B1E4-556BAE62F36F}" dt="2019-10-13T10:25:50.406" v="123" actId="1076"/>
          <ac:spMkLst>
            <pc:docMk/>
            <pc:sldMk cId="4285981982" sldId="490"/>
            <ac:spMk id="30" creationId="{AEB23449-5CF4-467E-BC70-6CBB7DF3B393}"/>
          </ac:spMkLst>
        </pc:spChg>
        <pc:spChg chg="add mod">
          <ac:chgData name="Cristian Chilipirea" userId="34ab170da5908fc4" providerId="LiveId" clId="{DFE5141E-F98E-42EA-B1E4-556BAE62F36F}" dt="2019-10-13T10:25:50.406" v="123" actId="1076"/>
          <ac:spMkLst>
            <pc:docMk/>
            <pc:sldMk cId="4285981982" sldId="490"/>
            <ac:spMk id="31" creationId="{2739CC86-6DBC-4173-88CA-5F6F22DB91EF}"/>
          </ac:spMkLst>
        </pc:spChg>
        <pc:spChg chg="add mod">
          <ac:chgData name="Cristian Chilipirea" userId="34ab170da5908fc4" providerId="LiveId" clId="{DFE5141E-F98E-42EA-B1E4-556BAE62F36F}" dt="2019-10-13T10:25:50.406" v="123" actId="1076"/>
          <ac:spMkLst>
            <pc:docMk/>
            <pc:sldMk cId="4285981982" sldId="490"/>
            <ac:spMk id="32" creationId="{41B20980-538C-4A7E-B56A-C8FE48CEE86A}"/>
          </ac:spMkLst>
        </pc:spChg>
        <pc:spChg chg="add mod">
          <ac:chgData name="Cristian Chilipirea" userId="34ab170da5908fc4" providerId="LiveId" clId="{DFE5141E-F98E-42EA-B1E4-556BAE62F36F}" dt="2019-10-13T10:25:50.406" v="123" actId="1076"/>
          <ac:spMkLst>
            <pc:docMk/>
            <pc:sldMk cId="4285981982" sldId="490"/>
            <ac:spMk id="33" creationId="{0F7AAE87-E93D-4915-B905-3B7AD34F54E7}"/>
          </ac:spMkLst>
        </pc:spChg>
        <pc:spChg chg="add mod">
          <ac:chgData name="Cristian Chilipirea" userId="34ab170da5908fc4" providerId="LiveId" clId="{DFE5141E-F98E-42EA-B1E4-556BAE62F36F}" dt="2019-10-13T10:25:50.406" v="123" actId="1076"/>
          <ac:spMkLst>
            <pc:docMk/>
            <pc:sldMk cId="4285981982" sldId="490"/>
            <ac:spMk id="34" creationId="{DE48FD56-56C6-43BF-B179-2FDBD4D73C27}"/>
          </ac:spMkLst>
        </pc:spChg>
        <pc:spChg chg="add mod">
          <ac:chgData name="Cristian Chilipirea" userId="34ab170da5908fc4" providerId="LiveId" clId="{DFE5141E-F98E-42EA-B1E4-556BAE62F36F}" dt="2019-10-13T10:25:50.406" v="123" actId="1076"/>
          <ac:spMkLst>
            <pc:docMk/>
            <pc:sldMk cId="4285981982" sldId="490"/>
            <ac:spMk id="35" creationId="{2B33A2CB-8532-4ED7-A78E-3F7763619FE7}"/>
          </ac:spMkLst>
        </pc:spChg>
        <pc:spChg chg="add mod">
          <ac:chgData name="Cristian Chilipirea" userId="34ab170da5908fc4" providerId="LiveId" clId="{DFE5141E-F98E-42EA-B1E4-556BAE62F36F}" dt="2019-10-13T10:25:50.406" v="123" actId="1076"/>
          <ac:spMkLst>
            <pc:docMk/>
            <pc:sldMk cId="4285981982" sldId="490"/>
            <ac:spMk id="36" creationId="{FC2C1647-CB1E-406A-9993-C99F72933501}"/>
          </ac:spMkLst>
        </pc:spChg>
        <pc:spChg chg="add mod">
          <ac:chgData name="Cristian Chilipirea" userId="34ab170da5908fc4" providerId="LiveId" clId="{DFE5141E-F98E-42EA-B1E4-556BAE62F36F}" dt="2019-10-13T10:25:50.406" v="123" actId="1076"/>
          <ac:spMkLst>
            <pc:docMk/>
            <pc:sldMk cId="4285981982" sldId="490"/>
            <ac:spMk id="37" creationId="{9A9F601B-2888-4196-8663-38DBCD1E6AFC}"/>
          </ac:spMkLst>
        </pc:spChg>
        <pc:cxnChg chg="add del">
          <ac:chgData name="Cristian Chilipirea" userId="34ab170da5908fc4" providerId="LiveId" clId="{DFE5141E-F98E-42EA-B1E4-556BAE62F36F}" dt="2019-10-13T10:25:44.410" v="121"/>
          <ac:cxnSpMkLst>
            <pc:docMk/>
            <pc:sldMk cId="4285981982" sldId="490"/>
            <ac:cxnSpMk id="5" creationId="{A647E1C1-61AE-4264-8FCF-B0AB9BB4ED15}"/>
          </ac:cxnSpMkLst>
        </pc:cxnChg>
        <pc:cxnChg chg="add del">
          <ac:chgData name="Cristian Chilipirea" userId="34ab170da5908fc4" providerId="LiveId" clId="{DFE5141E-F98E-42EA-B1E4-556BAE62F36F}" dt="2019-10-13T10:25:44.410" v="121"/>
          <ac:cxnSpMkLst>
            <pc:docMk/>
            <pc:sldMk cId="4285981982" sldId="490"/>
            <ac:cxnSpMk id="6" creationId="{EF8E79DB-4BB1-494E-BA10-BF08332C2A3C}"/>
          </ac:cxnSpMkLst>
        </pc:cxnChg>
        <pc:cxnChg chg="add del">
          <ac:chgData name="Cristian Chilipirea" userId="34ab170da5908fc4" providerId="LiveId" clId="{DFE5141E-F98E-42EA-B1E4-556BAE62F36F}" dt="2019-10-13T10:25:44.410" v="121"/>
          <ac:cxnSpMkLst>
            <pc:docMk/>
            <pc:sldMk cId="4285981982" sldId="490"/>
            <ac:cxnSpMk id="7" creationId="{D86A009A-D174-4B6A-B3AD-82D84D40CA2B}"/>
          </ac:cxnSpMkLst>
        </pc:cxnChg>
        <pc:cxnChg chg="add del">
          <ac:chgData name="Cristian Chilipirea" userId="34ab170da5908fc4" providerId="LiveId" clId="{DFE5141E-F98E-42EA-B1E4-556BAE62F36F}" dt="2019-10-13T10:25:44.410" v="121"/>
          <ac:cxnSpMkLst>
            <pc:docMk/>
            <pc:sldMk cId="4285981982" sldId="490"/>
            <ac:cxnSpMk id="8" creationId="{76AD5936-9E9F-4AA6-B28D-BA679639C3DE}"/>
          </ac:cxnSpMkLst>
        </pc:cxnChg>
        <pc:cxnChg chg="add del">
          <ac:chgData name="Cristian Chilipirea" userId="34ab170da5908fc4" providerId="LiveId" clId="{DFE5141E-F98E-42EA-B1E4-556BAE62F36F}" dt="2019-10-13T10:25:44.410" v="121"/>
          <ac:cxnSpMkLst>
            <pc:docMk/>
            <pc:sldMk cId="4285981982" sldId="490"/>
            <ac:cxnSpMk id="9" creationId="{8BE91592-C6BB-4758-9690-C646D522B014}"/>
          </ac:cxnSpMkLst>
        </pc:cxnChg>
        <pc:cxnChg chg="add del">
          <ac:chgData name="Cristian Chilipirea" userId="34ab170da5908fc4" providerId="LiveId" clId="{DFE5141E-F98E-42EA-B1E4-556BAE62F36F}" dt="2019-10-13T10:25:44.410" v="121"/>
          <ac:cxnSpMkLst>
            <pc:docMk/>
            <pc:sldMk cId="4285981982" sldId="490"/>
            <ac:cxnSpMk id="10" creationId="{15DABEB2-5DEE-4D6E-8011-DDBFCC0CAA9D}"/>
          </ac:cxnSpMkLst>
        </pc:cxnChg>
        <pc:cxnChg chg="add del">
          <ac:chgData name="Cristian Chilipirea" userId="34ab170da5908fc4" providerId="LiveId" clId="{DFE5141E-F98E-42EA-B1E4-556BAE62F36F}" dt="2019-10-13T10:25:44.410" v="121"/>
          <ac:cxnSpMkLst>
            <pc:docMk/>
            <pc:sldMk cId="4285981982" sldId="490"/>
            <ac:cxnSpMk id="11" creationId="{F97D4CE5-C87A-40D0-B2C8-ED3C93105C38}"/>
          </ac:cxnSpMkLst>
        </pc:cxnChg>
        <pc:cxnChg chg="add del">
          <ac:chgData name="Cristian Chilipirea" userId="34ab170da5908fc4" providerId="LiveId" clId="{DFE5141E-F98E-42EA-B1E4-556BAE62F36F}" dt="2019-10-13T10:25:44.410" v="121"/>
          <ac:cxnSpMkLst>
            <pc:docMk/>
            <pc:sldMk cId="4285981982" sldId="490"/>
            <ac:cxnSpMk id="12" creationId="{B2E6CD2B-A391-455D-AE9D-807247E8A480}"/>
          </ac:cxnSpMkLst>
        </pc:cxnChg>
        <pc:cxnChg chg="add mod">
          <ac:chgData name="Cristian Chilipirea" userId="34ab170da5908fc4" providerId="LiveId" clId="{DFE5141E-F98E-42EA-B1E4-556BAE62F36F}" dt="2019-10-13T10:25:50.406" v="123" actId="1076"/>
          <ac:cxnSpMkLst>
            <pc:docMk/>
            <pc:sldMk cId="4285981982" sldId="490"/>
            <ac:cxnSpMk id="22" creationId="{494656C8-C331-4A3D-B215-E9BDCA661F44}"/>
          </ac:cxnSpMkLst>
        </pc:cxnChg>
        <pc:cxnChg chg="add mod">
          <ac:chgData name="Cristian Chilipirea" userId="34ab170da5908fc4" providerId="LiveId" clId="{DFE5141E-F98E-42EA-B1E4-556BAE62F36F}" dt="2019-10-13T10:25:50.406" v="123" actId="1076"/>
          <ac:cxnSpMkLst>
            <pc:docMk/>
            <pc:sldMk cId="4285981982" sldId="490"/>
            <ac:cxnSpMk id="23" creationId="{573403A8-C64E-4491-BF0F-29387DCE993C}"/>
          </ac:cxnSpMkLst>
        </pc:cxnChg>
        <pc:cxnChg chg="add mod">
          <ac:chgData name="Cristian Chilipirea" userId="34ab170da5908fc4" providerId="LiveId" clId="{DFE5141E-F98E-42EA-B1E4-556BAE62F36F}" dt="2019-10-13T10:25:50.406" v="123" actId="1076"/>
          <ac:cxnSpMkLst>
            <pc:docMk/>
            <pc:sldMk cId="4285981982" sldId="490"/>
            <ac:cxnSpMk id="24" creationId="{EC8463F1-B55E-4529-8CCA-5B12C8B64554}"/>
          </ac:cxnSpMkLst>
        </pc:cxnChg>
        <pc:cxnChg chg="add mod">
          <ac:chgData name="Cristian Chilipirea" userId="34ab170da5908fc4" providerId="LiveId" clId="{DFE5141E-F98E-42EA-B1E4-556BAE62F36F}" dt="2019-10-13T10:25:50.406" v="123" actId="1076"/>
          <ac:cxnSpMkLst>
            <pc:docMk/>
            <pc:sldMk cId="4285981982" sldId="490"/>
            <ac:cxnSpMk id="25" creationId="{FCCC0866-EBCF-4680-B745-69CCB322D12F}"/>
          </ac:cxnSpMkLst>
        </pc:cxnChg>
        <pc:cxnChg chg="add mod">
          <ac:chgData name="Cristian Chilipirea" userId="34ab170da5908fc4" providerId="LiveId" clId="{DFE5141E-F98E-42EA-B1E4-556BAE62F36F}" dt="2019-10-13T10:25:50.406" v="123" actId="1076"/>
          <ac:cxnSpMkLst>
            <pc:docMk/>
            <pc:sldMk cId="4285981982" sldId="490"/>
            <ac:cxnSpMk id="26" creationId="{9E75F131-9F43-4ECC-97AD-AB47260D44C9}"/>
          </ac:cxnSpMkLst>
        </pc:cxnChg>
        <pc:cxnChg chg="add mod">
          <ac:chgData name="Cristian Chilipirea" userId="34ab170da5908fc4" providerId="LiveId" clId="{DFE5141E-F98E-42EA-B1E4-556BAE62F36F}" dt="2019-10-13T10:25:50.406" v="123" actId="1076"/>
          <ac:cxnSpMkLst>
            <pc:docMk/>
            <pc:sldMk cId="4285981982" sldId="490"/>
            <ac:cxnSpMk id="27" creationId="{0CD9F236-1A82-48DC-B18E-70D29589E5E1}"/>
          </ac:cxnSpMkLst>
        </pc:cxnChg>
        <pc:cxnChg chg="add mod">
          <ac:chgData name="Cristian Chilipirea" userId="34ab170da5908fc4" providerId="LiveId" clId="{DFE5141E-F98E-42EA-B1E4-556BAE62F36F}" dt="2019-10-13T10:25:50.406" v="123" actId="1076"/>
          <ac:cxnSpMkLst>
            <pc:docMk/>
            <pc:sldMk cId="4285981982" sldId="490"/>
            <ac:cxnSpMk id="28" creationId="{1410B7CF-2A76-4486-B71E-4576E895BEC5}"/>
          </ac:cxnSpMkLst>
        </pc:cxnChg>
        <pc:cxnChg chg="add mod">
          <ac:chgData name="Cristian Chilipirea" userId="34ab170da5908fc4" providerId="LiveId" clId="{DFE5141E-F98E-42EA-B1E4-556BAE62F36F}" dt="2019-10-13T10:25:50.406" v="123" actId="1076"/>
          <ac:cxnSpMkLst>
            <pc:docMk/>
            <pc:sldMk cId="4285981982" sldId="490"/>
            <ac:cxnSpMk id="29" creationId="{9FB4D010-A5AE-4309-9B3D-4513784CF334}"/>
          </ac:cxnSpMkLst>
        </pc:cxnChg>
      </pc:sldChg>
      <pc:sldChg chg="addSp delSp modSp add">
        <pc:chgData name="Cristian Chilipirea" userId="34ab170da5908fc4" providerId="LiveId" clId="{DFE5141E-F98E-42EA-B1E4-556BAE62F36F}" dt="2019-10-13T10:26:12.890" v="130" actId="1076"/>
        <pc:sldMkLst>
          <pc:docMk/>
          <pc:sldMk cId="568663443" sldId="491"/>
        </pc:sldMkLst>
        <pc:spChg chg="mod">
          <ac:chgData name="Cristian Chilipirea" userId="34ab170da5908fc4" providerId="LiveId" clId="{DFE5141E-F98E-42EA-B1E4-556BAE62F36F}" dt="2019-10-13T10:26:02.303" v="125"/>
          <ac:spMkLst>
            <pc:docMk/>
            <pc:sldMk cId="568663443" sldId="491"/>
            <ac:spMk id="2" creationId="{EB2087D5-3B90-467F-8128-1B9C901C8563}"/>
          </ac:spMkLst>
        </pc:spChg>
        <pc:spChg chg="del">
          <ac:chgData name="Cristian Chilipirea" userId="34ab170da5908fc4" providerId="LiveId" clId="{DFE5141E-F98E-42EA-B1E4-556BAE62F36F}" dt="2019-10-13T10:26:03.989" v="126" actId="478"/>
          <ac:spMkLst>
            <pc:docMk/>
            <pc:sldMk cId="568663443" sldId="491"/>
            <ac:spMk id="3" creationId="{525E4C54-9C07-4AC9-82D4-2B566A679E82}"/>
          </ac:spMkLst>
        </pc:spChg>
        <pc:spChg chg="add del">
          <ac:chgData name="Cristian Chilipirea" userId="34ab170da5908fc4" providerId="LiveId" clId="{DFE5141E-F98E-42EA-B1E4-556BAE62F36F}" dt="2019-10-13T10:26:10.229" v="128"/>
          <ac:spMkLst>
            <pc:docMk/>
            <pc:sldMk cId="568663443" sldId="491"/>
            <ac:spMk id="4" creationId="{6B17255D-73F2-44E0-8794-74A8214AA639}"/>
          </ac:spMkLst>
        </pc:spChg>
        <pc:spChg chg="add del">
          <ac:chgData name="Cristian Chilipirea" userId="34ab170da5908fc4" providerId="LiveId" clId="{DFE5141E-F98E-42EA-B1E4-556BAE62F36F}" dt="2019-10-13T10:26:10.229" v="128"/>
          <ac:spMkLst>
            <pc:docMk/>
            <pc:sldMk cId="568663443" sldId="491"/>
            <ac:spMk id="5" creationId="{4450DF14-1135-48BA-B751-D9C11F3A4043}"/>
          </ac:spMkLst>
        </pc:spChg>
        <pc:spChg chg="add del">
          <ac:chgData name="Cristian Chilipirea" userId="34ab170da5908fc4" providerId="LiveId" clId="{DFE5141E-F98E-42EA-B1E4-556BAE62F36F}" dt="2019-10-13T10:26:10.229" v="128"/>
          <ac:spMkLst>
            <pc:docMk/>
            <pc:sldMk cId="568663443" sldId="491"/>
            <ac:spMk id="6" creationId="{72284777-8359-477D-ACA9-F0FF74DFF96D}"/>
          </ac:spMkLst>
        </pc:spChg>
        <pc:spChg chg="add del">
          <ac:chgData name="Cristian Chilipirea" userId="34ab170da5908fc4" providerId="LiveId" clId="{DFE5141E-F98E-42EA-B1E4-556BAE62F36F}" dt="2019-10-13T10:26:10.229" v="128"/>
          <ac:spMkLst>
            <pc:docMk/>
            <pc:sldMk cId="568663443" sldId="491"/>
            <ac:spMk id="87" creationId="{4E44C354-EC85-4E2A-8637-8F504B822ED8}"/>
          </ac:spMkLst>
        </pc:spChg>
        <pc:spChg chg="add del">
          <ac:chgData name="Cristian Chilipirea" userId="34ab170da5908fc4" providerId="LiveId" clId="{DFE5141E-F98E-42EA-B1E4-556BAE62F36F}" dt="2019-10-13T10:26:10.229" v="128"/>
          <ac:spMkLst>
            <pc:docMk/>
            <pc:sldMk cId="568663443" sldId="491"/>
            <ac:spMk id="88" creationId="{FC12EF51-325D-48C3-B8E5-6FFF1AAC450B}"/>
          </ac:spMkLst>
        </pc:spChg>
        <pc:spChg chg="add del">
          <ac:chgData name="Cristian Chilipirea" userId="34ab170da5908fc4" providerId="LiveId" clId="{DFE5141E-F98E-42EA-B1E4-556BAE62F36F}" dt="2019-10-13T10:26:10.229" v="128"/>
          <ac:spMkLst>
            <pc:docMk/>
            <pc:sldMk cId="568663443" sldId="491"/>
            <ac:spMk id="89" creationId="{7AAF3B43-A4A2-478F-952D-7F1F1BFD590F}"/>
          </ac:spMkLst>
        </pc:spChg>
        <pc:spChg chg="add del">
          <ac:chgData name="Cristian Chilipirea" userId="34ab170da5908fc4" providerId="LiveId" clId="{DFE5141E-F98E-42EA-B1E4-556BAE62F36F}" dt="2019-10-13T10:26:10.229" v="128"/>
          <ac:spMkLst>
            <pc:docMk/>
            <pc:sldMk cId="568663443" sldId="491"/>
            <ac:spMk id="90" creationId="{52BB587C-6757-411D-B6CA-99CFB91E05A9}"/>
          </ac:spMkLst>
        </pc:spChg>
        <pc:spChg chg="add del">
          <ac:chgData name="Cristian Chilipirea" userId="34ab170da5908fc4" providerId="LiveId" clId="{DFE5141E-F98E-42EA-B1E4-556BAE62F36F}" dt="2019-10-13T10:26:10.229" v="128"/>
          <ac:spMkLst>
            <pc:docMk/>
            <pc:sldMk cId="568663443" sldId="491"/>
            <ac:spMk id="91" creationId="{334F8C88-245E-4399-A4A3-3F281119C734}"/>
          </ac:spMkLst>
        </pc:spChg>
        <pc:spChg chg="add del">
          <ac:chgData name="Cristian Chilipirea" userId="34ab170da5908fc4" providerId="LiveId" clId="{DFE5141E-F98E-42EA-B1E4-556BAE62F36F}" dt="2019-10-13T10:26:10.229" v="128"/>
          <ac:spMkLst>
            <pc:docMk/>
            <pc:sldMk cId="568663443" sldId="491"/>
            <ac:spMk id="92" creationId="{F207B7D8-0273-4FD7-825D-F9F22E897B28}"/>
          </ac:spMkLst>
        </pc:spChg>
        <pc:spChg chg="add del">
          <ac:chgData name="Cristian Chilipirea" userId="34ab170da5908fc4" providerId="LiveId" clId="{DFE5141E-F98E-42EA-B1E4-556BAE62F36F}" dt="2019-10-13T10:26:10.229" v="128"/>
          <ac:spMkLst>
            <pc:docMk/>
            <pc:sldMk cId="568663443" sldId="491"/>
            <ac:spMk id="93" creationId="{62A2C491-CEB9-4122-A849-598B4A1E49C8}"/>
          </ac:spMkLst>
        </pc:spChg>
        <pc:spChg chg="add del">
          <ac:chgData name="Cristian Chilipirea" userId="34ab170da5908fc4" providerId="LiveId" clId="{DFE5141E-F98E-42EA-B1E4-556BAE62F36F}" dt="2019-10-13T10:26:10.229" v="128"/>
          <ac:spMkLst>
            <pc:docMk/>
            <pc:sldMk cId="568663443" sldId="491"/>
            <ac:spMk id="94" creationId="{B1AD9931-1713-49BE-A4A4-AB6D24F5013A}"/>
          </ac:spMkLst>
        </pc:spChg>
        <pc:spChg chg="add del">
          <ac:chgData name="Cristian Chilipirea" userId="34ab170da5908fc4" providerId="LiveId" clId="{DFE5141E-F98E-42EA-B1E4-556BAE62F36F}" dt="2019-10-13T10:26:10.229" v="128"/>
          <ac:spMkLst>
            <pc:docMk/>
            <pc:sldMk cId="568663443" sldId="491"/>
            <ac:spMk id="138" creationId="{1937E753-B7F9-4A69-A854-E2EB4EB407BC}"/>
          </ac:spMkLst>
        </pc:spChg>
        <pc:spChg chg="add del">
          <ac:chgData name="Cristian Chilipirea" userId="34ab170da5908fc4" providerId="LiveId" clId="{DFE5141E-F98E-42EA-B1E4-556BAE62F36F}" dt="2019-10-13T10:26:10.229" v="128"/>
          <ac:spMkLst>
            <pc:docMk/>
            <pc:sldMk cId="568663443" sldId="491"/>
            <ac:spMk id="139" creationId="{ED4E46BE-F3A6-47FA-9344-B75246B7104D}"/>
          </ac:spMkLst>
        </pc:spChg>
        <pc:spChg chg="add del">
          <ac:chgData name="Cristian Chilipirea" userId="34ab170da5908fc4" providerId="LiveId" clId="{DFE5141E-F98E-42EA-B1E4-556BAE62F36F}" dt="2019-10-13T10:26:10.229" v="128"/>
          <ac:spMkLst>
            <pc:docMk/>
            <pc:sldMk cId="568663443" sldId="491"/>
            <ac:spMk id="140" creationId="{362830F8-97FF-4BDE-8AE6-8747C257F7FF}"/>
          </ac:spMkLst>
        </pc:spChg>
        <pc:spChg chg="add del">
          <ac:chgData name="Cristian Chilipirea" userId="34ab170da5908fc4" providerId="LiveId" clId="{DFE5141E-F98E-42EA-B1E4-556BAE62F36F}" dt="2019-10-13T10:26:10.229" v="128"/>
          <ac:spMkLst>
            <pc:docMk/>
            <pc:sldMk cId="568663443" sldId="491"/>
            <ac:spMk id="141" creationId="{DEFA41FD-82A6-41D7-9DA2-CC1A110335B6}"/>
          </ac:spMkLst>
        </pc:spChg>
        <pc:spChg chg="add mod">
          <ac:chgData name="Cristian Chilipirea" userId="34ab170da5908fc4" providerId="LiveId" clId="{DFE5141E-F98E-42EA-B1E4-556BAE62F36F}" dt="2019-10-13T10:26:12.890" v="130" actId="1076"/>
          <ac:spMkLst>
            <pc:docMk/>
            <pc:sldMk cId="568663443" sldId="491"/>
            <ac:spMk id="142" creationId="{08E2C053-43B5-4412-8C0C-06DA5065FCF1}"/>
          </ac:spMkLst>
        </pc:spChg>
        <pc:spChg chg="add mod">
          <ac:chgData name="Cristian Chilipirea" userId="34ab170da5908fc4" providerId="LiveId" clId="{DFE5141E-F98E-42EA-B1E4-556BAE62F36F}" dt="2019-10-13T10:26:12.890" v="130" actId="1076"/>
          <ac:spMkLst>
            <pc:docMk/>
            <pc:sldMk cId="568663443" sldId="491"/>
            <ac:spMk id="143" creationId="{32196EA8-62B8-4B11-A60D-D61E05A62656}"/>
          </ac:spMkLst>
        </pc:spChg>
        <pc:spChg chg="add mod">
          <ac:chgData name="Cristian Chilipirea" userId="34ab170da5908fc4" providerId="LiveId" clId="{DFE5141E-F98E-42EA-B1E4-556BAE62F36F}" dt="2019-10-13T10:26:12.890" v="130" actId="1076"/>
          <ac:spMkLst>
            <pc:docMk/>
            <pc:sldMk cId="568663443" sldId="491"/>
            <ac:spMk id="144" creationId="{A3848A59-3562-4047-AC42-96BB68BBFEBB}"/>
          </ac:spMkLst>
        </pc:spChg>
        <pc:spChg chg="add mod">
          <ac:chgData name="Cristian Chilipirea" userId="34ab170da5908fc4" providerId="LiveId" clId="{DFE5141E-F98E-42EA-B1E4-556BAE62F36F}" dt="2019-10-13T10:26:12.890" v="130" actId="1076"/>
          <ac:spMkLst>
            <pc:docMk/>
            <pc:sldMk cId="568663443" sldId="491"/>
            <ac:spMk id="225" creationId="{526813ED-7881-4EE2-A29E-1865B6367073}"/>
          </ac:spMkLst>
        </pc:spChg>
        <pc:spChg chg="add mod">
          <ac:chgData name="Cristian Chilipirea" userId="34ab170da5908fc4" providerId="LiveId" clId="{DFE5141E-F98E-42EA-B1E4-556BAE62F36F}" dt="2019-10-13T10:26:12.890" v="130" actId="1076"/>
          <ac:spMkLst>
            <pc:docMk/>
            <pc:sldMk cId="568663443" sldId="491"/>
            <ac:spMk id="226" creationId="{5F6B6344-0BD0-465F-A59E-C236DC44CF1C}"/>
          </ac:spMkLst>
        </pc:spChg>
        <pc:spChg chg="add mod">
          <ac:chgData name="Cristian Chilipirea" userId="34ab170da5908fc4" providerId="LiveId" clId="{DFE5141E-F98E-42EA-B1E4-556BAE62F36F}" dt="2019-10-13T10:26:12.890" v="130" actId="1076"/>
          <ac:spMkLst>
            <pc:docMk/>
            <pc:sldMk cId="568663443" sldId="491"/>
            <ac:spMk id="227" creationId="{650B1E44-EE36-4194-8F7F-56305A8A54AC}"/>
          </ac:spMkLst>
        </pc:spChg>
        <pc:spChg chg="add mod">
          <ac:chgData name="Cristian Chilipirea" userId="34ab170da5908fc4" providerId="LiveId" clId="{DFE5141E-F98E-42EA-B1E4-556BAE62F36F}" dt="2019-10-13T10:26:12.890" v="130" actId="1076"/>
          <ac:spMkLst>
            <pc:docMk/>
            <pc:sldMk cId="568663443" sldId="491"/>
            <ac:spMk id="228" creationId="{A4D38CBB-4DEE-4459-B6CB-7638C7323965}"/>
          </ac:spMkLst>
        </pc:spChg>
        <pc:spChg chg="add mod">
          <ac:chgData name="Cristian Chilipirea" userId="34ab170da5908fc4" providerId="LiveId" clId="{DFE5141E-F98E-42EA-B1E4-556BAE62F36F}" dt="2019-10-13T10:26:12.890" v="130" actId="1076"/>
          <ac:spMkLst>
            <pc:docMk/>
            <pc:sldMk cId="568663443" sldId="491"/>
            <ac:spMk id="229" creationId="{E1961374-C0B6-4ED2-AC3F-774E99B1DC36}"/>
          </ac:spMkLst>
        </pc:spChg>
        <pc:spChg chg="add mod">
          <ac:chgData name="Cristian Chilipirea" userId="34ab170da5908fc4" providerId="LiveId" clId="{DFE5141E-F98E-42EA-B1E4-556BAE62F36F}" dt="2019-10-13T10:26:12.890" v="130" actId="1076"/>
          <ac:spMkLst>
            <pc:docMk/>
            <pc:sldMk cId="568663443" sldId="491"/>
            <ac:spMk id="230" creationId="{CE8719BF-8E9F-407A-A950-1C24EB88D305}"/>
          </ac:spMkLst>
        </pc:spChg>
        <pc:spChg chg="add mod">
          <ac:chgData name="Cristian Chilipirea" userId="34ab170da5908fc4" providerId="LiveId" clId="{DFE5141E-F98E-42EA-B1E4-556BAE62F36F}" dt="2019-10-13T10:26:12.890" v="130" actId="1076"/>
          <ac:spMkLst>
            <pc:docMk/>
            <pc:sldMk cId="568663443" sldId="491"/>
            <ac:spMk id="231" creationId="{3EDD44CA-4600-4262-A105-AB3706DB71F3}"/>
          </ac:spMkLst>
        </pc:spChg>
        <pc:spChg chg="add mod">
          <ac:chgData name="Cristian Chilipirea" userId="34ab170da5908fc4" providerId="LiveId" clId="{DFE5141E-F98E-42EA-B1E4-556BAE62F36F}" dt="2019-10-13T10:26:12.890" v="130" actId="1076"/>
          <ac:spMkLst>
            <pc:docMk/>
            <pc:sldMk cId="568663443" sldId="491"/>
            <ac:spMk id="232" creationId="{EFBDF15B-A9CD-4C5D-8805-85A833E4E18F}"/>
          </ac:spMkLst>
        </pc:spChg>
        <pc:spChg chg="add mod">
          <ac:chgData name="Cristian Chilipirea" userId="34ab170da5908fc4" providerId="LiveId" clId="{DFE5141E-F98E-42EA-B1E4-556BAE62F36F}" dt="2019-10-13T10:26:12.890" v="130" actId="1076"/>
          <ac:spMkLst>
            <pc:docMk/>
            <pc:sldMk cId="568663443" sldId="491"/>
            <ac:spMk id="276" creationId="{0CD376F0-906A-420A-B6F2-F145A210FA90}"/>
          </ac:spMkLst>
        </pc:spChg>
        <pc:spChg chg="add mod">
          <ac:chgData name="Cristian Chilipirea" userId="34ab170da5908fc4" providerId="LiveId" clId="{DFE5141E-F98E-42EA-B1E4-556BAE62F36F}" dt="2019-10-13T10:26:12.890" v="130" actId="1076"/>
          <ac:spMkLst>
            <pc:docMk/>
            <pc:sldMk cId="568663443" sldId="491"/>
            <ac:spMk id="277" creationId="{5DC59037-669B-402B-9B9C-87079857D4CC}"/>
          </ac:spMkLst>
        </pc:spChg>
        <pc:spChg chg="add mod">
          <ac:chgData name="Cristian Chilipirea" userId="34ab170da5908fc4" providerId="LiveId" clId="{DFE5141E-F98E-42EA-B1E4-556BAE62F36F}" dt="2019-10-13T10:26:12.890" v="130" actId="1076"/>
          <ac:spMkLst>
            <pc:docMk/>
            <pc:sldMk cId="568663443" sldId="491"/>
            <ac:spMk id="278" creationId="{DA5F81AE-9305-48D7-8418-096DF96E837F}"/>
          </ac:spMkLst>
        </pc:spChg>
        <pc:spChg chg="add mod">
          <ac:chgData name="Cristian Chilipirea" userId="34ab170da5908fc4" providerId="LiveId" clId="{DFE5141E-F98E-42EA-B1E4-556BAE62F36F}" dt="2019-10-13T10:26:12.890" v="130" actId="1076"/>
          <ac:spMkLst>
            <pc:docMk/>
            <pc:sldMk cId="568663443" sldId="491"/>
            <ac:spMk id="279" creationId="{5E48568B-47D2-43C1-8CE6-FF10F078D4CB}"/>
          </ac:spMkLst>
        </pc:spChg>
        <pc:grpChg chg="add del">
          <ac:chgData name="Cristian Chilipirea" userId="34ab170da5908fc4" providerId="LiveId" clId="{DFE5141E-F98E-42EA-B1E4-556BAE62F36F}" dt="2019-10-13T10:26:10.229" v="128"/>
          <ac:grpSpMkLst>
            <pc:docMk/>
            <pc:sldMk cId="568663443" sldId="491"/>
            <ac:grpSpMk id="7" creationId="{66CAE91A-FD91-420A-B945-5DA954271027}"/>
          </ac:grpSpMkLst>
        </pc:grpChg>
        <pc:grpChg chg="add del">
          <ac:chgData name="Cristian Chilipirea" userId="34ab170da5908fc4" providerId="LiveId" clId="{DFE5141E-F98E-42EA-B1E4-556BAE62F36F}" dt="2019-10-13T10:26:10.229" v="128"/>
          <ac:grpSpMkLst>
            <pc:docMk/>
            <pc:sldMk cId="568663443" sldId="491"/>
            <ac:grpSpMk id="53" creationId="{473427C0-3BA0-46FA-90F0-53454A049DCE}"/>
          </ac:grpSpMkLst>
        </pc:grpChg>
        <pc:grpChg chg="add del">
          <ac:chgData name="Cristian Chilipirea" userId="34ab170da5908fc4" providerId="LiveId" clId="{DFE5141E-F98E-42EA-B1E4-556BAE62F36F}" dt="2019-10-13T10:26:10.229" v="128"/>
          <ac:grpSpMkLst>
            <pc:docMk/>
            <pc:sldMk cId="568663443" sldId="491"/>
            <ac:grpSpMk id="67" creationId="{B7F7261A-2B22-4560-821B-2DA97EBC236E}"/>
          </ac:grpSpMkLst>
        </pc:grpChg>
        <pc:grpChg chg="add del">
          <ac:chgData name="Cristian Chilipirea" userId="34ab170da5908fc4" providerId="LiveId" clId="{DFE5141E-F98E-42EA-B1E4-556BAE62F36F}" dt="2019-10-13T10:26:10.229" v="128"/>
          <ac:grpSpMkLst>
            <pc:docMk/>
            <pc:sldMk cId="568663443" sldId="491"/>
            <ac:grpSpMk id="77" creationId="{4DEEF369-DF4D-409A-AE72-A70DD7596CE6}"/>
          </ac:grpSpMkLst>
        </pc:grpChg>
        <pc:grpChg chg="add del">
          <ac:chgData name="Cristian Chilipirea" userId="34ab170da5908fc4" providerId="LiveId" clId="{DFE5141E-F98E-42EA-B1E4-556BAE62F36F}" dt="2019-10-13T10:26:10.229" v="128"/>
          <ac:grpSpMkLst>
            <pc:docMk/>
            <pc:sldMk cId="568663443" sldId="491"/>
            <ac:grpSpMk id="95" creationId="{8C8D8FA9-2332-47A6-9B4E-E04B77D049B8}"/>
          </ac:grpSpMkLst>
        </pc:grpChg>
        <pc:grpChg chg="add mod">
          <ac:chgData name="Cristian Chilipirea" userId="34ab170da5908fc4" providerId="LiveId" clId="{DFE5141E-F98E-42EA-B1E4-556BAE62F36F}" dt="2019-10-13T10:26:12.890" v="130" actId="1076"/>
          <ac:grpSpMkLst>
            <pc:docMk/>
            <pc:sldMk cId="568663443" sldId="491"/>
            <ac:grpSpMk id="145" creationId="{6FC44104-A5F3-4EF4-93BB-E8D41FCA71A5}"/>
          </ac:grpSpMkLst>
        </pc:grpChg>
        <pc:grpChg chg="mod">
          <ac:chgData name="Cristian Chilipirea" userId="34ab170da5908fc4" providerId="LiveId" clId="{DFE5141E-F98E-42EA-B1E4-556BAE62F36F}" dt="2019-10-13T10:26:12.890" v="130" actId="1076"/>
          <ac:grpSpMkLst>
            <pc:docMk/>
            <pc:sldMk cId="568663443" sldId="491"/>
            <ac:grpSpMk id="146" creationId="{9D4742F6-A6AB-4B98-BD4A-0D17991962F4}"/>
          </ac:grpSpMkLst>
        </pc:grpChg>
        <pc:grpChg chg="mod">
          <ac:chgData name="Cristian Chilipirea" userId="34ab170da5908fc4" providerId="LiveId" clId="{DFE5141E-F98E-42EA-B1E4-556BAE62F36F}" dt="2019-10-13T10:26:12.890" v="130" actId="1076"/>
          <ac:grpSpMkLst>
            <pc:docMk/>
            <pc:sldMk cId="568663443" sldId="491"/>
            <ac:grpSpMk id="151" creationId="{E1748621-6DBD-4B63-91AD-F406757E8347}"/>
          </ac:grpSpMkLst>
        </pc:grpChg>
        <pc:grpChg chg="mod">
          <ac:chgData name="Cristian Chilipirea" userId="34ab170da5908fc4" providerId="LiveId" clId="{DFE5141E-F98E-42EA-B1E4-556BAE62F36F}" dt="2019-10-13T10:26:12.890" v="130" actId="1076"/>
          <ac:grpSpMkLst>
            <pc:docMk/>
            <pc:sldMk cId="568663443" sldId="491"/>
            <ac:grpSpMk id="152" creationId="{F930FE9B-4B64-4104-A69D-7764AFFB35E2}"/>
          </ac:grpSpMkLst>
        </pc:grpChg>
        <pc:grpChg chg="mod">
          <ac:chgData name="Cristian Chilipirea" userId="34ab170da5908fc4" providerId="LiveId" clId="{DFE5141E-F98E-42EA-B1E4-556BAE62F36F}" dt="2019-10-13T10:26:12.890" v="130" actId="1076"/>
          <ac:grpSpMkLst>
            <pc:docMk/>
            <pc:sldMk cId="568663443" sldId="491"/>
            <ac:grpSpMk id="170" creationId="{E69BEC41-3289-4635-A177-087776E53E94}"/>
          </ac:grpSpMkLst>
        </pc:grpChg>
        <pc:grpChg chg="mod">
          <ac:chgData name="Cristian Chilipirea" userId="34ab170da5908fc4" providerId="LiveId" clId="{DFE5141E-F98E-42EA-B1E4-556BAE62F36F}" dt="2019-10-13T10:26:12.890" v="130" actId="1076"/>
          <ac:grpSpMkLst>
            <pc:docMk/>
            <pc:sldMk cId="568663443" sldId="491"/>
            <ac:grpSpMk id="179" creationId="{1B473C35-A8DC-45AC-9D80-27B435D41D32}"/>
          </ac:grpSpMkLst>
        </pc:grpChg>
        <pc:grpChg chg="mod">
          <ac:chgData name="Cristian Chilipirea" userId="34ab170da5908fc4" providerId="LiveId" clId="{DFE5141E-F98E-42EA-B1E4-556BAE62F36F}" dt="2019-10-13T10:26:12.890" v="130" actId="1076"/>
          <ac:grpSpMkLst>
            <pc:docMk/>
            <pc:sldMk cId="568663443" sldId="491"/>
            <ac:grpSpMk id="188" creationId="{492CF745-9771-40A1-B867-64CD0EBB4769}"/>
          </ac:grpSpMkLst>
        </pc:grpChg>
        <pc:grpChg chg="add mod">
          <ac:chgData name="Cristian Chilipirea" userId="34ab170da5908fc4" providerId="LiveId" clId="{DFE5141E-F98E-42EA-B1E4-556BAE62F36F}" dt="2019-10-13T10:26:12.890" v="130" actId="1076"/>
          <ac:grpSpMkLst>
            <pc:docMk/>
            <pc:sldMk cId="568663443" sldId="491"/>
            <ac:grpSpMk id="191" creationId="{09584877-32E5-4BE8-973C-2FF35AAB49DD}"/>
          </ac:grpSpMkLst>
        </pc:grpChg>
        <pc:grpChg chg="mod">
          <ac:chgData name="Cristian Chilipirea" userId="34ab170da5908fc4" providerId="LiveId" clId="{DFE5141E-F98E-42EA-B1E4-556BAE62F36F}" dt="2019-10-13T10:26:12.890" v="130" actId="1076"/>
          <ac:grpSpMkLst>
            <pc:docMk/>
            <pc:sldMk cId="568663443" sldId="491"/>
            <ac:grpSpMk id="198" creationId="{A9F97EB2-673D-4D4E-9B3F-079BC6880318}"/>
          </ac:grpSpMkLst>
        </pc:grpChg>
        <pc:grpChg chg="add mod">
          <ac:chgData name="Cristian Chilipirea" userId="34ab170da5908fc4" providerId="LiveId" clId="{DFE5141E-F98E-42EA-B1E4-556BAE62F36F}" dt="2019-10-13T10:26:12.890" v="130" actId="1076"/>
          <ac:grpSpMkLst>
            <pc:docMk/>
            <pc:sldMk cId="568663443" sldId="491"/>
            <ac:grpSpMk id="205" creationId="{B6E002DD-6358-48ED-A7CE-5519130FDCE3}"/>
          </ac:grpSpMkLst>
        </pc:grpChg>
        <pc:grpChg chg="mod">
          <ac:chgData name="Cristian Chilipirea" userId="34ab170da5908fc4" providerId="LiveId" clId="{DFE5141E-F98E-42EA-B1E4-556BAE62F36F}" dt="2019-10-13T10:26:12.890" v="130" actId="1076"/>
          <ac:grpSpMkLst>
            <pc:docMk/>
            <pc:sldMk cId="568663443" sldId="491"/>
            <ac:grpSpMk id="212" creationId="{3D38C211-DEB2-49AB-83C6-02FA45BA7667}"/>
          </ac:grpSpMkLst>
        </pc:grpChg>
        <pc:grpChg chg="add mod">
          <ac:chgData name="Cristian Chilipirea" userId="34ab170da5908fc4" providerId="LiveId" clId="{DFE5141E-F98E-42EA-B1E4-556BAE62F36F}" dt="2019-10-13T10:26:12.890" v="130" actId="1076"/>
          <ac:grpSpMkLst>
            <pc:docMk/>
            <pc:sldMk cId="568663443" sldId="491"/>
            <ac:grpSpMk id="215" creationId="{C82D118C-7EE1-4AEA-8713-2EF31C15957F}"/>
          </ac:grpSpMkLst>
        </pc:grpChg>
        <pc:grpChg chg="mod">
          <ac:chgData name="Cristian Chilipirea" userId="34ab170da5908fc4" providerId="LiveId" clId="{DFE5141E-F98E-42EA-B1E4-556BAE62F36F}" dt="2019-10-13T10:26:12.890" v="130" actId="1076"/>
          <ac:grpSpMkLst>
            <pc:docMk/>
            <pc:sldMk cId="568663443" sldId="491"/>
            <ac:grpSpMk id="222" creationId="{A04F24C5-BBC4-4C21-AC43-CCD92EB5B91A}"/>
          </ac:grpSpMkLst>
        </pc:grpChg>
        <pc:grpChg chg="add mod">
          <ac:chgData name="Cristian Chilipirea" userId="34ab170da5908fc4" providerId="LiveId" clId="{DFE5141E-F98E-42EA-B1E4-556BAE62F36F}" dt="2019-10-13T10:26:12.890" v="130" actId="1076"/>
          <ac:grpSpMkLst>
            <pc:docMk/>
            <pc:sldMk cId="568663443" sldId="491"/>
            <ac:grpSpMk id="233" creationId="{0843C9DB-6585-410A-8F38-F0FCE5D841A3}"/>
          </ac:grpSpMkLst>
        </pc:grpChg>
        <pc:grpChg chg="mod">
          <ac:chgData name="Cristian Chilipirea" userId="34ab170da5908fc4" providerId="LiveId" clId="{DFE5141E-F98E-42EA-B1E4-556BAE62F36F}" dt="2019-10-13T10:26:12.890" v="130" actId="1076"/>
          <ac:grpSpMkLst>
            <pc:docMk/>
            <pc:sldMk cId="568663443" sldId="491"/>
            <ac:grpSpMk id="234" creationId="{6277F8F9-E650-4A90-A529-F56DBCDE5F89}"/>
          </ac:grpSpMkLst>
        </pc:grpChg>
        <pc:grpChg chg="mod">
          <ac:chgData name="Cristian Chilipirea" userId="34ab170da5908fc4" providerId="LiveId" clId="{DFE5141E-F98E-42EA-B1E4-556BAE62F36F}" dt="2019-10-13T10:26:12.890" v="130" actId="1076"/>
          <ac:grpSpMkLst>
            <pc:docMk/>
            <pc:sldMk cId="568663443" sldId="491"/>
            <ac:grpSpMk id="239" creationId="{0DB54165-15EB-4AC1-967B-55E6AC58C80D}"/>
          </ac:grpSpMkLst>
        </pc:grpChg>
        <pc:grpChg chg="mod">
          <ac:chgData name="Cristian Chilipirea" userId="34ab170da5908fc4" providerId="LiveId" clId="{DFE5141E-F98E-42EA-B1E4-556BAE62F36F}" dt="2019-10-13T10:26:12.890" v="130" actId="1076"/>
          <ac:grpSpMkLst>
            <pc:docMk/>
            <pc:sldMk cId="568663443" sldId="491"/>
            <ac:grpSpMk id="240" creationId="{ECD6D8D4-B562-4E51-A517-6D7A6BA8E683}"/>
          </ac:grpSpMkLst>
        </pc:grpChg>
        <pc:grpChg chg="mod">
          <ac:chgData name="Cristian Chilipirea" userId="34ab170da5908fc4" providerId="LiveId" clId="{DFE5141E-F98E-42EA-B1E4-556BAE62F36F}" dt="2019-10-13T10:26:12.890" v="130" actId="1076"/>
          <ac:grpSpMkLst>
            <pc:docMk/>
            <pc:sldMk cId="568663443" sldId="491"/>
            <ac:grpSpMk id="255" creationId="{82DA8295-5B20-4652-B420-022C0AA62D16}"/>
          </ac:grpSpMkLst>
        </pc:grpChg>
        <pc:grpChg chg="mod">
          <ac:chgData name="Cristian Chilipirea" userId="34ab170da5908fc4" providerId="LiveId" clId="{DFE5141E-F98E-42EA-B1E4-556BAE62F36F}" dt="2019-10-13T10:26:12.890" v="130" actId="1076"/>
          <ac:grpSpMkLst>
            <pc:docMk/>
            <pc:sldMk cId="568663443" sldId="491"/>
            <ac:grpSpMk id="264" creationId="{2D4BF284-BFE8-4981-853C-4C9E44881FD0}"/>
          </ac:grpSpMkLst>
        </pc:grpChg>
        <pc:grpChg chg="mod">
          <ac:chgData name="Cristian Chilipirea" userId="34ab170da5908fc4" providerId="LiveId" clId="{DFE5141E-F98E-42EA-B1E4-556BAE62F36F}" dt="2019-10-13T10:26:12.890" v="130" actId="1076"/>
          <ac:grpSpMkLst>
            <pc:docMk/>
            <pc:sldMk cId="568663443" sldId="491"/>
            <ac:grpSpMk id="273" creationId="{D4ED8B65-41F6-41FC-A49E-21A6FE00D348}"/>
          </ac:grpSpMkLst>
        </pc:grpChg>
        <pc:cxnChg chg="add del">
          <ac:chgData name="Cristian Chilipirea" userId="34ab170da5908fc4" providerId="LiveId" clId="{DFE5141E-F98E-42EA-B1E4-556BAE62F36F}" dt="2019-10-13T10:26:10.229" v="128"/>
          <ac:cxnSpMkLst>
            <pc:docMk/>
            <pc:sldMk cId="568663443" sldId="491"/>
            <ac:cxnSpMk id="63" creationId="{E1776A04-593F-40C5-B6FB-ADEE90ABCAAF}"/>
          </ac:cxnSpMkLst>
        </pc:cxnChg>
        <pc:cxnChg chg="add del">
          <ac:chgData name="Cristian Chilipirea" userId="34ab170da5908fc4" providerId="LiveId" clId="{DFE5141E-F98E-42EA-B1E4-556BAE62F36F}" dt="2019-10-13T10:26:10.229" v="128"/>
          <ac:cxnSpMkLst>
            <pc:docMk/>
            <pc:sldMk cId="568663443" sldId="491"/>
            <ac:cxnSpMk id="64" creationId="{B1D0D899-520D-4832-8E4B-62114690AD04}"/>
          </ac:cxnSpMkLst>
        </pc:cxnChg>
        <pc:cxnChg chg="add del">
          <ac:chgData name="Cristian Chilipirea" userId="34ab170da5908fc4" providerId="LiveId" clId="{DFE5141E-F98E-42EA-B1E4-556BAE62F36F}" dt="2019-10-13T10:26:10.229" v="128"/>
          <ac:cxnSpMkLst>
            <pc:docMk/>
            <pc:sldMk cId="568663443" sldId="491"/>
            <ac:cxnSpMk id="65" creationId="{456F48C2-B868-4EF4-BB48-C4E83DA5BB52}"/>
          </ac:cxnSpMkLst>
        </pc:cxnChg>
        <pc:cxnChg chg="add del">
          <ac:chgData name="Cristian Chilipirea" userId="34ab170da5908fc4" providerId="LiveId" clId="{DFE5141E-F98E-42EA-B1E4-556BAE62F36F}" dt="2019-10-13T10:26:10.229" v="128"/>
          <ac:cxnSpMkLst>
            <pc:docMk/>
            <pc:sldMk cId="568663443" sldId="491"/>
            <ac:cxnSpMk id="66" creationId="{22B4E8D3-F8E7-4858-BFD4-2FE4AFE2F644}"/>
          </ac:cxnSpMkLst>
        </pc:cxnChg>
        <pc:cxnChg chg="add mod">
          <ac:chgData name="Cristian Chilipirea" userId="34ab170da5908fc4" providerId="LiveId" clId="{DFE5141E-F98E-42EA-B1E4-556BAE62F36F}" dt="2019-10-13T10:26:12.890" v="130" actId="1076"/>
          <ac:cxnSpMkLst>
            <pc:docMk/>
            <pc:sldMk cId="568663443" sldId="491"/>
            <ac:cxnSpMk id="201" creationId="{C1587EA8-6392-4F6A-963E-EDB422FB7FB3}"/>
          </ac:cxnSpMkLst>
        </pc:cxnChg>
        <pc:cxnChg chg="add mod">
          <ac:chgData name="Cristian Chilipirea" userId="34ab170da5908fc4" providerId="LiveId" clId="{DFE5141E-F98E-42EA-B1E4-556BAE62F36F}" dt="2019-10-13T10:26:12.890" v="130" actId="1076"/>
          <ac:cxnSpMkLst>
            <pc:docMk/>
            <pc:sldMk cId="568663443" sldId="491"/>
            <ac:cxnSpMk id="202" creationId="{BD666681-0D57-4C95-963F-F259A79D117E}"/>
          </ac:cxnSpMkLst>
        </pc:cxnChg>
        <pc:cxnChg chg="add mod">
          <ac:chgData name="Cristian Chilipirea" userId="34ab170da5908fc4" providerId="LiveId" clId="{DFE5141E-F98E-42EA-B1E4-556BAE62F36F}" dt="2019-10-13T10:26:12.890" v="130" actId="1076"/>
          <ac:cxnSpMkLst>
            <pc:docMk/>
            <pc:sldMk cId="568663443" sldId="491"/>
            <ac:cxnSpMk id="203" creationId="{8FF419A3-1D65-427A-BAC9-FB22932EAB2E}"/>
          </ac:cxnSpMkLst>
        </pc:cxnChg>
        <pc:cxnChg chg="add mod">
          <ac:chgData name="Cristian Chilipirea" userId="34ab170da5908fc4" providerId="LiveId" clId="{DFE5141E-F98E-42EA-B1E4-556BAE62F36F}" dt="2019-10-13T10:26:12.890" v="130" actId="1076"/>
          <ac:cxnSpMkLst>
            <pc:docMk/>
            <pc:sldMk cId="568663443" sldId="491"/>
            <ac:cxnSpMk id="204" creationId="{CECF2008-8812-4011-B88C-2ACA6D5905B2}"/>
          </ac:cxnSpMkLst>
        </pc:cxnChg>
      </pc:sldChg>
      <pc:sldChg chg="del">
        <pc:chgData name="Cristian Chilipirea" userId="34ab170da5908fc4" providerId="LiveId" clId="{DFE5141E-F98E-42EA-B1E4-556BAE62F36F}" dt="2019-10-13T10:23:38.754" v="5" actId="2696"/>
        <pc:sldMkLst>
          <pc:docMk/>
          <pc:sldMk cId="2896181746" sldId="491"/>
        </pc:sldMkLst>
      </pc:sldChg>
      <pc:sldChg chg="del">
        <pc:chgData name="Cristian Chilipirea" userId="34ab170da5908fc4" providerId="LiveId" clId="{DFE5141E-F98E-42EA-B1E4-556BAE62F36F}" dt="2019-10-13T10:23:38.765" v="6" actId="2696"/>
        <pc:sldMkLst>
          <pc:docMk/>
          <pc:sldMk cId="2589180824" sldId="492"/>
        </pc:sldMkLst>
      </pc:sldChg>
      <pc:sldChg chg="addSp delSp modSp add">
        <pc:chgData name="Cristian Chilipirea" userId="34ab170da5908fc4" providerId="LiveId" clId="{DFE5141E-F98E-42EA-B1E4-556BAE62F36F}" dt="2019-10-13T10:26:33.781" v="137" actId="1076"/>
        <pc:sldMkLst>
          <pc:docMk/>
          <pc:sldMk cId="3792123901" sldId="492"/>
        </pc:sldMkLst>
        <pc:spChg chg="mod">
          <ac:chgData name="Cristian Chilipirea" userId="34ab170da5908fc4" providerId="LiveId" clId="{DFE5141E-F98E-42EA-B1E4-556BAE62F36F}" dt="2019-10-13T10:26:24.374" v="132"/>
          <ac:spMkLst>
            <pc:docMk/>
            <pc:sldMk cId="3792123901" sldId="492"/>
            <ac:spMk id="2" creationId="{F726DE59-0F97-4A61-A493-1BDABF1E32EE}"/>
          </ac:spMkLst>
        </pc:spChg>
        <pc:spChg chg="del">
          <ac:chgData name="Cristian Chilipirea" userId="34ab170da5908fc4" providerId="LiveId" clId="{DFE5141E-F98E-42EA-B1E4-556BAE62F36F}" dt="2019-10-13T10:26:25.991" v="133" actId="478"/>
          <ac:spMkLst>
            <pc:docMk/>
            <pc:sldMk cId="3792123901" sldId="492"/>
            <ac:spMk id="3" creationId="{AE9C4DD4-49B3-4D0B-8DA6-6A1AE6AEBF67}"/>
          </ac:spMkLst>
        </pc:spChg>
        <pc:spChg chg="add del">
          <ac:chgData name="Cristian Chilipirea" userId="34ab170da5908fc4" providerId="LiveId" clId="{DFE5141E-F98E-42EA-B1E4-556BAE62F36F}" dt="2019-10-13T10:26:31.566" v="135"/>
          <ac:spMkLst>
            <pc:docMk/>
            <pc:sldMk cId="3792123901" sldId="492"/>
            <ac:spMk id="4" creationId="{CAF34FB8-06DF-41AE-B848-8EF610825797}"/>
          </ac:spMkLst>
        </pc:spChg>
        <pc:spChg chg="add mod">
          <ac:chgData name="Cristian Chilipirea" userId="34ab170da5908fc4" providerId="LiveId" clId="{DFE5141E-F98E-42EA-B1E4-556BAE62F36F}" dt="2019-10-13T10:26:33.781" v="137" actId="1076"/>
          <ac:spMkLst>
            <pc:docMk/>
            <pc:sldMk cId="3792123901" sldId="492"/>
            <ac:spMk id="5" creationId="{D6AD37BA-FC42-49FA-8285-E6ED3D757876}"/>
          </ac:spMkLst>
        </pc:spChg>
      </pc:sldChg>
      <pc:sldChg chg="addSp delSp modSp add">
        <pc:chgData name="Cristian Chilipirea" userId="34ab170da5908fc4" providerId="LiveId" clId="{DFE5141E-F98E-42EA-B1E4-556BAE62F36F}" dt="2019-10-13T10:26:56.322" v="144" actId="1076"/>
        <pc:sldMkLst>
          <pc:docMk/>
          <pc:sldMk cId="1273241336" sldId="493"/>
        </pc:sldMkLst>
        <pc:spChg chg="mod">
          <ac:chgData name="Cristian Chilipirea" userId="34ab170da5908fc4" providerId="LiveId" clId="{DFE5141E-F98E-42EA-B1E4-556BAE62F36F}" dt="2019-10-13T10:26:45.579" v="139"/>
          <ac:spMkLst>
            <pc:docMk/>
            <pc:sldMk cId="1273241336" sldId="493"/>
            <ac:spMk id="2" creationId="{53AC4F7B-234F-4959-9954-874AA7372798}"/>
          </ac:spMkLst>
        </pc:spChg>
        <pc:spChg chg="del">
          <ac:chgData name="Cristian Chilipirea" userId="34ab170da5908fc4" providerId="LiveId" clId="{DFE5141E-F98E-42EA-B1E4-556BAE62F36F}" dt="2019-10-13T10:26:48.938" v="140" actId="478"/>
          <ac:spMkLst>
            <pc:docMk/>
            <pc:sldMk cId="1273241336" sldId="493"/>
            <ac:spMk id="3" creationId="{4C9F1AC7-723D-45FA-99B5-F12967C55B66}"/>
          </ac:spMkLst>
        </pc:spChg>
        <pc:spChg chg="add del">
          <ac:chgData name="Cristian Chilipirea" userId="34ab170da5908fc4" providerId="LiveId" clId="{DFE5141E-F98E-42EA-B1E4-556BAE62F36F}" dt="2019-10-13T10:26:54.242" v="142"/>
          <ac:spMkLst>
            <pc:docMk/>
            <pc:sldMk cId="1273241336" sldId="493"/>
            <ac:spMk id="4" creationId="{4CDB19C1-4318-4149-8F55-B61B8AE02A21}"/>
          </ac:spMkLst>
        </pc:spChg>
        <pc:spChg chg="add mod">
          <ac:chgData name="Cristian Chilipirea" userId="34ab170da5908fc4" providerId="LiveId" clId="{DFE5141E-F98E-42EA-B1E4-556BAE62F36F}" dt="2019-10-13T10:26:56.322" v="144" actId="1076"/>
          <ac:spMkLst>
            <pc:docMk/>
            <pc:sldMk cId="1273241336" sldId="493"/>
            <ac:spMk id="5" creationId="{430095F0-03E3-4259-92C2-9EACC9480B7F}"/>
          </ac:spMkLst>
        </pc:spChg>
      </pc:sldChg>
      <pc:sldChg chg="del">
        <pc:chgData name="Cristian Chilipirea" userId="34ab170da5908fc4" providerId="LiveId" clId="{DFE5141E-F98E-42EA-B1E4-556BAE62F36F}" dt="2019-10-13T10:23:38.802" v="7" actId="2696"/>
        <pc:sldMkLst>
          <pc:docMk/>
          <pc:sldMk cId="1487525830" sldId="493"/>
        </pc:sldMkLst>
      </pc:sldChg>
      <pc:sldChg chg="addSp delSp modSp add modAnim">
        <pc:chgData name="Cristian Chilipirea" userId="34ab170da5908fc4" providerId="LiveId" clId="{DFE5141E-F98E-42EA-B1E4-556BAE62F36F}" dt="2019-10-13T10:27:23.509" v="154" actId="1076"/>
        <pc:sldMkLst>
          <pc:docMk/>
          <pc:sldMk cId="3442169" sldId="494"/>
        </pc:sldMkLst>
        <pc:spChg chg="mod">
          <ac:chgData name="Cristian Chilipirea" userId="34ab170da5908fc4" providerId="LiveId" clId="{DFE5141E-F98E-42EA-B1E4-556BAE62F36F}" dt="2019-10-13T10:27:06.054" v="146"/>
          <ac:spMkLst>
            <pc:docMk/>
            <pc:sldMk cId="3442169" sldId="494"/>
            <ac:spMk id="2" creationId="{51B31077-22DB-4003-AF49-09433F9E5483}"/>
          </ac:spMkLst>
        </pc:spChg>
        <pc:spChg chg="del">
          <ac:chgData name="Cristian Chilipirea" userId="34ab170da5908fc4" providerId="LiveId" clId="{DFE5141E-F98E-42EA-B1E4-556BAE62F36F}" dt="2019-10-13T10:27:08.378" v="147" actId="478"/>
          <ac:spMkLst>
            <pc:docMk/>
            <pc:sldMk cId="3442169" sldId="494"/>
            <ac:spMk id="3" creationId="{58459DEC-633D-41DD-B5A7-B0BB9E1F463E}"/>
          </ac:spMkLst>
        </pc:spChg>
        <pc:spChg chg="add del">
          <ac:chgData name="Cristian Chilipirea" userId="34ab170da5908fc4" providerId="LiveId" clId="{DFE5141E-F98E-42EA-B1E4-556BAE62F36F}" dt="2019-10-13T10:27:15.243" v="149" actId="478"/>
          <ac:spMkLst>
            <pc:docMk/>
            <pc:sldMk cId="3442169" sldId="494"/>
            <ac:spMk id="5" creationId="{4D6B443D-1237-4F74-83E9-49CCB10BD097}"/>
          </ac:spMkLst>
        </pc:spChg>
        <pc:spChg chg="add del">
          <ac:chgData name="Cristian Chilipirea" userId="34ab170da5908fc4" providerId="LiveId" clId="{DFE5141E-F98E-42EA-B1E4-556BAE62F36F}" dt="2019-10-13T10:27:15.243" v="149" actId="478"/>
          <ac:spMkLst>
            <pc:docMk/>
            <pc:sldMk cId="3442169" sldId="494"/>
            <ac:spMk id="6" creationId="{6ECAFE86-B2F6-40D3-989A-A8A01026910F}"/>
          </ac:spMkLst>
        </pc:spChg>
        <pc:spChg chg="add del">
          <ac:chgData name="Cristian Chilipirea" userId="34ab170da5908fc4" providerId="LiveId" clId="{DFE5141E-F98E-42EA-B1E4-556BAE62F36F}" dt="2019-10-13T10:27:18.221" v="151"/>
          <ac:spMkLst>
            <pc:docMk/>
            <pc:sldMk cId="3442169" sldId="494"/>
            <ac:spMk id="8" creationId="{AFAD9669-E1FA-462C-813B-E71C537E1C7F}"/>
          </ac:spMkLst>
        </pc:spChg>
        <pc:spChg chg="add del">
          <ac:chgData name="Cristian Chilipirea" userId="34ab170da5908fc4" providerId="LiveId" clId="{DFE5141E-F98E-42EA-B1E4-556BAE62F36F}" dt="2019-10-13T10:27:18.221" v="151"/>
          <ac:spMkLst>
            <pc:docMk/>
            <pc:sldMk cId="3442169" sldId="494"/>
            <ac:spMk id="9" creationId="{6D033E9A-2F42-4261-AC20-CA065819FB5C}"/>
          </ac:spMkLst>
        </pc:spChg>
        <pc:spChg chg="add mod">
          <ac:chgData name="Cristian Chilipirea" userId="34ab170da5908fc4" providerId="LiveId" clId="{DFE5141E-F98E-42EA-B1E4-556BAE62F36F}" dt="2019-10-13T10:27:23.509" v="154" actId="1076"/>
          <ac:spMkLst>
            <pc:docMk/>
            <pc:sldMk cId="3442169" sldId="494"/>
            <ac:spMk id="11" creationId="{F0D416F7-8CC9-4429-906F-58E78C79DFFB}"/>
          </ac:spMkLst>
        </pc:spChg>
        <pc:spChg chg="add del">
          <ac:chgData name="Cristian Chilipirea" userId="34ab170da5908fc4" providerId="LiveId" clId="{DFE5141E-F98E-42EA-B1E4-556BAE62F36F}" dt="2019-10-13T10:27:20.198" v="153" actId="478"/>
          <ac:spMkLst>
            <pc:docMk/>
            <pc:sldMk cId="3442169" sldId="494"/>
            <ac:spMk id="12" creationId="{09DF73DC-E64D-4A82-8E80-340D6B960116}"/>
          </ac:spMkLst>
        </pc:spChg>
        <pc:picChg chg="add del">
          <ac:chgData name="Cristian Chilipirea" userId="34ab170da5908fc4" providerId="LiveId" clId="{DFE5141E-F98E-42EA-B1E4-556BAE62F36F}" dt="2019-10-13T10:27:15.243" v="149" actId="478"/>
          <ac:picMkLst>
            <pc:docMk/>
            <pc:sldMk cId="3442169" sldId="494"/>
            <ac:picMk id="4" creationId="{6B71A5E4-C510-4A77-83BF-DE90DBDE4A05}"/>
          </ac:picMkLst>
        </pc:picChg>
        <pc:picChg chg="add del">
          <ac:chgData name="Cristian Chilipirea" userId="34ab170da5908fc4" providerId="LiveId" clId="{DFE5141E-F98E-42EA-B1E4-556BAE62F36F}" dt="2019-10-13T10:27:18.221" v="151"/>
          <ac:picMkLst>
            <pc:docMk/>
            <pc:sldMk cId="3442169" sldId="494"/>
            <ac:picMk id="7" creationId="{57D8C17E-1B2B-441D-870C-ECF72AD200EE}"/>
          </ac:picMkLst>
        </pc:picChg>
        <pc:picChg chg="add mod">
          <ac:chgData name="Cristian Chilipirea" userId="34ab170da5908fc4" providerId="LiveId" clId="{DFE5141E-F98E-42EA-B1E4-556BAE62F36F}" dt="2019-10-13T10:27:23.509" v="154" actId="1076"/>
          <ac:picMkLst>
            <pc:docMk/>
            <pc:sldMk cId="3442169" sldId="494"/>
            <ac:picMk id="10" creationId="{34F409F3-D4F4-46D1-BF7A-411232F22343}"/>
          </ac:picMkLst>
        </pc:picChg>
      </pc:sldChg>
      <pc:sldChg chg="del">
        <pc:chgData name="Cristian Chilipirea" userId="34ab170da5908fc4" providerId="LiveId" clId="{DFE5141E-F98E-42EA-B1E4-556BAE62F36F}" dt="2019-10-13T10:23:38.821" v="8" actId="2696"/>
        <pc:sldMkLst>
          <pc:docMk/>
          <pc:sldMk cId="1914018507" sldId="494"/>
        </pc:sldMkLst>
      </pc:sldChg>
      <pc:sldChg chg="addSp delSp modSp add">
        <pc:chgData name="Cristian Chilipirea" userId="34ab170da5908fc4" providerId="LiveId" clId="{DFE5141E-F98E-42EA-B1E4-556BAE62F36F}" dt="2019-10-13T10:27:38.884" v="162" actId="1076"/>
        <pc:sldMkLst>
          <pc:docMk/>
          <pc:sldMk cId="83170459" sldId="495"/>
        </pc:sldMkLst>
        <pc:spChg chg="mod">
          <ac:chgData name="Cristian Chilipirea" userId="34ab170da5908fc4" providerId="LiveId" clId="{DFE5141E-F98E-42EA-B1E4-556BAE62F36F}" dt="2019-10-13T10:27:30.227" v="156"/>
          <ac:spMkLst>
            <pc:docMk/>
            <pc:sldMk cId="83170459" sldId="495"/>
            <ac:spMk id="2" creationId="{0C919ECE-6785-4BD3-8F7F-776F2886F318}"/>
          </ac:spMkLst>
        </pc:spChg>
        <pc:spChg chg="del">
          <ac:chgData name="Cristian Chilipirea" userId="34ab170da5908fc4" providerId="LiveId" clId="{DFE5141E-F98E-42EA-B1E4-556BAE62F36F}" dt="2019-10-13T10:27:32.015" v="157" actId="478"/>
          <ac:spMkLst>
            <pc:docMk/>
            <pc:sldMk cId="83170459" sldId="495"/>
            <ac:spMk id="3" creationId="{90585261-FCB7-4B99-911D-1A72DBB95E09}"/>
          </ac:spMkLst>
        </pc:spChg>
        <pc:spChg chg="add del mod">
          <ac:chgData name="Cristian Chilipirea" userId="34ab170da5908fc4" providerId="LiveId" clId="{DFE5141E-F98E-42EA-B1E4-556BAE62F36F}" dt="2019-10-13T10:27:37.064" v="160"/>
          <ac:spMkLst>
            <pc:docMk/>
            <pc:sldMk cId="83170459" sldId="495"/>
            <ac:spMk id="4" creationId="{B11CC675-A1CB-4754-8FC1-C73CAC430197}"/>
          </ac:spMkLst>
        </pc:spChg>
        <pc:spChg chg="add mod">
          <ac:chgData name="Cristian Chilipirea" userId="34ab170da5908fc4" providerId="LiveId" clId="{DFE5141E-F98E-42EA-B1E4-556BAE62F36F}" dt="2019-10-13T10:27:38.884" v="162" actId="1076"/>
          <ac:spMkLst>
            <pc:docMk/>
            <pc:sldMk cId="83170459" sldId="495"/>
            <ac:spMk id="5" creationId="{289D398E-9914-466B-BDB7-CE17F9915A88}"/>
          </ac:spMkLst>
        </pc:spChg>
      </pc:sldChg>
      <pc:sldChg chg="del">
        <pc:chgData name="Cristian Chilipirea" userId="34ab170da5908fc4" providerId="LiveId" clId="{DFE5141E-F98E-42EA-B1E4-556BAE62F36F}" dt="2019-10-13T10:23:38.847" v="9" actId="2696"/>
        <pc:sldMkLst>
          <pc:docMk/>
          <pc:sldMk cId="4207083548" sldId="495"/>
        </pc:sldMkLst>
      </pc:sldChg>
      <pc:sldChg chg="addSp delSp modSp add modAnim">
        <pc:chgData name="Cristian Chilipirea" userId="34ab170da5908fc4" providerId="LiveId" clId="{DFE5141E-F98E-42EA-B1E4-556BAE62F36F}" dt="2019-10-13T10:27:57.587" v="169" actId="1076"/>
        <pc:sldMkLst>
          <pc:docMk/>
          <pc:sldMk cId="1630810243" sldId="496"/>
        </pc:sldMkLst>
        <pc:spChg chg="mod">
          <ac:chgData name="Cristian Chilipirea" userId="34ab170da5908fc4" providerId="LiveId" clId="{DFE5141E-F98E-42EA-B1E4-556BAE62F36F}" dt="2019-10-13T10:27:47.659" v="164"/>
          <ac:spMkLst>
            <pc:docMk/>
            <pc:sldMk cId="1630810243" sldId="496"/>
            <ac:spMk id="2" creationId="{89B2906F-17BD-4A14-81D7-21B2DE3F0828}"/>
          </ac:spMkLst>
        </pc:spChg>
        <pc:spChg chg="del">
          <ac:chgData name="Cristian Chilipirea" userId="34ab170da5908fc4" providerId="LiveId" clId="{DFE5141E-F98E-42EA-B1E4-556BAE62F36F}" dt="2019-10-13T10:27:49.251" v="165" actId="478"/>
          <ac:spMkLst>
            <pc:docMk/>
            <pc:sldMk cId="1630810243" sldId="496"/>
            <ac:spMk id="3" creationId="{E12B7BA7-4F5A-463D-9E6C-54FED62E9721}"/>
          </ac:spMkLst>
        </pc:spChg>
        <pc:spChg chg="add del">
          <ac:chgData name="Cristian Chilipirea" userId="34ab170da5908fc4" providerId="LiveId" clId="{DFE5141E-F98E-42EA-B1E4-556BAE62F36F}" dt="2019-10-13T10:27:54.360" v="167"/>
          <ac:spMkLst>
            <pc:docMk/>
            <pc:sldMk cId="1630810243" sldId="496"/>
            <ac:spMk id="4" creationId="{7327BFE4-57CD-4D15-9669-0BFD7B452B8A}"/>
          </ac:spMkLst>
        </pc:spChg>
        <pc:spChg chg="add del">
          <ac:chgData name="Cristian Chilipirea" userId="34ab170da5908fc4" providerId="LiveId" clId="{DFE5141E-F98E-42EA-B1E4-556BAE62F36F}" dt="2019-10-13T10:27:54.360" v="167"/>
          <ac:spMkLst>
            <pc:docMk/>
            <pc:sldMk cId="1630810243" sldId="496"/>
            <ac:spMk id="9" creationId="{F45AD7FF-FDDB-4A60-981D-806E8DD1204D}"/>
          </ac:spMkLst>
        </pc:spChg>
        <pc:spChg chg="add del">
          <ac:chgData name="Cristian Chilipirea" userId="34ab170da5908fc4" providerId="LiveId" clId="{DFE5141E-F98E-42EA-B1E4-556BAE62F36F}" dt="2019-10-13T10:27:54.360" v="167"/>
          <ac:spMkLst>
            <pc:docMk/>
            <pc:sldMk cId="1630810243" sldId="496"/>
            <ac:spMk id="10" creationId="{82ADB599-A3AA-4C55-A669-26B4641C819F}"/>
          </ac:spMkLst>
        </pc:spChg>
        <pc:spChg chg="add del">
          <ac:chgData name="Cristian Chilipirea" userId="34ab170da5908fc4" providerId="LiveId" clId="{DFE5141E-F98E-42EA-B1E4-556BAE62F36F}" dt="2019-10-13T10:27:54.360" v="167"/>
          <ac:spMkLst>
            <pc:docMk/>
            <pc:sldMk cId="1630810243" sldId="496"/>
            <ac:spMk id="11" creationId="{ACC333FE-076C-4134-91F5-CB35AB5E820F}"/>
          </ac:spMkLst>
        </pc:spChg>
        <pc:spChg chg="add del">
          <ac:chgData name="Cristian Chilipirea" userId="34ab170da5908fc4" providerId="LiveId" clId="{DFE5141E-F98E-42EA-B1E4-556BAE62F36F}" dt="2019-10-13T10:27:54.360" v="167"/>
          <ac:spMkLst>
            <pc:docMk/>
            <pc:sldMk cId="1630810243" sldId="496"/>
            <ac:spMk id="12" creationId="{64930056-E538-4C15-8AFA-F69FE9767CAC}"/>
          </ac:spMkLst>
        </pc:spChg>
        <pc:spChg chg="add del">
          <ac:chgData name="Cristian Chilipirea" userId="34ab170da5908fc4" providerId="LiveId" clId="{DFE5141E-F98E-42EA-B1E4-556BAE62F36F}" dt="2019-10-13T10:27:54.360" v="167"/>
          <ac:spMkLst>
            <pc:docMk/>
            <pc:sldMk cId="1630810243" sldId="496"/>
            <ac:spMk id="13" creationId="{5D7F6FD6-B1D8-4064-B6CC-C48501123B1C}"/>
          </ac:spMkLst>
        </pc:spChg>
        <pc:spChg chg="add del">
          <ac:chgData name="Cristian Chilipirea" userId="34ab170da5908fc4" providerId="LiveId" clId="{DFE5141E-F98E-42EA-B1E4-556BAE62F36F}" dt="2019-10-13T10:27:54.360" v="167"/>
          <ac:spMkLst>
            <pc:docMk/>
            <pc:sldMk cId="1630810243" sldId="496"/>
            <ac:spMk id="14" creationId="{911074EF-E4D8-4B55-BB6D-174E15D49C81}"/>
          </ac:spMkLst>
        </pc:spChg>
        <pc:spChg chg="add del">
          <ac:chgData name="Cristian Chilipirea" userId="34ab170da5908fc4" providerId="LiveId" clId="{DFE5141E-F98E-42EA-B1E4-556BAE62F36F}" dt="2019-10-13T10:27:54.360" v="167"/>
          <ac:spMkLst>
            <pc:docMk/>
            <pc:sldMk cId="1630810243" sldId="496"/>
            <ac:spMk id="15" creationId="{51A3016C-7841-4F31-8FA1-0E773C98CAA2}"/>
          </ac:spMkLst>
        </pc:spChg>
        <pc:spChg chg="add del">
          <ac:chgData name="Cristian Chilipirea" userId="34ab170da5908fc4" providerId="LiveId" clId="{DFE5141E-F98E-42EA-B1E4-556BAE62F36F}" dt="2019-10-13T10:27:54.360" v="167"/>
          <ac:spMkLst>
            <pc:docMk/>
            <pc:sldMk cId="1630810243" sldId="496"/>
            <ac:spMk id="16" creationId="{4C0D2EE6-C208-450A-A23B-BCE7D15AB690}"/>
          </ac:spMkLst>
        </pc:spChg>
        <pc:spChg chg="add del">
          <ac:chgData name="Cristian Chilipirea" userId="34ab170da5908fc4" providerId="LiveId" clId="{DFE5141E-F98E-42EA-B1E4-556BAE62F36F}" dt="2019-10-13T10:27:54.360" v="167"/>
          <ac:spMkLst>
            <pc:docMk/>
            <pc:sldMk cId="1630810243" sldId="496"/>
            <ac:spMk id="17" creationId="{D8D78C2B-AAE0-47EC-B4BD-35DC4A951909}"/>
          </ac:spMkLst>
        </pc:spChg>
        <pc:spChg chg="add del">
          <ac:chgData name="Cristian Chilipirea" userId="34ab170da5908fc4" providerId="LiveId" clId="{DFE5141E-F98E-42EA-B1E4-556BAE62F36F}" dt="2019-10-13T10:27:54.360" v="167"/>
          <ac:spMkLst>
            <pc:docMk/>
            <pc:sldMk cId="1630810243" sldId="496"/>
            <ac:spMk id="18" creationId="{75BA681B-0CE6-4936-ABEB-58A88FE8C79B}"/>
          </ac:spMkLst>
        </pc:spChg>
        <pc:spChg chg="add del">
          <ac:chgData name="Cristian Chilipirea" userId="34ab170da5908fc4" providerId="LiveId" clId="{DFE5141E-F98E-42EA-B1E4-556BAE62F36F}" dt="2019-10-13T10:27:54.360" v="167"/>
          <ac:spMkLst>
            <pc:docMk/>
            <pc:sldMk cId="1630810243" sldId="496"/>
            <ac:spMk id="19" creationId="{71653887-138D-4138-BFC0-FD114391008E}"/>
          </ac:spMkLst>
        </pc:spChg>
        <pc:spChg chg="add del">
          <ac:chgData name="Cristian Chilipirea" userId="34ab170da5908fc4" providerId="LiveId" clId="{DFE5141E-F98E-42EA-B1E4-556BAE62F36F}" dt="2019-10-13T10:27:54.360" v="167"/>
          <ac:spMkLst>
            <pc:docMk/>
            <pc:sldMk cId="1630810243" sldId="496"/>
            <ac:spMk id="20" creationId="{951C232A-51CC-4D00-A041-DC277FD164DD}"/>
          </ac:spMkLst>
        </pc:spChg>
        <pc:spChg chg="add del">
          <ac:chgData name="Cristian Chilipirea" userId="34ab170da5908fc4" providerId="LiveId" clId="{DFE5141E-F98E-42EA-B1E4-556BAE62F36F}" dt="2019-10-13T10:27:54.360" v="167"/>
          <ac:spMkLst>
            <pc:docMk/>
            <pc:sldMk cId="1630810243" sldId="496"/>
            <ac:spMk id="21" creationId="{82FEFF32-B82C-4E23-B4E9-5597233D256F}"/>
          </ac:spMkLst>
        </pc:spChg>
        <pc:spChg chg="add del">
          <ac:chgData name="Cristian Chilipirea" userId="34ab170da5908fc4" providerId="LiveId" clId="{DFE5141E-F98E-42EA-B1E4-556BAE62F36F}" dt="2019-10-13T10:27:54.360" v="167"/>
          <ac:spMkLst>
            <pc:docMk/>
            <pc:sldMk cId="1630810243" sldId="496"/>
            <ac:spMk id="22" creationId="{4F9343DF-5311-421B-A86A-02B63C0E6A56}"/>
          </ac:spMkLst>
        </pc:spChg>
        <pc:spChg chg="add del">
          <ac:chgData name="Cristian Chilipirea" userId="34ab170da5908fc4" providerId="LiveId" clId="{DFE5141E-F98E-42EA-B1E4-556BAE62F36F}" dt="2019-10-13T10:27:54.360" v="167"/>
          <ac:spMkLst>
            <pc:docMk/>
            <pc:sldMk cId="1630810243" sldId="496"/>
            <ac:spMk id="23" creationId="{F7C11D6C-BF46-4F12-B47B-DCA9F01CF074}"/>
          </ac:spMkLst>
        </pc:spChg>
        <pc:spChg chg="add del">
          <ac:chgData name="Cristian Chilipirea" userId="34ab170da5908fc4" providerId="LiveId" clId="{DFE5141E-F98E-42EA-B1E4-556BAE62F36F}" dt="2019-10-13T10:27:54.360" v="167"/>
          <ac:spMkLst>
            <pc:docMk/>
            <pc:sldMk cId="1630810243" sldId="496"/>
            <ac:spMk id="24" creationId="{729C2057-1FAD-42E3-BA8E-5371FCADD50E}"/>
          </ac:spMkLst>
        </pc:spChg>
        <pc:spChg chg="add del">
          <ac:chgData name="Cristian Chilipirea" userId="34ab170da5908fc4" providerId="LiveId" clId="{DFE5141E-F98E-42EA-B1E4-556BAE62F36F}" dt="2019-10-13T10:27:54.360" v="167"/>
          <ac:spMkLst>
            <pc:docMk/>
            <pc:sldMk cId="1630810243" sldId="496"/>
            <ac:spMk id="27" creationId="{538EA6A7-1F7D-46B2-B198-292471C9D851}"/>
          </ac:spMkLst>
        </pc:spChg>
        <pc:spChg chg="add del">
          <ac:chgData name="Cristian Chilipirea" userId="34ab170da5908fc4" providerId="LiveId" clId="{DFE5141E-F98E-42EA-B1E4-556BAE62F36F}" dt="2019-10-13T10:27:54.360" v="167"/>
          <ac:spMkLst>
            <pc:docMk/>
            <pc:sldMk cId="1630810243" sldId="496"/>
            <ac:spMk id="28" creationId="{130D10C0-DE1C-4411-8B24-B3487B597A58}"/>
          </ac:spMkLst>
        </pc:spChg>
        <pc:spChg chg="add del">
          <ac:chgData name="Cristian Chilipirea" userId="34ab170da5908fc4" providerId="LiveId" clId="{DFE5141E-F98E-42EA-B1E4-556BAE62F36F}" dt="2019-10-13T10:27:54.360" v="167"/>
          <ac:spMkLst>
            <pc:docMk/>
            <pc:sldMk cId="1630810243" sldId="496"/>
            <ac:spMk id="29" creationId="{84D3384A-7FF0-4E44-8975-A42FAE32107F}"/>
          </ac:spMkLst>
        </pc:spChg>
        <pc:spChg chg="add del">
          <ac:chgData name="Cristian Chilipirea" userId="34ab170da5908fc4" providerId="LiveId" clId="{DFE5141E-F98E-42EA-B1E4-556BAE62F36F}" dt="2019-10-13T10:27:54.360" v="167"/>
          <ac:spMkLst>
            <pc:docMk/>
            <pc:sldMk cId="1630810243" sldId="496"/>
            <ac:spMk id="30" creationId="{4EDAAC68-E5EE-4268-9289-F35AA3E1914E}"/>
          </ac:spMkLst>
        </pc:spChg>
        <pc:spChg chg="add del">
          <ac:chgData name="Cristian Chilipirea" userId="34ab170da5908fc4" providerId="LiveId" clId="{DFE5141E-F98E-42EA-B1E4-556BAE62F36F}" dt="2019-10-13T10:27:54.360" v="167"/>
          <ac:spMkLst>
            <pc:docMk/>
            <pc:sldMk cId="1630810243" sldId="496"/>
            <ac:spMk id="31" creationId="{BFEE4B12-B9D2-4C3C-A74E-88900614A2F6}"/>
          </ac:spMkLst>
        </pc:spChg>
        <pc:spChg chg="add del">
          <ac:chgData name="Cristian Chilipirea" userId="34ab170da5908fc4" providerId="LiveId" clId="{DFE5141E-F98E-42EA-B1E4-556BAE62F36F}" dt="2019-10-13T10:27:54.360" v="167"/>
          <ac:spMkLst>
            <pc:docMk/>
            <pc:sldMk cId="1630810243" sldId="496"/>
            <ac:spMk id="32" creationId="{723E644F-F1AC-4066-9104-8F6EA51DE902}"/>
          </ac:spMkLst>
        </pc:spChg>
        <pc:spChg chg="add del">
          <ac:chgData name="Cristian Chilipirea" userId="34ab170da5908fc4" providerId="LiveId" clId="{DFE5141E-F98E-42EA-B1E4-556BAE62F36F}" dt="2019-10-13T10:27:54.360" v="167"/>
          <ac:spMkLst>
            <pc:docMk/>
            <pc:sldMk cId="1630810243" sldId="496"/>
            <ac:spMk id="33" creationId="{B5CDFBCC-EE15-4AA8-AC86-A81652E1083D}"/>
          </ac:spMkLst>
        </pc:spChg>
        <pc:spChg chg="add mod">
          <ac:chgData name="Cristian Chilipirea" userId="34ab170da5908fc4" providerId="LiveId" clId="{DFE5141E-F98E-42EA-B1E4-556BAE62F36F}" dt="2019-10-13T10:27:57.587" v="169" actId="1076"/>
          <ac:spMkLst>
            <pc:docMk/>
            <pc:sldMk cId="1630810243" sldId="496"/>
            <ac:spMk id="34" creationId="{F1213F9E-DCE1-4653-9340-B4A3CED46C18}"/>
          </ac:spMkLst>
        </pc:spChg>
        <pc:spChg chg="add mod">
          <ac:chgData name="Cristian Chilipirea" userId="34ab170da5908fc4" providerId="LiveId" clId="{DFE5141E-F98E-42EA-B1E4-556BAE62F36F}" dt="2019-10-13T10:27:57.587" v="169" actId="1076"/>
          <ac:spMkLst>
            <pc:docMk/>
            <pc:sldMk cId="1630810243" sldId="496"/>
            <ac:spMk id="39" creationId="{65B93C8B-AD65-4B51-8EAF-958ADA3E4A0A}"/>
          </ac:spMkLst>
        </pc:spChg>
        <pc:spChg chg="add mod">
          <ac:chgData name="Cristian Chilipirea" userId="34ab170da5908fc4" providerId="LiveId" clId="{DFE5141E-F98E-42EA-B1E4-556BAE62F36F}" dt="2019-10-13T10:27:57.587" v="169" actId="1076"/>
          <ac:spMkLst>
            <pc:docMk/>
            <pc:sldMk cId="1630810243" sldId="496"/>
            <ac:spMk id="40" creationId="{0414AE12-66F5-40C8-89D6-EFB5456D39F2}"/>
          </ac:spMkLst>
        </pc:spChg>
        <pc:spChg chg="add mod">
          <ac:chgData name="Cristian Chilipirea" userId="34ab170da5908fc4" providerId="LiveId" clId="{DFE5141E-F98E-42EA-B1E4-556BAE62F36F}" dt="2019-10-13T10:27:57.587" v="169" actId="1076"/>
          <ac:spMkLst>
            <pc:docMk/>
            <pc:sldMk cId="1630810243" sldId="496"/>
            <ac:spMk id="41" creationId="{CB319788-0AA6-4B0C-91D9-43A3E31CBD90}"/>
          </ac:spMkLst>
        </pc:spChg>
        <pc:spChg chg="add mod">
          <ac:chgData name="Cristian Chilipirea" userId="34ab170da5908fc4" providerId="LiveId" clId="{DFE5141E-F98E-42EA-B1E4-556BAE62F36F}" dt="2019-10-13T10:27:57.587" v="169" actId="1076"/>
          <ac:spMkLst>
            <pc:docMk/>
            <pc:sldMk cId="1630810243" sldId="496"/>
            <ac:spMk id="42" creationId="{431CA54B-5C14-49C0-AFC1-BC7FC8EFD8C5}"/>
          </ac:spMkLst>
        </pc:spChg>
        <pc:spChg chg="add mod">
          <ac:chgData name="Cristian Chilipirea" userId="34ab170da5908fc4" providerId="LiveId" clId="{DFE5141E-F98E-42EA-B1E4-556BAE62F36F}" dt="2019-10-13T10:27:57.587" v="169" actId="1076"/>
          <ac:spMkLst>
            <pc:docMk/>
            <pc:sldMk cId="1630810243" sldId="496"/>
            <ac:spMk id="43" creationId="{E822D3F5-2B70-43D1-8696-3474E2B20770}"/>
          </ac:spMkLst>
        </pc:spChg>
        <pc:spChg chg="add mod">
          <ac:chgData name="Cristian Chilipirea" userId="34ab170da5908fc4" providerId="LiveId" clId="{DFE5141E-F98E-42EA-B1E4-556BAE62F36F}" dt="2019-10-13T10:27:57.587" v="169" actId="1076"/>
          <ac:spMkLst>
            <pc:docMk/>
            <pc:sldMk cId="1630810243" sldId="496"/>
            <ac:spMk id="44" creationId="{C8F4B4B0-CD4A-4F2B-A486-DB21E0F19C41}"/>
          </ac:spMkLst>
        </pc:spChg>
        <pc:spChg chg="add mod">
          <ac:chgData name="Cristian Chilipirea" userId="34ab170da5908fc4" providerId="LiveId" clId="{DFE5141E-F98E-42EA-B1E4-556BAE62F36F}" dt="2019-10-13T10:27:57.587" v="169" actId="1076"/>
          <ac:spMkLst>
            <pc:docMk/>
            <pc:sldMk cId="1630810243" sldId="496"/>
            <ac:spMk id="45" creationId="{553900ED-8A10-4771-AF02-E7D783828E46}"/>
          </ac:spMkLst>
        </pc:spChg>
        <pc:spChg chg="add mod">
          <ac:chgData name="Cristian Chilipirea" userId="34ab170da5908fc4" providerId="LiveId" clId="{DFE5141E-F98E-42EA-B1E4-556BAE62F36F}" dt="2019-10-13T10:27:57.587" v="169" actId="1076"/>
          <ac:spMkLst>
            <pc:docMk/>
            <pc:sldMk cId="1630810243" sldId="496"/>
            <ac:spMk id="46" creationId="{CBF22903-1F65-41AE-9D0F-77EDE62222FD}"/>
          </ac:spMkLst>
        </pc:spChg>
        <pc:spChg chg="add mod">
          <ac:chgData name="Cristian Chilipirea" userId="34ab170da5908fc4" providerId="LiveId" clId="{DFE5141E-F98E-42EA-B1E4-556BAE62F36F}" dt="2019-10-13T10:27:57.587" v="169" actId="1076"/>
          <ac:spMkLst>
            <pc:docMk/>
            <pc:sldMk cId="1630810243" sldId="496"/>
            <ac:spMk id="47" creationId="{63FA3A66-403E-4F0A-A3F9-3A5945738A5F}"/>
          </ac:spMkLst>
        </pc:spChg>
        <pc:spChg chg="add mod">
          <ac:chgData name="Cristian Chilipirea" userId="34ab170da5908fc4" providerId="LiveId" clId="{DFE5141E-F98E-42EA-B1E4-556BAE62F36F}" dt="2019-10-13T10:27:57.587" v="169" actId="1076"/>
          <ac:spMkLst>
            <pc:docMk/>
            <pc:sldMk cId="1630810243" sldId="496"/>
            <ac:spMk id="48" creationId="{94387AFA-FC5A-4722-85BC-E13D850B6CE0}"/>
          </ac:spMkLst>
        </pc:spChg>
        <pc:spChg chg="add mod">
          <ac:chgData name="Cristian Chilipirea" userId="34ab170da5908fc4" providerId="LiveId" clId="{DFE5141E-F98E-42EA-B1E4-556BAE62F36F}" dt="2019-10-13T10:27:57.587" v="169" actId="1076"/>
          <ac:spMkLst>
            <pc:docMk/>
            <pc:sldMk cId="1630810243" sldId="496"/>
            <ac:spMk id="49" creationId="{807455E8-20FC-4AAE-96B3-FC07868A34D1}"/>
          </ac:spMkLst>
        </pc:spChg>
        <pc:spChg chg="add mod">
          <ac:chgData name="Cristian Chilipirea" userId="34ab170da5908fc4" providerId="LiveId" clId="{DFE5141E-F98E-42EA-B1E4-556BAE62F36F}" dt="2019-10-13T10:27:57.587" v="169" actId="1076"/>
          <ac:spMkLst>
            <pc:docMk/>
            <pc:sldMk cId="1630810243" sldId="496"/>
            <ac:spMk id="50" creationId="{8B977918-07C9-4594-96DD-5A75EC6CC0E2}"/>
          </ac:spMkLst>
        </pc:spChg>
        <pc:spChg chg="add mod">
          <ac:chgData name="Cristian Chilipirea" userId="34ab170da5908fc4" providerId="LiveId" clId="{DFE5141E-F98E-42EA-B1E4-556BAE62F36F}" dt="2019-10-13T10:27:57.587" v="169" actId="1076"/>
          <ac:spMkLst>
            <pc:docMk/>
            <pc:sldMk cId="1630810243" sldId="496"/>
            <ac:spMk id="51" creationId="{F138C0BD-9A95-4795-B772-17C0C2E0C13A}"/>
          </ac:spMkLst>
        </pc:spChg>
        <pc:spChg chg="add mod">
          <ac:chgData name="Cristian Chilipirea" userId="34ab170da5908fc4" providerId="LiveId" clId="{DFE5141E-F98E-42EA-B1E4-556BAE62F36F}" dt="2019-10-13T10:27:57.587" v="169" actId="1076"/>
          <ac:spMkLst>
            <pc:docMk/>
            <pc:sldMk cId="1630810243" sldId="496"/>
            <ac:spMk id="52" creationId="{0680E8E7-9AC8-48A8-9A12-09EB7C6B9930}"/>
          </ac:spMkLst>
        </pc:spChg>
        <pc:spChg chg="add mod">
          <ac:chgData name="Cristian Chilipirea" userId="34ab170da5908fc4" providerId="LiveId" clId="{DFE5141E-F98E-42EA-B1E4-556BAE62F36F}" dt="2019-10-13T10:27:57.587" v="169" actId="1076"/>
          <ac:spMkLst>
            <pc:docMk/>
            <pc:sldMk cId="1630810243" sldId="496"/>
            <ac:spMk id="53" creationId="{01C2C9D7-C557-4E96-8DFF-E6AB852DBCF2}"/>
          </ac:spMkLst>
        </pc:spChg>
        <pc:spChg chg="add mod">
          <ac:chgData name="Cristian Chilipirea" userId="34ab170da5908fc4" providerId="LiveId" clId="{DFE5141E-F98E-42EA-B1E4-556BAE62F36F}" dt="2019-10-13T10:27:57.587" v="169" actId="1076"/>
          <ac:spMkLst>
            <pc:docMk/>
            <pc:sldMk cId="1630810243" sldId="496"/>
            <ac:spMk id="54" creationId="{56EBC777-AF88-454C-9E9D-137AC3778D47}"/>
          </ac:spMkLst>
        </pc:spChg>
        <pc:spChg chg="add mod">
          <ac:chgData name="Cristian Chilipirea" userId="34ab170da5908fc4" providerId="LiveId" clId="{DFE5141E-F98E-42EA-B1E4-556BAE62F36F}" dt="2019-10-13T10:27:57.587" v="169" actId="1076"/>
          <ac:spMkLst>
            <pc:docMk/>
            <pc:sldMk cId="1630810243" sldId="496"/>
            <ac:spMk id="57" creationId="{61442EB3-19C8-4A25-8D22-AB369B810EE1}"/>
          </ac:spMkLst>
        </pc:spChg>
        <pc:spChg chg="add mod">
          <ac:chgData name="Cristian Chilipirea" userId="34ab170da5908fc4" providerId="LiveId" clId="{DFE5141E-F98E-42EA-B1E4-556BAE62F36F}" dt="2019-10-13T10:27:57.587" v="169" actId="1076"/>
          <ac:spMkLst>
            <pc:docMk/>
            <pc:sldMk cId="1630810243" sldId="496"/>
            <ac:spMk id="58" creationId="{010414FC-CA11-4BE1-9990-02285FCE9635}"/>
          </ac:spMkLst>
        </pc:spChg>
        <pc:spChg chg="add mod">
          <ac:chgData name="Cristian Chilipirea" userId="34ab170da5908fc4" providerId="LiveId" clId="{DFE5141E-F98E-42EA-B1E4-556BAE62F36F}" dt="2019-10-13T10:27:57.587" v="169" actId="1076"/>
          <ac:spMkLst>
            <pc:docMk/>
            <pc:sldMk cId="1630810243" sldId="496"/>
            <ac:spMk id="59" creationId="{5D47573D-F1DC-497F-9017-6E95489F7B9C}"/>
          </ac:spMkLst>
        </pc:spChg>
        <pc:spChg chg="add mod">
          <ac:chgData name="Cristian Chilipirea" userId="34ab170da5908fc4" providerId="LiveId" clId="{DFE5141E-F98E-42EA-B1E4-556BAE62F36F}" dt="2019-10-13T10:27:57.587" v="169" actId="1076"/>
          <ac:spMkLst>
            <pc:docMk/>
            <pc:sldMk cId="1630810243" sldId="496"/>
            <ac:spMk id="60" creationId="{79D21D68-303B-4DD4-8B35-FD6B3424E7C2}"/>
          </ac:spMkLst>
        </pc:spChg>
        <pc:spChg chg="add mod">
          <ac:chgData name="Cristian Chilipirea" userId="34ab170da5908fc4" providerId="LiveId" clId="{DFE5141E-F98E-42EA-B1E4-556BAE62F36F}" dt="2019-10-13T10:27:57.587" v="169" actId="1076"/>
          <ac:spMkLst>
            <pc:docMk/>
            <pc:sldMk cId="1630810243" sldId="496"/>
            <ac:spMk id="61" creationId="{F8B6824A-4F65-4C12-A31B-215620717D5E}"/>
          </ac:spMkLst>
        </pc:spChg>
        <pc:spChg chg="add mod">
          <ac:chgData name="Cristian Chilipirea" userId="34ab170da5908fc4" providerId="LiveId" clId="{DFE5141E-F98E-42EA-B1E4-556BAE62F36F}" dt="2019-10-13T10:27:57.587" v="169" actId="1076"/>
          <ac:spMkLst>
            <pc:docMk/>
            <pc:sldMk cId="1630810243" sldId="496"/>
            <ac:spMk id="62" creationId="{16CBFD29-7799-468F-A29E-DEEC9791712A}"/>
          </ac:spMkLst>
        </pc:spChg>
        <pc:spChg chg="add mod">
          <ac:chgData name="Cristian Chilipirea" userId="34ab170da5908fc4" providerId="LiveId" clId="{DFE5141E-F98E-42EA-B1E4-556BAE62F36F}" dt="2019-10-13T10:27:57.587" v="169" actId="1076"/>
          <ac:spMkLst>
            <pc:docMk/>
            <pc:sldMk cId="1630810243" sldId="496"/>
            <ac:spMk id="63" creationId="{42AB9806-92B6-40F6-AACC-485F90C87DDD}"/>
          </ac:spMkLst>
        </pc:spChg>
        <pc:cxnChg chg="add del">
          <ac:chgData name="Cristian Chilipirea" userId="34ab170da5908fc4" providerId="LiveId" clId="{DFE5141E-F98E-42EA-B1E4-556BAE62F36F}" dt="2019-10-13T10:27:54.360" v="167"/>
          <ac:cxnSpMkLst>
            <pc:docMk/>
            <pc:sldMk cId="1630810243" sldId="496"/>
            <ac:cxnSpMk id="5" creationId="{AC1CC48F-C9C6-452B-ACD5-65CD0A5FE5CD}"/>
          </ac:cxnSpMkLst>
        </pc:cxnChg>
        <pc:cxnChg chg="add del">
          <ac:chgData name="Cristian Chilipirea" userId="34ab170da5908fc4" providerId="LiveId" clId="{DFE5141E-F98E-42EA-B1E4-556BAE62F36F}" dt="2019-10-13T10:27:54.360" v="167"/>
          <ac:cxnSpMkLst>
            <pc:docMk/>
            <pc:sldMk cId="1630810243" sldId="496"/>
            <ac:cxnSpMk id="6" creationId="{EF585B67-CAF1-4DB0-9CC2-76B7ABFD283D}"/>
          </ac:cxnSpMkLst>
        </pc:cxnChg>
        <pc:cxnChg chg="add del">
          <ac:chgData name="Cristian Chilipirea" userId="34ab170da5908fc4" providerId="LiveId" clId="{DFE5141E-F98E-42EA-B1E4-556BAE62F36F}" dt="2019-10-13T10:27:54.360" v="167"/>
          <ac:cxnSpMkLst>
            <pc:docMk/>
            <pc:sldMk cId="1630810243" sldId="496"/>
            <ac:cxnSpMk id="7" creationId="{80220FB2-C384-45FD-8121-AB05991D0406}"/>
          </ac:cxnSpMkLst>
        </pc:cxnChg>
        <pc:cxnChg chg="add del">
          <ac:chgData name="Cristian Chilipirea" userId="34ab170da5908fc4" providerId="LiveId" clId="{DFE5141E-F98E-42EA-B1E4-556BAE62F36F}" dt="2019-10-13T10:27:54.360" v="167"/>
          <ac:cxnSpMkLst>
            <pc:docMk/>
            <pc:sldMk cId="1630810243" sldId="496"/>
            <ac:cxnSpMk id="8" creationId="{0B0BA812-84A9-45C7-980C-9A7EE8212551}"/>
          </ac:cxnSpMkLst>
        </pc:cxnChg>
        <pc:cxnChg chg="add del">
          <ac:chgData name="Cristian Chilipirea" userId="34ab170da5908fc4" providerId="LiveId" clId="{DFE5141E-F98E-42EA-B1E4-556BAE62F36F}" dt="2019-10-13T10:27:54.360" v="167"/>
          <ac:cxnSpMkLst>
            <pc:docMk/>
            <pc:sldMk cId="1630810243" sldId="496"/>
            <ac:cxnSpMk id="25" creationId="{509656D8-023A-43BE-926E-6D27FEB0EEF6}"/>
          </ac:cxnSpMkLst>
        </pc:cxnChg>
        <pc:cxnChg chg="add del">
          <ac:chgData name="Cristian Chilipirea" userId="34ab170da5908fc4" providerId="LiveId" clId="{DFE5141E-F98E-42EA-B1E4-556BAE62F36F}" dt="2019-10-13T10:27:54.360" v="167"/>
          <ac:cxnSpMkLst>
            <pc:docMk/>
            <pc:sldMk cId="1630810243" sldId="496"/>
            <ac:cxnSpMk id="26" creationId="{B3BE0307-D443-4C92-A744-D24B3AAE5F3A}"/>
          </ac:cxnSpMkLst>
        </pc:cxnChg>
        <pc:cxnChg chg="add mod">
          <ac:chgData name="Cristian Chilipirea" userId="34ab170da5908fc4" providerId="LiveId" clId="{DFE5141E-F98E-42EA-B1E4-556BAE62F36F}" dt="2019-10-13T10:27:57.587" v="169" actId="1076"/>
          <ac:cxnSpMkLst>
            <pc:docMk/>
            <pc:sldMk cId="1630810243" sldId="496"/>
            <ac:cxnSpMk id="35" creationId="{51162729-22EB-49F1-96ED-9E0BBC6E6735}"/>
          </ac:cxnSpMkLst>
        </pc:cxnChg>
        <pc:cxnChg chg="add mod">
          <ac:chgData name="Cristian Chilipirea" userId="34ab170da5908fc4" providerId="LiveId" clId="{DFE5141E-F98E-42EA-B1E4-556BAE62F36F}" dt="2019-10-13T10:27:57.587" v="169" actId="1076"/>
          <ac:cxnSpMkLst>
            <pc:docMk/>
            <pc:sldMk cId="1630810243" sldId="496"/>
            <ac:cxnSpMk id="36" creationId="{8CD6492F-3C60-4EB4-B83A-06AA06770AAE}"/>
          </ac:cxnSpMkLst>
        </pc:cxnChg>
        <pc:cxnChg chg="add mod">
          <ac:chgData name="Cristian Chilipirea" userId="34ab170da5908fc4" providerId="LiveId" clId="{DFE5141E-F98E-42EA-B1E4-556BAE62F36F}" dt="2019-10-13T10:27:57.587" v="169" actId="1076"/>
          <ac:cxnSpMkLst>
            <pc:docMk/>
            <pc:sldMk cId="1630810243" sldId="496"/>
            <ac:cxnSpMk id="37" creationId="{C74C354C-7CAB-4BBF-B94A-5D7994B1F22B}"/>
          </ac:cxnSpMkLst>
        </pc:cxnChg>
        <pc:cxnChg chg="add mod">
          <ac:chgData name="Cristian Chilipirea" userId="34ab170da5908fc4" providerId="LiveId" clId="{DFE5141E-F98E-42EA-B1E4-556BAE62F36F}" dt="2019-10-13T10:27:57.587" v="169" actId="1076"/>
          <ac:cxnSpMkLst>
            <pc:docMk/>
            <pc:sldMk cId="1630810243" sldId="496"/>
            <ac:cxnSpMk id="38" creationId="{9B53DAF8-4119-4D60-998C-F6EBBD4DC143}"/>
          </ac:cxnSpMkLst>
        </pc:cxnChg>
        <pc:cxnChg chg="add mod">
          <ac:chgData name="Cristian Chilipirea" userId="34ab170da5908fc4" providerId="LiveId" clId="{DFE5141E-F98E-42EA-B1E4-556BAE62F36F}" dt="2019-10-13T10:27:57.587" v="169" actId="1076"/>
          <ac:cxnSpMkLst>
            <pc:docMk/>
            <pc:sldMk cId="1630810243" sldId="496"/>
            <ac:cxnSpMk id="55" creationId="{2B5C6F80-E0FB-4560-8FD5-1E78031C694D}"/>
          </ac:cxnSpMkLst>
        </pc:cxnChg>
        <pc:cxnChg chg="add mod">
          <ac:chgData name="Cristian Chilipirea" userId="34ab170da5908fc4" providerId="LiveId" clId="{DFE5141E-F98E-42EA-B1E4-556BAE62F36F}" dt="2019-10-13T10:27:57.587" v="169" actId="1076"/>
          <ac:cxnSpMkLst>
            <pc:docMk/>
            <pc:sldMk cId="1630810243" sldId="496"/>
            <ac:cxnSpMk id="56" creationId="{34E0BAC3-8860-4922-B076-0D416448B6A3}"/>
          </ac:cxnSpMkLst>
        </pc:cxnChg>
      </pc:sldChg>
      <pc:sldChg chg="del">
        <pc:chgData name="Cristian Chilipirea" userId="34ab170da5908fc4" providerId="LiveId" clId="{DFE5141E-F98E-42EA-B1E4-556BAE62F36F}" dt="2019-10-13T10:23:38.874" v="10" actId="2696"/>
        <pc:sldMkLst>
          <pc:docMk/>
          <pc:sldMk cId="3066028781" sldId="496"/>
        </pc:sldMkLst>
      </pc:sldChg>
      <pc:sldChg chg="addSp delSp modSp add">
        <pc:chgData name="Cristian Chilipirea" userId="34ab170da5908fc4" providerId="LiveId" clId="{DFE5141E-F98E-42EA-B1E4-556BAE62F36F}" dt="2019-10-13T10:28:13.933" v="176" actId="1076"/>
        <pc:sldMkLst>
          <pc:docMk/>
          <pc:sldMk cId="1486881486" sldId="497"/>
        </pc:sldMkLst>
        <pc:spChg chg="mod">
          <ac:chgData name="Cristian Chilipirea" userId="34ab170da5908fc4" providerId="LiveId" clId="{DFE5141E-F98E-42EA-B1E4-556BAE62F36F}" dt="2019-10-13T10:28:04.454" v="171"/>
          <ac:spMkLst>
            <pc:docMk/>
            <pc:sldMk cId="1486881486" sldId="497"/>
            <ac:spMk id="2" creationId="{5E45A31C-A474-4240-9371-97BAC45AE045}"/>
          </ac:spMkLst>
        </pc:spChg>
        <pc:spChg chg="del">
          <ac:chgData name="Cristian Chilipirea" userId="34ab170da5908fc4" providerId="LiveId" clId="{DFE5141E-F98E-42EA-B1E4-556BAE62F36F}" dt="2019-10-13T10:28:07.215" v="172" actId="478"/>
          <ac:spMkLst>
            <pc:docMk/>
            <pc:sldMk cId="1486881486" sldId="497"/>
            <ac:spMk id="3" creationId="{5CE3FC33-CB00-49A2-84CD-3913E0694A31}"/>
          </ac:spMkLst>
        </pc:spChg>
        <pc:spChg chg="add del">
          <ac:chgData name="Cristian Chilipirea" userId="34ab170da5908fc4" providerId="LiveId" clId="{DFE5141E-F98E-42EA-B1E4-556BAE62F36F}" dt="2019-10-13T10:28:12.276" v="174"/>
          <ac:spMkLst>
            <pc:docMk/>
            <pc:sldMk cId="1486881486" sldId="497"/>
            <ac:spMk id="4" creationId="{90B8FC75-0EEA-43A6-900F-741A68473684}"/>
          </ac:spMkLst>
        </pc:spChg>
        <pc:spChg chg="add mod">
          <ac:chgData name="Cristian Chilipirea" userId="34ab170da5908fc4" providerId="LiveId" clId="{DFE5141E-F98E-42EA-B1E4-556BAE62F36F}" dt="2019-10-13T10:28:13.933" v="176" actId="1076"/>
          <ac:spMkLst>
            <pc:docMk/>
            <pc:sldMk cId="1486881486" sldId="497"/>
            <ac:spMk id="5" creationId="{8E030392-B8BC-43AA-9347-0E6C00B5A612}"/>
          </ac:spMkLst>
        </pc:spChg>
      </pc:sldChg>
      <pc:sldChg chg="del">
        <pc:chgData name="Cristian Chilipirea" userId="34ab170da5908fc4" providerId="LiveId" clId="{DFE5141E-F98E-42EA-B1E4-556BAE62F36F}" dt="2019-10-13T10:23:38.886" v="11" actId="2696"/>
        <pc:sldMkLst>
          <pc:docMk/>
          <pc:sldMk cId="4098173307" sldId="497"/>
        </pc:sldMkLst>
      </pc:sldChg>
      <pc:sldChg chg="addSp delSp modSp add">
        <pc:chgData name="Cristian Chilipirea" userId="34ab170da5908fc4" providerId="LiveId" clId="{DFE5141E-F98E-42EA-B1E4-556BAE62F36F}" dt="2019-10-13T10:28:34.022" v="186"/>
        <pc:sldMkLst>
          <pc:docMk/>
          <pc:sldMk cId="2629326266" sldId="498"/>
        </pc:sldMkLst>
        <pc:spChg chg="mod">
          <ac:chgData name="Cristian Chilipirea" userId="34ab170da5908fc4" providerId="LiveId" clId="{DFE5141E-F98E-42EA-B1E4-556BAE62F36F}" dt="2019-10-13T10:28:20.119" v="178"/>
          <ac:spMkLst>
            <pc:docMk/>
            <pc:sldMk cId="2629326266" sldId="498"/>
            <ac:spMk id="2" creationId="{AAE7123C-11DF-42DA-AEA7-FAFFFB1A29D4}"/>
          </ac:spMkLst>
        </pc:spChg>
        <pc:spChg chg="del">
          <ac:chgData name="Cristian Chilipirea" userId="34ab170da5908fc4" providerId="LiveId" clId="{DFE5141E-F98E-42EA-B1E4-556BAE62F36F}" dt="2019-10-13T10:28:23.182" v="179" actId="478"/>
          <ac:spMkLst>
            <pc:docMk/>
            <pc:sldMk cId="2629326266" sldId="498"/>
            <ac:spMk id="3" creationId="{1A0D2660-9E09-4EF0-83A2-13B457ED09B2}"/>
          </ac:spMkLst>
        </pc:spChg>
        <pc:spChg chg="add del">
          <ac:chgData name="Cristian Chilipirea" userId="34ab170da5908fc4" providerId="LiveId" clId="{DFE5141E-F98E-42EA-B1E4-556BAE62F36F}" dt="2019-10-13T10:28:29.231" v="181"/>
          <ac:spMkLst>
            <pc:docMk/>
            <pc:sldMk cId="2629326266" sldId="498"/>
            <ac:spMk id="4" creationId="{9A23F952-28B9-4967-A00C-D04DD90819F6}"/>
          </ac:spMkLst>
        </pc:spChg>
        <pc:spChg chg="add del">
          <ac:chgData name="Cristian Chilipirea" userId="34ab170da5908fc4" providerId="LiveId" clId="{DFE5141E-F98E-42EA-B1E4-556BAE62F36F}" dt="2019-10-13T10:28:34.016" v="185"/>
          <ac:spMkLst>
            <pc:docMk/>
            <pc:sldMk cId="2629326266" sldId="498"/>
            <ac:spMk id="5" creationId="{C3BE2D1F-6207-4DA0-A3FD-558E9FD4D037}"/>
          </ac:spMkLst>
        </pc:spChg>
        <pc:spChg chg="add del">
          <ac:chgData name="Cristian Chilipirea" userId="34ab170da5908fc4" providerId="LiveId" clId="{DFE5141E-F98E-42EA-B1E4-556BAE62F36F}" dt="2019-10-13T10:28:34.016" v="185"/>
          <ac:spMkLst>
            <pc:docMk/>
            <pc:sldMk cId="2629326266" sldId="498"/>
            <ac:spMk id="6" creationId="{026EF972-B920-457E-8BC6-557CF3B563C6}"/>
          </ac:spMkLst>
        </pc:spChg>
        <pc:spChg chg="add del">
          <ac:chgData name="Cristian Chilipirea" userId="34ab170da5908fc4" providerId="LiveId" clId="{DFE5141E-F98E-42EA-B1E4-556BAE62F36F}" dt="2019-10-13T10:28:34.016" v="185"/>
          <ac:spMkLst>
            <pc:docMk/>
            <pc:sldMk cId="2629326266" sldId="498"/>
            <ac:spMk id="7" creationId="{C0242D7E-8062-4CAD-9252-9E7BE8297B7B}"/>
          </ac:spMkLst>
        </pc:spChg>
        <pc:spChg chg="add del">
          <ac:chgData name="Cristian Chilipirea" userId="34ab170da5908fc4" providerId="LiveId" clId="{DFE5141E-F98E-42EA-B1E4-556BAE62F36F}" dt="2019-10-13T10:28:34.016" v="185"/>
          <ac:spMkLst>
            <pc:docMk/>
            <pc:sldMk cId="2629326266" sldId="498"/>
            <ac:spMk id="8" creationId="{950DDD88-7FBA-47FB-B26C-9BFAA0A20F09}"/>
          </ac:spMkLst>
        </pc:spChg>
        <pc:spChg chg="add del">
          <ac:chgData name="Cristian Chilipirea" userId="34ab170da5908fc4" providerId="LiveId" clId="{DFE5141E-F98E-42EA-B1E4-556BAE62F36F}" dt="2019-10-13T10:28:34.016" v="185"/>
          <ac:spMkLst>
            <pc:docMk/>
            <pc:sldMk cId="2629326266" sldId="498"/>
            <ac:spMk id="9" creationId="{B83415F3-F76A-4781-8E55-D68FF5CEE2FC}"/>
          </ac:spMkLst>
        </pc:spChg>
        <pc:spChg chg="add del">
          <ac:chgData name="Cristian Chilipirea" userId="34ab170da5908fc4" providerId="LiveId" clId="{DFE5141E-F98E-42EA-B1E4-556BAE62F36F}" dt="2019-10-13T10:28:34.016" v="185"/>
          <ac:spMkLst>
            <pc:docMk/>
            <pc:sldMk cId="2629326266" sldId="498"/>
            <ac:spMk id="10" creationId="{5FBD0887-59F3-41AD-9522-34E9A2500691}"/>
          </ac:spMkLst>
        </pc:spChg>
        <pc:spChg chg="add del">
          <ac:chgData name="Cristian Chilipirea" userId="34ab170da5908fc4" providerId="LiveId" clId="{DFE5141E-F98E-42EA-B1E4-556BAE62F36F}" dt="2019-10-13T10:28:34.016" v="185"/>
          <ac:spMkLst>
            <pc:docMk/>
            <pc:sldMk cId="2629326266" sldId="498"/>
            <ac:spMk id="11" creationId="{74578CE7-001D-4B64-A924-17A24916A8ED}"/>
          </ac:spMkLst>
        </pc:spChg>
        <pc:spChg chg="add del">
          <ac:chgData name="Cristian Chilipirea" userId="34ab170da5908fc4" providerId="LiveId" clId="{DFE5141E-F98E-42EA-B1E4-556BAE62F36F}" dt="2019-10-13T10:28:34.016" v="185"/>
          <ac:spMkLst>
            <pc:docMk/>
            <pc:sldMk cId="2629326266" sldId="498"/>
            <ac:spMk id="16" creationId="{A6BACB83-C4D6-462C-93ED-8C73E5DAB045}"/>
          </ac:spMkLst>
        </pc:spChg>
        <pc:spChg chg="add">
          <ac:chgData name="Cristian Chilipirea" userId="34ab170da5908fc4" providerId="LiveId" clId="{DFE5141E-F98E-42EA-B1E4-556BAE62F36F}" dt="2019-10-13T10:28:34.022" v="186"/>
          <ac:spMkLst>
            <pc:docMk/>
            <pc:sldMk cId="2629326266" sldId="498"/>
            <ac:spMk id="18" creationId="{3DA3394C-688E-4318-B9F8-C65F3259968A}"/>
          </ac:spMkLst>
        </pc:spChg>
        <pc:spChg chg="add">
          <ac:chgData name="Cristian Chilipirea" userId="34ab170da5908fc4" providerId="LiveId" clId="{DFE5141E-F98E-42EA-B1E4-556BAE62F36F}" dt="2019-10-13T10:28:34.022" v="186"/>
          <ac:spMkLst>
            <pc:docMk/>
            <pc:sldMk cId="2629326266" sldId="498"/>
            <ac:spMk id="19" creationId="{EC91FB91-E04B-4B7E-9759-6F45FD65ACD9}"/>
          </ac:spMkLst>
        </pc:spChg>
        <pc:spChg chg="add">
          <ac:chgData name="Cristian Chilipirea" userId="34ab170da5908fc4" providerId="LiveId" clId="{DFE5141E-F98E-42EA-B1E4-556BAE62F36F}" dt="2019-10-13T10:28:34.022" v="186"/>
          <ac:spMkLst>
            <pc:docMk/>
            <pc:sldMk cId="2629326266" sldId="498"/>
            <ac:spMk id="20" creationId="{14C8C1E9-A28C-466A-B1C1-7201750D8E1C}"/>
          </ac:spMkLst>
        </pc:spChg>
        <pc:spChg chg="add">
          <ac:chgData name="Cristian Chilipirea" userId="34ab170da5908fc4" providerId="LiveId" clId="{DFE5141E-F98E-42EA-B1E4-556BAE62F36F}" dt="2019-10-13T10:28:34.022" v="186"/>
          <ac:spMkLst>
            <pc:docMk/>
            <pc:sldMk cId="2629326266" sldId="498"/>
            <ac:spMk id="21" creationId="{18CCA0C5-60AF-4C04-8E01-6DD1D7B997C1}"/>
          </ac:spMkLst>
        </pc:spChg>
        <pc:spChg chg="add">
          <ac:chgData name="Cristian Chilipirea" userId="34ab170da5908fc4" providerId="LiveId" clId="{DFE5141E-F98E-42EA-B1E4-556BAE62F36F}" dt="2019-10-13T10:28:34.022" v="186"/>
          <ac:spMkLst>
            <pc:docMk/>
            <pc:sldMk cId="2629326266" sldId="498"/>
            <ac:spMk id="22" creationId="{5E71B793-CA60-49E1-AF0D-0EE1423AD68D}"/>
          </ac:spMkLst>
        </pc:spChg>
        <pc:spChg chg="add">
          <ac:chgData name="Cristian Chilipirea" userId="34ab170da5908fc4" providerId="LiveId" clId="{DFE5141E-F98E-42EA-B1E4-556BAE62F36F}" dt="2019-10-13T10:28:34.022" v="186"/>
          <ac:spMkLst>
            <pc:docMk/>
            <pc:sldMk cId="2629326266" sldId="498"/>
            <ac:spMk id="23" creationId="{D5500221-9C88-452D-B8F1-3084A722094B}"/>
          </ac:spMkLst>
        </pc:spChg>
        <pc:spChg chg="add">
          <ac:chgData name="Cristian Chilipirea" userId="34ab170da5908fc4" providerId="LiveId" clId="{DFE5141E-F98E-42EA-B1E4-556BAE62F36F}" dt="2019-10-13T10:28:34.022" v="186"/>
          <ac:spMkLst>
            <pc:docMk/>
            <pc:sldMk cId="2629326266" sldId="498"/>
            <ac:spMk id="24" creationId="{68BCAE92-F490-4F61-A122-59E4DC6BEAF3}"/>
          </ac:spMkLst>
        </pc:spChg>
        <pc:spChg chg="add">
          <ac:chgData name="Cristian Chilipirea" userId="34ab170da5908fc4" providerId="LiveId" clId="{DFE5141E-F98E-42EA-B1E4-556BAE62F36F}" dt="2019-10-13T10:28:34.022" v="186"/>
          <ac:spMkLst>
            <pc:docMk/>
            <pc:sldMk cId="2629326266" sldId="498"/>
            <ac:spMk id="29" creationId="{88D4E187-6B9B-4169-A3B8-0D4AEDEC7927}"/>
          </ac:spMkLst>
        </pc:spChg>
        <pc:cxnChg chg="add del">
          <ac:chgData name="Cristian Chilipirea" userId="34ab170da5908fc4" providerId="LiveId" clId="{DFE5141E-F98E-42EA-B1E4-556BAE62F36F}" dt="2019-10-13T10:28:34.016" v="185"/>
          <ac:cxnSpMkLst>
            <pc:docMk/>
            <pc:sldMk cId="2629326266" sldId="498"/>
            <ac:cxnSpMk id="12" creationId="{15ABC223-EB82-45AE-8E19-8AE08B4B5131}"/>
          </ac:cxnSpMkLst>
        </pc:cxnChg>
        <pc:cxnChg chg="add del">
          <ac:chgData name="Cristian Chilipirea" userId="34ab170da5908fc4" providerId="LiveId" clId="{DFE5141E-F98E-42EA-B1E4-556BAE62F36F}" dt="2019-10-13T10:28:34.016" v="185"/>
          <ac:cxnSpMkLst>
            <pc:docMk/>
            <pc:sldMk cId="2629326266" sldId="498"/>
            <ac:cxnSpMk id="13" creationId="{56E9CEFB-6ADC-4141-B28C-DA467E6C6B05}"/>
          </ac:cxnSpMkLst>
        </pc:cxnChg>
        <pc:cxnChg chg="add del">
          <ac:chgData name="Cristian Chilipirea" userId="34ab170da5908fc4" providerId="LiveId" clId="{DFE5141E-F98E-42EA-B1E4-556BAE62F36F}" dt="2019-10-13T10:28:34.016" v="185"/>
          <ac:cxnSpMkLst>
            <pc:docMk/>
            <pc:sldMk cId="2629326266" sldId="498"/>
            <ac:cxnSpMk id="14" creationId="{606F354D-8F56-4985-9039-A1133D520E76}"/>
          </ac:cxnSpMkLst>
        </pc:cxnChg>
        <pc:cxnChg chg="add del">
          <ac:chgData name="Cristian Chilipirea" userId="34ab170da5908fc4" providerId="LiveId" clId="{DFE5141E-F98E-42EA-B1E4-556BAE62F36F}" dt="2019-10-13T10:28:34.016" v="185"/>
          <ac:cxnSpMkLst>
            <pc:docMk/>
            <pc:sldMk cId="2629326266" sldId="498"/>
            <ac:cxnSpMk id="15" creationId="{3C05CBC9-D0FD-46BD-BB40-1FB935E0430A}"/>
          </ac:cxnSpMkLst>
        </pc:cxnChg>
        <pc:cxnChg chg="add del">
          <ac:chgData name="Cristian Chilipirea" userId="34ab170da5908fc4" providerId="LiveId" clId="{DFE5141E-F98E-42EA-B1E4-556BAE62F36F}" dt="2019-10-13T10:28:34.016" v="185"/>
          <ac:cxnSpMkLst>
            <pc:docMk/>
            <pc:sldMk cId="2629326266" sldId="498"/>
            <ac:cxnSpMk id="17" creationId="{B20F90A5-EDEB-4A2B-8AB0-1BA954354FA1}"/>
          </ac:cxnSpMkLst>
        </pc:cxnChg>
        <pc:cxnChg chg="add">
          <ac:chgData name="Cristian Chilipirea" userId="34ab170da5908fc4" providerId="LiveId" clId="{DFE5141E-F98E-42EA-B1E4-556BAE62F36F}" dt="2019-10-13T10:28:34.022" v="186"/>
          <ac:cxnSpMkLst>
            <pc:docMk/>
            <pc:sldMk cId="2629326266" sldId="498"/>
            <ac:cxnSpMk id="25" creationId="{8B517026-36A6-4309-B11B-B8DC2BB8ED10}"/>
          </ac:cxnSpMkLst>
        </pc:cxnChg>
        <pc:cxnChg chg="add">
          <ac:chgData name="Cristian Chilipirea" userId="34ab170da5908fc4" providerId="LiveId" clId="{DFE5141E-F98E-42EA-B1E4-556BAE62F36F}" dt="2019-10-13T10:28:34.022" v="186"/>
          <ac:cxnSpMkLst>
            <pc:docMk/>
            <pc:sldMk cId="2629326266" sldId="498"/>
            <ac:cxnSpMk id="26" creationId="{DE4EE115-0E8F-43E6-AA3D-18DEE4CF1616}"/>
          </ac:cxnSpMkLst>
        </pc:cxnChg>
        <pc:cxnChg chg="add">
          <ac:chgData name="Cristian Chilipirea" userId="34ab170da5908fc4" providerId="LiveId" clId="{DFE5141E-F98E-42EA-B1E4-556BAE62F36F}" dt="2019-10-13T10:28:34.022" v="186"/>
          <ac:cxnSpMkLst>
            <pc:docMk/>
            <pc:sldMk cId="2629326266" sldId="498"/>
            <ac:cxnSpMk id="27" creationId="{ECF0CB4E-93CF-4E95-811C-C042810A3B2A}"/>
          </ac:cxnSpMkLst>
        </pc:cxnChg>
        <pc:cxnChg chg="add">
          <ac:chgData name="Cristian Chilipirea" userId="34ab170da5908fc4" providerId="LiveId" clId="{DFE5141E-F98E-42EA-B1E4-556BAE62F36F}" dt="2019-10-13T10:28:34.022" v="186"/>
          <ac:cxnSpMkLst>
            <pc:docMk/>
            <pc:sldMk cId="2629326266" sldId="498"/>
            <ac:cxnSpMk id="28" creationId="{7D33E52F-E501-4286-8042-692B1C7B332C}"/>
          </ac:cxnSpMkLst>
        </pc:cxnChg>
        <pc:cxnChg chg="add">
          <ac:chgData name="Cristian Chilipirea" userId="34ab170da5908fc4" providerId="LiveId" clId="{DFE5141E-F98E-42EA-B1E4-556BAE62F36F}" dt="2019-10-13T10:28:34.022" v="186"/>
          <ac:cxnSpMkLst>
            <pc:docMk/>
            <pc:sldMk cId="2629326266" sldId="498"/>
            <ac:cxnSpMk id="30" creationId="{E0EAE269-313C-44C8-84C9-0450E9B9AA92}"/>
          </ac:cxnSpMkLst>
        </pc:cxnChg>
      </pc:sldChg>
      <pc:sldChg chg="del">
        <pc:chgData name="Cristian Chilipirea" userId="34ab170da5908fc4" providerId="LiveId" clId="{DFE5141E-F98E-42EA-B1E4-556BAE62F36F}" dt="2019-10-13T10:23:38.962" v="12" actId="2696"/>
        <pc:sldMkLst>
          <pc:docMk/>
          <pc:sldMk cId="4024201569" sldId="498"/>
        </pc:sldMkLst>
      </pc:sldChg>
      <pc:sldChg chg="del">
        <pc:chgData name="Cristian Chilipirea" userId="34ab170da5908fc4" providerId="LiveId" clId="{DFE5141E-F98E-42EA-B1E4-556BAE62F36F}" dt="2019-10-13T10:23:38.988" v="13" actId="2696"/>
        <pc:sldMkLst>
          <pc:docMk/>
          <pc:sldMk cId="842792041" sldId="499"/>
        </pc:sldMkLst>
      </pc:sldChg>
      <pc:sldChg chg="addSp delSp modSp add">
        <pc:chgData name="Cristian Chilipirea" userId="34ab170da5908fc4" providerId="LiveId" clId="{DFE5141E-F98E-42EA-B1E4-556BAE62F36F}" dt="2019-10-13T10:28:49.159" v="193" actId="1076"/>
        <pc:sldMkLst>
          <pc:docMk/>
          <pc:sldMk cId="1164803092" sldId="499"/>
        </pc:sldMkLst>
        <pc:spChg chg="mod">
          <ac:chgData name="Cristian Chilipirea" userId="34ab170da5908fc4" providerId="LiveId" clId="{DFE5141E-F98E-42EA-B1E4-556BAE62F36F}" dt="2019-10-13T10:28:39.727" v="188"/>
          <ac:spMkLst>
            <pc:docMk/>
            <pc:sldMk cId="1164803092" sldId="499"/>
            <ac:spMk id="2" creationId="{F1FD68AE-A817-4099-B941-E37A89ABA0F5}"/>
          </ac:spMkLst>
        </pc:spChg>
        <pc:spChg chg="del">
          <ac:chgData name="Cristian Chilipirea" userId="34ab170da5908fc4" providerId="LiveId" clId="{DFE5141E-F98E-42EA-B1E4-556BAE62F36F}" dt="2019-10-13T10:28:41.975" v="189" actId="478"/>
          <ac:spMkLst>
            <pc:docMk/>
            <pc:sldMk cId="1164803092" sldId="499"/>
            <ac:spMk id="3" creationId="{208A82EC-AA62-4E37-B6AC-602EA85CB754}"/>
          </ac:spMkLst>
        </pc:spChg>
        <pc:spChg chg="add del">
          <ac:chgData name="Cristian Chilipirea" userId="34ab170da5908fc4" providerId="LiveId" clId="{DFE5141E-F98E-42EA-B1E4-556BAE62F36F}" dt="2019-10-13T10:28:46.791" v="191"/>
          <ac:spMkLst>
            <pc:docMk/>
            <pc:sldMk cId="1164803092" sldId="499"/>
            <ac:spMk id="4" creationId="{7BF342C7-CFFE-469B-B225-03578E0CC067}"/>
          </ac:spMkLst>
        </pc:spChg>
        <pc:spChg chg="add mod">
          <ac:chgData name="Cristian Chilipirea" userId="34ab170da5908fc4" providerId="LiveId" clId="{DFE5141E-F98E-42EA-B1E4-556BAE62F36F}" dt="2019-10-13T10:28:49.159" v="193" actId="1076"/>
          <ac:spMkLst>
            <pc:docMk/>
            <pc:sldMk cId="1164803092" sldId="499"/>
            <ac:spMk id="5" creationId="{31AD5518-DE2B-42A6-8512-4B99CBD803D6}"/>
          </ac:spMkLst>
        </pc:spChg>
      </pc:sldChg>
      <pc:sldChg chg="del">
        <pc:chgData name="Cristian Chilipirea" userId="34ab170da5908fc4" providerId="LiveId" clId="{DFE5141E-F98E-42EA-B1E4-556BAE62F36F}" dt="2019-10-13T10:23:39.019" v="14" actId="2696"/>
        <pc:sldMkLst>
          <pc:docMk/>
          <pc:sldMk cId="2705758714" sldId="500"/>
        </pc:sldMkLst>
      </pc:sldChg>
      <pc:sldChg chg="addSp delSp modSp add">
        <pc:chgData name="Cristian Chilipirea" userId="34ab170da5908fc4" providerId="LiveId" clId="{DFE5141E-F98E-42EA-B1E4-556BAE62F36F}" dt="2019-10-13T10:29:20.194" v="207" actId="1076"/>
        <pc:sldMkLst>
          <pc:docMk/>
          <pc:sldMk cId="3143592503" sldId="500"/>
        </pc:sldMkLst>
        <pc:spChg chg="mod">
          <ac:chgData name="Cristian Chilipirea" userId="34ab170da5908fc4" providerId="LiveId" clId="{DFE5141E-F98E-42EA-B1E4-556BAE62F36F}" dt="2019-10-13T10:29:20.194" v="207" actId="1076"/>
          <ac:spMkLst>
            <pc:docMk/>
            <pc:sldMk cId="3143592503" sldId="500"/>
            <ac:spMk id="2" creationId="{43FF6C61-7850-4A31-91F3-4708EA2852A2}"/>
          </ac:spMkLst>
        </pc:spChg>
        <pc:spChg chg="del">
          <ac:chgData name="Cristian Chilipirea" userId="34ab170da5908fc4" providerId="LiveId" clId="{DFE5141E-F98E-42EA-B1E4-556BAE62F36F}" dt="2019-10-13T10:28:57.719" v="196" actId="478"/>
          <ac:spMkLst>
            <pc:docMk/>
            <pc:sldMk cId="3143592503" sldId="500"/>
            <ac:spMk id="3" creationId="{FEEED583-3489-43EE-A27E-DF45B95A2E49}"/>
          </ac:spMkLst>
        </pc:spChg>
        <pc:spChg chg="add del">
          <ac:chgData name="Cristian Chilipirea" userId="34ab170da5908fc4" providerId="LiveId" clId="{DFE5141E-F98E-42EA-B1E4-556BAE62F36F}" dt="2019-10-13T10:29:03.364" v="198"/>
          <ac:spMkLst>
            <pc:docMk/>
            <pc:sldMk cId="3143592503" sldId="500"/>
            <ac:spMk id="4" creationId="{1B6563F1-4461-455C-BE0B-E3466925661D}"/>
          </ac:spMkLst>
        </pc:spChg>
        <pc:spChg chg="add del mod">
          <ac:chgData name="Cristian Chilipirea" userId="34ab170da5908fc4" providerId="LiveId" clId="{DFE5141E-F98E-42EA-B1E4-556BAE62F36F}" dt="2019-10-13T10:29:07.707" v="202"/>
          <ac:spMkLst>
            <pc:docMk/>
            <pc:sldMk cId="3143592503" sldId="500"/>
            <ac:spMk id="5" creationId="{CF21F983-FAFD-404C-BCBE-A54D6209CBCA}"/>
          </ac:spMkLst>
        </pc:spChg>
        <pc:spChg chg="add del">
          <ac:chgData name="Cristian Chilipirea" userId="34ab170da5908fc4" providerId="LiveId" clId="{DFE5141E-F98E-42EA-B1E4-556BAE62F36F}" dt="2019-10-13T10:29:12.639" v="204"/>
          <ac:spMkLst>
            <pc:docMk/>
            <pc:sldMk cId="3143592503" sldId="500"/>
            <ac:spMk id="6" creationId="{BA86191D-723A-44FB-A675-C2E5474BF7BD}"/>
          </ac:spMkLst>
        </pc:spChg>
        <pc:spChg chg="add mod">
          <ac:chgData name="Cristian Chilipirea" userId="34ab170da5908fc4" providerId="LiveId" clId="{DFE5141E-F98E-42EA-B1E4-556BAE62F36F}" dt="2019-10-13T10:29:17.366" v="206" actId="1076"/>
          <ac:spMkLst>
            <pc:docMk/>
            <pc:sldMk cId="3143592503" sldId="500"/>
            <ac:spMk id="7" creationId="{B6B324EB-EE9C-497C-A362-434FF6020CC2}"/>
          </ac:spMkLst>
        </pc:spChg>
      </pc:sldChg>
      <pc:sldChg chg="addSp delSp modSp add">
        <pc:chgData name="Cristian Chilipirea" userId="34ab170da5908fc4" providerId="LiveId" clId="{DFE5141E-F98E-42EA-B1E4-556BAE62F36F}" dt="2019-10-13T10:29:35.974" v="214" actId="1076"/>
        <pc:sldMkLst>
          <pc:docMk/>
          <pc:sldMk cId="323294095" sldId="501"/>
        </pc:sldMkLst>
        <pc:spChg chg="mod">
          <ac:chgData name="Cristian Chilipirea" userId="34ab170da5908fc4" providerId="LiveId" clId="{DFE5141E-F98E-42EA-B1E4-556BAE62F36F}" dt="2019-10-13T10:29:27.393" v="209"/>
          <ac:spMkLst>
            <pc:docMk/>
            <pc:sldMk cId="323294095" sldId="501"/>
            <ac:spMk id="2" creationId="{FCA28799-9726-4F8D-A547-BB3440B38A81}"/>
          </ac:spMkLst>
        </pc:spChg>
        <pc:spChg chg="del">
          <ac:chgData name="Cristian Chilipirea" userId="34ab170da5908fc4" providerId="LiveId" clId="{DFE5141E-F98E-42EA-B1E4-556BAE62F36F}" dt="2019-10-13T10:29:29.131" v="210" actId="478"/>
          <ac:spMkLst>
            <pc:docMk/>
            <pc:sldMk cId="323294095" sldId="501"/>
            <ac:spMk id="3" creationId="{1168FD15-559F-4EA7-8EE9-C6F0BCB711AD}"/>
          </ac:spMkLst>
        </pc:spChg>
        <pc:spChg chg="add del">
          <ac:chgData name="Cristian Chilipirea" userId="34ab170da5908fc4" providerId="LiveId" clId="{DFE5141E-F98E-42EA-B1E4-556BAE62F36F}" dt="2019-10-13T10:29:34.249" v="212"/>
          <ac:spMkLst>
            <pc:docMk/>
            <pc:sldMk cId="323294095" sldId="501"/>
            <ac:spMk id="4" creationId="{1E5B8B1B-3A10-4EE0-BD33-B2C292BE72E0}"/>
          </ac:spMkLst>
        </pc:spChg>
        <pc:spChg chg="add mod">
          <ac:chgData name="Cristian Chilipirea" userId="34ab170da5908fc4" providerId="LiveId" clId="{DFE5141E-F98E-42EA-B1E4-556BAE62F36F}" dt="2019-10-13T10:29:35.974" v="214" actId="1076"/>
          <ac:spMkLst>
            <pc:docMk/>
            <pc:sldMk cId="323294095" sldId="501"/>
            <ac:spMk id="38" creationId="{E5846FDE-FF80-42B2-8ADF-F5AFE4D8F5B3}"/>
          </ac:spMkLst>
        </pc:spChg>
        <pc:grpChg chg="add del">
          <ac:chgData name="Cristian Chilipirea" userId="34ab170da5908fc4" providerId="LiveId" clId="{DFE5141E-F98E-42EA-B1E4-556BAE62F36F}" dt="2019-10-13T10:29:34.249" v="212"/>
          <ac:grpSpMkLst>
            <pc:docMk/>
            <pc:sldMk cId="323294095" sldId="501"/>
            <ac:grpSpMk id="5" creationId="{1F6A18E7-0706-44D6-BD64-FC388715F2C2}"/>
          </ac:grpSpMkLst>
        </pc:grpChg>
        <pc:grpChg chg="add mod">
          <ac:chgData name="Cristian Chilipirea" userId="34ab170da5908fc4" providerId="LiveId" clId="{DFE5141E-F98E-42EA-B1E4-556BAE62F36F}" dt="2019-10-13T10:29:35.974" v="214" actId="1076"/>
          <ac:grpSpMkLst>
            <pc:docMk/>
            <pc:sldMk cId="323294095" sldId="501"/>
            <ac:grpSpMk id="39" creationId="{F1D507AB-C17C-4181-A1A3-C8983592C378}"/>
          </ac:grpSpMkLst>
        </pc:grpChg>
        <pc:grpChg chg="mod">
          <ac:chgData name="Cristian Chilipirea" userId="34ab170da5908fc4" providerId="LiveId" clId="{DFE5141E-F98E-42EA-B1E4-556BAE62F36F}" dt="2019-10-13T10:29:35.974" v="214" actId="1076"/>
          <ac:grpSpMkLst>
            <pc:docMk/>
            <pc:sldMk cId="323294095" sldId="501"/>
            <ac:grpSpMk id="40" creationId="{82B0D872-69DF-4936-ABDB-B80C1C6B296A}"/>
          </ac:grpSpMkLst>
        </pc:grpChg>
      </pc:sldChg>
      <pc:sldChg chg="del">
        <pc:chgData name="Cristian Chilipirea" userId="34ab170da5908fc4" providerId="LiveId" clId="{DFE5141E-F98E-42EA-B1E4-556BAE62F36F}" dt="2019-10-13T10:23:39.031" v="15" actId="2696"/>
        <pc:sldMkLst>
          <pc:docMk/>
          <pc:sldMk cId="3947385770" sldId="501"/>
        </pc:sldMkLst>
      </pc:sldChg>
      <pc:sldChg chg="addSp delSp modSp add">
        <pc:chgData name="Cristian Chilipirea" userId="34ab170da5908fc4" providerId="LiveId" clId="{DFE5141E-F98E-42EA-B1E4-556BAE62F36F}" dt="2019-10-13T10:29:50.840" v="221" actId="1076"/>
        <pc:sldMkLst>
          <pc:docMk/>
          <pc:sldMk cId="920455380" sldId="502"/>
        </pc:sldMkLst>
        <pc:spChg chg="mod">
          <ac:chgData name="Cristian Chilipirea" userId="34ab170da5908fc4" providerId="LiveId" clId="{DFE5141E-F98E-42EA-B1E4-556BAE62F36F}" dt="2019-10-13T10:29:41.578" v="216"/>
          <ac:spMkLst>
            <pc:docMk/>
            <pc:sldMk cId="920455380" sldId="502"/>
            <ac:spMk id="2" creationId="{2DA98B28-FCF4-43D3-AA84-66C69425D856}"/>
          </ac:spMkLst>
        </pc:spChg>
        <pc:spChg chg="del">
          <ac:chgData name="Cristian Chilipirea" userId="34ab170da5908fc4" providerId="LiveId" clId="{DFE5141E-F98E-42EA-B1E4-556BAE62F36F}" dt="2019-10-13T10:29:43.659" v="217" actId="478"/>
          <ac:spMkLst>
            <pc:docMk/>
            <pc:sldMk cId="920455380" sldId="502"/>
            <ac:spMk id="3" creationId="{F9F4BA08-8372-4276-8D37-E152DA100D3E}"/>
          </ac:spMkLst>
        </pc:spChg>
        <pc:spChg chg="add del">
          <ac:chgData name="Cristian Chilipirea" userId="34ab170da5908fc4" providerId="LiveId" clId="{DFE5141E-F98E-42EA-B1E4-556BAE62F36F}" dt="2019-10-13T10:29:49.001" v="219"/>
          <ac:spMkLst>
            <pc:docMk/>
            <pc:sldMk cId="920455380" sldId="502"/>
            <ac:spMk id="4" creationId="{3924CB4A-BB66-4C6B-B038-442447BDDCF2}"/>
          </ac:spMkLst>
        </pc:spChg>
        <pc:spChg chg="add mod">
          <ac:chgData name="Cristian Chilipirea" userId="34ab170da5908fc4" providerId="LiveId" clId="{DFE5141E-F98E-42EA-B1E4-556BAE62F36F}" dt="2019-10-13T10:29:50.840" v="221" actId="1076"/>
          <ac:spMkLst>
            <pc:docMk/>
            <pc:sldMk cId="920455380" sldId="502"/>
            <ac:spMk id="5" creationId="{03C64F42-A6A3-49AE-92F2-516F59DD2098}"/>
          </ac:spMkLst>
        </pc:spChg>
      </pc:sldChg>
      <pc:sldChg chg="del">
        <pc:chgData name="Cristian Chilipirea" userId="34ab170da5908fc4" providerId="LiveId" clId="{DFE5141E-F98E-42EA-B1E4-556BAE62F36F}" dt="2019-10-13T10:23:39.069" v="16" actId="2696"/>
        <pc:sldMkLst>
          <pc:docMk/>
          <pc:sldMk cId="4168258613" sldId="502"/>
        </pc:sldMkLst>
      </pc:sldChg>
      <pc:sldChg chg="addSp delSp modSp add">
        <pc:chgData name="Cristian Chilipirea" userId="34ab170da5908fc4" providerId="LiveId" clId="{DFE5141E-F98E-42EA-B1E4-556BAE62F36F}" dt="2019-10-13T10:30:07.743" v="228" actId="1076"/>
        <pc:sldMkLst>
          <pc:docMk/>
          <pc:sldMk cId="632472671" sldId="503"/>
        </pc:sldMkLst>
        <pc:spChg chg="mod">
          <ac:chgData name="Cristian Chilipirea" userId="34ab170da5908fc4" providerId="LiveId" clId="{DFE5141E-F98E-42EA-B1E4-556BAE62F36F}" dt="2019-10-13T10:29:58.050" v="223"/>
          <ac:spMkLst>
            <pc:docMk/>
            <pc:sldMk cId="632472671" sldId="503"/>
            <ac:spMk id="2" creationId="{A8188666-8820-4B3C-AEEF-71DFF421132D}"/>
          </ac:spMkLst>
        </pc:spChg>
        <pc:spChg chg="del">
          <ac:chgData name="Cristian Chilipirea" userId="34ab170da5908fc4" providerId="LiveId" clId="{DFE5141E-F98E-42EA-B1E4-556BAE62F36F}" dt="2019-10-13T10:29:59.795" v="224" actId="478"/>
          <ac:spMkLst>
            <pc:docMk/>
            <pc:sldMk cId="632472671" sldId="503"/>
            <ac:spMk id="3" creationId="{DAE85C53-CD7B-42F7-9874-EADC46B237E8}"/>
          </ac:spMkLst>
        </pc:spChg>
        <pc:spChg chg="add del">
          <ac:chgData name="Cristian Chilipirea" userId="34ab170da5908fc4" providerId="LiveId" clId="{DFE5141E-F98E-42EA-B1E4-556BAE62F36F}" dt="2019-10-13T10:30:04.788" v="226"/>
          <ac:spMkLst>
            <pc:docMk/>
            <pc:sldMk cId="632472671" sldId="503"/>
            <ac:spMk id="4" creationId="{47591B49-808D-4F55-A729-CA07ED93D54E}"/>
          </ac:spMkLst>
        </pc:spChg>
        <pc:spChg chg="add mod">
          <ac:chgData name="Cristian Chilipirea" userId="34ab170da5908fc4" providerId="LiveId" clId="{DFE5141E-F98E-42EA-B1E4-556BAE62F36F}" dt="2019-10-13T10:30:07.743" v="228" actId="1076"/>
          <ac:spMkLst>
            <pc:docMk/>
            <pc:sldMk cId="632472671" sldId="503"/>
            <ac:spMk id="38" creationId="{B425CCD1-E5F4-4AEC-A3B0-89A5ECC2568D}"/>
          </ac:spMkLst>
        </pc:spChg>
        <pc:grpChg chg="add del">
          <ac:chgData name="Cristian Chilipirea" userId="34ab170da5908fc4" providerId="LiveId" clId="{DFE5141E-F98E-42EA-B1E4-556BAE62F36F}" dt="2019-10-13T10:30:04.788" v="226"/>
          <ac:grpSpMkLst>
            <pc:docMk/>
            <pc:sldMk cId="632472671" sldId="503"/>
            <ac:grpSpMk id="5" creationId="{0DDCFFEF-2800-4767-AFF7-89C0767C9B0D}"/>
          </ac:grpSpMkLst>
        </pc:grpChg>
        <pc:grpChg chg="add mod">
          <ac:chgData name="Cristian Chilipirea" userId="34ab170da5908fc4" providerId="LiveId" clId="{DFE5141E-F98E-42EA-B1E4-556BAE62F36F}" dt="2019-10-13T10:30:07.743" v="228" actId="1076"/>
          <ac:grpSpMkLst>
            <pc:docMk/>
            <pc:sldMk cId="632472671" sldId="503"/>
            <ac:grpSpMk id="39" creationId="{D71C0C34-10DF-4B7D-B079-D0A2CB23D484}"/>
          </ac:grpSpMkLst>
        </pc:grpChg>
        <pc:grpChg chg="mod">
          <ac:chgData name="Cristian Chilipirea" userId="34ab170da5908fc4" providerId="LiveId" clId="{DFE5141E-F98E-42EA-B1E4-556BAE62F36F}" dt="2019-10-13T10:30:07.743" v="228" actId="1076"/>
          <ac:grpSpMkLst>
            <pc:docMk/>
            <pc:sldMk cId="632472671" sldId="503"/>
            <ac:grpSpMk id="40" creationId="{C4E44256-AB16-4B63-B985-184DB0A24EE4}"/>
          </ac:grpSpMkLst>
        </pc:grpChg>
        <pc:grpChg chg="mod">
          <ac:chgData name="Cristian Chilipirea" userId="34ab170da5908fc4" providerId="LiveId" clId="{DFE5141E-F98E-42EA-B1E4-556BAE62F36F}" dt="2019-10-13T10:30:07.743" v="228" actId="1076"/>
          <ac:grpSpMkLst>
            <pc:docMk/>
            <pc:sldMk cId="632472671" sldId="503"/>
            <ac:grpSpMk id="41" creationId="{7B3B10D9-2E94-4592-91E2-41B4C51DFA8A}"/>
          </ac:grpSpMkLst>
        </pc:grpChg>
      </pc:sldChg>
      <pc:sldChg chg="del">
        <pc:chgData name="Cristian Chilipirea" userId="34ab170da5908fc4" providerId="LiveId" clId="{DFE5141E-F98E-42EA-B1E4-556BAE62F36F}" dt="2019-10-13T10:23:39.100" v="17" actId="2696"/>
        <pc:sldMkLst>
          <pc:docMk/>
          <pc:sldMk cId="869789185" sldId="503"/>
        </pc:sldMkLst>
      </pc:sldChg>
      <pc:sldChg chg="addSp delSp modSp add">
        <pc:chgData name="Cristian Chilipirea" userId="34ab170da5908fc4" providerId="LiveId" clId="{DFE5141E-F98E-42EA-B1E4-556BAE62F36F}" dt="2019-10-13T10:30:24.011" v="235" actId="1076"/>
        <pc:sldMkLst>
          <pc:docMk/>
          <pc:sldMk cId="990531940" sldId="504"/>
        </pc:sldMkLst>
        <pc:spChg chg="mod">
          <ac:chgData name="Cristian Chilipirea" userId="34ab170da5908fc4" providerId="LiveId" clId="{DFE5141E-F98E-42EA-B1E4-556BAE62F36F}" dt="2019-10-13T10:30:15.779" v="230"/>
          <ac:spMkLst>
            <pc:docMk/>
            <pc:sldMk cId="990531940" sldId="504"/>
            <ac:spMk id="2" creationId="{0DBDA194-9F67-42A9-A741-90A57162F98C}"/>
          </ac:spMkLst>
        </pc:spChg>
        <pc:spChg chg="del">
          <ac:chgData name="Cristian Chilipirea" userId="34ab170da5908fc4" providerId="LiveId" clId="{DFE5141E-F98E-42EA-B1E4-556BAE62F36F}" dt="2019-10-13T10:30:17.123" v="231" actId="478"/>
          <ac:spMkLst>
            <pc:docMk/>
            <pc:sldMk cId="990531940" sldId="504"/>
            <ac:spMk id="3" creationId="{D73E6EFE-DFAB-4311-AA04-6228019223AE}"/>
          </ac:spMkLst>
        </pc:spChg>
        <pc:spChg chg="add del">
          <ac:chgData name="Cristian Chilipirea" userId="34ab170da5908fc4" providerId="LiveId" clId="{DFE5141E-F98E-42EA-B1E4-556BAE62F36F}" dt="2019-10-13T10:30:21.971" v="233"/>
          <ac:spMkLst>
            <pc:docMk/>
            <pc:sldMk cId="990531940" sldId="504"/>
            <ac:spMk id="4" creationId="{9A3C844D-9ED9-435C-A008-FBC3AECAE541}"/>
          </ac:spMkLst>
        </pc:spChg>
        <pc:spChg chg="add mod">
          <ac:chgData name="Cristian Chilipirea" userId="34ab170da5908fc4" providerId="LiveId" clId="{DFE5141E-F98E-42EA-B1E4-556BAE62F36F}" dt="2019-10-13T10:30:24.011" v="235" actId="1076"/>
          <ac:spMkLst>
            <pc:docMk/>
            <pc:sldMk cId="990531940" sldId="504"/>
            <ac:spMk id="5" creationId="{3416AC49-492E-412D-B4CF-DA49D0BCA179}"/>
          </ac:spMkLst>
        </pc:spChg>
      </pc:sldChg>
      <pc:sldChg chg="del">
        <pc:chgData name="Cristian Chilipirea" userId="34ab170da5908fc4" providerId="LiveId" clId="{DFE5141E-F98E-42EA-B1E4-556BAE62F36F}" dt="2019-10-13T10:23:39.145" v="18" actId="2696"/>
        <pc:sldMkLst>
          <pc:docMk/>
          <pc:sldMk cId="1043207232" sldId="504"/>
        </pc:sldMkLst>
      </pc:sldChg>
      <pc:sldChg chg="addSp delSp modSp add">
        <pc:chgData name="Cristian Chilipirea" userId="34ab170da5908fc4" providerId="LiveId" clId="{DFE5141E-F98E-42EA-B1E4-556BAE62F36F}" dt="2019-10-13T10:30:40.265" v="242" actId="1076"/>
        <pc:sldMkLst>
          <pc:docMk/>
          <pc:sldMk cId="376932228" sldId="505"/>
        </pc:sldMkLst>
        <pc:spChg chg="mod">
          <ac:chgData name="Cristian Chilipirea" userId="34ab170da5908fc4" providerId="LiveId" clId="{DFE5141E-F98E-42EA-B1E4-556BAE62F36F}" dt="2019-10-13T10:30:29.603" v="237"/>
          <ac:spMkLst>
            <pc:docMk/>
            <pc:sldMk cId="376932228" sldId="505"/>
            <ac:spMk id="2" creationId="{D98F2BD6-7F68-4B80-8386-4E3BB85CCCF1}"/>
          </ac:spMkLst>
        </pc:spChg>
        <pc:spChg chg="del">
          <ac:chgData name="Cristian Chilipirea" userId="34ab170da5908fc4" providerId="LiveId" clId="{DFE5141E-F98E-42EA-B1E4-556BAE62F36F}" dt="2019-10-13T10:30:31.866" v="238" actId="478"/>
          <ac:spMkLst>
            <pc:docMk/>
            <pc:sldMk cId="376932228" sldId="505"/>
            <ac:spMk id="3" creationId="{229064D9-34F3-4FC8-8854-67124A42B0E1}"/>
          </ac:spMkLst>
        </pc:spChg>
        <pc:spChg chg="add del">
          <ac:chgData name="Cristian Chilipirea" userId="34ab170da5908fc4" providerId="LiveId" clId="{DFE5141E-F98E-42EA-B1E4-556BAE62F36F}" dt="2019-10-13T10:30:37.724" v="240"/>
          <ac:spMkLst>
            <pc:docMk/>
            <pc:sldMk cId="376932228" sldId="505"/>
            <ac:spMk id="4" creationId="{D3C4E5DD-456C-4A4A-AC57-FE9CFC21E862}"/>
          </ac:spMkLst>
        </pc:spChg>
        <pc:spChg chg="add mod">
          <ac:chgData name="Cristian Chilipirea" userId="34ab170da5908fc4" providerId="LiveId" clId="{DFE5141E-F98E-42EA-B1E4-556BAE62F36F}" dt="2019-10-13T10:30:40.265" v="242" actId="1076"/>
          <ac:spMkLst>
            <pc:docMk/>
            <pc:sldMk cId="376932228" sldId="505"/>
            <ac:spMk id="5" creationId="{811956A4-5553-4B87-88A0-053009647898}"/>
          </ac:spMkLst>
        </pc:spChg>
      </pc:sldChg>
      <pc:sldChg chg="del">
        <pc:chgData name="Cristian Chilipirea" userId="34ab170da5908fc4" providerId="LiveId" clId="{DFE5141E-F98E-42EA-B1E4-556BAE62F36F}" dt="2019-10-13T10:23:39.160" v="19" actId="2696"/>
        <pc:sldMkLst>
          <pc:docMk/>
          <pc:sldMk cId="3765374340" sldId="505"/>
        </pc:sldMkLst>
      </pc:sldChg>
      <pc:sldChg chg="addSp delSp modSp add">
        <pc:chgData name="Cristian Chilipirea" userId="34ab170da5908fc4" providerId="LiveId" clId="{DFE5141E-F98E-42EA-B1E4-556BAE62F36F}" dt="2019-10-13T10:31:03.727" v="249" actId="1076"/>
        <pc:sldMkLst>
          <pc:docMk/>
          <pc:sldMk cId="2147758185" sldId="506"/>
        </pc:sldMkLst>
        <pc:spChg chg="mod">
          <ac:chgData name="Cristian Chilipirea" userId="34ab170da5908fc4" providerId="LiveId" clId="{DFE5141E-F98E-42EA-B1E4-556BAE62F36F}" dt="2019-10-13T10:30:53.076" v="244"/>
          <ac:spMkLst>
            <pc:docMk/>
            <pc:sldMk cId="2147758185" sldId="506"/>
            <ac:spMk id="2" creationId="{0C14981F-5051-4E6D-BE37-F7B02F5CF723}"/>
          </ac:spMkLst>
        </pc:spChg>
        <pc:spChg chg="del">
          <ac:chgData name="Cristian Chilipirea" userId="34ab170da5908fc4" providerId="LiveId" clId="{DFE5141E-F98E-42EA-B1E4-556BAE62F36F}" dt="2019-10-13T10:30:55.179" v="245" actId="478"/>
          <ac:spMkLst>
            <pc:docMk/>
            <pc:sldMk cId="2147758185" sldId="506"/>
            <ac:spMk id="3" creationId="{7759144D-7D88-41F8-AA1A-19C9789AD931}"/>
          </ac:spMkLst>
        </pc:spChg>
        <pc:spChg chg="add del">
          <ac:chgData name="Cristian Chilipirea" userId="34ab170da5908fc4" providerId="LiveId" clId="{DFE5141E-F98E-42EA-B1E4-556BAE62F36F}" dt="2019-10-13T10:31:00.689" v="247"/>
          <ac:spMkLst>
            <pc:docMk/>
            <pc:sldMk cId="2147758185" sldId="506"/>
            <ac:spMk id="4" creationId="{C1FBE294-19E6-4874-B893-866C2EFBD3DD}"/>
          </ac:spMkLst>
        </pc:spChg>
        <pc:spChg chg="add mod">
          <ac:chgData name="Cristian Chilipirea" userId="34ab170da5908fc4" providerId="LiveId" clId="{DFE5141E-F98E-42EA-B1E4-556BAE62F36F}" dt="2019-10-13T10:31:03.727" v="249" actId="1076"/>
          <ac:spMkLst>
            <pc:docMk/>
            <pc:sldMk cId="2147758185" sldId="506"/>
            <ac:spMk id="21" creationId="{27303EEB-7C5F-4382-A9ED-5273F80F8163}"/>
          </ac:spMkLst>
        </pc:spChg>
        <pc:grpChg chg="add del">
          <ac:chgData name="Cristian Chilipirea" userId="34ab170da5908fc4" providerId="LiveId" clId="{DFE5141E-F98E-42EA-B1E4-556BAE62F36F}" dt="2019-10-13T10:31:00.689" v="247"/>
          <ac:grpSpMkLst>
            <pc:docMk/>
            <pc:sldMk cId="2147758185" sldId="506"/>
            <ac:grpSpMk id="5" creationId="{1423AE58-CA32-4608-932A-A7B668BCAF7A}"/>
          </ac:grpSpMkLst>
        </pc:grpChg>
        <pc:grpChg chg="add mod">
          <ac:chgData name="Cristian Chilipirea" userId="34ab170da5908fc4" providerId="LiveId" clId="{DFE5141E-F98E-42EA-B1E4-556BAE62F36F}" dt="2019-10-13T10:31:03.727" v="249" actId="1076"/>
          <ac:grpSpMkLst>
            <pc:docMk/>
            <pc:sldMk cId="2147758185" sldId="506"/>
            <ac:grpSpMk id="22" creationId="{2CDBCEB4-708D-4D37-A552-8F3BC2662A92}"/>
          </ac:grpSpMkLst>
        </pc:grpChg>
      </pc:sldChg>
      <pc:sldChg chg="del">
        <pc:chgData name="Cristian Chilipirea" userId="34ab170da5908fc4" providerId="LiveId" clId="{DFE5141E-F98E-42EA-B1E4-556BAE62F36F}" dt="2019-10-13T10:23:39.192" v="20" actId="2696"/>
        <pc:sldMkLst>
          <pc:docMk/>
          <pc:sldMk cId="3220167743" sldId="506"/>
        </pc:sldMkLst>
      </pc:sldChg>
      <pc:sldChg chg="addSp delSp modSp add">
        <pc:chgData name="Cristian Chilipirea" userId="34ab170da5908fc4" providerId="LiveId" clId="{DFE5141E-F98E-42EA-B1E4-556BAE62F36F}" dt="2019-10-13T10:31:15.081" v="255"/>
        <pc:sldMkLst>
          <pc:docMk/>
          <pc:sldMk cId="3749414317" sldId="507"/>
        </pc:sldMkLst>
        <pc:spChg chg="mod">
          <ac:chgData name="Cristian Chilipirea" userId="34ab170da5908fc4" providerId="LiveId" clId="{DFE5141E-F98E-42EA-B1E4-556BAE62F36F}" dt="2019-10-13T10:31:09.098" v="251"/>
          <ac:spMkLst>
            <pc:docMk/>
            <pc:sldMk cId="3749414317" sldId="507"/>
            <ac:spMk id="2" creationId="{5C8C90A7-972C-4DA5-AF11-0A14E2A2E163}"/>
          </ac:spMkLst>
        </pc:spChg>
        <pc:spChg chg="del">
          <ac:chgData name="Cristian Chilipirea" userId="34ab170da5908fc4" providerId="LiveId" clId="{DFE5141E-F98E-42EA-B1E4-556BAE62F36F}" dt="2019-10-13T10:31:10.699" v="252" actId="478"/>
          <ac:spMkLst>
            <pc:docMk/>
            <pc:sldMk cId="3749414317" sldId="507"/>
            <ac:spMk id="3" creationId="{806C8C08-7F3C-432E-8021-6DC7260E8769}"/>
          </ac:spMkLst>
        </pc:spChg>
        <pc:spChg chg="add del">
          <ac:chgData name="Cristian Chilipirea" userId="34ab170da5908fc4" providerId="LiveId" clId="{DFE5141E-F98E-42EA-B1E4-556BAE62F36F}" dt="2019-10-13T10:31:15.073" v="254"/>
          <ac:spMkLst>
            <pc:docMk/>
            <pc:sldMk cId="3749414317" sldId="507"/>
            <ac:spMk id="4" creationId="{98C8BD62-A956-4C8B-83EA-97EE8FE3B2E7}"/>
          </ac:spMkLst>
        </pc:spChg>
        <pc:spChg chg="add">
          <ac:chgData name="Cristian Chilipirea" userId="34ab170da5908fc4" providerId="LiveId" clId="{DFE5141E-F98E-42EA-B1E4-556BAE62F36F}" dt="2019-10-13T10:31:15.081" v="255"/>
          <ac:spMkLst>
            <pc:docMk/>
            <pc:sldMk cId="3749414317" sldId="507"/>
            <ac:spMk id="5" creationId="{5D316576-5D21-49A8-A3A1-32FE7FEBA2A8}"/>
          </ac:spMkLst>
        </pc:spChg>
      </pc:sldChg>
      <pc:sldChg chg="del">
        <pc:chgData name="Cristian Chilipirea" userId="34ab170da5908fc4" providerId="LiveId" clId="{DFE5141E-F98E-42EA-B1E4-556BAE62F36F}" dt="2019-10-13T10:23:39.233" v="21" actId="2696"/>
        <pc:sldMkLst>
          <pc:docMk/>
          <pc:sldMk cId="4274709343" sldId="507"/>
        </pc:sldMkLst>
      </pc:sldChg>
      <pc:sldChg chg="addSp delSp add">
        <pc:chgData name="Cristian Chilipirea" userId="34ab170da5908fc4" providerId="LiveId" clId="{DFE5141E-F98E-42EA-B1E4-556BAE62F36F}" dt="2019-10-13T10:31:28.075" v="263"/>
        <pc:sldMkLst>
          <pc:docMk/>
          <pc:sldMk cId="167631976" sldId="508"/>
        </pc:sldMkLst>
        <pc:spChg chg="del">
          <ac:chgData name="Cristian Chilipirea" userId="34ab170da5908fc4" providerId="LiveId" clId="{DFE5141E-F98E-42EA-B1E4-556BAE62F36F}" dt="2019-10-13T10:31:25.214" v="260" actId="478"/>
          <ac:spMkLst>
            <pc:docMk/>
            <pc:sldMk cId="167631976" sldId="508"/>
            <ac:spMk id="2" creationId="{6037248B-6DCD-452C-89C7-3153215156E2}"/>
          </ac:spMkLst>
        </pc:spChg>
        <pc:spChg chg="add del">
          <ac:chgData name="Cristian Chilipirea" userId="34ab170da5908fc4" providerId="LiveId" clId="{DFE5141E-F98E-42EA-B1E4-556BAE62F36F}" dt="2019-10-13T10:31:23.782" v="259" actId="478"/>
          <ac:spMkLst>
            <pc:docMk/>
            <pc:sldMk cId="167631976" sldId="508"/>
            <ac:spMk id="3" creationId="{A43AF927-837F-4AA6-88B5-8766D6E8E362}"/>
          </ac:spMkLst>
        </pc:spChg>
        <pc:spChg chg="add del">
          <ac:chgData name="Cristian Chilipirea" userId="34ab170da5908fc4" providerId="LiveId" clId="{DFE5141E-F98E-42EA-B1E4-556BAE62F36F}" dt="2019-10-13T10:31:22.543" v="258"/>
          <ac:spMkLst>
            <pc:docMk/>
            <pc:sldMk cId="167631976" sldId="508"/>
            <ac:spMk id="4" creationId="{1ECD8B36-2A22-457A-B5F6-EE138D85D4A9}"/>
          </ac:spMkLst>
        </pc:spChg>
        <pc:spChg chg="add del">
          <ac:chgData name="Cristian Chilipirea" userId="34ab170da5908fc4" providerId="LiveId" clId="{DFE5141E-F98E-42EA-B1E4-556BAE62F36F}" dt="2019-10-13T10:31:28.068" v="262"/>
          <ac:spMkLst>
            <pc:docMk/>
            <pc:sldMk cId="167631976" sldId="508"/>
            <ac:spMk id="5" creationId="{21F7180F-FC41-4D10-B34D-7FECF6734FC7}"/>
          </ac:spMkLst>
        </pc:spChg>
        <pc:spChg chg="add">
          <ac:chgData name="Cristian Chilipirea" userId="34ab170da5908fc4" providerId="LiveId" clId="{DFE5141E-F98E-42EA-B1E4-556BAE62F36F}" dt="2019-10-13T10:31:28.075" v="263"/>
          <ac:spMkLst>
            <pc:docMk/>
            <pc:sldMk cId="167631976" sldId="508"/>
            <ac:spMk id="6" creationId="{0C0BEB09-7728-4028-B36F-A1A16589ED18}"/>
          </ac:spMkLst>
        </pc:spChg>
      </pc:sldChg>
      <pc:sldChg chg="del">
        <pc:chgData name="Cristian Chilipirea" userId="34ab170da5908fc4" providerId="LiveId" clId="{DFE5141E-F98E-42EA-B1E4-556BAE62F36F}" dt="2019-10-13T10:23:39.836" v="22" actId="2696"/>
        <pc:sldMkLst>
          <pc:docMk/>
          <pc:sldMk cId="359974745" sldId="508"/>
        </pc:sldMkLst>
      </pc:sldChg>
      <pc:sldChg chg="del">
        <pc:chgData name="Cristian Chilipirea" userId="34ab170da5908fc4" providerId="LiveId" clId="{DFE5141E-F98E-42EA-B1E4-556BAE62F36F}" dt="2019-10-13T10:23:40.456" v="23" actId="2696"/>
        <pc:sldMkLst>
          <pc:docMk/>
          <pc:sldMk cId="2579471092" sldId="509"/>
        </pc:sldMkLst>
      </pc:sldChg>
      <pc:sldChg chg="del">
        <pc:chgData name="Cristian Chilipirea" userId="34ab170da5908fc4" providerId="LiveId" clId="{DFE5141E-F98E-42EA-B1E4-556BAE62F36F}" dt="2019-10-13T10:23:40.476" v="24" actId="2696"/>
        <pc:sldMkLst>
          <pc:docMk/>
          <pc:sldMk cId="3318546952" sldId="510"/>
        </pc:sldMkLst>
      </pc:sldChg>
      <pc:sldChg chg="del">
        <pc:chgData name="Cristian Chilipirea" userId="34ab170da5908fc4" providerId="LiveId" clId="{DFE5141E-F98E-42EA-B1E4-556BAE62F36F}" dt="2019-10-13T10:23:40.501" v="25" actId="2696"/>
        <pc:sldMkLst>
          <pc:docMk/>
          <pc:sldMk cId="3843192485" sldId="511"/>
        </pc:sldMkLst>
      </pc:sldChg>
      <pc:sldChg chg="del">
        <pc:chgData name="Cristian Chilipirea" userId="34ab170da5908fc4" providerId="LiveId" clId="{DFE5141E-F98E-42EA-B1E4-556BAE62F36F}" dt="2019-10-13T10:23:40.522" v="26" actId="2696"/>
        <pc:sldMkLst>
          <pc:docMk/>
          <pc:sldMk cId="771270071" sldId="512"/>
        </pc:sldMkLst>
      </pc:sldChg>
      <pc:sldChg chg="del">
        <pc:chgData name="Cristian Chilipirea" userId="34ab170da5908fc4" providerId="LiveId" clId="{DFE5141E-F98E-42EA-B1E4-556BAE62F36F}" dt="2019-10-13T10:23:40.562" v="27" actId="2696"/>
        <pc:sldMkLst>
          <pc:docMk/>
          <pc:sldMk cId="3576737988" sldId="513"/>
        </pc:sldMkLst>
      </pc:sldChg>
      <pc:sldChg chg="del">
        <pc:chgData name="Cristian Chilipirea" userId="34ab170da5908fc4" providerId="LiveId" clId="{DFE5141E-F98E-42EA-B1E4-556BAE62F36F}" dt="2019-10-13T10:23:40.611" v="28" actId="2696"/>
        <pc:sldMkLst>
          <pc:docMk/>
          <pc:sldMk cId="3658999622" sldId="514"/>
        </pc:sldMkLst>
      </pc:sldChg>
      <pc:sldChg chg="del">
        <pc:chgData name="Cristian Chilipirea" userId="34ab170da5908fc4" providerId="LiveId" clId="{DFE5141E-F98E-42EA-B1E4-556BAE62F36F}" dt="2019-10-13T10:23:40.653" v="29" actId="2696"/>
        <pc:sldMkLst>
          <pc:docMk/>
          <pc:sldMk cId="3052788892" sldId="515"/>
        </pc:sldMkLst>
      </pc:sldChg>
      <pc:sldChg chg="del">
        <pc:chgData name="Cristian Chilipirea" userId="34ab170da5908fc4" providerId="LiveId" clId="{DFE5141E-F98E-42EA-B1E4-556BAE62F36F}" dt="2019-10-13T10:23:40.671" v="30" actId="2696"/>
        <pc:sldMkLst>
          <pc:docMk/>
          <pc:sldMk cId="428624982" sldId="516"/>
        </pc:sldMkLst>
      </pc:sldChg>
      <pc:sldChg chg="del">
        <pc:chgData name="Cristian Chilipirea" userId="34ab170da5908fc4" providerId="LiveId" clId="{DFE5141E-F98E-42EA-B1E4-556BAE62F36F}" dt="2019-10-13T10:23:40.692" v="31" actId="2696"/>
        <pc:sldMkLst>
          <pc:docMk/>
          <pc:sldMk cId="1708359677" sldId="517"/>
        </pc:sldMkLst>
      </pc:sldChg>
      <pc:sldChg chg="del">
        <pc:chgData name="Cristian Chilipirea" userId="34ab170da5908fc4" providerId="LiveId" clId="{DFE5141E-F98E-42EA-B1E4-556BAE62F36F}" dt="2019-10-13T10:23:40.778" v="32" actId="2696"/>
        <pc:sldMkLst>
          <pc:docMk/>
          <pc:sldMk cId="515006025" sldId="518"/>
        </pc:sldMkLst>
      </pc:sldChg>
      <pc:sldChg chg="del">
        <pc:chgData name="Cristian Chilipirea" userId="34ab170da5908fc4" providerId="LiveId" clId="{DFE5141E-F98E-42EA-B1E4-556BAE62F36F}" dt="2019-10-13T10:23:40.807" v="33" actId="2696"/>
        <pc:sldMkLst>
          <pc:docMk/>
          <pc:sldMk cId="4258076731" sldId="519"/>
        </pc:sldMkLst>
      </pc:sldChg>
      <pc:sldChg chg="del">
        <pc:chgData name="Cristian Chilipirea" userId="34ab170da5908fc4" providerId="LiveId" clId="{DFE5141E-F98E-42EA-B1E4-556BAE62F36F}" dt="2019-10-13T10:23:40.835" v="34" actId="2696"/>
        <pc:sldMkLst>
          <pc:docMk/>
          <pc:sldMk cId="1530226798" sldId="520"/>
        </pc:sldMkLst>
      </pc:sldChg>
      <pc:sldChg chg="del">
        <pc:chgData name="Cristian Chilipirea" userId="34ab170da5908fc4" providerId="LiveId" clId="{DFE5141E-F98E-42EA-B1E4-556BAE62F36F}" dt="2019-10-13T10:23:40.870" v="35" actId="2696"/>
        <pc:sldMkLst>
          <pc:docMk/>
          <pc:sldMk cId="103493448" sldId="521"/>
        </pc:sldMkLst>
      </pc:sldChg>
      <pc:sldChg chg="del">
        <pc:chgData name="Cristian Chilipirea" userId="34ab170da5908fc4" providerId="LiveId" clId="{DFE5141E-F98E-42EA-B1E4-556BAE62F36F}" dt="2019-10-13T10:23:40.885" v="36" actId="2696"/>
        <pc:sldMkLst>
          <pc:docMk/>
          <pc:sldMk cId="2419727947" sldId="522"/>
        </pc:sldMkLst>
      </pc:sldChg>
      <pc:sldChg chg="del">
        <pc:chgData name="Cristian Chilipirea" userId="34ab170da5908fc4" providerId="LiveId" clId="{DFE5141E-F98E-42EA-B1E4-556BAE62F36F}" dt="2019-10-13T10:23:40.962" v="37" actId="2696"/>
        <pc:sldMkLst>
          <pc:docMk/>
          <pc:sldMk cId="568674813" sldId="523"/>
        </pc:sldMkLst>
      </pc:sldChg>
      <pc:sldChg chg="del">
        <pc:chgData name="Cristian Chilipirea" userId="34ab170da5908fc4" providerId="LiveId" clId="{DFE5141E-F98E-42EA-B1E4-556BAE62F36F}" dt="2019-10-13T10:23:41.501" v="38" actId="2696"/>
        <pc:sldMkLst>
          <pc:docMk/>
          <pc:sldMk cId="1987589617" sldId="524"/>
        </pc:sldMkLst>
      </pc:sldChg>
      <pc:sldChg chg="del">
        <pc:chgData name="Cristian Chilipirea" userId="34ab170da5908fc4" providerId="LiveId" clId="{DFE5141E-F98E-42EA-B1E4-556BAE62F36F}" dt="2019-10-13T10:23:41.983" v="39" actId="2696"/>
        <pc:sldMkLst>
          <pc:docMk/>
          <pc:sldMk cId="674383854" sldId="525"/>
        </pc:sldMkLst>
      </pc:sldChg>
      <pc:sldChg chg="del">
        <pc:chgData name="Cristian Chilipirea" userId="34ab170da5908fc4" providerId="LiveId" clId="{DFE5141E-F98E-42EA-B1E4-556BAE62F36F}" dt="2019-10-13T10:23:42.022" v="40" actId="2696"/>
        <pc:sldMkLst>
          <pc:docMk/>
          <pc:sldMk cId="3106075938" sldId="526"/>
        </pc:sldMkLst>
      </pc:sldChg>
      <pc:sldChg chg="del">
        <pc:chgData name="Cristian Chilipirea" userId="34ab170da5908fc4" providerId="LiveId" clId="{DFE5141E-F98E-42EA-B1E4-556BAE62F36F}" dt="2019-10-13T10:23:42.109" v="41" actId="2696"/>
        <pc:sldMkLst>
          <pc:docMk/>
          <pc:sldMk cId="2086232142" sldId="527"/>
        </pc:sldMkLst>
      </pc:sldChg>
      <pc:sldChg chg="del">
        <pc:chgData name="Cristian Chilipirea" userId="34ab170da5908fc4" providerId="LiveId" clId="{DFE5141E-F98E-42EA-B1E4-556BAE62F36F}" dt="2019-10-13T10:23:42.316" v="42" actId="2696"/>
        <pc:sldMkLst>
          <pc:docMk/>
          <pc:sldMk cId="724292230" sldId="528"/>
        </pc:sldMkLst>
      </pc:sldChg>
      <pc:sldChg chg="del">
        <pc:chgData name="Cristian Chilipirea" userId="34ab170da5908fc4" providerId="LiveId" clId="{DFE5141E-F98E-42EA-B1E4-556BAE62F36F}" dt="2019-10-13T10:23:42.658" v="43" actId="2696"/>
        <pc:sldMkLst>
          <pc:docMk/>
          <pc:sldMk cId="443805341" sldId="529"/>
        </pc:sldMkLst>
      </pc:sldChg>
      <pc:sldChg chg="del">
        <pc:chgData name="Cristian Chilipirea" userId="34ab170da5908fc4" providerId="LiveId" clId="{DFE5141E-F98E-42EA-B1E4-556BAE62F36F}" dt="2019-10-13T10:23:42.933" v="44" actId="2696"/>
        <pc:sldMkLst>
          <pc:docMk/>
          <pc:sldMk cId="1533201253" sldId="530"/>
        </pc:sldMkLst>
      </pc:sldChg>
      <pc:sldChg chg="del">
        <pc:chgData name="Cristian Chilipirea" userId="34ab170da5908fc4" providerId="LiveId" clId="{DFE5141E-F98E-42EA-B1E4-556BAE62F36F}" dt="2019-10-13T10:23:43.046" v="45" actId="2696"/>
        <pc:sldMkLst>
          <pc:docMk/>
          <pc:sldMk cId="3758586578" sldId="531"/>
        </pc:sldMkLst>
      </pc:sldChg>
      <pc:sldChg chg="del">
        <pc:chgData name="Cristian Chilipirea" userId="34ab170da5908fc4" providerId="LiveId" clId="{DFE5141E-F98E-42EA-B1E4-556BAE62F36F}" dt="2019-10-13T10:23:43.088" v="46" actId="2696"/>
        <pc:sldMkLst>
          <pc:docMk/>
          <pc:sldMk cId="2994853658" sldId="532"/>
        </pc:sldMkLst>
      </pc:sldChg>
      <pc:sldChg chg="del">
        <pc:chgData name="Cristian Chilipirea" userId="34ab170da5908fc4" providerId="LiveId" clId="{DFE5141E-F98E-42EA-B1E4-556BAE62F36F}" dt="2019-10-13T10:23:43.164" v="47" actId="2696"/>
        <pc:sldMkLst>
          <pc:docMk/>
          <pc:sldMk cId="186630438" sldId="533"/>
        </pc:sldMkLst>
      </pc:sldChg>
      <pc:sldChg chg="del">
        <pc:chgData name="Cristian Chilipirea" userId="34ab170da5908fc4" providerId="LiveId" clId="{DFE5141E-F98E-42EA-B1E4-556BAE62F36F}" dt="2019-10-13T10:23:43.318" v="48" actId="2696"/>
        <pc:sldMkLst>
          <pc:docMk/>
          <pc:sldMk cId="174604596" sldId="534"/>
        </pc:sldMkLst>
      </pc:sldChg>
    </pc:docChg>
  </pc:docChgLst>
  <pc:docChgLst>
    <pc:chgData name="Cristian Chilipirea" userId="34ab170da5908fc4" providerId="LiveId" clId="{8D7DEDE3-80AA-4184-B7F9-7AE18451EC3E}"/>
    <pc:docChg chg="addSld delSld modSld modSection">
      <pc:chgData name="Cristian Chilipirea" userId="34ab170da5908fc4" providerId="LiveId" clId="{8D7DEDE3-80AA-4184-B7F9-7AE18451EC3E}" dt="2019-10-06T17:49:31.204" v="263"/>
      <pc:docMkLst>
        <pc:docMk/>
      </pc:docMkLst>
      <pc:sldChg chg="modSp">
        <pc:chgData name="Cristian Chilipirea" userId="34ab170da5908fc4" providerId="LiveId" clId="{8D7DEDE3-80AA-4184-B7F9-7AE18451EC3E}" dt="2019-10-06T17:41:41.266" v="108"/>
        <pc:sldMkLst>
          <pc:docMk/>
          <pc:sldMk cId="0" sldId="485"/>
        </pc:sldMkLst>
        <pc:spChg chg="mod">
          <ac:chgData name="Cristian Chilipirea" userId="34ab170da5908fc4" providerId="LiveId" clId="{8D7DEDE3-80AA-4184-B7F9-7AE18451EC3E}" dt="2019-10-06T17:41:41.266" v="108"/>
          <ac:spMkLst>
            <pc:docMk/>
            <pc:sldMk cId="0" sldId="485"/>
            <ac:spMk id="15361" creationId="{B7373C27-AE51-474E-BA1F-0C5F0233AACE}"/>
          </ac:spMkLst>
        </pc:spChg>
        <pc:spChg chg="mod">
          <ac:chgData name="Cristian Chilipirea" userId="34ab170da5908fc4" providerId="LiveId" clId="{8D7DEDE3-80AA-4184-B7F9-7AE18451EC3E}" dt="2019-10-06T17:41:28.300" v="105" actId="6549"/>
          <ac:spMkLst>
            <pc:docMk/>
            <pc:sldMk cId="0" sldId="485"/>
            <ac:spMk id="15363" creationId="{8AD4A1D2-344F-4CD3-949B-26BEB5FF75C3}"/>
          </ac:spMkLst>
        </pc:spChg>
      </pc:sldChg>
      <pc:sldChg chg="addSp delSp modSp add">
        <pc:chgData name="Cristian Chilipirea" userId="34ab170da5908fc4" providerId="LiveId" clId="{8D7DEDE3-80AA-4184-B7F9-7AE18451EC3E}" dt="2019-10-06T17:42:00.595" v="119" actId="1076"/>
        <pc:sldMkLst>
          <pc:docMk/>
          <pc:sldMk cId="1027992857" sldId="486"/>
        </pc:sldMkLst>
        <pc:spChg chg="mod">
          <ac:chgData name="Cristian Chilipirea" userId="34ab170da5908fc4" providerId="LiveId" clId="{8D7DEDE3-80AA-4184-B7F9-7AE18451EC3E}" dt="2019-10-06T17:41:47.545" v="109"/>
          <ac:spMkLst>
            <pc:docMk/>
            <pc:sldMk cId="1027992857" sldId="486"/>
            <ac:spMk id="2" creationId="{CAFD830F-CE29-4FAB-B9D3-76D74E6FB294}"/>
          </ac:spMkLst>
        </pc:spChg>
        <pc:spChg chg="del">
          <ac:chgData name="Cristian Chilipirea" userId="34ab170da5908fc4" providerId="LiveId" clId="{8D7DEDE3-80AA-4184-B7F9-7AE18451EC3E}" dt="2019-10-06T17:41:52.664" v="110" actId="478"/>
          <ac:spMkLst>
            <pc:docMk/>
            <pc:sldMk cId="1027992857" sldId="486"/>
            <ac:spMk id="3" creationId="{A31A56ED-50ED-43B6-A4BA-BA6DFE8FFB23}"/>
          </ac:spMkLst>
        </pc:spChg>
        <pc:spChg chg="add del mod">
          <ac:chgData name="Cristian Chilipirea" userId="34ab170da5908fc4" providerId="LiveId" clId="{8D7DEDE3-80AA-4184-B7F9-7AE18451EC3E}" dt="2019-10-06T17:41:58.447" v="117"/>
          <ac:spMkLst>
            <pc:docMk/>
            <pc:sldMk cId="1027992857" sldId="486"/>
            <ac:spMk id="4" creationId="{46FA51A1-24DF-44D4-BDA3-0BEF00489713}"/>
          </ac:spMkLst>
        </pc:spChg>
        <pc:spChg chg="add mod">
          <ac:chgData name="Cristian Chilipirea" userId="34ab170da5908fc4" providerId="LiveId" clId="{8D7DEDE3-80AA-4184-B7F9-7AE18451EC3E}" dt="2019-10-06T17:42:00.595" v="119" actId="1076"/>
          <ac:spMkLst>
            <pc:docMk/>
            <pc:sldMk cId="1027992857" sldId="486"/>
            <ac:spMk id="5" creationId="{12521590-0298-4BB0-95E1-508CFEA682CA}"/>
          </ac:spMkLst>
        </pc:spChg>
      </pc:sldChg>
      <pc:sldChg chg="addSp delSp modSp add">
        <pc:chgData name="Cristian Chilipirea" userId="34ab170da5908fc4" providerId="LiveId" clId="{8D7DEDE3-80AA-4184-B7F9-7AE18451EC3E}" dt="2019-10-06T17:42:19.028" v="126" actId="1076"/>
        <pc:sldMkLst>
          <pc:docMk/>
          <pc:sldMk cId="138587081" sldId="487"/>
        </pc:sldMkLst>
        <pc:spChg chg="mod">
          <ac:chgData name="Cristian Chilipirea" userId="34ab170da5908fc4" providerId="LiveId" clId="{8D7DEDE3-80AA-4184-B7F9-7AE18451EC3E}" dt="2019-10-06T17:42:06.913" v="121"/>
          <ac:spMkLst>
            <pc:docMk/>
            <pc:sldMk cId="138587081" sldId="487"/>
            <ac:spMk id="2" creationId="{6513519C-FD2C-483C-AE1D-B4D656FCA6C0}"/>
          </ac:spMkLst>
        </pc:spChg>
        <pc:spChg chg="del">
          <ac:chgData name="Cristian Chilipirea" userId="34ab170da5908fc4" providerId="LiveId" clId="{8D7DEDE3-80AA-4184-B7F9-7AE18451EC3E}" dt="2019-10-06T17:42:14.100" v="122" actId="478"/>
          <ac:spMkLst>
            <pc:docMk/>
            <pc:sldMk cId="138587081" sldId="487"/>
            <ac:spMk id="3" creationId="{49C508CD-CD85-4105-A435-6D58982B0AF6}"/>
          </ac:spMkLst>
        </pc:spChg>
        <pc:spChg chg="add del">
          <ac:chgData name="Cristian Chilipirea" userId="34ab170da5908fc4" providerId="LiveId" clId="{8D7DEDE3-80AA-4184-B7F9-7AE18451EC3E}" dt="2019-10-06T17:42:16.725" v="124"/>
          <ac:spMkLst>
            <pc:docMk/>
            <pc:sldMk cId="138587081" sldId="487"/>
            <ac:spMk id="4" creationId="{0D7E193C-8F54-44DA-9B30-7E1B90DBDB11}"/>
          </ac:spMkLst>
        </pc:spChg>
        <pc:spChg chg="add mod">
          <ac:chgData name="Cristian Chilipirea" userId="34ab170da5908fc4" providerId="LiveId" clId="{8D7DEDE3-80AA-4184-B7F9-7AE18451EC3E}" dt="2019-10-06T17:42:19.028" v="126" actId="1076"/>
          <ac:spMkLst>
            <pc:docMk/>
            <pc:sldMk cId="138587081" sldId="487"/>
            <ac:spMk id="5" creationId="{9FD8CA38-E146-4A5A-BB37-AC4E5340B7B6}"/>
          </ac:spMkLst>
        </pc:spChg>
      </pc:sldChg>
      <pc:sldChg chg="addSp delSp add modAnim">
        <pc:chgData name="Cristian Chilipirea" userId="34ab170da5908fc4" providerId="LiveId" clId="{8D7DEDE3-80AA-4184-B7F9-7AE18451EC3E}" dt="2019-10-06T17:42:41.943" v="132"/>
        <pc:sldMkLst>
          <pc:docMk/>
          <pc:sldMk cId="1246785372" sldId="488"/>
        </pc:sldMkLst>
        <pc:spChg chg="del">
          <ac:chgData name="Cristian Chilipirea" userId="34ab170da5908fc4" providerId="LiveId" clId="{8D7DEDE3-80AA-4184-B7F9-7AE18451EC3E}" dt="2019-10-06T17:42:31.667" v="128"/>
          <ac:spMkLst>
            <pc:docMk/>
            <pc:sldMk cId="1246785372" sldId="488"/>
            <ac:spMk id="2" creationId="{F404CC54-A83F-4C94-BA99-964E3083E18E}"/>
          </ac:spMkLst>
        </pc:spChg>
        <pc:spChg chg="del">
          <ac:chgData name="Cristian Chilipirea" userId="34ab170da5908fc4" providerId="LiveId" clId="{8D7DEDE3-80AA-4184-B7F9-7AE18451EC3E}" dt="2019-10-06T17:42:33.859" v="129" actId="478"/>
          <ac:spMkLst>
            <pc:docMk/>
            <pc:sldMk cId="1246785372" sldId="488"/>
            <ac:spMk id="3" creationId="{204010CE-DCAB-4C5F-B78B-C37CFE47F60B}"/>
          </ac:spMkLst>
        </pc:spChg>
        <pc:spChg chg="add">
          <ac:chgData name="Cristian Chilipirea" userId="34ab170da5908fc4" providerId="LiveId" clId="{8D7DEDE3-80AA-4184-B7F9-7AE18451EC3E}" dt="2019-10-06T17:42:31.667" v="128"/>
          <ac:spMkLst>
            <pc:docMk/>
            <pc:sldMk cId="1246785372" sldId="488"/>
            <ac:spMk id="4" creationId="{35E6826D-DCA6-423C-83A8-0CF3F691C4B1}"/>
          </ac:spMkLst>
        </pc:spChg>
        <pc:spChg chg="add del">
          <ac:chgData name="Cristian Chilipirea" userId="34ab170da5908fc4" providerId="LiveId" clId="{8D7DEDE3-80AA-4184-B7F9-7AE18451EC3E}" dt="2019-10-06T17:42:41.919" v="131"/>
          <ac:spMkLst>
            <pc:docMk/>
            <pc:sldMk cId="1246785372" sldId="488"/>
            <ac:spMk id="5" creationId="{AE34D164-23B0-4887-AE2E-6674A5F76BC9}"/>
          </ac:spMkLst>
        </pc:spChg>
        <pc:spChg chg="add del">
          <ac:chgData name="Cristian Chilipirea" userId="34ab170da5908fc4" providerId="LiveId" clId="{8D7DEDE3-80AA-4184-B7F9-7AE18451EC3E}" dt="2019-10-06T17:42:41.919" v="131"/>
          <ac:spMkLst>
            <pc:docMk/>
            <pc:sldMk cId="1246785372" sldId="488"/>
            <ac:spMk id="6" creationId="{7478DB8A-FFDA-4CA1-A45A-B65FDE7DDA50}"/>
          </ac:spMkLst>
        </pc:spChg>
        <pc:spChg chg="add del">
          <ac:chgData name="Cristian Chilipirea" userId="34ab170da5908fc4" providerId="LiveId" clId="{8D7DEDE3-80AA-4184-B7F9-7AE18451EC3E}" dt="2019-10-06T17:42:41.919" v="131"/>
          <ac:spMkLst>
            <pc:docMk/>
            <pc:sldMk cId="1246785372" sldId="488"/>
            <ac:spMk id="7" creationId="{184C8217-8983-4DC5-B301-4861B9C33B18}"/>
          </ac:spMkLst>
        </pc:spChg>
        <pc:spChg chg="add del">
          <ac:chgData name="Cristian Chilipirea" userId="34ab170da5908fc4" providerId="LiveId" clId="{8D7DEDE3-80AA-4184-B7F9-7AE18451EC3E}" dt="2019-10-06T17:42:41.919" v="131"/>
          <ac:spMkLst>
            <pc:docMk/>
            <pc:sldMk cId="1246785372" sldId="488"/>
            <ac:spMk id="8" creationId="{591B9BC8-1DB6-4F54-98BF-981E5F09B3B0}"/>
          </ac:spMkLst>
        </pc:spChg>
        <pc:spChg chg="add del">
          <ac:chgData name="Cristian Chilipirea" userId="34ab170da5908fc4" providerId="LiveId" clId="{8D7DEDE3-80AA-4184-B7F9-7AE18451EC3E}" dt="2019-10-06T17:42:41.919" v="131"/>
          <ac:spMkLst>
            <pc:docMk/>
            <pc:sldMk cId="1246785372" sldId="488"/>
            <ac:spMk id="9" creationId="{FA2D569F-CA62-47D1-B58D-9F3E2D4016AA}"/>
          </ac:spMkLst>
        </pc:spChg>
        <pc:spChg chg="add del">
          <ac:chgData name="Cristian Chilipirea" userId="34ab170da5908fc4" providerId="LiveId" clId="{8D7DEDE3-80AA-4184-B7F9-7AE18451EC3E}" dt="2019-10-06T17:42:41.919" v="131"/>
          <ac:spMkLst>
            <pc:docMk/>
            <pc:sldMk cId="1246785372" sldId="488"/>
            <ac:spMk id="10" creationId="{B3A96C93-A66A-4598-B065-2CDFE095F820}"/>
          </ac:spMkLst>
        </pc:spChg>
        <pc:spChg chg="add del">
          <ac:chgData name="Cristian Chilipirea" userId="34ab170da5908fc4" providerId="LiveId" clId="{8D7DEDE3-80AA-4184-B7F9-7AE18451EC3E}" dt="2019-10-06T17:42:41.919" v="131"/>
          <ac:spMkLst>
            <pc:docMk/>
            <pc:sldMk cId="1246785372" sldId="488"/>
            <ac:spMk id="11" creationId="{26F8C493-6D19-4E77-A32A-11E162AC94E2}"/>
          </ac:spMkLst>
        </pc:spChg>
        <pc:spChg chg="add del">
          <ac:chgData name="Cristian Chilipirea" userId="34ab170da5908fc4" providerId="LiveId" clId="{8D7DEDE3-80AA-4184-B7F9-7AE18451EC3E}" dt="2019-10-06T17:42:41.919" v="131"/>
          <ac:spMkLst>
            <pc:docMk/>
            <pc:sldMk cId="1246785372" sldId="488"/>
            <ac:spMk id="12" creationId="{E6C06BA9-15B8-417A-8D00-847AE8BCEB15}"/>
          </ac:spMkLst>
        </pc:spChg>
        <pc:spChg chg="add del">
          <ac:chgData name="Cristian Chilipirea" userId="34ab170da5908fc4" providerId="LiveId" clId="{8D7DEDE3-80AA-4184-B7F9-7AE18451EC3E}" dt="2019-10-06T17:42:41.919" v="131"/>
          <ac:spMkLst>
            <pc:docMk/>
            <pc:sldMk cId="1246785372" sldId="488"/>
            <ac:spMk id="13" creationId="{407101A6-7342-44A9-B228-8EC3B0517F25}"/>
          </ac:spMkLst>
        </pc:spChg>
        <pc:spChg chg="add del">
          <ac:chgData name="Cristian Chilipirea" userId="34ab170da5908fc4" providerId="LiveId" clId="{8D7DEDE3-80AA-4184-B7F9-7AE18451EC3E}" dt="2019-10-06T17:42:41.919" v="131"/>
          <ac:spMkLst>
            <pc:docMk/>
            <pc:sldMk cId="1246785372" sldId="488"/>
            <ac:spMk id="14" creationId="{FB277CBB-F8F7-4BAA-9FBF-4C87AFD87579}"/>
          </ac:spMkLst>
        </pc:spChg>
        <pc:spChg chg="add del">
          <ac:chgData name="Cristian Chilipirea" userId="34ab170da5908fc4" providerId="LiveId" clId="{8D7DEDE3-80AA-4184-B7F9-7AE18451EC3E}" dt="2019-10-06T17:42:41.919" v="131"/>
          <ac:spMkLst>
            <pc:docMk/>
            <pc:sldMk cId="1246785372" sldId="488"/>
            <ac:spMk id="15" creationId="{4365CF74-2837-42E8-94EE-D5D43820FA19}"/>
          </ac:spMkLst>
        </pc:spChg>
        <pc:spChg chg="add del">
          <ac:chgData name="Cristian Chilipirea" userId="34ab170da5908fc4" providerId="LiveId" clId="{8D7DEDE3-80AA-4184-B7F9-7AE18451EC3E}" dt="2019-10-06T17:42:41.919" v="131"/>
          <ac:spMkLst>
            <pc:docMk/>
            <pc:sldMk cId="1246785372" sldId="488"/>
            <ac:spMk id="16" creationId="{1F78CEA8-8EEB-45A5-A3AC-763E38A56E6D}"/>
          </ac:spMkLst>
        </pc:spChg>
        <pc:spChg chg="add del">
          <ac:chgData name="Cristian Chilipirea" userId="34ab170da5908fc4" providerId="LiveId" clId="{8D7DEDE3-80AA-4184-B7F9-7AE18451EC3E}" dt="2019-10-06T17:42:41.919" v="131"/>
          <ac:spMkLst>
            <pc:docMk/>
            <pc:sldMk cId="1246785372" sldId="488"/>
            <ac:spMk id="17" creationId="{A40242B7-A83C-442C-A8D6-73722D082B2F}"/>
          </ac:spMkLst>
        </pc:spChg>
        <pc:spChg chg="add del">
          <ac:chgData name="Cristian Chilipirea" userId="34ab170da5908fc4" providerId="LiveId" clId="{8D7DEDE3-80AA-4184-B7F9-7AE18451EC3E}" dt="2019-10-06T17:42:41.919" v="131"/>
          <ac:spMkLst>
            <pc:docMk/>
            <pc:sldMk cId="1246785372" sldId="488"/>
            <ac:spMk id="18" creationId="{12075353-A43A-41FD-A912-D75DD1C8EE96}"/>
          </ac:spMkLst>
        </pc:spChg>
        <pc:spChg chg="add del">
          <ac:chgData name="Cristian Chilipirea" userId="34ab170da5908fc4" providerId="LiveId" clId="{8D7DEDE3-80AA-4184-B7F9-7AE18451EC3E}" dt="2019-10-06T17:42:41.919" v="131"/>
          <ac:spMkLst>
            <pc:docMk/>
            <pc:sldMk cId="1246785372" sldId="488"/>
            <ac:spMk id="19" creationId="{9E06110E-2875-4155-9700-F559820A5D91}"/>
          </ac:spMkLst>
        </pc:spChg>
        <pc:spChg chg="add del">
          <ac:chgData name="Cristian Chilipirea" userId="34ab170da5908fc4" providerId="LiveId" clId="{8D7DEDE3-80AA-4184-B7F9-7AE18451EC3E}" dt="2019-10-06T17:42:41.919" v="131"/>
          <ac:spMkLst>
            <pc:docMk/>
            <pc:sldMk cId="1246785372" sldId="488"/>
            <ac:spMk id="20" creationId="{314B617E-22B6-48D2-B65A-941504A84FE1}"/>
          </ac:spMkLst>
        </pc:spChg>
        <pc:spChg chg="add del">
          <ac:chgData name="Cristian Chilipirea" userId="34ab170da5908fc4" providerId="LiveId" clId="{8D7DEDE3-80AA-4184-B7F9-7AE18451EC3E}" dt="2019-10-06T17:42:41.919" v="131"/>
          <ac:spMkLst>
            <pc:docMk/>
            <pc:sldMk cId="1246785372" sldId="488"/>
            <ac:spMk id="21" creationId="{BEEB07B8-6494-4FC8-895E-E265CDBE4C16}"/>
          </ac:spMkLst>
        </pc:spChg>
        <pc:spChg chg="add del">
          <ac:chgData name="Cristian Chilipirea" userId="34ab170da5908fc4" providerId="LiveId" clId="{8D7DEDE3-80AA-4184-B7F9-7AE18451EC3E}" dt="2019-10-06T17:42:41.919" v="131"/>
          <ac:spMkLst>
            <pc:docMk/>
            <pc:sldMk cId="1246785372" sldId="488"/>
            <ac:spMk id="22" creationId="{2ED64FF1-983F-4808-9BDA-624C6F77C159}"/>
          </ac:spMkLst>
        </pc:spChg>
        <pc:spChg chg="add del">
          <ac:chgData name="Cristian Chilipirea" userId="34ab170da5908fc4" providerId="LiveId" clId="{8D7DEDE3-80AA-4184-B7F9-7AE18451EC3E}" dt="2019-10-06T17:42:41.919" v="131"/>
          <ac:spMkLst>
            <pc:docMk/>
            <pc:sldMk cId="1246785372" sldId="488"/>
            <ac:spMk id="23" creationId="{1F9F51B0-0A57-4D14-BDB4-ECBA3F734585}"/>
          </ac:spMkLst>
        </pc:spChg>
        <pc:spChg chg="add del">
          <ac:chgData name="Cristian Chilipirea" userId="34ab170da5908fc4" providerId="LiveId" clId="{8D7DEDE3-80AA-4184-B7F9-7AE18451EC3E}" dt="2019-10-06T17:42:41.919" v="131"/>
          <ac:spMkLst>
            <pc:docMk/>
            <pc:sldMk cId="1246785372" sldId="488"/>
            <ac:spMk id="24" creationId="{7A77D673-CB5D-4A2E-9FF9-F715275CA15F}"/>
          </ac:spMkLst>
        </pc:spChg>
        <pc:spChg chg="add del">
          <ac:chgData name="Cristian Chilipirea" userId="34ab170da5908fc4" providerId="LiveId" clId="{8D7DEDE3-80AA-4184-B7F9-7AE18451EC3E}" dt="2019-10-06T17:42:41.919" v="131"/>
          <ac:spMkLst>
            <pc:docMk/>
            <pc:sldMk cId="1246785372" sldId="488"/>
            <ac:spMk id="25" creationId="{B51BDB03-BA3C-4E69-BDBC-243B707E1C60}"/>
          </ac:spMkLst>
        </pc:spChg>
        <pc:spChg chg="add del">
          <ac:chgData name="Cristian Chilipirea" userId="34ab170da5908fc4" providerId="LiveId" clId="{8D7DEDE3-80AA-4184-B7F9-7AE18451EC3E}" dt="2019-10-06T17:42:41.919" v="131"/>
          <ac:spMkLst>
            <pc:docMk/>
            <pc:sldMk cId="1246785372" sldId="488"/>
            <ac:spMk id="26" creationId="{5016292C-857B-4B92-BE84-725E5A944ECB}"/>
          </ac:spMkLst>
        </pc:spChg>
        <pc:spChg chg="add del">
          <ac:chgData name="Cristian Chilipirea" userId="34ab170da5908fc4" providerId="LiveId" clId="{8D7DEDE3-80AA-4184-B7F9-7AE18451EC3E}" dt="2019-10-06T17:42:41.919" v="131"/>
          <ac:spMkLst>
            <pc:docMk/>
            <pc:sldMk cId="1246785372" sldId="488"/>
            <ac:spMk id="27" creationId="{81D7AB60-A622-4050-821D-DD5C6684DCB8}"/>
          </ac:spMkLst>
        </pc:spChg>
        <pc:spChg chg="add del">
          <ac:chgData name="Cristian Chilipirea" userId="34ab170da5908fc4" providerId="LiveId" clId="{8D7DEDE3-80AA-4184-B7F9-7AE18451EC3E}" dt="2019-10-06T17:42:41.919" v="131"/>
          <ac:spMkLst>
            <pc:docMk/>
            <pc:sldMk cId="1246785372" sldId="488"/>
            <ac:spMk id="28" creationId="{4919C840-D525-422E-8CFF-915B160061FE}"/>
          </ac:spMkLst>
        </pc:spChg>
        <pc:spChg chg="add del">
          <ac:chgData name="Cristian Chilipirea" userId="34ab170da5908fc4" providerId="LiveId" clId="{8D7DEDE3-80AA-4184-B7F9-7AE18451EC3E}" dt="2019-10-06T17:42:41.919" v="131"/>
          <ac:spMkLst>
            <pc:docMk/>
            <pc:sldMk cId="1246785372" sldId="488"/>
            <ac:spMk id="29" creationId="{7627ED02-C125-47CB-9EF8-3C01981A6757}"/>
          </ac:spMkLst>
        </pc:spChg>
        <pc:spChg chg="add del">
          <ac:chgData name="Cristian Chilipirea" userId="34ab170da5908fc4" providerId="LiveId" clId="{8D7DEDE3-80AA-4184-B7F9-7AE18451EC3E}" dt="2019-10-06T17:42:41.919" v="131"/>
          <ac:spMkLst>
            <pc:docMk/>
            <pc:sldMk cId="1246785372" sldId="488"/>
            <ac:spMk id="30" creationId="{83C93D17-3ECF-4652-BA2B-5299F7895698}"/>
          </ac:spMkLst>
        </pc:spChg>
        <pc:spChg chg="add del">
          <ac:chgData name="Cristian Chilipirea" userId="34ab170da5908fc4" providerId="LiveId" clId="{8D7DEDE3-80AA-4184-B7F9-7AE18451EC3E}" dt="2019-10-06T17:42:41.919" v="131"/>
          <ac:spMkLst>
            <pc:docMk/>
            <pc:sldMk cId="1246785372" sldId="488"/>
            <ac:spMk id="31" creationId="{316A77D2-3C9F-42F1-A958-DBB054E45B76}"/>
          </ac:spMkLst>
        </pc:spChg>
        <pc:spChg chg="add del">
          <ac:chgData name="Cristian Chilipirea" userId="34ab170da5908fc4" providerId="LiveId" clId="{8D7DEDE3-80AA-4184-B7F9-7AE18451EC3E}" dt="2019-10-06T17:42:41.919" v="131"/>
          <ac:spMkLst>
            <pc:docMk/>
            <pc:sldMk cId="1246785372" sldId="488"/>
            <ac:spMk id="32" creationId="{961ED832-0B7B-45DD-B316-6F204E8B5DF5}"/>
          </ac:spMkLst>
        </pc:spChg>
        <pc:spChg chg="add del">
          <ac:chgData name="Cristian Chilipirea" userId="34ab170da5908fc4" providerId="LiveId" clId="{8D7DEDE3-80AA-4184-B7F9-7AE18451EC3E}" dt="2019-10-06T17:42:41.919" v="131"/>
          <ac:spMkLst>
            <pc:docMk/>
            <pc:sldMk cId="1246785372" sldId="488"/>
            <ac:spMk id="33" creationId="{BBD7207A-B05C-41BA-B3E0-B7402778E4E2}"/>
          </ac:spMkLst>
        </pc:spChg>
        <pc:spChg chg="add">
          <ac:chgData name="Cristian Chilipirea" userId="34ab170da5908fc4" providerId="LiveId" clId="{8D7DEDE3-80AA-4184-B7F9-7AE18451EC3E}" dt="2019-10-06T17:42:41.943" v="132"/>
          <ac:spMkLst>
            <pc:docMk/>
            <pc:sldMk cId="1246785372" sldId="488"/>
            <ac:spMk id="34" creationId="{7DE8B043-CB4C-4ADB-AA3F-5ED412EA7F4B}"/>
          </ac:spMkLst>
        </pc:spChg>
        <pc:spChg chg="add">
          <ac:chgData name="Cristian Chilipirea" userId="34ab170da5908fc4" providerId="LiveId" clId="{8D7DEDE3-80AA-4184-B7F9-7AE18451EC3E}" dt="2019-10-06T17:42:41.943" v="132"/>
          <ac:spMkLst>
            <pc:docMk/>
            <pc:sldMk cId="1246785372" sldId="488"/>
            <ac:spMk id="35" creationId="{84731610-C2E4-47BA-96A5-3B09482A6AB6}"/>
          </ac:spMkLst>
        </pc:spChg>
        <pc:spChg chg="add">
          <ac:chgData name="Cristian Chilipirea" userId="34ab170da5908fc4" providerId="LiveId" clId="{8D7DEDE3-80AA-4184-B7F9-7AE18451EC3E}" dt="2019-10-06T17:42:41.943" v="132"/>
          <ac:spMkLst>
            <pc:docMk/>
            <pc:sldMk cId="1246785372" sldId="488"/>
            <ac:spMk id="36" creationId="{0873DB18-E8AD-4B22-A7CC-D1462CA1FAA3}"/>
          </ac:spMkLst>
        </pc:spChg>
        <pc:spChg chg="add">
          <ac:chgData name="Cristian Chilipirea" userId="34ab170da5908fc4" providerId="LiveId" clId="{8D7DEDE3-80AA-4184-B7F9-7AE18451EC3E}" dt="2019-10-06T17:42:41.943" v="132"/>
          <ac:spMkLst>
            <pc:docMk/>
            <pc:sldMk cId="1246785372" sldId="488"/>
            <ac:spMk id="37" creationId="{804AE306-34C4-4B7B-B515-D00C5F0517C5}"/>
          </ac:spMkLst>
        </pc:spChg>
        <pc:spChg chg="add">
          <ac:chgData name="Cristian Chilipirea" userId="34ab170da5908fc4" providerId="LiveId" clId="{8D7DEDE3-80AA-4184-B7F9-7AE18451EC3E}" dt="2019-10-06T17:42:41.943" v="132"/>
          <ac:spMkLst>
            <pc:docMk/>
            <pc:sldMk cId="1246785372" sldId="488"/>
            <ac:spMk id="38" creationId="{55D7E1D7-E8FE-4154-8319-DE85D8B1D706}"/>
          </ac:spMkLst>
        </pc:spChg>
        <pc:spChg chg="add">
          <ac:chgData name="Cristian Chilipirea" userId="34ab170da5908fc4" providerId="LiveId" clId="{8D7DEDE3-80AA-4184-B7F9-7AE18451EC3E}" dt="2019-10-06T17:42:41.943" v="132"/>
          <ac:spMkLst>
            <pc:docMk/>
            <pc:sldMk cId="1246785372" sldId="488"/>
            <ac:spMk id="39" creationId="{EED103C0-DEE0-4D74-B461-3438BC489C93}"/>
          </ac:spMkLst>
        </pc:spChg>
        <pc:spChg chg="add">
          <ac:chgData name="Cristian Chilipirea" userId="34ab170da5908fc4" providerId="LiveId" clId="{8D7DEDE3-80AA-4184-B7F9-7AE18451EC3E}" dt="2019-10-06T17:42:41.943" v="132"/>
          <ac:spMkLst>
            <pc:docMk/>
            <pc:sldMk cId="1246785372" sldId="488"/>
            <ac:spMk id="40" creationId="{9C33B583-F927-4031-9189-1A6687965857}"/>
          </ac:spMkLst>
        </pc:spChg>
        <pc:spChg chg="add">
          <ac:chgData name="Cristian Chilipirea" userId="34ab170da5908fc4" providerId="LiveId" clId="{8D7DEDE3-80AA-4184-B7F9-7AE18451EC3E}" dt="2019-10-06T17:42:41.943" v="132"/>
          <ac:spMkLst>
            <pc:docMk/>
            <pc:sldMk cId="1246785372" sldId="488"/>
            <ac:spMk id="41" creationId="{3332B80F-C31A-487A-8C7F-C4A8C5275209}"/>
          </ac:spMkLst>
        </pc:spChg>
        <pc:spChg chg="add">
          <ac:chgData name="Cristian Chilipirea" userId="34ab170da5908fc4" providerId="LiveId" clId="{8D7DEDE3-80AA-4184-B7F9-7AE18451EC3E}" dt="2019-10-06T17:42:41.943" v="132"/>
          <ac:spMkLst>
            <pc:docMk/>
            <pc:sldMk cId="1246785372" sldId="488"/>
            <ac:spMk id="42" creationId="{0B896858-0ED1-4481-825E-34B298983E05}"/>
          </ac:spMkLst>
        </pc:spChg>
        <pc:spChg chg="add">
          <ac:chgData name="Cristian Chilipirea" userId="34ab170da5908fc4" providerId="LiveId" clId="{8D7DEDE3-80AA-4184-B7F9-7AE18451EC3E}" dt="2019-10-06T17:42:41.943" v="132"/>
          <ac:spMkLst>
            <pc:docMk/>
            <pc:sldMk cId="1246785372" sldId="488"/>
            <ac:spMk id="43" creationId="{38731670-0209-44BA-9FFE-149004A29646}"/>
          </ac:spMkLst>
        </pc:spChg>
        <pc:spChg chg="add">
          <ac:chgData name="Cristian Chilipirea" userId="34ab170da5908fc4" providerId="LiveId" clId="{8D7DEDE3-80AA-4184-B7F9-7AE18451EC3E}" dt="2019-10-06T17:42:41.943" v="132"/>
          <ac:spMkLst>
            <pc:docMk/>
            <pc:sldMk cId="1246785372" sldId="488"/>
            <ac:spMk id="44" creationId="{3FD937CF-30F1-497E-A07F-9B7ACAB6B205}"/>
          </ac:spMkLst>
        </pc:spChg>
        <pc:spChg chg="add">
          <ac:chgData name="Cristian Chilipirea" userId="34ab170da5908fc4" providerId="LiveId" clId="{8D7DEDE3-80AA-4184-B7F9-7AE18451EC3E}" dt="2019-10-06T17:42:41.943" v="132"/>
          <ac:spMkLst>
            <pc:docMk/>
            <pc:sldMk cId="1246785372" sldId="488"/>
            <ac:spMk id="45" creationId="{942C59C4-144E-401E-9B63-633896BE6EEB}"/>
          </ac:spMkLst>
        </pc:spChg>
        <pc:spChg chg="add">
          <ac:chgData name="Cristian Chilipirea" userId="34ab170da5908fc4" providerId="LiveId" clId="{8D7DEDE3-80AA-4184-B7F9-7AE18451EC3E}" dt="2019-10-06T17:42:41.943" v="132"/>
          <ac:spMkLst>
            <pc:docMk/>
            <pc:sldMk cId="1246785372" sldId="488"/>
            <ac:spMk id="46" creationId="{5D4E803D-F4F9-4947-A4F8-189DFDF0266E}"/>
          </ac:spMkLst>
        </pc:spChg>
        <pc:spChg chg="add">
          <ac:chgData name="Cristian Chilipirea" userId="34ab170da5908fc4" providerId="LiveId" clId="{8D7DEDE3-80AA-4184-B7F9-7AE18451EC3E}" dt="2019-10-06T17:42:41.943" v="132"/>
          <ac:spMkLst>
            <pc:docMk/>
            <pc:sldMk cId="1246785372" sldId="488"/>
            <ac:spMk id="47" creationId="{8B9D1893-BE72-42C3-AF26-45C72C0927AA}"/>
          </ac:spMkLst>
        </pc:spChg>
        <pc:spChg chg="add">
          <ac:chgData name="Cristian Chilipirea" userId="34ab170da5908fc4" providerId="LiveId" clId="{8D7DEDE3-80AA-4184-B7F9-7AE18451EC3E}" dt="2019-10-06T17:42:41.943" v="132"/>
          <ac:spMkLst>
            <pc:docMk/>
            <pc:sldMk cId="1246785372" sldId="488"/>
            <ac:spMk id="48" creationId="{22054EF7-11B3-4481-BBA6-A68F2BE0B2CF}"/>
          </ac:spMkLst>
        </pc:spChg>
        <pc:spChg chg="add">
          <ac:chgData name="Cristian Chilipirea" userId="34ab170da5908fc4" providerId="LiveId" clId="{8D7DEDE3-80AA-4184-B7F9-7AE18451EC3E}" dt="2019-10-06T17:42:41.943" v="132"/>
          <ac:spMkLst>
            <pc:docMk/>
            <pc:sldMk cId="1246785372" sldId="488"/>
            <ac:spMk id="49" creationId="{4D713492-321C-487D-8012-9EA5060D2B0E}"/>
          </ac:spMkLst>
        </pc:spChg>
        <pc:spChg chg="add">
          <ac:chgData name="Cristian Chilipirea" userId="34ab170da5908fc4" providerId="LiveId" clId="{8D7DEDE3-80AA-4184-B7F9-7AE18451EC3E}" dt="2019-10-06T17:42:41.943" v="132"/>
          <ac:spMkLst>
            <pc:docMk/>
            <pc:sldMk cId="1246785372" sldId="488"/>
            <ac:spMk id="50" creationId="{FA7C7C6D-862D-49C5-8888-1860B54BDB2F}"/>
          </ac:spMkLst>
        </pc:spChg>
        <pc:spChg chg="add">
          <ac:chgData name="Cristian Chilipirea" userId="34ab170da5908fc4" providerId="LiveId" clId="{8D7DEDE3-80AA-4184-B7F9-7AE18451EC3E}" dt="2019-10-06T17:42:41.943" v="132"/>
          <ac:spMkLst>
            <pc:docMk/>
            <pc:sldMk cId="1246785372" sldId="488"/>
            <ac:spMk id="51" creationId="{13797048-8D50-4AE3-888C-45CC78BF595F}"/>
          </ac:spMkLst>
        </pc:spChg>
        <pc:spChg chg="add">
          <ac:chgData name="Cristian Chilipirea" userId="34ab170da5908fc4" providerId="LiveId" clId="{8D7DEDE3-80AA-4184-B7F9-7AE18451EC3E}" dt="2019-10-06T17:42:41.943" v="132"/>
          <ac:spMkLst>
            <pc:docMk/>
            <pc:sldMk cId="1246785372" sldId="488"/>
            <ac:spMk id="52" creationId="{E844A28F-1D1F-4243-A531-005257C273D3}"/>
          </ac:spMkLst>
        </pc:spChg>
        <pc:spChg chg="add">
          <ac:chgData name="Cristian Chilipirea" userId="34ab170da5908fc4" providerId="LiveId" clId="{8D7DEDE3-80AA-4184-B7F9-7AE18451EC3E}" dt="2019-10-06T17:42:41.943" v="132"/>
          <ac:spMkLst>
            <pc:docMk/>
            <pc:sldMk cId="1246785372" sldId="488"/>
            <ac:spMk id="53" creationId="{BA24C533-9E7A-474A-812D-997090B0C514}"/>
          </ac:spMkLst>
        </pc:spChg>
        <pc:spChg chg="add">
          <ac:chgData name="Cristian Chilipirea" userId="34ab170da5908fc4" providerId="LiveId" clId="{8D7DEDE3-80AA-4184-B7F9-7AE18451EC3E}" dt="2019-10-06T17:42:41.943" v="132"/>
          <ac:spMkLst>
            <pc:docMk/>
            <pc:sldMk cId="1246785372" sldId="488"/>
            <ac:spMk id="54" creationId="{ECA02838-C4E4-4A3E-9ECA-B56891D70FA2}"/>
          </ac:spMkLst>
        </pc:spChg>
        <pc:spChg chg="add">
          <ac:chgData name="Cristian Chilipirea" userId="34ab170da5908fc4" providerId="LiveId" clId="{8D7DEDE3-80AA-4184-B7F9-7AE18451EC3E}" dt="2019-10-06T17:42:41.943" v="132"/>
          <ac:spMkLst>
            <pc:docMk/>
            <pc:sldMk cId="1246785372" sldId="488"/>
            <ac:spMk id="55" creationId="{F2F0CF6B-2016-4806-AE50-F9D773E1BD1E}"/>
          </ac:spMkLst>
        </pc:spChg>
        <pc:spChg chg="add">
          <ac:chgData name="Cristian Chilipirea" userId="34ab170da5908fc4" providerId="LiveId" clId="{8D7DEDE3-80AA-4184-B7F9-7AE18451EC3E}" dt="2019-10-06T17:42:41.943" v="132"/>
          <ac:spMkLst>
            <pc:docMk/>
            <pc:sldMk cId="1246785372" sldId="488"/>
            <ac:spMk id="56" creationId="{FEBEEE57-C80D-4ADF-B4F8-2B35B817AA0A}"/>
          </ac:spMkLst>
        </pc:spChg>
        <pc:spChg chg="add">
          <ac:chgData name="Cristian Chilipirea" userId="34ab170da5908fc4" providerId="LiveId" clId="{8D7DEDE3-80AA-4184-B7F9-7AE18451EC3E}" dt="2019-10-06T17:42:41.943" v="132"/>
          <ac:spMkLst>
            <pc:docMk/>
            <pc:sldMk cId="1246785372" sldId="488"/>
            <ac:spMk id="57" creationId="{E786AE41-4853-400C-BB82-D375FB99ABE4}"/>
          </ac:spMkLst>
        </pc:spChg>
        <pc:spChg chg="add">
          <ac:chgData name="Cristian Chilipirea" userId="34ab170da5908fc4" providerId="LiveId" clId="{8D7DEDE3-80AA-4184-B7F9-7AE18451EC3E}" dt="2019-10-06T17:42:41.943" v="132"/>
          <ac:spMkLst>
            <pc:docMk/>
            <pc:sldMk cId="1246785372" sldId="488"/>
            <ac:spMk id="58" creationId="{E6BD99C7-FE70-447E-87A8-111D9C35E7C0}"/>
          </ac:spMkLst>
        </pc:spChg>
        <pc:spChg chg="add">
          <ac:chgData name="Cristian Chilipirea" userId="34ab170da5908fc4" providerId="LiveId" clId="{8D7DEDE3-80AA-4184-B7F9-7AE18451EC3E}" dt="2019-10-06T17:42:41.943" v="132"/>
          <ac:spMkLst>
            <pc:docMk/>
            <pc:sldMk cId="1246785372" sldId="488"/>
            <ac:spMk id="59" creationId="{3190A27F-97A0-49B8-8627-3916C3FC7433}"/>
          </ac:spMkLst>
        </pc:spChg>
        <pc:spChg chg="add">
          <ac:chgData name="Cristian Chilipirea" userId="34ab170da5908fc4" providerId="LiveId" clId="{8D7DEDE3-80AA-4184-B7F9-7AE18451EC3E}" dt="2019-10-06T17:42:41.943" v="132"/>
          <ac:spMkLst>
            <pc:docMk/>
            <pc:sldMk cId="1246785372" sldId="488"/>
            <ac:spMk id="60" creationId="{FA389C17-C2A9-4468-9ECA-51455BBB16C1}"/>
          </ac:spMkLst>
        </pc:spChg>
        <pc:spChg chg="add">
          <ac:chgData name="Cristian Chilipirea" userId="34ab170da5908fc4" providerId="LiveId" clId="{8D7DEDE3-80AA-4184-B7F9-7AE18451EC3E}" dt="2019-10-06T17:42:41.943" v="132"/>
          <ac:spMkLst>
            <pc:docMk/>
            <pc:sldMk cId="1246785372" sldId="488"/>
            <ac:spMk id="61" creationId="{8CA295BC-CDBF-49E2-A8CC-BCC8B55EF886}"/>
          </ac:spMkLst>
        </pc:spChg>
        <pc:spChg chg="add">
          <ac:chgData name="Cristian Chilipirea" userId="34ab170da5908fc4" providerId="LiveId" clId="{8D7DEDE3-80AA-4184-B7F9-7AE18451EC3E}" dt="2019-10-06T17:42:41.943" v="132"/>
          <ac:spMkLst>
            <pc:docMk/>
            <pc:sldMk cId="1246785372" sldId="488"/>
            <ac:spMk id="62" creationId="{1B531820-C4D0-423B-9EEC-39526770D4F3}"/>
          </ac:spMkLst>
        </pc:spChg>
      </pc:sldChg>
      <pc:sldChg chg="addSp delSp modSp add">
        <pc:chgData name="Cristian Chilipirea" userId="34ab170da5908fc4" providerId="LiveId" clId="{8D7DEDE3-80AA-4184-B7F9-7AE18451EC3E}" dt="2019-10-06T17:43:12.732" v="139" actId="1076"/>
        <pc:sldMkLst>
          <pc:docMk/>
          <pc:sldMk cId="2831191411" sldId="489"/>
        </pc:sldMkLst>
        <pc:spChg chg="mod">
          <ac:chgData name="Cristian Chilipirea" userId="34ab170da5908fc4" providerId="LiveId" clId="{8D7DEDE3-80AA-4184-B7F9-7AE18451EC3E}" dt="2019-10-06T17:43:00.689" v="134"/>
          <ac:spMkLst>
            <pc:docMk/>
            <pc:sldMk cId="2831191411" sldId="489"/>
            <ac:spMk id="2" creationId="{9A2B01A0-ED9C-4EEE-885B-E045AF541128}"/>
          </ac:spMkLst>
        </pc:spChg>
        <pc:spChg chg="del">
          <ac:chgData name="Cristian Chilipirea" userId="34ab170da5908fc4" providerId="LiveId" clId="{8D7DEDE3-80AA-4184-B7F9-7AE18451EC3E}" dt="2019-10-06T17:43:06.711" v="135" actId="478"/>
          <ac:spMkLst>
            <pc:docMk/>
            <pc:sldMk cId="2831191411" sldId="489"/>
            <ac:spMk id="3" creationId="{6F0EE780-2072-4549-9E22-43B14BB27896}"/>
          </ac:spMkLst>
        </pc:spChg>
        <pc:spChg chg="add del">
          <ac:chgData name="Cristian Chilipirea" userId="34ab170da5908fc4" providerId="LiveId" clId="{8D7DEDE3-80AA-4184-B7F9-7AE18451EC3E}" dt="2019-10-06T17:43:09.191" v="137"/>
          <ac:spMkLst>
            <pc:docMk/>
            <pc:sldMk cId="2831191411" sldId="489"/>
            <ac:spMk id="4" creationId="{4C6D33A7-9735-4B94-ACAB-0ACB82E81736}"/>
          </ac:spMkLst>
        </pc:spChg>
        <pc:spChg chg="add mod">
          <ac:chgData name="Cristian Chilipirea" userId="34ab170da5908fc4" providerId="LiveId" clId="{8D7DEDE3-80AA-4184-B7F9-7AE18451EC3E}" dt="2019-10-06T17:43:12.732" v="139" actId="1076"/>
          <ac:spMkLst>
            <pc:docMk/>
            <pc:sldMk cId="2831191411" sldId="489"/>
            <ac:spMk id="5" creationId="{B9641658-F147-412E-B4A6-C22E7F232EA0}"/>
          </ac:spMkLst>
        </pc:spChg>
      </pc:sldChg>
      <pc:sldChg chg="addSp delSp modSp add">
        <pc:chgData name="Cristian Chilipirea" userId="34ab170da5908fc4" providerId="LiveId" clId="{8D7DEDE3-80AA-4184-B7F9-7AE18451EC3E}" dt="2019-10-06T17:43:32.976" v="146" actId="1076"/>
        <pc:sldMkLst>
          <pc:docMk/>
          <pc:sldMk cId="4095643832" sldId="490"/>
        </pc:sldMkLst>
        <pc:spChg chg="mod">
          <ac:chgData name="Cristian Chilipirea" userId="34ab170da5908fc4" providerId="LiveId" clId="{8D7DEDE3-80AA-4184-B7F9-7AE18451EC3E}" dt="2019-10-06T17:43:21.664" v="141"/>
          <ac:spMkLst>
            <pc:docMk/>
            <pc:sldMk cId="4095643832" sldId="490"/>
            <ac:spMk id="2" creationId="{49F3D11C-266E-4432-BBDB-EB950158AA6B}"/>
          </ac:spMkLst>
        </pc:spChg>
        <pc:spChg chg="del">
          <ac:chgData name="Cristian Chilipirea" userId="34ab170da5908fc4" providerId="LiveId" clId="{8D7DEDE3-80AA-4184-B7F9-7AE18451EC3E}" dt="2019-10-06T17:43:24.728" v="142" actId="478"/>
          <ac:spMkLst>
            <pc:docMk/>
            <pc:sldMk cId="4095643832" sldId="490"/>
            <ac:spMk id="3" creationId="{5D9ECFDF-F963-4C3A-877D-DCF2B1B9AF78}"/>
          </ac:spMkLst>
        </pc:spChg>
        <pc:spChg chg="add del">
          <ac:chgData name="Cristian Chilipirea" userId="34ab170da5908fc4" providerId="LiveId" clId="{8D7DEDE3-80AA-4184-B7F9-7AE18451EC3E}" dt="2019-10-06T17:43:30.623" v="144"/>
          <ac:spMkLst>
            <pc:docMk/>
            <pc:sldMk cId="4095643832" sldId="490"/>
            <ac:spMk id="4" creationId="{05CA871B-5AC3-4EA4-B831-753070D1BF2E}"/>
          </ac:spMkLst>
        </pc:spChg>
        <pc:spChg chg="add mod">
          <ac:chgData name="Cristian Chilipirea" userId="34ab170da5908fc4" providerId="LiveId" clId="{8D7DEDE3-80AA-4184-B7F9-7AE18451EC3E}" dt="2019-10-06T17:43:32.976" v="146" actId="1076"/>
          <ac:spMkLst>
            <pc:docMk/>
            <pc:sldMk cId="4095643832" sldId="490"/>
            <ac:spMk id="5" creationId="{91281B63-0309-4D91-BECB-10707F304E94}"/>
          </ac:spMkLst>
        </pc:spChg>
      </pc:sldChg>
      <pc:sldChg chg="addSp delSp modSp add modAnim">
        <pc:chgData name="Cristian Chilipirea" userId="34ab170da5908fc4" providerId="LiveId" clId="{8D7DEDE3-80AA-4184-B7F9-7AE18451EC3E}" dt="2019-10-06T17:43:49.483" v="152"/>
        <pc:sldMkLst>
          <pc:docMk/>
          <pc:sldMk cId="2192830871" sldId="491"/>
        </pc:sldMkLst>
        <pc:spChg chg="mod">
          <ac:chgData name="Cristian Chilipirea" userId="34ab170da5908fc4" providerId="LiveId" clId="{8D7DEDE3-80AA-4184-B7F9-7AE18451EC3E}" dt="2019-10-06T17:43:40.317" v="148"/>
          <ac:spMkLst>
            <pc:docMk/>
            <pc:sldMk cId="2192830871" sldId="491"/>
            <ac:spMk id="2" creationId="{1D9E1976-3847-4AF8-AF5A-8DD733D3A561}"/>
          </ac:spMkLst>
        </pc:spChg>
        <pc:spChg chg="del">
          <ac:chgData name="Cristian Chilipirea" userId="34ab170da5908fc4" providerId="LiveId" clId="{8D7DEDE3-80AA-4184-B7F9-7AE18451EC3E}" dt="2019-10-06T17:43:46.420" v="149" actId="478"/>
          <ac:spMkLst>
            <pc:docMk/>
            <pc:sldMk cId="2192830871" sldId="491"/>
            <ac:spMk id="3" creationId="{8063E25E-8437-479C-8BD1-29DEB07E0E34}"/>
          </ac:spMkLst>
        </pc:spChg>
        <pc:spChg chg="add del">
          <ac:chgData name="Cristian Chilipirea" userId="34ab170da5908fc4" providerId="LiveId" clId="{8D7DEDE3-80AA-4184-B7F9-7AE18451EC3E}" dt="2019-10-06T17:43:49.468" v="151"/>
          <ac:spMkLst>
            <pc:docMk/>
            <pc:sldMk cId="2192830871" sldId="491"/>
            <ac:spMk id="4" creationId="{2EE36762-2AC6-45BA-8D7C-3BD8B2AE2AA1}"/>
          </ac:spMkLst>
        </pc:spChg>
        <pc:spChg chg="add del">
          <ac:chgData name="Cristian Chilipirea" userId="34ab170da5908fc4" providerId="LiveId" clId="{8D7DEDE3-80AA-4184-B7F9-7AE18451EC3E}" dt="2019-10-06T17:43:49.468" v="151"/>
          <ac:spMkLst>
            <pc:docMk/>
            <pc:sldMk cId="2192830871" sldId="491"/>
            <ac:spMk id="5" creationId="{B61F5DEA-26BD-4242-A3ED-1D17EAFB7824}"/>
          </ac:spMkLst>
        </pc:spChg>
        <pc:spChg chg="add del">
          <ac:chgData name="Cristian Chilipirea" userId="34ab170da5908fc4" providerId="LiveId" clId="{8D7DEDE3-80AA-4184-B7F9-7AE18451EC3E}" dt="2019-10-06T17:43:49.468" v="151"/>
          <ac:spMkLst>
            <pc:docMk/>
            <pc:sldMk cId="2192830871" sldId="491"/>
            <ac:spMk id="6" creationId="{1DC8F559-1810-4DFA-A8FC-0200B7AAEE96}"/>
          </ac:spMkLst>
        </pc:spChg>
        <pc:spChg chg="add del">
          <ac:chgData name="Cristian Chilipirea" userId="34ab170da5908fc4" providerId="LiveId" clId="{8D7DEDE3-80AA-4184-B7F9-7AE18451EC3E}" dt="2019-10-06T17:43:49.468" v="151"/>
          <ac:spMkLst>
            <pc:docMk/>
            <pc:sldMk cId="2192830871" sldId="491"/>
            <ac:spMk id="7" creationId="{62E08BB6-FC5A-48F3-AB8B-767306EC4B15}"/>
          </ac:spMkLst>
        </pc:spChg>
        <pc:spChg chg="add del">
          <ac:chgData name="Cristian Chilipirea" userId="34ab170da5908fc4" providerId="LiveId" clId="{8D7DEDE3-80AA-4184-B7F9-7AE18451EC3E}" dt="2019-10-06T17:43:49.468" v="151"/>
          <ac:spMkLst>
            <pc:docMk/>
            <pc:sldMk cId="2192830871" sldId="491"/>
            <ac:spMk id="8" creationId="{940AC704-5CB8-4144-A9DB-74477056A882}"/>
          </ac:spMkLst>
        </pc:spChg>
        <pc:spChg chg="add del">
          <ac:chgData name="Cristian Chilipirea" userId="34ab170da5908fc4" providerId="LiveId" clId="{8D7DEDE3-80AA-4184-B7F9-7AE18451EC3E}" dt="2019-10-06T17:43:49.468" v="151"/>
          <ac:spMkLst>
            <pc:docMk/>
            <pc:sldMk cId="2192830871" sldId="491"/>
            <ac:spMk id="9" creationId="{31E0BE01-6E55-4932-9038-3270588AC0EF}"/>
          </ac:spMkLst>
        </pc:spChg>
        <pc:spChg chg="add del">
          <ac:chgData name="Cristian Chilipirea" userId="34ab170da5908fc4" providerId="LiveId" clId="{8D7DEDE3-80AA-4184-B7F9-7AE18451EC3E}" dt="2019-10-06T17:43:49.468" v="151"/>
          <ac:spMkLst>
            <pc:docMk/>
            <pc:sldMk cId="2192830871" sldId="491"/>
            <ac:spMk id="10" creationId="{89595F32-82FB-4BCD-AA48-A06A090E8EA6}"/>
          </ac:spMkLst>
        </pc:spChg>
        <pc:spChg chg="add del">
          <ac:chgData name="Cristian Chilipirea" userId="34ab170da5908fc4" providerId="LiveId" clId="{8D7DEDE3-80AA-4184-B7F9-7AE18451EC3E}" dt="2019-10-06T17:43:49.468" v="151"/>
          <ac:spMkLst>
            <pc:docMk/>
            <pc:sldMk cId="2192830871" sldId="491"/>
            <ac:spMk id="11" creationId="{AB2425F8-5D2D-44CE-AC5A-68A2A210DF40}"/>
          </ac:spMkLst>
        </pc:spChg>
        <pc:spChg chg="add del">
          <ac:chgData name="Cristian Chilipirea" userId="34ab170da5908fc4" providerId="LiveId" clId="{8D7DEDE3-80AA-4184-B7F9-7AE18451EC3E}" dt="2019-10-06T17:43:49.468" v="151"/>
          <ac:spMkLst>
            <pc:docMk/>
            <pc:sldMk cId="2192830871" sldId="491"/>
            <ac:spMk id="12" creationId="{EE5D773E-A34F-47F9-97A6-C5797AF49C7D}"/>
          </ac:spMkLst>
        </pc:spChg>
        <pc:spChg chg="add del">
          <ac:chgData name="Cristian Chilipirea" userId="34ab170da5908fc4" providerId="LiveId" clId="{8D7DEDE3-80AA-4184-B7F9-7AE18451EC3E}" dt="2019-10-06T17:43:49.468" v="151"/>
          <ac:spMkLst>
            <pc:docMk/>
            <pc:sldMk cId="2192830871" sldId="491"/>
            <ac:spMk id="13" creationId="{56884AC6-F283-4A83-B774-0A313B0C3CBF}"/>
          </ac:spMkLst>
        </pc:spChg>
        <pc:spChg chg="add del">
          <ac:chgData name="Cristian Chilipirea" userId="34ab170da5908fc4" providerId="LiveId" clId="{8D7DEDE3-80AA-4184-B7F9-7AE18451EC3E}" dt="2019-10-06T17:43:49.468" v="151"/>
          <ac:spMkLst>
            <pc:docMk/>
            <pc:sldMk cId="2192830871" sldId="491"/>
            <ac:spMk id="14" creationId="{81AEA18A-FDCE-48F2-B2D1-FD0F7E0D9DE0}"/>
          </ac:spMkLst>
        </pc:spChg>
        <pc:spChg chg="add del">
          <ac:chgData name="Cristian Chilipirea" userId="34ab170da5908fc4" providerId="LiveId" clId="{8D7DEDE3-80AA-4184-B7F9-7AE18451EC3E}" dt="2019-10-06T17:43:49.468" v="151"/>
          <ac:spMkLst>
            <pc:docMk/>
            <pc:sldMk cId="2192830871" sldId="491"/>
            <ac:spMk id="15" creationId="{529291C4-F3DD-4082-9346-77D9ABFCB21A}"/>
          </ac:spMkLst>
        </pc:spChg>
        <pc:spChg chg="add del">
          <ac:chgData name="Cristian Chilipirea" userId="34ab170da5908fc4" providerId="LiveId" clId="{8D7DEDE3-80AA-4184-B7F9-7AE18451EC3E}" dt="2019-10-06T17:43:49.468" v="151"/>
          <ac:spMkLst>
            <pc:docMk/>
            <pc:sldMk cId="2192830871" sldId="491"/>
            <ac:spMk id="16" creationId="{A35B3B4E-1DFC-4ADB-A1A8-B14A7F406BF7}"/>
          </ac:spMkLst>
        </pc:spChg>
        <pc:spChg chg="add del">
          <ac:chgData name="Cristian Chilipirea" userId="34ab170da5908fc4" providerId="LiveId" clId="{8D7DEDE3-80AA-4184-B7F9-7AE18451EC3E}" dt="2019-10-06T17:43:49.468" v="151"/>
          <ac:spMkLst>
            <pc:docMk/>
            <pc:sldMk cId="2192830871" sldId="491"/>
            <ac:spMk id="17" creationId="{C1E86798-E4FA-4C9B-A631-D815E7400BD2}"/>
          </ac:spMkLst>
        </pc:spChg>
        <pc:spChg chg="add del">
          <ac:chgData name="Cristian Chilipirea" userId="34ab170da5908fc4" providerId="LiveId" clId="{8D7DEDE3-80AA-4184-B7F9-7AE18451EC3E}" dt="2019-10-06T17:43:49.468" v="151"/>
          <ac:spMkLst>
            <pc:docMk/>
            <pc:sldMk cId="2192830871" sldId="491"/>
            <ac:spMk id="18" creationId="{A9586F66-6418-46FA-9928-280EB3654B5F}"/>
          </ac:spMkLst>
        </pc:spChg>
        <pc:spChg chg="add del">
          <ac:chgData name="Cristian Chilipirea" userId="34ab170da5908fc4" providerId="LiveId" clId="{8D7DEDE3-80AA-4184-B7F9-7AE18451EC3E}" dt="2019-10-06T17:43:49.468" v="151"/>
          <ac:spMkLst>
            <pc:docMk/>
            <pc:sldMk cId="2192830871" sldId="491"/>
            <ac:spMk id="19" creationId="{847DEC51-664D-4612-A02D-6A1A4943AF1B}"/>
          </ac:spMkLst>
        </pc:spChg>
        <pc:spChg chg="add del">
          <ac:chgData name="Cristian Chilipirea" userId="34ab170da5908fc4" providerId="LiveId" clId="{8D7DEDE3-80AA-4184-B7F9-7AE18451EC3E}" dt="2019-10-06T17:43:49.468" v="151"/>
          <ac:spMkLst>
            <pc:docMk/>
            <pc:sldMk cId="2192830871" sldId="491"/>
            <ac:spMk id="20" creationId="{202630F3-7319-45F3-8515-E47C4E645D3D}"/>
          </ac:spMkLst>
        </pc:spChg>
        <pc:spChg chg="add del">
          <ac:chgData name="Cristian Chilipirea" userId="34ab170da5908fc4" providerId="LiveId" clId="{8D7DEDE3-80AA-4184-B7F9-7AE18451EC3E}" dt="2019-10-06T17:43:49.468" v="151"/>
          <ac:spMkLst>
            <pc:docMk/>
            <pc:sldMk cId="2192830871" sldId="491"/>
            <ac:spMk id="21" creationId="{8E97BE1D-F09D-4EAC-BB0E-F68CC45F56CC}"/>
          </ac:spMkLst>
        </pc:spChg>
        <pc:spChg chg="add del">
          <ac:chgData name="Cristian Chilipirea" userId="34ab170da5908fc4" providerId="LiveId" clId="{8D7DEDE3-80AA-4184-B7F9-7AE18451EC3E}" dt="2019-10-06T17:43:49.468" v="151"/>
          <ac:spMkLst>
            <pc:docMk/>
            <pc:sldMk cId="2192830871" sldId="491"/>
            <ac:spMk id="22" creationId="{778FE5D4-FF29-4E10-8B16-7316D4841322}"/>
          </ac:spMkLst>
        </pc:spChg>
        <pc:spChg chg="add del">
          <ac:chgData name="Cristian Chilipirea" userId="34ab170da5908fc4" providerId="LiveId" clId="{8D7DEDE3-80AA-4184-B7F9-7AE18451EC3E}" dt="2019-10-06T17:43:49.468" v="151"/>
          <ac:spMkLst>
            <pc:docMk/>
            <pc:sldMk cId="2192830871" sldId="491"/>
            <ac:spMk id="23" creationId="{C27F968E-0A01-4B40-B767-A053C7CEB23C}"/>
          </ac:spMkLst>
        </pc:spChg>
        <pc:spChg chg="add del">
          <ac:chgData name="Cristian Chilipirea" userId="34ab170da5908fc4" providerId="LiveId" clId="{8D7DEDE3-80AA-4184-B7F9-7AE18451EC3E}" dt="2019-10-06T17:43:49.468" v="151"/>
          <ac:spMkLst>
            <pc:docMk/>
            <pc:sldMk cId="2192830871" sldId="491"/>
            <ac:spMk id="24" creationId="{4C131928-D7DF-4491-A239-31AEC718E6EF}"/>
          </ac:spMkLst>
        </pc:spChg>
        <pc:spChg chg="add del">
          <ac:chgData name="Cristian Chilipirea" userId="34ab170da5908fc4" providerId="LiveId" clId="{8D7DEDE3-80AA-4184-B7F9-7AE18451EC3E}" dt="2019-10-06T17:43:49.468" v="151"/>
          <ac:spMkLst>
            <pc:docMk/>
            <pc:sldMk cId="2192830871" sldId="491"/>
            <ac:spMk id="25" creationId="{22A7D23F-8C57-42BD-978B-5DDCF249204E}"/>
          </ac:spMkLst>
        </pc:spChg>
        <pc:spChg chg="add del">
          <ac:chgData name="Cristian Chilipirea" userId="34ab170da5908fc4" providerId="LiveId" clId="{8D7DEDE3-80AA-4184-B7F9-7AE18451EC3E}" dt="2019-10-06T17:43:49.468" v="151"/>
          <ac:spMkLst>
            <pc:docMk/>
            <pc:sldMk cId="2192830871" sldId="491"/>
            <ac:spMk id="26" creationId="{357697E6-F70C-4DA1-B530-F1C6CDEBDAB6}"/>
          </ac:spMkLst>
        </pc:spChg>
        <pc:spChg chg="add">
          <ac:chgData name="Cristian Chilipirea" userId="34ab170da5908fc4" providerId="LiveId" clId="{8D7DEDE3-80AA-4184-B7F9-7AE18451EC3E}" dt="2019-10-06T17:43:49.483" v="152"/>
          <ac:spMkLst>
            <pc:docMk/>
            <pc:sldMk cId="2192830871" sldId="491"/>
            <ac:spMk id="55" creationId="{697426CC-FF7C-4F9C-8B14-02C56105F0D0}"/>
          </ac:spMkLst>
        </pc:spChg>
        <pc:spChg chg="add">
          <ac:chgData name="Cristian Chilipirea" userId="34ab170da5908fc4" providerId="LiveId" clId="{8D7DEDE3-80AA-4184-B7F9-7AE18451EC3E}" dt="2019-10-06T17:43:49.483" v="152"/>
          <ac:spMkLst>
            <pc:docMk/>
            <pc:sldMk cId="2192830871" sldId="491"/>
            <ac:spMk id="56" creationId="{C518642C-8031-4245-A7C9-8E49CB8BC721}"/>
          </ac:spMkLst>
        </pc:spChg>
        <pc:spChg chg="add">
          <ac:chgData name="Cristian Chilipirea" userId="34ab170da5908fc4" providerId="LiveId" clId="{8D7DEDE3-80AA-4184-B7F9-7AE18451EC3E}" dt="2019-10-06T17:43:49.483" v="152"/>
          <ac:spMkLst>
            <pc:docMk/>
            <pc:sldMk cId="2192830871" sldId="491"/>
            <ac:spMk id="57" creationId="{36FFFDA3-CC41-4F29-96F3-4E017B983486}"/>
          </ac:spMkLst>
        </pc:spChg>
        <pc:spChg chg="add">
          <ac:chgData name="Cristian Chilipirea" userId="34ab170da5908fc4" providerId="LiveId" clId="{8D7DEDE3-80AA-4184-B7F9-7AE18451EC3E}" dt="2019-10-06T17:43:49.483" v="152"/>
          <ac:spMkLst>
            <pc:docMk/>
            <pc:sldMk cId="2192830871" sldId="491"/>
            <ac:spMk id="58" creationId="{6BAFE45F-A8C7-4DA4-A95E-38B62DAB8BDB}"/>
          </ac:spMkLst>
        </pc:spChg>
        <pc:spChg chg="add">
          <ac:chgData name="Cristian Chilipirea" userId="34ab170da5908fc4" providerId="LiveId" clId="{8D7DEDE3-80AA-4184-B7F9-7AE18451EC3E}" dt="2019-10-06T17:43:49.483" v="152"/>
          <ac:spMkLst>
            <pc:docMk/>
            <pc:sldMk cId="2192830871" sldId="491"/>
            <ac:spMk id="59" creationId="{96EE5694-96B7-4B8E-94E2-D7B9E31C4F1C}"/>
          </ac:spMkLst>
        </pc:spChg>
        <pc:spChg chg="add">
          <ac:chgData name="Cristian Chilipirea" userId="34ab170da5908fc4" providerId="LiveId" clId="{8D7DEDE3-80AA-4184-B7F9-7AE18451EC3E}" dt="2019-10-06T17:43:49.483" v="152"/>
          <ac:spMkLst>
            <pc:docMk/>
            <pc:sldMk cId="2192830871" sldId="491"/>
            <ac:spMk id="60" creationId="{123A7CB5-2EBE-4043-BBB3-18BB78105344}"/>
          </ac:spMkLst>
        </pc:spChg>
        <pc:spChg chg="add">
          <ac:chgData name="Cristian Chilipirea" userId="34ab170da5908fc4" providerId="LiveId" clId="{8D7DEDE3-80AA-4184-B7F9-7AE18451EC3E}" dt="2019-10-06T17:43:49.483" v="152"/>
          <ac:spMkLst>
            <pc:docMk/>
            <pc:sldMk cId="2192830871" sldId="491"/>
            <ac:spMk id="61" creationId="{83226467-50C7-41D2-842D-E5F3F6CF2A80}"/>
          </ac:spMkLst>
        </pc:spChg>
        <pc:spChg chg="add">
          <ac:chgData name="Cristian Chilipirea" userId="34ab170da5908fc4" providerId="LiveId" clId="{8D7DEDE3-80AA-4184-B7F9-7AE18451EC3E}" dt="2019-10-06T17:43:49.483" v="152"/>
          <ac:spMkLst>
            <pc:docMk/>
            <pc:sldMk cId="2192830871" sldId="491"/>
            <ac:spMk id="62" creationId="{25727E4B-E896-4C68-98E9-6625AF3D29B4}"/>
          </ac:spMkLst>
        </pc:spChg>
        <pc:spChg chg="add">
          <ac:chgData name="Cristian Chilipirea" userId="34ab170da5908fc4" providerId="LiveId" clId="{8D7DEDE3-80AA-4184-B7F9-7AE18451EC3E}" dt="2019-10-06T17:43:49.483" v="152"/>
          <ac:spMkLst>
            <pc:docMk/>
            <pc:sldMk cId="2192830871" sldId="491"/>
            <ac:spMk id="63" creationId="{50E5DA12-37E3-4517-A91A-9265F3A824B9}"/>
          </ac:spMkLst>
        </pc:spChg>
        <pc:spChg chg="add">
          <ac:chgData name="Cristian Chilipirea" userId="34ab170da5908fc4" providerId="LiveId" clId="{8D7DEDE3-80AA-4184-B7F9-7AE18451EC3E}" dt="2019-10-06T17:43:49.483" v="152"/>
          <ac:spMkLst>
            <pc:docMk/>
            <pc:sldMk cId="2192830871" sldId="491"/>
            <ac:spMk id="64" creationId="{4B06CF6E-59B0-44D0-A826-658E7CFA65D2}"/>
          </ac:spMkLst>
        </pc:spChg>
        <pc:spChg chg="add">
          <ac:chgData name="Cristian Chilipirea" userId="34ab170da5908fc4" providerId="LiveId" clId="{8D7DEDE3-80AA-4184-B7F9-7AE18451EC3E}" dt="2019-10-06T17:43:49.483" v="152"/>
          <ac:spMkLst>
            <pc:docMk/>
            <pc:sldMk cId="2192830871" sldId="491"/>
            <ac:spMk id="65" creationId="{7363E588-6BAC-411B-AA9D-2E88A37562A6}"/>
          </ac:spMkLst>
        </pc:spChg>
        <pc:spChg chg="add">
          <ac:chgData name="Cristian Chilipirea" userId="34ab170da5908fc4" providerId="LiveId" clId="{8D7DEDE3-80AA-4184-B7F9-7AE18451EC3E}" dt="2019-10-06T17:43:49.483" v="152"/>
          <ac:spMkLst>
            <pc:docMk/>
            <pc:sldMk cId="2192830871" sldId="491"/>
            <ac:spMk id="66" creationId="{5D6752E2-CF4A-4761-B366-EAC065D54388}"/>
          </ac:spMkLst>
        </pc:spChg>
        <pc:spChg chg="add">
          <ac:chgData name="Cristian Chilipirea" userId="34ab170da5908fc4" providerId="LiveId" clId="{8D7DEDE3-80AA-4184-B7F9-7AE18451EC3E}" dt="2019-10-06T17:43:49.483" v="152"/>
          <ac:spMkLst>
            <pc:docMk/>
            <pc:sldMk cId="2192830871" sldId="491"/>
            <ac:spMk id="67" creationId="{7A4F76AB-6BAD-4363-BB92-466F57F43F4A}"/>
          </ac:spMkLst>
        </pc:spChg>
        <pc:spChg chg="add">
          <ac:chgData name="Cristian Chilipirea" userId="34ab170da5908fc4" providerId="LiveId" clId="{8D7DEDE3-80AA-4184-B7F9-7AE18451EC3E}" dt="2019-10-06T17:43:49.483" v="152"/>
          <ac:spMkLst>
            <pc:docMk/>
            <pc:sldMk cId="2192830871" sldId="491"/>
            <ac:spMk id="68" creationId="{CC9F0AEF-CEEC-4A92-B637-DCC879D147AA}"/>
          </ac:spMkLst>
        </pc:spChg>
        <pc:spChg chg="add">
          <ac:chgData name="Cristian Chilipirea" userId="34ab170da5908fc4" providerId="LiveId" clId="{8D7DEDE3-80AA-4184-B7F9-7AE18451EC3E}" dt="2019-10-06T17:43:49.483" v="152"/>
          <ac:spMkLst>
            <pc:docMk/>
            <pc:sldMk cId="2192830871" sldId="491"/>
            <ac:spMk id="69" creationId="{3FFBFC4C-09FF-4D1B-9F0F-C536282C1592}"/>
          </ac:spMkLst>
        </pc:spChg>
        <pc:spChg chg="add">
          <ac:chgData name="Cristian Chilipirea" userId="34ab170da5908fc4" providerId="LiveId" clId="{8D7DEDE3-80AA-4184-B7F9-7AE18451EC3E}" dt="2019-10-06T17:43:49.483" v="152"/>
          <ac:spMkLst>
            <pc:docMk/>
            <pc:sldMk cId="2192830871" sldId="491"/>
            <ac:spMk id="70" creationId="{98AC09C7-E7C9-432E-B750-582DD3E97F37}"/>
          </ac:spMkLst>
        </pc:spChg>
        <pc:spChg chg="add">
          <ac:chgData name="Cristian Chilipirea" userId="34ab170da5908fc4" providerId="LiveId" clId="{8D7DEDE3-80AA-4184-B7F9-7AE18451EC3E}" dt="2019-10-06T17:43:49.483" v="152"/>
          <ac:spMkLst>
            <pc:docMk/>
            <pc:sldMk cId="2192830871" sldId="491"/>
            <ac:spMk id="71" creationId="{CC57BBB7-A579-4FDB-AB23-4A3EF25CDEC4}"/>
          </ac:spMkLst>
        </pc:spChg>
        <pc:spChg chg="add">
          <ac:chgData name="Cristian Chilipirea" userId="34ab170da5908fc4" providerId="LiveId" clId="{8D7DEDE3-80AA-4184-B7F9-7AE18451EC3E}" dt="2019-10-06T17:43:49.483" v="152"/>
          <ac:spMkLst>
            <pc:docMk/>
            <pc:sldMk cId="2192830871" sldId="491"/>
            <ac:spMk id="72" creationId="{6962F638-D500-4D42-B7CD-7DA116D22DD7}"/>
          </ac:spMkLst>
        </pc:spChg>
        <pc:spChg chg="add">
          <ac:chgData name="Cristian Chilipirea" userId="34ab170da5908fc4" providerId="LiveId" clId="{8D7DEDE3-80AA-4184-B7F9-7AE18451EC3E}" dt="2019-10-06T17:43:49.483" v="152"/>
          <ac:spMkLst>
            <pc:docMk/>
            <pc:sldMk cId="2192830871" sldId="491"/>
            <ac:spMk id="73" creationId="{5C6E4783-A754-45D1-B298-E5B73E5BAB64}"/>
          </ac:spMkLst>
        </pc:spChg>
        <pc:spChg chg="add">
          <ac:chgData name="Cristian Chilipirea" userId="34ab170da5908fc4" providerId="LiveId" clId="{8D7DEDE3-80AA-4184-B7F9-7AE18451EC3E}" dt="2019-10-06T17:43:49.483" v="152"/>
          <ac:spMkLst>
            <pc:docMk/>
            <pc:sldMk cId="2192830871" sldId="491"/>
            <ac:spMk id="74" creationId="{B503EEB2-8F4E-49A7-B245-0AC0646EB2CE}"/>
          </ac:spMkLst>
        </pc:spChg>
        <pc:spChg chg="add">
          <ac:chgData name="Cristian Chilipirea" userId="34ab170da5908fc4" providerId="LiveId" clId="{8D7DEDE3-80AA-4184-B7F9-7AE18451EC3E}" dt="2019-10-06T17:43:49.483" v="152"/>
          <ac:spMkLst>
            <pc:docMk/>
            <pc:sldMk cId="2192830871" sldId="491"/>
            <ac:spMk id="75" creationId="{A15A9D74-0F4C-445E-A6BC-88B86D4D0168}"/>
          </ac:spMkLst>
        </pc:spChg>
        <pc:spChg chg="add">
          <ac:chgData name="Cristian Chilipirea" userId="34ab170da5908fc4" providerId="LiveId" clId="{8D7DEDE3-80AA-4184-B7F9-7AE18451EC3E}" dt="2019-10-06T17:43:49.483" v="152"/>
          <ac:spMkLst>
            <pc:docMk/>
            <pc:sldMk cId="2192830871" sldId="491"/>
            <ac:spMk id="76" creationId="{9D12CCEB-751E-4812-ADEE-8A5DD3718382}"/>
          </ac:spMkLst>
        </pc:spChg>
        <pc:spChg chg="add">
          <ac:chgData name="Cristian Chilipirea" userId="34ab170da5908fc4" providerId="LiveId" clId="{8D7DEDE3-80AA-4184-B7F9-7AE18451EC3E}" dt="2019-10-06T17:43:49.483" v="152"/>
          <ac:spMkLst>
            <pc:docMk/>
            <pc:sldMk cId="2192830871" sldId="491"/>
            <ac:spMk id="77" creationId="{13417A4A-9239-4610-80AF-221FDC235F61}"/>
          </ac:spMkLst>
        </pc:spChg>
        <pc:grpChg chg="add del">
          <ac:chgData name="Cristian Chilipirea" userId="34ab170da5908fc4" providerId="LiveId" clId="{8D7DEDE3-80AA-4184-B7F9-7AE18451EC3E}" dt="2019-10-06T17:43:49.468" v="151"/>
          <ac:grpSpMkLst>
            <pc:docMk/>
            <pc:sldMk cId="2192830871" sldId="491"/>
            <ac:grpSpMk id="27" creationId="{A20B409D-DDA5-457C-9B4A-F207E58E2042}"/>
          </ac:grpSpMkLst>
        </pc:grpChg>
        <pc:grpChg chg="add del">
          <ac:chgData name="Cristian Chilipirea" userId="34ab170da5908fc4" providerId="LiveId" clId="{8D7DEDE3-80AA-4184-B7F9-7AE18451EC3E}" dt="2019-10-06T17:43:49.468" v="151"/>
          <ac:grpSpMkLst>
            <pc:docMk/>
            <pc:sldMk cId="2192830871" sldId="491"/>
            <ac:grpSpMk id="31" creationId="{78433BB2-3872-42BB-B0C0-00391EC4E9E0}"/>
          </ac:grpSpMkLst>
        </pc:grpChg>
        <pc:grpChg chg="add del">
          <ac:chgData name="Cristian Chilipirea" userId="34ab170da5908fc4" providerId="LiveId" clId="{8D7DEDE3-80AA-4184-B7F9-7AE18451EC3E}" dt="2019-10-06T17:43:49.468" v="151"/>
          <ac:grpSpMkLst>
            <pc:docMk/>
            <pc:sldMk cId="2192830871" sldId="491"/>
            <ac:grpSpMk id="35" creationId="{069CF0F6-CDFA-4B1B-9FB6-C5805C8478D8}"/>
          </ac:grpSpMkLst>
        </pc:grpChg>
        <pc:grpChg chg="add del">
          <ac:chgData name="Cristian Chilipirea" userId="34ab170da5908fc4" providerId="LiveId" clId="{8D7DEDE3-80AA-4184-B7F9-7AE18451EC3E}" dt="2019-10-06T17:43:49.468" v="151"/>
          <ac:grpSpMkLst>
            <pc:docMk/>
            <pc:sldMk cId="2192830871" sldId="491"/>
            <ac:grpSpMk id="39" creationId="{8A8632DE-DC56-402C-8544-C8DD187B8209}"/>
          </ac:grpSpMkLst>
        </pc:grpChg>
        <pc:grpChg chg="add del">
          <ac:chgData name="Cristian Chilipirea" userId="34ab170da5908fc4" providerId="LiveId" clId="{8D7DEDE3-80AA-4184-B7F9-7AE18451EC3E}" dt="2019-10-06T17:43:49.468" v="151"/>
          <ac:grpSpMkLst>
            <pc:docMk/>
            <pc:sldMk cId="2192830871" sldId="491"/>
            <ac:grpSpMk id="43" creationId="{8B433970-F190-490F-AAE3-34E7A374AD49}"/>
          </ac:grpSpMkLst>
        </pc:grpChg>
        <pc:grpChg chg="add del">
          <ac:chgData name="Cristian Chilipirea" userId="34ab170da5908fc4" providerId="LiveId" clId="{8D7DEDE3-80AA-4184-B7F9-7AE18451EC3E}" dt="2019-10-06T17:43:49.468" v="151"/>
          <ac:grpSpMkLst>
            <pc:docMk/>
            <pc:sldMk cId="2192830871" sldId="491"/>
            <ac:grpSpMk id="47" creationId="{B5ABB732-377E-4A83-A4E5-9B3F666C035D}"/>
          </ac:grpSpMkLst>
        </pc:grpChg>
        <pc:grpChg chg="add del">
          <ac:chgData name="Cristian Chilipirea" userId="34ab170da5908fc4" providerId="LiveId" clId="{8D7DEDE3-80AA-4184-B7F9-7AE18451EC3E}" dt="2019-10-06T17:43:49.468" v="151"/>
          <ac:grpSpMkLst>
            <pc:docMk/>
            <pc:sldMk cId="2192830871" sldId="491"/>
            <ac:grpSpMk id="51" creationId="{70F82B53-56CC-4B75-B177-3640B97F093B}"/>
          </ac:grpSpMkLst>
        </pc:grpChg>
        <pc:grpChg chg="add">
          <ac:chgData name="Cristian Chilipirea" userId="34ab170da5908fc4" providerId="LiveId" clId="{8D7DEDE3-80AA-4184-B7F9-7AE18451EC3E}" dt="2019-10-06T17:43:49.483" v="152"/>
          <ac:grpSpMkLst>
            <pc:docMk/>
            <pc:sldMk cId="2192830871" sldId="491"/>
            <ac:grpSpMk id="78" creationId="{75FCFB31-A3DB-4936-8ACE-F2928BF24A32}"/>
          </ac:grpSpMkLst>
        </pc:grpChg>
        <pc:grpChg chg="add">
          <ac:chgData name="Cristian Chilipirea" userId="34ab170da5908fc4" providerId="LiveId" clId="{8D7DEDE3-80AA-4184-B7F9-7AE18451EC3E}" dt="2019-10-06T17:43:49.483" v="152"/>
          <ac:grpSpMkLst>
            <pc:docMk/>
            <pc:sldMk cId="2192830871" sldId="491"/>
            <ac:grpSpMk id="82" creationId="{B8F2297B-3FCB-4BF6-97FB-5A0C25973464}"/>
          </ac:grpSpMkLst>
        </pc:grpChg>
        <pc:grpChg chg="add">
          <ac:chgData name="Cristian Chilipirea" userId="34ab170da5908fc4" providerId="LiveId" clId="{8D7DEDE3-80AA-4184-B7F9-7AE18451EC3E}" dt="2019-10-06T17:43:49.483" v="152"/>
          <ac:grpSpMkLst>
            <pc:docMk/>
            <pc:sldMk cId="2192830871" sldId="491"/>
            <ac:grpSpMk id="86" creationId="{F09DB4B0-7312-4919-87ED-8D75DA3908AD}"/>
          </ac:grpSpMkLst>
        </pc:grpChg>
        <pc:grpChg chg="add">
          <ac:chgData name="Cristian Chilipirea" userId="34ab170da5908fc4" providerId="LiveId" clId="{8D7DEDE3-80AA-4184-B7F9-7AE18451EC3E}" dt="2019-10-06T17:43:49.483" v="152"/>
          <ac:grpSpMkLst>
            <pc:docMk/>
            <pc:sldMk cId="2192830871" sldId="491"/>
            <ac:grpSpMk id="90" creationId="{670EC288-D5BA-489A-86B6-FB2A2FCD3CE1}"/>
          </ac:grpSpMkLst>
        </pc:grpChg>
        <pc:grpChg chg="add">
          <ac:chgData name="Cristian Chilipirea" userId="34ab170da5908fc4" providerId="LiveId" clId="{8D7DEDE3-80AA-4184-B7F9-7AE18451EC3E}" dt="2019-10-06T17:43:49.483" v="152"/>
          <ac:grpSpMkLst>
            <pc:docMk/>
            <pc:sldMk cId="2192830871" sldId="491"/>
            <ac:grpSpMk id="94" creationId="{F4EA979C-9ADA-4FD7-9736-F15B3F32639D}"/>
          </ac:grpSpMkLst>
        </pc:grpChg>
        <pc:grpChg chg="add">
          <ac:chgData name="Cristian Chilipirea" userId="34ab170da5908fc4" providerId="LiveId" clId="{8D7DEDE3-80AA-4184-B7F9-7AE18451EC3E}" dt="2019-10-06T17:43:49.483" v="152"/>
          <ac:grpSpMkLst>
            <pc:docMk/>
            <pc:sldMk cId="2192830871" sldId="491"/>
            <ac:grpSpMk id="98" creationId="{84D4BCC2-EBE1-4C7B-B7EB-15F882EADA4B}"/>
          </ac:grpSpMkLst>
        </pc:grpChg>
        <pc:grpChg chg="add">
          <ac:chgData name="Cristian Chilipirea" userId="34ab170da5908fc4" providerId="LiveId" clId="{8D7DEDE3-80AA-4184-B7F9-7AE18451EC3E}" dt="2019-10-06T17:43:49.483" v="152"/>
          <ac:grpSpMkLst>
            <pc:docMk/>
            <pc:sldMk cId="2192830871" sldId="491"/>
            <ac:grpSpMk id="102" creationId="{40E63CB7-2F01-4B4D-B619-A7EF1EBC9D75}"/>
          </ac:grpSpMkLst>
        </pc:grpChg>
      </pc:sldChg>
      <pc:sldChg chg="addSp delSp modSp add">
        <pc:chgData name="Cristian Chilipirea" userId="34ab170da5908fc4" providerId="LiveId" clId="{8D7DEDE3-80AA-4184-B7F9-7AE18451EC3E}" dt="2019-10-06T17:44:09.906" v="159" actId="1076"/>
        <pc:sldMkLst>
          <pc:docMk/>
          <pc:sldMk cId="2867972107" sldId="492"/>
        </pc:sldMkLst>
        <pc:spChg chg="mod">
          <ac:chgData name="Cristian Chilipirea" userId="34ab170da5908fc4" providerId="LiveId" clId="{8D7DEDE3-80AA-4184-B7F9-7AE18451EC3E}" dt="2019-10-06T17:43:58.432" v="154"/>
          <ac:spMkLst>
            <pc:docMk/>
            <pc:sldMk cId="2867972107" sldId="492"/>
            <ac:spMk id="2" creationId="{9D67008C-3051-4E7E-BB69-E1D095C25552}"/>
          </ac:spMkLst>
        </pc:spChg>
        <pc:spChg chg="del">
          <ac:chgData name="Cristian Chilipirea" userId="34ab170da5908fc4" providerId="LiveId" clId="{8D7DEDE3-80AA-4184-B7F9-7AE18451EC3E}" dt="2019-10-06T17:44:04.920" v="155" actId="478"/>
          <ac:spMkLst>
            <pc:docMk/>
            <pc:sldMk cId="2867972107" sldId="492"/>
            <ac:spMk id="3" creationId="{9CA3C1A8-34ED-4774-A3B3-52CCFC8BBE67}"/>
          </ac:spMkLst>
        </pc:spChg>
        <pc:spChg chg="add del">
          <ac:chgData name="Cristian Chilipirea" userId="34ab170da5908fc4" providerId="LiveId" clId="{8D7DEDE3-80AA-4184-B7F9-7AE18451EC3E}" dt="2019-10-06T17:44:07.593" v="157"/>
          <ac:spMkLst>
            <pc:docMk/>
            <pc:sldMk cId="2867972107" sldId="492"/>
            <ac:spMk id="4" creationId="{9B84FAF8-26D4-45CA-9838-3399DD4078B2}"/>
          </ac:spMkLst>
        </pc:spChg>
        <pc:spChg chg="add mod">
          <ac:chgData name="Cristian Chilipirea" userId="34ab170da5908fc4" providerId="LiveId" clId="{8D7DEDE3-80AA-4184-B7F9-7AE18451EC3E}" dt="2019-10-06T17:44:09.906" v="159" actId="1076"/>
          <ac:spMkLst>
            <pc:docMk/>
            <pc:sldMk cId="2867972107" sldId="492"/>
            <ac:spMk id="5" creationId="{5D10577B-E4C7-4871-9B00-454A1AEE2003}"/>
          </ac:spMkLst>
        </pc:spChg>
      </pc:sldChg>
      <pc:sldChg chg="addSp delSp modSp add modAnim">
        <pc:chgData name="Cristian Chilipirea" userId="34ab170da5908fc4" providerId="LiveId" clId="{8D7DEDE3-80AA-4184-B7F9-7AE18451EC3E}" dt="2019-10-06T17:44:30.016" v="166" actId="1076"/>
        <pc:sldMkLst>
          <pc:docMk/>
          <pc:sldMk cId="225010310" sldId="493"/>
        </pc:sldMkLst>
        <pc:spChg chg="mod">
          <ac:chgData name="Cristian Chilipirea" userId="34ab170da5908fc4" providerId="LiveId" clId="{8D7DEDE3-80AA-4184-B7F9-7AE18451EC3E}" dt="2019-10-06T17:44:18.069" v="161"/>
          <ac:spMkLst>
            <pc:docMk/>
            <pc:sldMk cId="225010310" sldId="493"/>
            <ac:spMk id="2" creationId="{6FFF2945-812F-4D9E-BADE-D181BB04724F}"/>
          </ac:spMkLst>
        </pc:spChg>
        <pc:spChg chg="del">
          <ac:chgData name="Cristian Chilipirea" userId="34ab170da5908fc4" providerId="LiveId" clId="{8D7DEDE3-80AA-4184-B7F9-7AE18451EC3E}" dt="2019-10-06T17:44:21.124" v="162" actId="478"/>
          <ac:spMkLst>
            <pc:docMk/>
            <pc:sldMk cId="225010310" sldId="493"/>
            <ac:spMk id="3" creationId="{B3D90802-F4A3-40D3-AF9A-BE9ED063598D}"/>
          </ac:spMkLst>
        </pc:spChg>
        <pc:spChg chg="add del">
          <ac:chgData name="Cristian Chilipirea" userId="34ab170da5908fc4" providerId="LiveId" clId="{8D7DEDE3-80AA-4184-B7F9-7AE18451EC3E}" dt="2019-10-06T17:44:27.662" v="164"/>
          <ac:spMkLst>
            <pc:docMk/>
            <pc:sldMk cId="225010310" sldId="493"/>
            <ac:spMk id="4" creationId="{8EA1C9CC-FE9D-4D76-87D8-48BD5AE19219}"/>
          </ac:spMkLst>
        </pc:spChg>
        <pc:spChg chg="add del">
          <ac:chgData name="Cristian Chilipirea" userId="34ab170da5908fc4" providerId="LiveId" clId="{8D7DEDE3-80AA-4184-B7F9-7AE18451EC3E}" dt="2019-10-06T17:44:27.662" v="164"/>
          <ac:spMkLst>
            <pc:docMk/>
            <pc:sldMk cId="225010310" sldId="493"/>
            <ac:spMk id="5" creationId="{5E48E6AD-22AA-401F-9C03-9231541492B8}"/>
          </ac:spMkLst>
        </pc:spChg>
        <pc:spChg chg="add del">
          <ac:chgData name="Cristian Chilipirea" userId="34ab170da5908fc4" providerId="LiveId" clId="{8D7DEDE3-80AA-4184-B7F9-7AE18451EC3E}" dt="2019-10-06T17:44:27.662" v="164"/>
          <ac:spMkLst>
            <pc:docMk/>
            <pc:sldMk cId="225010310" sldId="493"/>
            <ac:spMk id="53" creationId="{2FD9A4B9-018B-4B6C-AD73-8247DBE21070}"/>
          </ac:spMkLst>
        </pc:spChg>
        <pc:spChg chg="add del">
          <ac:chgData name="Cristian Chilipirea" userId="34ab170da5908fc4" providerId="LiveId" clId="{8D7DEDE3-80AA-4184-B7F9-7AE18451EC3E}" dt="2019-10-06T17:44:27.662" v="164"/>
          <ac:spMkLst>
            <pc:docMk/>
            <pc:sldMk cId="225010310" sldId="493"/>
            <ac:spMk id="54" creationId="{1AD0E43D-F310-41A5-AEAB-30F81E2BC7CA}"/>
          </ac:spMkLst>
        </pc:spChg>
        <pc:spChg chg="add del">
          <ac:chgData name="Cristian Chilipirea" userId="34ab170da5908fc4" providerId="LiveId" clId="{8D7DEDE3-80AA-4184-B7F9-7AE18451EC3E}" dt="2019-10-06T17:44:27.662" v="164"/>
          <ac:spMkLst>
            <pc:docMk/>
            <pc:sldMk cId="225010310" sldId="493"/>
            <ac:spMk id="55" creationId="{2423D0AF-5891-4D65-BE54-61D273A08F6F}"/>
          </ac:spMkLst>
        </pc:spChg>
        <pc:spChg chg="add del">
          <ac:chgData name="Cristian Chilipirea" userId="34ab170da5908fc4" providerId="LiveId" clId="{8D7DEDE3-80AA-4184-B7F9-7AE18451EC3E}" dt="2019-10-06T17:44:27.662" v="164"/>
          <ac:spMkLst>
            <pc:docMk/>
            <pc:sldMk cId="225010310" sldId="493"/>
            <ac:spMk id="56" creationId="{08CEB650-E751-4E45-9DEB-FDAF0BB716C7}"/>
          </ac:spMkLst>
        </pc:spChg>
        <pc:spChg chg="add del">
          <ac:chgData name="Cristian Chilipirea" userId="34ab170da5908fc4" providerId="LiveId" clId="{8D7DEDE3-80AA-4184-B7F9-7AE18451EC3E}" dt="2019-10-06T17:44:27.662" v="164"/>
          <ac:spMkLst>
            <pc:docMk/>
            <pc:sldMk cId="225010310" sldId="493"/>
            <ac:spMk id="57" creationId="{29A82F32-4924-48C8-833E-06142A332438}"/>
          </ac:spMkLst>
        </pc:spChg>
        <pc:spChg chg="add del">
          <ac:chgData name="Cristian Chilipirea" userId="34ab170da5908fc4" providerId="LiveId" clId="{8D7DEDE3-80AA-4184-B7F9-7AE18451EC3E}" dt="2019-10-06T17:44:27.662" v="164"/>
          <ac:spMkLst>
            <pc:docMk/>
            <pc:sldMk cId="225010310" sldId="493"/>
            <ac:spMk id="58" creationId="{DD047376-47B2-41FE-8E3E-C31FC1708FCA}"/>
          </ac:spMkLst>
        </pc:spChg>
        <pc:spChg chg="add del">
          <ac:chgData name="Cristian Chilipirea" userId="34ab170da5908fc4" providerId="LiveId" clId="{8D7DEDE3-80AA-4184-B7F9-7AE18451EC3E}" dt="2019-10-06T17:44:27.662" v="164"/>
          <ac:spMkLst>
            <pc:docMk/>
            <pc:sldMk cId="225010310" sldId="493"/>
            <ac:spMk id="62" creationId="{5A535829-EDAC-40A7-ADD7-61344635420D}"/>
          </ac:spMkLst>
        </pc:spChg>
        <pc:spChg chg="add del">
          <ac:chgData name="Cristian Chilipirea" userId="34ab170da5908fc4" providerId="LiveId" clId="{8D7DEDE3-80AA-4184-B7F9-7AE18451EC3E}" dt="2019-10-06T17:44:27.662" v="164"/>
          <ac:spMkLst>
            <pc:docMk/>
            <pc:sldMk cId="225010310" sldId="493"/>
            <ac:spMk id="63" creationId="{111D672D-98DD-4F96-9609-044C08173B65}"/>
          </ac:spMkLst>
        </pc:spChg>
        <pc:spChg chg="add del">
          <ac:chgData name="Cristian Chilipirea" userId="34ab170da5908fc4" providerId="LiveId" clId="{8D7DEDE3-80AA-4184-B7F9-7AE18451EC3E}" dt="2019-10-06T17:44:27.662" v="164"/>
          <ac:spMkLst>
            <pc:docMk/>
            <pc:sldMk cId="225010310" sldId="493"/>
            <ac:spMk id="64" creationId="{DE3EF4C6-F6F1-4235-A61B-0FE2F3A0C9D1}"/>
          </ac:spMkLst>
        </pc:spChg>
        <pc:spChg chg="add del">
          <ac:chgData name="Cristian Chilipirea" userId="34ab170da5908fc4" providerId="LiveId" clId="{8D7DEDE3-80AA-4184-B7F9-7AE18451EC3E}" dt="2019-10-06T17:44:27.662" v="164"/>
          <ac:spMkLst>
            <pc:docMk/>
            <pc:sldMk cId="225010310" sldId="493"/>
            <ac:spMk id="65" creationId="{B39C0A0F-DED7-436E-B82E-8EFC069BB179}"/>
          </ac:spMkLst>
        </pc:spChg>
        <pc:spChg chg="add mod">
          <ac:chgData name="Cristian Chilipirea" userId="34ab170da5908fc4" providerId="LiveId" clId="{8D7DEDE3-80AA-4184-B7F9-7AE18451EC3E}" dt="2019-10-06T17:44:30.016" v="166" actId="1076"/>
          <ac:spMkLst>
            <pc:docMk/>
            <pc:sldMk cId="225010310" sldId="493"/>
            <ac:spMk id="66" creationId="{354A9236-10F9-4D2F-85EA-14573329525B}"/>
          </ac:spMkLst>
        </pc:spChg>
        <pc:spChg chg="add mod">
          <ac:chgData name="Cristian Chilipirea" userId="34ab170da5908fc4" providerId="LiveId" clId="{8D7DEDE3-80AA-4184-B7F9-7AE18451EC3E}" dt="2019-10-06T17:44:30.016" v="166" actId="1076"/>
          <ac:spMkLst>
            <pc:docMk/>
            <pc:sldMk cId="225010310" sldId="493"/>
            <ac:spMk id="67" creationId="{95A73EE1-CB9E-424C-8918-57850274869E}"/>
          </ac:spMkLst>
        </pc:spChg>
        <pc:spChg chg="add mod">
          <ac:chgData name="Cristian Chilipirea" userId="34ab170da5908fc4" providerId="LiveId" clId="{8D7DEDE3-80AA-4184-B7F9-7AE18451EC3E}" dt="2019-10-06T17:44:30.016" v="166" actId="1076"/>
          <ac:spMkLst>
            <pc:docMk/>
            <pc:sldMk cId="225010310" sldId="493"/>
            <ac:spMk id="115" creationId="{82EDF701-2727-4BD9-800C-CF40FBE72751}"/>
          </ac:spMkLst>
        </pc:spChg>
        <pc:spChg chg="add mod">
          <ac:chgData name="Cristian Chilipirea" userId="34ab170da5908fc4" providerId="LiveId" clId="{8D7DEDE3-80AA-4184-B7F9-7AE18451EC3E}" dt="2019-10-06T17:44:30.016" v="166" actId="1076"/>
          <ac:spMkLst>
            <pc:docMk/>
            <pc:sldMk cId="225010310" sldId="493"/>
            <ac:spMk id="116" creationId="{CB6EDC23-A39A-42EA-A683-45BF78574168}"/>
          </ac:spMkLst>
        </pc:spChg>
        <pc:spChg chg="add mod">
          <ac:chgData name="Cristian Chilipirea" userId="34ab170da5908fc4" providerId="LiveId" clId="{8D7DEDE3-80AA-4184-B7F9-7AE18451EC3E}" dt="2019-10-06T17:44:30.016" v="166" actId="1076"/>
          <ac:spMkLst>
            <pc:docMk/>
            <pc:sldMk cId="225010310" sldId="493"/>
            <ac:spMk id="117" creationId="{228CDCC8-A10E-4366-BFDC-B7D1FCE74C38}"/>
          </ac:spMkLst>
        </pc:spChg>
        <pc:spChg chg="add mod">
          <ac:chgData name="Cristian Chilipirea" userId="34ab170da5908fc4" providerId="LiveId" clId="{8D7DEDE3-80AA-4184-B7F9-7AE18451EC3E}" dt="2019-10-06T17:44:30.016" v="166" actId="1076"/>
          <ac:spMkLst>
            <pc:docMk/>
            <pc:sldMk cId="225010310" sldId="493"/>
            <ac:spMk id="118" creationId="{70655375-85FD-47DF-9341-2714F8324B15}"/>
          </ac:spMkLst>
        </pc:spChg>
        <pc:spChg chg="add mod">
          <ac:chgData name="Cristian Chilipirea" userId="34ab170da5908fc4" providerId="LiveId" clId="{8D7DEDE3-80AA-4184-B7F9-7AE18451EC3E}" dt="2019-10-06T17:44:30.016" v="166" actId="1076"/>
          <ac:spMkLst>
            <pc:docMk/>
            <pc:sldMk cId="225010310" sldId="493"/>
            <ac:spMk id="119" creationId="{6EAE2B6D-694B-4E3D-A780-4B50DFD94544}"/>
          </ac:spMkLst>
        </pc:spChg>
        <pc:spChg chg="add mod">
          <ac:chgData name="Cristian Chilipirea" userId="34ab170da5908fc4" providerId="LiveId" clId="{8D7DEDE3-80AA-4184-B7F9-7AE18451EC3E}" dt="2019-10-06T17:44:30.016" v="166" actId="1076"/>
          <ac:spMkLst>
            <pc:docMk/>
            <pc:sldMk cId="225010310" sldId="493"/>
            <ac:spMk id="120" creationId="{9E0C08AC-9C21-4240-9D9B-D69C72D11E2B}"/>
          </ac:spMkLst>
        </pc:spChg>
        <pc:spChg chg="add mod">
          <ac:chgData name="Cristian Chilipirea" userId="34ab170da5908fc4" providerId="LiveId" clId="{8D7DEDE3-80AA-4184-B7F9-7AE18451EC3E}" dt="2019-10-06T17:44:30.016" v="166" actId="1076"/>
          <ac:spMkLst>
            <pc:docMk/>
            <pc:sldMk cId="225010310" sldId="493"/>
            <ac:spMk id="124" creationId="{BAA7AC78-E1AB-44B0-BEC1-D40035515D8B}"/>
          </ac:spMkLst>
        </pc:spChg>
        <pc:spChg chg="add mod">
          <ac:chgData name="Cristian Chilipirea" userId="34ab170da5908fc4" providerId="LiveId" clId="{8D7DEDE3-80AA-4184-B7F9-7AE18451EC3E}" dt="2019-10-06T17:44:30.016" v="166" actId="1076"/>
          <ac:spMkLst>
            <pc:docMk/>
            <pc:sldMk cId="225010310" sldId="493"/>
            <ac:spMk id="125" creationId="{FDD4C341-208D-4F21-8499-F543D81B6355}"/>
          </ac:spMkLst>
        </pc:spChg>
        <pc:spChg chg="add mod">
          <ac:chgData name="Cristian Chilipirea" userId="34ab170da5908fc4" providerId="LiveId" clId="{8D7DEDE3-80AA-4184-B7F9-7AE18451EC3E}" dt="2019-10-06T17:44:30.016" v="166" actId="1076"/>
          <ac:spMkLst>
            <pc:docMk/>
            <pc:sldMk cId="225010310" sldId="493"/>
            <ac:spMk id="126" creationId="{4CFF7CDF-DECF-44F6-A6A0-2E8D1388BFB3}"/>
          </ac:spMkLst>
        </pc:spChg>
        <pc:spChg chg="add mod">
          <ac:chgData name="Cristian Chilipirea" userId="34ab170da5908fc4" providerId="LiveId" clId="{8D7DEDE3-80AA-4184-B7F9-7AE18451EC3E}" dt="2019-10-06T17:44:30.016" v="166" actId="1076"/>
          <ac:spMkLst>
            <pc:docMk/>
            <pc:sldMk cId="225010310" sldId="493"/>
            <ac:spMk id="127" creationId="{7ED42794-1840-4375-A90C-D820CD775F9D}"/>
          </ac:spMkLst>
        </pc:spChg>
        <pc:grpChg chg="add del">
          <ac:chgData name="Cristian Chilipirea" userId="34ab170da5908fc4" providerId="LiveId" clId="{8D7DEDE3-80AA-4184-B7F9-7AE18451EC3E}" dt="2019-10-06T17:44:27.662" v="164"/>
          <ac:grpSpMkLst>
            <pc:docMk/>
            <pc:sldMk cId="225010310" sldId="493"/>
            <ac:grpSpMk id="6" creationId="{F68EF8D2-0C7C-4F2D-B18B-CAE9C04D20D5}"/>
          </ac:grpSpMkLst>
        </pc:grpChg>
        <pc:grpChg chg="add mod">
          <ac:chgData name="Cristian Chilipirea" userId="34ab170da5908fc4" providerId="LiveId" clId="{8D7DEDE3-80AA-4184-B7F9-7AE18451EC3E}" dt="2019-10-06T17:44:30.016" v="166" actId="1076"/>
          <ac:grpSpMkLst>
            <pc:docMk/>
            <pc:sldMk cId="225010310" sldId="493"/>
            <ac:grpSpMk id="68" creationId="{C7A1A2C6-EE1E-4C07-B709-20F78D55DF76}"/>
          </ac:grpSpMkLst>
        </pc:grpChg>
        <pc:grpChg chg="mod">
          <ac:chgData name="Cristian Chilipirea" userId="34ab170da5908fc4" providerId="LiveId" clId="{8D7DEDE3-80AA-4184-B7F9-7AE18451EC3E}" dt="2019-10-06T17:44:30.016" v="166" actId="1076"/>
          <ac:grpSpMkLst>
            <pc:docMk/>
            <pc:sldMk cId="225010310" sldId="493"/>
            <ac:grpSpMk id="69" creationId="{E69B45B0-7C37-4413-85B8-B95BD9EB0808}"/>
          </ac:grpSpMkLst>
        </pc:grpChg>
        <pc:grpChg chg="mod">
          <ac:chgData name="Cristian Chilipirea" userId="34ab170da5908fc4" providerId="LiveId" clId="{8D7DEDE3-80AA-4184-B7F9-7AE18451EC3E}" dt="2019-10-06T17:44:30.016" v="166" actId="1076"/>
          <ac:grpSpMkLst>
            <pc:docMk/>
            <pc:sldMk cId="225010310" sldId="493"/>
            <ac:grpSpMk id="70" creationId="{CE49419D-401E-4F64-B624-5189AF0CAE8B}"/>
          </ac:grpSpMkLst>
        </pc:grpChg>
        <pc:grpChg chg="mod">
          <ac:chgData name="Cristian Chilipirea" userId="34ab170da5908fc4" providerId="LiveId" clId="{8D7DEDE3-80AA-4184-B7F9-7AE18451EC3E}" dt="2019-10-06T17:44:30.016" v="166" actId="1076"/>
          <ac:grpSpMkLst>
            <pc:docMk/>
            <pc:sldMk cId="225010310" sldId="493"/>
            <ac:grpSpMk id="71" creationId="{BD8D5F61-7021-4223-B4FD-618688548084}"/>
          </ac:grpSpMkLst>
        </pc:grpChg>
        <pc:grpChg chg="mod">
          <ac:chgData name="Cristian Chilipirea" userId="34ab170da5908fc4" providerId="LiveId" clId="{8D7DEDE3-80AA-4184-B7F9-7AE18451EC3E}" dt="2019-10-06T17:44:30.016" v="166" actId="1076"/>
          <ac:grpSpMkLst>
            <pc:docMk/>
            <pc:sldMk cId="225010310" sldId="493"/>
            <ac:grpSpMk id="72" creationId="{42B7E524-33CE-4F34-A4E7-E75871225520}"/>
          </ac:grpSpMkLst>
        </pc:grpChg>
        <pc:grpChg chg="mod">
          <ac:chgData name="Cristian Chilipirea" userId="34ab170da5908fc4" providerId="LiveId" clId="{8D7DEDE3-80AA-4184-B7F9-7AE18451EC3E}" dt="2019-10-06T17:44:30.016" v="166" actId="1076"/>
          <ac:grpSpMkLst>
            <pc:docMk/>
            <pc:sldMk cId="225010310" sldId="493"/>
            <ac:grpSpMk id="73" creationId="{579FA228-95A1-4E98-B701-927B62E9E55A}"/>
          </ac:grpSpMkLst>
        </pc:grpChg>
        <pc:grpChg chg="mod">
          <ac:chgData name="Cristian Chilipirea" userId="34ab170da5908fc4" providerId="LiveId" clId="{8D7DEDE3-80AA-4184-B7F9-7AE18451EC3E}" dt="2019-10-06T17:44:30.016" v="166" actId="1076"/>
          <ac:grpSpMkLst>
            <pc:docMk/>
            <pc:sldMk cId="225010310" sldId="493"/>
            <ac:grpSpMk id="74" creationId="{138E0901-9493-4236-8A7E-004795515100}"/>
          </ac:grpSpMkLst>
        </pc:grpChg>
        <pc:grpChg chg="mod">
          <ac:chgData name="Cristian Chilipirea" userId="34ab170da5908fc4" providerId="LiveId" clId="{8D7DEDE3-80AA-4184-B7F9-7AE18451EC3E}" dt="2019-10-06T17:44:30.016" v="166" actId="1076"/>
          <ac:grpSpMkLst>
            <pc:docMk/>
            <pc:sldMk cId="225010310" sldId="493"/>
            <ac:grpSpMk id="83" creationId="{7CAFCB5A-2D1B-4FEC-B518-9674337A467D}"/>
          </ac:grpSpMkLst>
        </pc:grpChg>
        <pc:grpChg chg="mod">
          <ac:chgData name="Cristian Chilipirea" userId="34ab170da5908fc4" providerId="LiveId" clId="{8D7DEDE3-80AA-4184-B7F9-7AE18451EC3E}" dt="2019-10-06T17:44:30.016" v="166" actId="1076"/>
          <ac:grpSpMkLst>
            <pc:docMk/>
            <pc:sldMk cId="225010310" sldId="493"/>
            <ac:grpSpMk id="84" creationId="{03C179E6-96F5-462D-ABDE-56B6254B7C06}"/>
          </ac:grpSpMkLst>
        </pc:grpChg>
        <pc:grpChg chg="mod">
          <ac:chgData name="Cristian Chilipirea" userId="34ab170da5908fc4" providerId="LiveId" clId="{8D7DEDE3-80AA-4184-B7F9-7AE18451EC3E}" dt="2019-10-06T17:44:30.016" v="166" actId="1076"/>
          <ac:grpSpMkLst>
            <pc:docMk/>
            <pc:sldMk cId="225010310" sldId="493"/>
            <ac:grpSpMk id="93" creationId="{61EAD063-61C5-42B8-BE06-25926B457E0C}"/>
          </ac:grpSpMkLst>
        </pc:grpChg>
        <pc:grpChg chg="mod">
          <ac:chgData name="Cristian Chilipirea" userId="34ab170da5908fc4" providerId="LiveId" clId="{8D7DEDE3-80AA-4184-B7F9-7AE18451EC3E}" dt="2019-10-06T17:44:30.016" v="166" actId="1076"/>
          <ac:grpSpMkLst>
            <pc:docMk/>
            <pc:sldMk cId="225010310" sldId="493"/>
            <ac:grpSpMk id="94" creationId="{EDB38042-7400-42EE-830E-43F211806648}"/>
          </ac:grpSpMkLst>
        </pc:grpChg>
        <pc:grpChg chg="mod">
          <ac:chgData name="Cristian Chilipirea" userId="34ab170da5908fc4" providerId="LiveId" clId="{8D7DEDE3-80AA-4184-B7F9-7AE18451EC3E}" dt="2019-10-06T17:44:30.016" v="166" actId="1076"/>
          <ac:grpSpMkLst>
            <pc:docMk/>
            <pc:sldMk cId="225010310" sldId="493"/>
            <ac:grpSpMk id="95" creationId="{794512AF-05C6-4A2F-A779-58245E1D8D37}"/>
          </ac:grpSpMkLst>
        </pc:grpChg>
        <pc:grpChg chg="mod">
          <ac:chgData name="Cristian Chilipirea" userId="34ab170da5908fc4" providerId="LiveId" clId="{8D7DEDE3-80AA-4184-B7F9-7AE18451EC3E}" dt="2019-10-06T17:44:30.016" v="166" actId="1076"/>
          <ac:grpSpMkLst>
            <pc:docMk/>
            <pc:sldMk cId="225010310" sldId="493"/>
            <ac:grpSpMk id="96" creationId="{12DE6909-AC7D-4A2C-B408-4C7523324DC3}"/>
          </ac:grpSpMkLst>
        </pc:grpChg>
        <pc:grpChg chg="mod">
          <ac:chgData name="Cristian Chilipirea" userId="34ab170da5908fc4" providerId="LiveId" clId="{8D7DEDE3-80AA-4184-B7F9-7AE18451EC3E}" dt="2019-10-06T17:44:30.016" v="166" actId="1076"/>
          <ac:grpSpMkLst>
            <pc:docMk/>
            <pc:sldMk cId="225010310" sldId="493"/>
            <ac:grpSpMk id="105" creationId="{201FA9C6-11B7-4975-929E-82D299165413}"/>
          </ac:grpSpMkLst>
        </pc:grpChg>
        <pc:grpChg chg="mod">
          <ac:chgData name="Cristian Chilipirea" userId="34ab170da5908fc4" providerId="LiveId" clId="{8D7DEDE3-80AA-4184-B7F9-7AE18451EC3E}" dt="2019-10-06T17:44:30.016" v="166" actId="1076"/>
          <ac:grpSpMkLst>
            <pc:docMk/>
            <pc:sldMk cId="225010310" sldId="493"/>
            <ac:grpSpMk id="106" creationId="{2C660D62-C609-4A55-AF60-AE67EAE67421}"/>
          </ac:grpSpMkLst>
        </pc:grpChg>
        <pc:cxnChg chg="add del">
          <ac:chgData name="Cristian Chilipirea" userId="34ab170da5908fc4" providerId="LiveId" clId="{8D7DEDE3-80AA-4184-B7F9-7AE18451EC3E}" dt="2019-10-06T17:44:27.662" v="164"/>
          <ac:cxnSpMkLst>
            <pc:docMk/>
            <pc:sldMk cId="225010310" sldId="493"/>
            <ac:cxnSpMk id="59" creationId="{E8E1FE2C-B7B1-4381-8E24-1B90ED65C153}"/>
          </ac:cxnSpMkLst>
        </pc:cxnChg>
        <pc:cxnChg chg="add del">
          <ac:chgData name="Cristian Chilipirea" userId="34ab170da5908fc4" providerId="LiveId" clId="{8D7DEDE3-80AA-4184-B7F9-7AE18451EC3E}" dt="2019-10-06T17:44:27.662" v="164"/>
          <ac:cxnSpMkLst>
            <pc:docMk/>
            <pc:sldMk cId="225010310" sldId="493"/>
            <ac:cxnSpMk id="60" creationId="{36AD8593-0A14-4962-A343-6DCAAA20ABAB}"/>
          </ac:cxnSpMkLst>
        </pc:cxnChg>
        <pc:cxnChg chg="add del">
          <ac:chgData name="Cristian Chilipirea" userId="34ab170da5908fc4" providerId="LiveId" clId="{8D7DEDE3-80AA-4184-B7F9-7AE18451EC3E}" dt="2019-10-06T17:44:27.662" v="164"/>
          <ac:cxnSpMkLst>
            <pc:docMk/>
            <pc:sldMk cId="225010310" sldId="493"/>
            <ac:cxnSpMk id="61" creationId="{7D4C10F0-74D0-40A9-BEAC-94A5D088AC05}"/>
          </ac:cxnSpMkLst>
        </pc:cxnChg>
        <pc:cxnChg chg="add mod">
          <ac:chgData name="Cristian Chilipirea" userId="34ab170da5908fc4" providerId="LiveId" clId="{8D7DEDE3-80AA-4184-B7F9-7AE18451EC3E}" dt="2019-10-06T17:44:30.016" v="166" actId="1076"/>
          <ac:cxnSpMkLst>
            <pc:docMk/>
            <pc:sldMk cId="225010310" sldId="493"/>
            <ac:cxnSpMk id="121" creationId="{278A750A-3C10-4081-B3A6-51EB017B29AF}"/>
          </ac:cxnSpMkLst>
        </pc:cxnChg>
        <pc:cxnChg chg="add mod">
          <ac:chgData name="Cristian Chilipirea" userId="34ab170da5908fc4" providerId="LiveId" clId="{8D7DEDE3-80AA-4184-B7F9-7AE18451EC3E}" dt="2019-10-06T17:44:30.016" v="166" actId="1076"/>
          <ac:cxnSpMkLst>
            <pc:docMk/>
            <pc:sldMk cId="225010310" sldId="493"/>
            <ac:cxnSpMk id="122" creationId="{5F7A72CC-BE0C-4D25-BE38-220864CCAD72}"/>
          </ac:cxnSpMkLst>
        </pc:cxnChg>
        <pc:cxnChg chg="add mod">
          <ac:chgData name="Cristian Chilipirea" userId="34ab170da5908fc4" providerId="LiveId" clId="{8D7DEDE3-80AA-4184-B7F9-7AE18451EC3E}" dt="2019-10-06T17:44:30.016" v="166" actId="1076"/>
          <ac:cxnSpMkLst>
            <pc:docMk/>
            <pc:sldMk cId="225010310" sldId="493"/>
            <ac:cxnSpMk id="123" creationId="{042024B8-DEDE-422C-8B0A-8CEA6887D055}"/>
          </ac:cxnSpMkLst>
        </pc:cxnChg>
      </pc:sldChg>
      <pc:sldChg chg="addSp delSp modSp add modAnim">
        <pc:chgData name="Cristian Chilipirea" userId="34ab170da5908fc4" providerId="LiveId" clId="{8D7DEDE3-80AA-4184-B7F9-7AE18451EC3E}" dt="2019-10-06T17:44:58.055" v="175" actId="1076"/>
        <pc:sldMkLst>
          <pc:docMk/>
          <pc:sldMk cId="2096246749" sldId="494"/>
        </pc:sldMkLst>
        <pc:spChg chg="mod">
          <ac:chgData name="Cristian Chilipirea" userId="34ab170da5908fc4" providerId="LiveId" clId="{8D7DEDE3-80AA-4184-B7F9-7AE18451EC3E}" dt="2019-10-06T17:44:37.177" v="168"/>
          <ac:spMkLst>
            <pc:docMk/>
            <pc:sldMk cId="2096246749" sldId="494"/>
            <ac:spMk id="2" creationId="{F426F33A-ED4F-4222-9275-07920D1CCBD9}"/>
          </ac:spMkLst>
        </pc:spChg>
        <pc:spChg chg="del">
          <ac:chgData name="Cristian Chilipirea" userId="34ab170da5908fc4" providerId="LiveId" clId="{8D7DEDE3-80AA-4184-B7F9-7AE18451EC3E}" dt="2019-10-06T17:44:39.648" v="169" actId="478"/>
          <ac:spMkLst>
            <pc:docMk/>
            <pc:sldMk cId="2096246749" sldId="494"/>
            <ac:spMk id="3" creationId="{9D44D60D-1C30-4189-8D28-2CF5DAEBCE55}"/>
          </ac:spMkLst>
        </pc:spChg>
        <pc:spChg chg="add del">
          <ac:chgData name="Cristian Chilipirea" userId="34ab170da5908fc4" providerId="LiveId" clId="{8D7DEDE3-80AA-4184-B7F9-7AE18451EC3E}" dt="2019-10-06T17:44:47.056" v="171"/>
          <ac:spMkLst>
            <pc:docMk/>
            <pc:sldMk cId="2096246749" sldId="494"/>
            <ac:spMk id="4" creationId="{5E73F8AA-4F3B-4878-968D-BFB4C14338A9}"/>
          </ac:spMkLst>
        </pc:spChg>
        <pc:spChg chg="add del">
          <ac:chgData name="Cristian Chilipirea" userId="34ab170da5908fc4" providerId="LiveId" clId="{8D7DEDE3-80AA-4184-B7F9-7AE18451EC3E}" dt="2019-10-06T17:44:47.056" v="171"/>
          <ac:spMkLst>
            <pc:docMk/>
            <pc:sldMk cId="2096246749" sldId="494"/>
            <ac:spMk id="54" creationId="{96C6EEE9-04B0-4F42-A38A-A6A506DB49CF}"/>
          </ac:spMkLst>
        </pc:spChg>
        <pc:spChg chg="add del">
          <ac:chgData name="Cristian Chilipirea" userId="34ab170da5908fc4" providerId="LiveId" clId="{8D7DEDE3-80AA-4184-B7F9-7AE18451EC3E}" dt="2019-10-06T17:44:47.056" v="171"/>
          <ac:spMkLst>
            <pc:docMk/>
            <pc:sldMk cId="2096246749" sldId="494"/>
            <ac:spMk id="55" creationId="{6B857A90-BAE7-4019-A3A6-2F7B9E3BE9E3}"/>
          </ac:spMkLst>
        </pc:spChg>
        <pc:spChg chg="add del">
          <ac:chgData name="Cristian Chilipirea" userId="34ab170da5908fc4" providerId="LiveId" clId="{8D7DEDE3-80AA-4184-B7F9-7AE18451EC3E}" dt="2019-10-06T17:44:47.056" v="171"/>
          <ac:spMkLst>
            <pc:docMk/>
            <pc:sldMk cId="2096246749" sldId="494"/>
            <ac:spMk id="56" creationId="{5327D46B-044A-46FC-A290-6560FF555678}"/>
          </ac:spMkLst>
        </pc:spChg>
        <pc:spChg chg="add del">
          <ac:chgData name="Cristian Chilipirea" userId="34ab170da5908fc4" providerId="LiveId" clId="{8D7DEDE3-80AA-4184-B7F9-7AE18451EC3E}" dt="2019-10-06T17:44:47.056" v="171"/>
          <ac:spMkLst>
            <pc:docMk/>
            <pc:sldMk cId="2096246749" sldId="494"/>
            <ac:spMk id="57" creationId="{191A71D7-B5B5-4D9B-A756-486C63534109}"/>
          </ac:spMkLst>
        </pc:spChg>
        <pc:spChg chg="add del">
          <ac:chgData name="Cristian Chilipirea" userId="34ab170da5908fc4" providerId="LiveId" clId="{8D7DEDE3-80AA-4184-B7F9-7AE18451EC3E}" dt="2019-10-06T17:44:47.056" v="171"/>
          <ac:spMkLst>
            <pc:docMk/>
            <pc:sldMk cId="2096246749" sldId="494"/>
            <ac:spMk id="62" creationId="{224A55CD-CF75-4335-AAF7-A405EFAA1E41}"/>
          </ac:spMkLst>
        </pc:spChg>
        <pc:spChg chg="add del">
          <ac:chgData name="Cristian Chilipirea" userId="34ab170da5908fc4" providerId="LiveId" clId="{8D7DEDE3-80AA-4184-B7F9-7AE18451EC3E}" dt="2019-10-06T17:44:54.216" v="173"/>
          <ac:spMkLst>
            <pc:docMk/>
            <pc:sldMk cId="2096246749" sldId="494"/>
            <ac:spMk id="63" creationId="{6369AA50-3CE8-4485-BF29-486AD3A61A36}"/>
          </ac:spMkLst>
        </pc:spChg>
        <pc:spChg chg="add del">
          <ac:chgData name="Cristian Chilipirea" userId="34ab170da5908fc4" providerId="LiveId" clId="{8D7DEDE3-80AA-4184-B7F9-7AE18451EC3E}" dt="2019-10-06T17:44:54.216" v="173"/>
          <ac:spMkLst>
            <pc:docMk/>
            <pc:sldMk cId="2096246749" sldId="494"/>
            <ac:spMk id="66" creationId="{F2EC78A1-03E5-4D7C-AC67-63E94083EB69}"/>
          </ac:spMkLst>
        </pc:spChg>
        <pc:spChg chg="add del">
          <ac:chgData name="Cristian Chilipirea" userId="34ab170da5908fc4" providerId="LiveId" clId="{8D7DEDE3-80AA-4184-B7F9-7AE18451EC3E}" dt="2019-10-06T17:44:54.216" v="173"/>
          <ac:spMkLst>
            <pc:docMk/>
            <pc:sldMk cId="2096246749" sldId="494"/>
            <ac:spMk id="114" creationId="{3C010ECE-F152-41D3-BA50-D32C48C28B30}"/>
          </ac:spMkLst>
        </pc:spChg>
        <pc:spChg chg="add del">
          <ac:chgData name="Cristian Chilipirea" userId="34ab170da5908fc4" providerId="LiveId" clId="{8D7DEDE3-80AA-4184-B7F9-7AE18451EC3E}" dt="2019-10-06T17:44:54.216" v="173"/>
          <ac:spMkLst>
            <pc:docMk/>
            <pc:sldMk cId="2096246749" sldId="494"/>
            <ac:spMk id="115" creationId="{A93074BF-87B4-4862-8845-F83A12AD8E78}"/>
          </ac:spMkLst>
        </pc:spChg>
        <pc:spChg chg="add del">
          <ac:chgData name="Cristian Chilipirea" userId="34ab170da5908fc4" providerId="LiveId" clId="{8D7DEDE3-80AA-4184-B7F9-7AE18451EC3E}" dt="2019-10-06T17:44:54.216" v="173"/>
          <ac:spMkLst>
            <pc:docMk/>
            <pc:sldMk cId="2096246749" sldId="494"/>
            <ac:spMk id="116" creationId="{920A058D-4872-499B-84AF-64D931AE419D}"/>
          </ac:spMkLst>
        </pc:spChg>
        <pc:spChg chg="add del">
          <ac:chgData name="Cristian Chilipirea" userId="34ab170da5908fc4" providerId="LiveId" clId="{8D7DEDE3-80AA-4184-B7F9-7AE18451EC3E}" dt="2019-10-06T17:44:54.216" v="173"/>
          <ac:spMkLst>
            <pc:docMk/>
            <pc:sldMk cId="2096246749" sldId="494"/>
            <ac:spMk id="117" creationId="{F5612B3E-A1BA-4FBC-9E4F-DF9031644454}"/>
          </ac:spMkLst>
        </pc:spChg>
        <pc:spChg chg="add del">
          <ac:chgData name="Cristian Chilipirea" userId="34ab170da5908fc4" providerId="LiveId" clId="{8D7DEDE3-80AA-4184-B7F9-7AE18451EC3E}" dt="2019-10-06T17:44:54.216" v="173"/>
          <ac:spMkLst>
            <pc:docMk/>
            <pc:sldMk cId="2096246749" sldId="494"/>
            <ac:spMk id="122" creationId="{46D74DB4-D36F-4FF2-9C3A-BD755C3A1860}"/>
          </ac:spMkLst>
        </pc:spChg>
        <pc:spChg chg="add mod">
          <ac:chgData name="Cristian Chilipirea" userId="34ab170da5908fc4" providerId="LiveId" clId="{8D7DEDE3-80AA-4184-B7F9-7AE18451EC3E}" dt="2019-10-06T17:44:58.055" v="175" actId="1076"/>
          <ac:spMkLst>
            <pc:docMk/>
            <pc:sldMk cId="2096246749" sldId="494"/>
            <ac:spMk id="123" creationId="{D2084B15-49AA-4DDB-9A3F-06976C61A466}"/>
          </ac:spMkLst>
        </pc:spChg>
        <pc:spChg chg="add mod">
          <ac:chgData name="Cristian Chilipirea" userId="34ab170da5908fc4" providerId="LiveId" clId="{8D7DEDE3-80AA-4184-B7F9-7AE18451EC3E}" dt="2019-10-06T17:44:58.055" v="175" actId="1076"/>
          <ac:spMkLst>
            <pc:docMk/>
            <pc:sldMk cId="2096246749" sldId="494"/>
            <ac:spMk id="126" creationId="{5CE94D7F-6651-4CCC-97A0-E3E1B8DA8681}"/>
          </ac:spMkLst>
        </pc:spChg>
        <pc:spChg chg="add mod">
          <ac:chgData name="Cristian Chilipirea" userId="34ab170da5908fc4" providerId="LiveId" clId="{8D7DEDE3-80AA-4184-B7F9-7AE18451EC3E}" dt="2019-10-06T17:44:58.055" v="175" actId="1076"/>
          <ac:spMkLst>
            <pc:docMk/>
            <pc:sldMk cId="2096246749" sldId="494"/>
            <ac:spMk id="174" creationId="{FE8123DF-5319-4121-92D6-13617E28FF3A}"/>
          </ac:spMkLst>
        </pc:spChg>
        <pc:spChg chg="add mod">
          <ac:chgData name="Cristian Chilipirea" userId="34ab170da5908fc4" providerId="LiveId" clId="{8D7DEDE3-80AA-4184-B7F9-7AE18451EC3E}" dt="2019-10-06T17:44:58.055" v="175" actId="1076"/>
          <ac:spMkLst>
            <pc:docMk/>
            <pc:sldMk cId="2096246749" sldId="494"/>
            <ac:spMk id="175" creationId="{7082DD20-ED22-47D9-9B9F-14F0D7435FEA}"/>
          </ac:spMkLst>
        </pc:spChg>
        <pc:spChg chg="add mod">
          <ac:chgData name="Cristian Chilipirea" userId="34ab170da5908fc4" providerId="LiveId" clId="{8D7DEDE3-80AA-4184-B7F9-7AE18451EC3E}" dt="2019-10-06T17:44:58.055" v="175" actId="1076"/>
          <ac:spMkLst>
            <pc:docMk/>
            <pc:sldMk cId="2096246749" sldId="494"/>
            <ac:spMk id="176" creationId="{3E30A255-D21E-4615-A17A-FF951012A9E9}"/>
          </ac:spMkLst>
        </pc:spChg>
        <pc:spChg chg="add mod">
          <ac:chgData name="Cristian Chilipirea" userId="34ab170da5908fc4" providerId="LiveId" clId="{8D7DEDE3-80AA-4184-B7F9-7AE18451EC3E}" dt="2019-10-06T17:44:58.055" v="175" actId="1076"/>
          <ac:spMkLst>
            <pc:docMk/>
            <pc:sldMk cId="2096246749" sldId="494"/>
            <ac:spMk id="177" creationId="{A03501EE-DD64-4390-95F0-F682A004FC6C}"/>
          </ac:spMkLst>
        </pc:spChg>
        <pc:spChg chg="add mod">
          <ac:chgData name="Cristian Chilipirea" userId="34ab170da5908fc4" providerId="LiveId" clId="{8D7DEDE3-80AA-4184-B7F9-7AE18451EC3E}" dt="2019-10-06T17:44:58.055" v="175" actId="1076"/>
          <ac:spMkLst>
            <pc:docMk/>
            <pc:sldMk cId="2096246749" sldId="494"/>
            <ac:spMk id="182" creationId="{38133998-B194-4C23-9CBC-93F1F7826E11}"/>
          </ac:spMkLst>
        </pc:spChg>
        <pc:grpChg chg="add del">
          <ac:chgData name="Cristian Chilipirea" userId="34ab170da5908fc4" providerId="LiveId" clId="{8D7DEDE3-80AA-4184-B7F9-7AE18451EC3E}" dt="2019-10-06T17:44:47.056" v="171"/>
          <ac:grpSpMkLst>
            <pc:docMk/>
            <pc:sldMk cId="2096246749" sldId="494"/>
            <ac:grpSpMk id="7" creationId="{A39FA2F3-DE8D-4BCA-B2E1-755350EA93A5}"/>
          </ac:grpSpMkLst>
        </pc:grpChg>
        <pc:grpChg chg="add del">
          <ac:chgData name="Cristian Chilipirea" userId="34ab170da5908fc4" providerId="LiveId" clId="{8D7DEDE3-80AA-4184-B7F9-7AE18451EC3E}" dt="2019-10-06T17:44:54.216" v="173"/>
          <ac:grpSpMkLst>
            <pc:docMk/>
            <pc:sldMk cId="2096246749" sldId="494"/>
            <ac:grpSpMk id="67" creationId="{FBCD63B9-E1A8-4092-BDE9-C92C618399B6}"/>
          </ac:grpSpMkLst>
        </pc:grpChg>
        <pc:grpChg chg="add mod">
          <ac:chgData name="Cristian Chilipirea" userId="34ab170da5908fc4" providerId="LiveId" clId="{8D7DEDE3-80AA-4184-B7F9-7AE18451EC3E}" dt="2019-10-06T17:44:58.055" v="175" actId="1076"/>
          <ac:grpSpMkLst>
            <pc:docMk/>
            <pc:sldMk cId="2096246749" sldId="494"/>
            <ac:grpSpMk id="127" creationId="{F29F4BA9-4EA8-49F9-8032-38DFDD932C16}"/>
          </ac:grpSpMkLst>
        </pc:grpChg>
        <pc:grpChg chg="mod">
          <ac:chgData name="Cristian Chilipirea" userId="34ab170da5908fc4" providerId="LiveId" clId="{8D7DEDE3-80AA-4184-B7F9-7AE18451EC3E}" dt="2019-10-06T17:44:58.055" v="175" actId="1076"/>
          <ac:grpSpMkLst>
            <pc:docMk/>
            <pc:sldMk cId="2096246749" sldId="494"/>
            <ac:grpSpMk id="128" creationId="{D3C33B22-B2E1-4000-8866-1BB58052E560}"/>
          </ac:grpSpMkLst>
        </pc:grpChg>
        <pc:grpChg chg="mod">
          <ac:chgData name="Cristian Chilipirea" userId="34ab170da5908fc4" providerId="LiveId" clId="{8D7DEDE3-80AA-4184-B7F9-7AE18451EC3E}" dt="2019-10-06T17:44:58.055" v="175" actId="1076"/>
          <ac:grpSpMkLst>
            <pc:docMk/>
            <pc:sldMk cId="2096246749" sldId="494"/>
            <ac:grpSpMk id="129" creationId="{0B8BDCB7-3CCF-46C2-B7CC-7F71A003C5BB}"/>
          </ac:grpSpMkLst>
        </pc:grpChg>
        <pc:grpChg chg="mod">
          <ac:chgData name="Cristian Chilipirea" userId="34ab170da5908fc4" providerId="LiveId" clId="{8D7DEDE3-80AA-4184-B7F9-7AE18451EC3E}" dt="2019-10-06T17:44:58.055" v="175" actId="1076"/>
          <ac:grpSpMkLst>
            <pc:docMk/>
            <pc:sldMk cId="2096246749" sldId="494"/>
            <ac:grpSpMk id="130" creationId="{441BD2D0-73E5-415B-94B2-B380DA1BB175}"/>
          </ac:grpSpMkLst>
        </pc:grpChg>
        <pc:grpChg chg="mod">
          <ac:chgData name="Cristian Chilipirea" userId="34ab170da5908fc4" providerId="LiveId" clId="{8D7DEDE3-80AA-4184-B7F9-7AE18451EC3E}" dt="2019-10-06T17:44:58.055" v="175" actId="1076"/>
          <ac:grpSpMkLst>
            <pc:docMk/>
            <pc:sldMk cId="2096246749" sldId="494"/>
            <ac:grpSpMk id="131" creationId="{661F721E-5B2B-47AD-9759-643338A22CDB}"/>
          </ac:grpSpMkLst>
        </pc:grpChg>
        <pc:grpChg chg="mod">
          <ac:chgData name="Cristian Chilipirea" userId="34ab170da5908fc4" providerId="LiveId" clId="{8D7DEDE3-80AA-4184-B7F9-7AE18451EC3E}" dt="2019-10-06T17:44:58.055" v="175" actId="1076"/>
          <ac:grpSpMkLst>
            <pc:docMk/>
            <pc:sldMk cId="2096246749" sldId="494"/>
            <ac:grpSpMk id="132" creationId="{9BB6F01F-F434-4BAE-962A-EDBC32857885}"/>
          </ac:grpSpMkLst>
        </pc:grpChg>
        <pc:grpChg chg="mod">
          <ac:chgData name="Cristian Chilipirea" userId="34ab170da5908fc4" providerId="LiveId" clId="{8D7DEDE3-80AA-4184-B7F9-7AE18451EC3E}" dt="2019-10-06T17:44:58.055" v="175" actId="1076"/>
          <ac:grpSpMkLst>
            <pc:docMk/>
            <pc:sldMk cId="2096246749" sldId="494"/>
            <ac:grpSpMk id="133" creationId="{EC16A79A-33B2-4462-936A-A00878D4EFD1}"/>
          </ac:grpSpMkLst>
        </pc:grpChg>
        <pc:grpChg chg="mod">
          <ac:chgData name="Cristian Chilipirea" userId="34ab170da5908fc4" providerId="LiveId" clId="{8D7DEDE3-80AA-4184-B7F9-7AE18451EC3E}" dt="2019-10-06T17:44:58.055" v="175" actId="1076"/>
          <ac:grpSpMkLst>
            <pc:docMk/>
            <pc:sldMk cId="2096246749" sldId="494"/>
            <ac:grpSpMk id="142" creationId="{BB0126C6-B090-4E49-83A9-E9E500A50F9D}"/>
          </ac:grpSpMkLst>
        </pc:grpChg>
        <pc:grpChg chg="mod">
          <ac:chgData name="Cristian Chilipirea" userId="34ab170da5908fc4" providerId="LiveId" clId="{8D7DEDE3-80AA-4184-B7F9-7AE18451EC3E}" dt="2019-10-06T17:44:58.055" v="175" actId="1076"/>
          <ac:grpSpMkLst>
            <pc:docMk/>
            <pc:sldMk cId="2096246749" sldId="494"/>
            <ac:grpSpMk id="143" creationId="{1C707774-9826-4E26-960B-C784151D689F}"/>
          </ac:grpSpMkLst>
        </pc:grpChg>
        <pc:grpChg chg="mod">
          <ac:chgData name="Cristian Chilipirea" userId="34ab170da5908fc4" providerId="LiveId" clId="{8D7DEDE3-80AA-4184-B7F9-7AE18451EC3E}" dt="2019-10-06T17:44:58.055" v="175" actId="1076"/>
          <ac:grpSpMkLst>
            <pc:docMk/>
            <pc:sldMk cId="2096246749" sldId="494"/>
            <ac:grpSpMk id="152" creationId="{C6F749D7-6EE7-46E7-A734-6261DB115D28}"/>
          </ac:grpSpMkLst>
        </pc:grpChg>
        <pc:grpChg chg="mod">
          <ac:chgData name="Cristian Chilipirea" userId="34ab170da5908fc4" providerId="LiveId" clId="{8D7DEDE3-80AA-4184-B7F9-7AE18451EC3E}" dt="2019-10-06T17:44:58.055" v="175" actId="1076"/>
          <ac:grpSpMkLst>
            <pc:docMk/>
            <pc:sldMk cId="2096246749" sldId="494"/>
            <ac:grpSpMk id="153" creationId="{82BEA7A0-107F-4994-A0C3-2617B781DFB6}"/>
          </ac:grpSpMkLst>
        </pc:grpChg>
        <pc:grpChg chg="mod">
          <ac:chgData name="Cristian Chilipirea" userId="34ab170da5908fc4" providerId="LiveId" clId="{8D7DEDE3-80AA-4184-B7F9-7AE18451EC3E}" dt="2019-10-06T17:44:58.055" v="175" actId="1076"/>
          <ac:grpSpMkLst>
            <pc:docMk/>
            <pc:sldMk cId="2096246749" sldId="494"/>
            <ac:grpSpMk id="154" creationId="{9BE4F03E-D15C-43D3-A054-F52357AF2E5E}"/>
          </ac:grpSpMkLst>
        </pc:grpChg>
        <pc:grpChg chg="mod">
          <ac:chgData name="Cristian Chilipirea" userId="34ab170da5908fc4" providerId="LiveId" clId="{8D7DEDE3-80AA-4184-B7F9-7AE18451EC3E}" dt="2019-10-06T17:44:58.055" v="175" actId="1076"/>
          <ac:grpSpMkLst>
            <pc:docMk/>
            <pc:sldMk cId="2096246749" sldId="494"/>
            <ac:grpSpMk id="155" creationId="{971190E1-3E35-40AA-8B9D-897420CEF856}"/>
          </ac:grpSpMkLst>
        </pc:grpChg>
        <pc:grpChg chg="mod">
          <ac:chgData name="Cristian Chilipirea" userId="34ab170da5908fc4" providerId="LiveId" clId="{8D7DEDE3-80AA-4184-B7F9-7AE18451EC3E}" dt="2019-10-06T17:44:58.055" v="175" actId="1076"/>
          <ac:grpSpMkLst>
            <pc:docMk/>
            <pc:sldMk cId="2096246749" sldId="494"/>
            <ac:grpSpMk id="164" creationId="{6FBF0DEC-701E-4361-8B77-526296076367}"/>
          </ac:grpSpMkLst>
        </pc:grpChg>
        <pc:grpChg chg="mod">
          <ac:chgData name="Cristian Chilipirea" userId="34ab170da5908fc4" providerId="LiveId" clId="{8D7DEDE3-80AA-4184-B7F9-7AE18451EC3E}" dt="2019-10-06T17:44:58.055" v="175" actId="1076"/>
          <ac:grpSpMkLst>
            <pc:docMk/>
            <pc:sldMk cId="2096246749" sldId="494"/>
            <ac:grpSpMk id="165" creationId="{EAA50C88-95C8-428A-BC6F-6F93E8FABE04}"/>
          </ac:grpSpMkLst>
        </pc:grpChg>
        <pc:cxnChg chg="add del">
          <ac:chgData name="Cristian Chilipirea" userId="34ab170da5908fc4" providerId="LiveId" clId="{8D7DEDE3-80AA-4184-B7F9-7AE18451EC3E}" dt="2019-10-06T17:44:47.056" v="171"/>
          <ac:cxnSpMkLst>
            <pc:docMk/>
            <pc:sldMk cId="2096246749" sldId="494"/>
            <ac:cxnSpMk id="5" creationId="{05E22517-FE85-4EE8-BCF3-5DD342974108}"/>
          </ac:cxnSpMkLst>
        </pc:cxnChg>
        <pc:cxnChg chg="add del">
          <ac:chgData name="Cristian Chilipirea" userId="34ab170da5908fc4" providerId="LiveId" clId="{8D7DEDE3-80AA-4184-B7F9-7AE18451EC3E}" dt="2019-10-06T17:44:47.056" v="171"/>
          <ac:cxnSpMkLst>
            <pc:docMk/>
            <pc:sldMk cId="2096246749" sldId="494"/>
            <ac:cxnSpMk id="6" creationId="{7976881F-8122-44AC-8910-7E71AF7CEF13}"/>
          </ac:cxnSpMkLst>
        </pc:cxnChg>
        <pc:cxnChg chg="add del">
          <ac:chgData name="Cristian Chilipirea" userId="34ab170da5908fc4" providerId="LiveId" clId="{8D7DEDE3-80AA-4184-B7F9-7AE18451EC3E}" dt="2019-10-06T17:44:47.056" v="171"/>
          <ac:cxnSpMkLst>
            <pc:docMk/>
            <pc:sldMk cId="2096246749" sldId="494"/>
            <ac:cxnSpMk id="58" creationId="{B1293803-32BB-4FF7-9AC2-30F770730C55}"/>
          </ac:cxnSpMkLst>
        </pc:cxnChg>
        <pc:cxnChg chg="add del">
          <ac:chgData name="Cristian Chilipirea" userId="34ab170da5908fc4" providerId="LiveId" clId="{8D7DEDE3-80AA-4184-B7F9-7AE18451EC3E}" dt="2019-10-06T17:44:47.056" v="171"/>
          <ac:cxnSpMkLst>
            <pc:docMk/>
            <pc:sldMk cId="2096246749" sldId="494"/>
            <ac:cxnSpMk id="59" creationId="{7989F71B-6FFF-4D05-B99C-A4C31C3C8889}"/>
          </ac:cxnSpMkLst>
        </pc:cxnChg>
        <pc:cxnChg chg="add del">
          <ac:chgData name="Cristian Chilipirea" userId="34ab170da5908fc4" providerId="LiveId" clId="{8D7DEDE3-80AA-4184-B7F9-7AE18451EC3E}" dt="2019-10-06T17:44:47.056" v="171"/>
          <ac:cxnSpMkLst>
            <pc:docMk/>
            <pc:sldMk cId="2096246749" sldId="494"/>
            <ac:cxnSpMk id="60" creationId="{0C12657E-AA4E-4319-87F1-EFDFD2C7D210}"/>
          </ac:cxnSpMkLst>
        </pc:cxnChg>
        <pc:cxnChg chg="add del">
          <ac:chgData name="Cristian Chilipirea" userId="34ab170da5908fc4" providerId="LiveId" clId="{8D7DEDE3-80AA-4184-B7F9-7AE18451EC3E}" dt="2019-10-06T17:44:47.056" v="171"/>
          <ac:cxnSpMkLst>
            <pc:docMk/>
            <pc:sldMk cId="2096246749" sldId="494"/>
            <ac:cxnSpMk id="61" creationId="{702F25F0-30B7-4C66-A48A-383D5FF44D02}"/>
          </ac:cxnSpMkLst>
        </pc:cxnChg>
        <pc:cxnChg chg="add del">
          <ac:chgData name="Cristian Chilipirea" userId="34ab170da5908fc4" providerId="LiveId" clId="{8D7DEDE3-80AA-4184-B7F9-7AE18451EC3E}" dt="2019-10-06T17:44:54.216" v="173"/>
          <ac:cxnSpMkLst>
            <pc:docMk/>
            <pc:sldMk cId="2096246749" sldId="494"/>
            <ac:cxnSpMk id="64" creationId="{00E53E97-EAFD-4351-9FBA-CC28B1A3C28C}"/>
          </ac:cxnSpMkLst>
        </pc:cxnChg>
        <pc:cxnChg chg="add del">
          <ac:chgData name="Cristian Chilipirea" userId="34ab170da5908fc4" providerId="LiveId" clId="{8D7DEDE3-80AA-4184-B7F9-7AE18451EC3E}" dt="2019-10-06T17:44:54.216" v="173"/>
          <ac:cxnSpMkLst>
            <pc:docMk/>
            <pc:sldMk cId="2096246749" sldId="494"/>
            <ac:cxnSpMk id="65" creationId="{1FBAE6EC-CB33-43F0-BC59-BB5FA62D9593}"/>
          </ac:cxnSpMkLst>
        </pc:cxnChg>
        <pc:cxnChg chg="add del">
          <ac:chgData name="Cristian Chilipirea" userId="34ab170da5908fc4" providerId="LiveId" clId="{8D7DEDE3-80AA-4184-B7F9-7AE18451EC3E}" dt="2019-10-06T17:44:54.216" v="173"/>
          <ac:cxnSpMkLst>
            <pc:docMk/>
            <pc:sldMk cId="2096246749" sldId="494"/>
            <ac:cxnSpMk id="118" creationId="{96AC9031-CA6F-409D-82A5-AE03493BADE5}"/>
          </ac:cxnSpMkLst>
        </pc:cxnChg>
        <pc:cxnChg chg="add del">
          <ac:chgData name="Cristian Chilipirea" userId="34ab170da5908fc4" providerId="LiveId" clId="{8D7DEDE3-80AA-4184-B7F9-7AE18451EC3E}" dt="2019-10-06T17:44:54.216" v="173"/>
          <ac:cxnSpMkLst>
            <pc:docMk/>
            <pc:sldMk cId="2096246749" sldId="494"/>
            <ac:cxnSpMk id="119" creationId="{3464480E-96BB-48A1-9328-F51025E729B4}"/>
          </ac:cxnSpMkLst>
        </pc:cxnChg>
        <pc:cxnChg chg="add del">
          <ac:chgData name="Cristian Chilipirea" userId="34ab170da5908fc4" providerId="LiveId" clId="{8D7DEDE3-80AA-4184-B7F9-7AE18451EC3E}" dt="2019-10-06T17:44:54.216" v="173"/>
          <ac:cxnSpMkLst>
            <pc:docMk/>
            <pc:sldMk cId="2096246749" sldId="494"/>
            <ac:cxnSpMk id="120" creationId="{1C0398F0-F75C-4F2B-B000-D338DE3A48AF}"/>
          </ac:cxnSpMkLst>
        </pc:cxnChg>
        <pc:cxnChg chg="add del">
          <ac:chgData name="Cristian Chilipirea" userId="34ab170da5908fc4" providerId="LiveId" clId="{8D7DEDE3-80AA-4184-B7F9-7AE18451EC3E}" dt="2019-10-06T17:44:54.216" v="173"/>
          <ac:cxnSpMkLst>
            <pc:docMk/>
            <pc:sldMk cId="2096246749" sldId="494"/>
            <ac:cxnSpMk id="121" creationId="{0BBC6EA0-8E94-4B9D-BA05-5B1AF93FD9DF}"/>
          </ac:cxnSpMkLst>
        </pc:cxnChg>
        <pc:cxnChg chg="add mod">
          <ac:chgData name="Cristian Chilipirea" userId="34ab170da5908fc4" providerId="LiveId" clId="{8D7DEDE3-80AA-4184-B7F9-7AE18451EC3E}" dt="2019-10-06T17:44:58.055" v="175" actId="1076"/>
          <ac:cxnSpMkLst>
            <pc:docMk/>
            <pc:sldMk cId="2096246749" sldId="494"/>
            <ac:cxnSpMk id="124" creationId="{C43FD858-9C8E-439B-81CB-B5DF21710545}"/>
          </ac:cxnSpMkLst>
        </pc:cxnChg>
        <pc:cxnChg chg="add mod">
          <ac:chgData name="Cristian Chilipirea" userId="34ab170da5908fc4" providerId="LiveId" clId="{8D7DEDE3-80AA-4184-B7F9-7AE18451EC3E}" dt="2019-10-06T17:44:58.055" v="175" actId="1076"/>
          <ac:cxnSpMkLst>
            <pc:docMk/>
            <pc:sldMk cId="2096246749" sldId="494"/>
            <ac:cxnSpMk id="125" creationId="{19E7E38D-B420-4E4F-BD50-5DE85915FC26}"/>
          </ac:cxnSpMkLst>
        </pc:cxnChg>
        <pc:cxnChg chg="add mod">
          <ac:chgData name="Cristian Chilipirea" userId="34ab170da5908fc4" providerId="LiveId" clId="{8D7DEDE3-80AA-4184-B7F9-7AE18451EC3E}" dt="2019-10-06T17:44:58.055" v="175" actId="1076"/>
          <ac:cxnSpMkLst>
            <pc:docMk/>
            <pc:sldMk cId="2096246749" sldId="494"/>
            <ac:cxnSpMk id="178" creationId="{341D19AE-FFA5-47AE-A703-29860A09E831}"/>
          </ac:cxnSpMkLst>
        </pc:cxnChg>
        <pc:cxnChg chg="add mod">
          <ac:chgData name="Cristian Chilipirea" userId="34ab170da5908fc4" providerId="LiveId" clId="{8D7DEDE3-80AA-4184-B7F9-7AE18451EC3E}" dt="2019-10-06T17:44:58.055" v="175" actId="1076"/>
          <ac:cxnSpMkLst>
            <pc:docMk/>
            <pc:sldMk cId="2096246749" sldId="494"/>
            <ac:cxnSpMk id="179" creationId="{36D29D31-AF24-4228-B924-22A4443D2B04}"/>
          </ac:cxnSpMkLst>
        </pc:cxnChg>
        <pc:cxnChg chg="add mod">
          <ac:chgData name="Cristian Chilipirea" userId="34ab170da5908fc4" providerId="LiveId" clId="{8D7DEDE3-80AA-4184-B7F9-7AE18451EC3E}" dt="2019-10-06T17:44:58.055" v="175" actId="1076"/>
          <ac:cxnSpMkLst>
            <pc:docMk/>
            <pc:sldMk cId="2096246749" sldId="494"/>
            <ac:cxnSpMk id="180" creationId="{8344A9DA-7191-4A5D-A045-213A32951CE1}"/>
          </ac:cxnSpMkLst>
        </pc:cxnChg>
        <pc:cxnChg chg="add mod">
          <ac:chgData name="Cristian Chilipirea" userId="34ab170da5908fc4" providerId="LiveId" clId="{8D7DEDE3-80AA-4184-B7F9-7AE18451EC3E}" dt="2019-10-06T17:44:58.055" v="175" actId="1076"/>
          <ac:cxnSpMkLst>
            <pc:docMk/>
            <pc:sldMk cId="2096246749" sldId="494"/>
            <ac:cxnSpMk id="181" creationId="{F6F5CF80-8DB9-4B68-96D2-988DA6F69AAC}"/>
          </ac:cxnSpMkLst>
        </pc:cxnChg>
      </pc:sldChg>
      <pc:sldChg chg="addSp delSp modSp add modAnim">
        <pc:chgData name="Cristian Chilipirea" userId="34ab170da5908fc4" providerId="LiveId" clId="{8D7DEDE3-80AA-4184-B7F9-7AE18451EC3E}" dt="2019-10-06T17:45:15.670" v="181"/>
        <pc:sldMkLst>
          <pc:docMk/>
          <pc:sldMk cId="3714542689" sldId="495"/>
        </pc:sldMkLst>
        <pc:spChg chg="mod">
          <ac:chgData name="Cristian Chilipirea" userId="34ab170da5908fc4" providerId="LiveId" clId="{8D7DEDE3-80AA-4184-B7F9-7AE18451EC3E}" dt="2019-10-06T17:45:04.850" v="177"/>
          <ac:spMkLst>
            <pc:docMk/>
            <pc:sldMk cId="3714542689" sldId="495"/>
            <ac:spMk id="2" creationId="{C61656D0-8689-4710-A92C-277B01333414}"/>
          </ac:spMkLst>
        </pc:spChg>
        <pc:spChg chg="del">
          <ac:chgData name="Cristian Chilipirea" userId="34ab170da5908fc4" providerId="LiveId" clId="{8D7DEDE3-80AA-4184-B7F9-7AE18451EC3E}" dt="2019-10-06T17:45:12.447" v="178" actId="478"/>
          <ac:spMkLst>
            <pc:docMk/>
            <pc:sldMk cId="3714542689" sldId="495"/>
            <ac:spMk id="3" creationId="{1130A7A3-D69D-4DF2-A25B-10598B4B690B}"/>
          </ac:spMkLst>
        </pc:spChg>
        <pc:spChg chg="add del">
          <ac:chgData name="Cristian Chilipirea" userId="34ab170da5908fc4" providerId="LiveId" clId="{8D7DEDE3-80AA-4184-B7F9-7AE18451EC3E}" dt="2019-10-06T17:45:15.644" v="180"/>
          <ac:spMkLst>
            <pc:docMk/>
            <pc:sldMk cId="3714542689" sldId="495"/>
            <ac:spMk id="20" creationId="{9BB9A06D-C121-4DFD-B40C-5B5EDBA244C5}"/>
          </ac:spMkLst>
        </pc:spChg>
        <pc:spChg chg="add del">
          <ac:chgData name="Cristian Chilipirea" userId="34ab170da5908fc4" providerId="LiveId" clId="{8D7DEDE3-80AA-4184-B7F9-7AE18451EC3E}" dt="2019-10-06T17:45:15.644" v="180"/>
          <ac:spMkLst>
            <pc:docMk/>
            <pc:sldMk cId="3714542689" sldId="495"/>
            <ac:spMk id="21" creationId="{EEF22B1A-956A-4BEA-B068-BD3DD5B38D0A}"/>
          </ac:spMkLst>
        </pc:spChg>
        <pc:spChg chg="add del">
          <ac:chgData name="Cristian Chilipirea" userId="34ab170da5908fc4" providerId="LiveId" clId="{8D7DEDE3-80AA-4184-B7F9-7AE18451EC3E}" dt="2019-10-06T17:45:15.644" v="180"/>
          <ac:spMkLst>
            <pc:docMk/>
            <pc:sldMk cId="3714542689" sldId="495"/>
            <ac:spMk id="22" creationId="{D1BCF7F4-9B94-4071-AA86-6D4CDDAD11F8}"/>
          </ac:spMkLst>
        </pc:spChg>
        <pc:spChg chg="add del">
          <ac:chgData name="Cristian Chilipirea" userId="34ab170da5908fc4" providerId="LiveId" clId="{8D7DEDE3-80AA-4184-B7F9-7AE18451EC3E}" dt="2019-10-06T17:45:15.644" v="180"/>
          <ac:spMkLst>
            <pc:docMk/>
            <pc:sldMk cId="3714542689" sldId="495"/>
            <ac:spMk id="23" creationId="{C2041409-8F6A-4213-AAAE-86A1123C79F4}"/>
          </ac:spMkLst>
        </pc:spChg>
        <pc:spChg chg="add del">
          <ac:chgData name="Cristian Chilipirea" userId="34ab170da5908fc4" providerId="LiveId" clId="{8D7DEDE3-80AA-4184-B7F9-7AE18451EC3E}" dt="2019-10-06T17:45:15.644" v="180"/>
          <ac:spMkLst>
            <pc:docMk/>
            <pc:sldMk cId="3714542689" sldId="495"/>
            <ac:spMk id="24" creationId="{FCF05A59-1263-4D05-A2EE-3BCED4D94278}"/>
          </ac:spMkLst>
        </pc:spChg>
        <pc:spChg chg="add del">
          <ac:chgData name="Cristian Chilipirea" userId="34ab170da5908fc4" providerId="LiveId" clId="{8D7DEDE3-80AA-4184-B7F9-7AE18451EC3E}" dt="2019-10-06T17:45:15.644" v="180"/>
          <ac:spMkLst>
            <pc:docMk/>
            <pc:sldMk cId="3714542689" sldId="495"/>
            <ac:spMk id="25" creationId="{F6F36E7A-5EAF-4128-89F9-853CB1BEE851}"/>
          </ac:spMkLst>
        </pc:spChg>
        <pc:spChg chg="add del">
          <ac:chgData name="Cristian Chilipirea" userId="34ab170da5908fc4" providerId="LiveId" clId="{8D7DEDE3-80AA-4184-B7F9-7AE18451EC3E}" dt="2019-10-06T17:45:15.644" v="180"/>
          <ac:spMkLst>
            <pc:docMk/>
            <pc:sldMk cId="3714542689" sldId="495"/>
            <ac:spMk id="42" creationId="{A9CFD3AA-4C8A-4240-8B4A-49D7B8A303EE}"/>
          </ac:spMkLst>
        </pc:spChg>
        <pc:spChg chg="add del">
          <ac:chgData name="Cristian Chilipirea" userId="34ab170da5908fc4" providerId="LiveId" clId="{8D7DEDE3-80AA-4184-B7F9-7AE18451EC3E}" dt="2019-10-06T17:45:15.644" v="180"/>
          <ac:spMkLst>
            <pc:docMk/>
            <pc:sldMk cId="3714542689" sldId="495"/>
            <ac:spMk id="43" creationId="{752C5EEE-5E29-4496-93D4-FB7BCE898A22}"/>
          </ac:spMkLst>
        </pc:spChg>
        <pc:spChg chg="add del">
          <ac:chgData name="Cristian Chilipirea" userId="34ab170da5908fc4" providerId="LiveId" clId="{8D7DEDE3-80AA-4184-B7F9-7AE18451EC3E}" dt="2019-10-06T17:45:15.644" v="180"/>
          <ac:spMkLst>
            <pc:docMk/>
            <pc:sldMk cId="3714542689" sldId="495"/>
            <ac:spMk id="46" creationId="{8FD53660-A455-4227-BC0A-3F280F579FC0}"/>
          </ac:spMkLst>
        </pc:spChg>
        <pc:spChg chg="add">
          <ac:chgData name="Cristian Chilipirea" userId="34ab170da5908fc4" providerId="LiveId" clId="{8D7DEDE3-80AA-4184-B7F9-7AE18451EC3E}" dt="2019-10-06T17:45:15.670" v="181"/>
          <ac:spMkLst>
            <pc:docMk/>
            <pc:sldMk cId="3714542689" sldId="495"/>
            <ac:spMk id="63" creationId="{B73F15C6-5249-42A7-80E8-FDBA4D423B09}"/>
          </ac:spMkLst>
        </pc:spChg>
        <pc:spChg chg="add">
          <ac:chgData name="Cristian Chilipirea" userId="34ab170da5908fc4" providerId="LiveId" clId="{8D7DEDE3-80AA-4184-B7F9-7AE18451EC3E}" dt="2019-10-06T17:45:15.670" v="181"/>
          <ac:spMkLst>
            <pc:docMk/>
            <pc:sldMk cId="3714542689" sldId="495"/>
            <ac:spMk id="64" creationId="{12CF9302-B9C7-451D-B2A7-FBB0360081A4}"/>
          </ac:spMkLst>
        </pc:spChg>
        <pc:spChg chg="add">
          <ac:chgData name="Cristian Chilipirea" userId="34ab170da5908fc4" providerId="LiveId" clId="{8D7DEDE3-80AA-4184-B7F9-7AE18451EC3E}" dt="2019-10-06T17:45:15.670" v="181"/>
          <ac:spMkLst>
            <pc:docMk/>
            <pc:sldMk cId="3714542689" sldId="495"/>
            <ac:spMk id="65" creationId="{3D43B14E-64D6-4A25-BB28-99396105C2DF}"/>
          </ac:spMkLst>
        </pc:spChg>
        <pc:spChg chg="add">
          <ac:chgData name="Cristian Chilipirea" userId="34ab170da5908fc4" providerId="LiveId" clId="{8D7DEDE3-80AA-4184-B7F9-7AE18451EC3E}" dt="2019-10-06T17:45:15.670" v="181"/>
          <ac:spMkLst>
            <pc:docMk/>
            <pc:sldMk cId="3714542689" sldId="495"/>
            <ac:spMk id="66" creationId="{BEAB2B8C-A26A-4835-BC91-EC4E42537489}"/>
          </ac:spMkLst>
        </pc:spChg>
        <pc:spChg chg="add">
          <ac:chgData name="Cristian Chilipirea" userId="34ab170da5908fc4" providerId="LiveId" clId="{8D7DEDE3-80AA-4184-B7F9-7AE18451EC3E}" dt="2019-10-06T17:45:15.670" v="181"/>
          <ac:spMkLst>
            <pc:docMk/>
            <pc:sldMk cId="3714542689" sldId="495"/>
            <ac:spMk id="67" creationId="{A6B9254C-F313-4DF9-A356-2ACFD5E7BCA1}"/>
          </ac:spMkLst>
        </pc:spChg>
        <pc:spChg chg="add">
          <ac:chgData name="Cristian Chilipirea" userId="34ab170da5908fc4" providerId="LiveId" clId="{8D7DEDE3-80AA-4184-B7F9-7AE18451EC3E}" dt="2019-10-06T17:45:15.670" v="181"/>
          <ac:spMkLst>
            <pc:docMk/>
            <pc:sldMk cId="3714542689" sldId="495"/>
            <ac:spMk id="68" creationId="{A07D0667-ACE4-4FD9-9133-0B1F21F019E3}"/>
          </ac:spMkLst>
        </pc:spChg>
        <pc:spChg chg="add">
          <ac:chgData name="Cristian Chilipirea" userId="34ab170da5908fc4" providerId="LiveId" clId="{8D7DEDE3-80AA-4184-B7F9-7AE18451EC3E}" dt="2019-10-06T17:45:15.670" v="181"/>
          <ac:spMkLst>
            <pc:docMk/>
            <pc:sldMk cId="3714542689" sldId="495"/>
            <ac:spMk id="85" creationId="{6F9853F7-F484-448D-84AD-32F309A22564}"/>
          </ac:spMkLst>
        </pc:spChg>
        <pc:spChg chg="add">
          <ac:chgData name="Cristian Chilipirea" userId="34ab170da5908fc4" providerId="LiveId" clId="{8D7DEDE3-80AA-4184-B7F9-7AE18451EC3E}" dt="2019-10-06T17:45:15.670" v="181"/>
          <ac:spMkLst>
            <pc:docMk/>
            <pc:sldMk cId="3714542689" sldId="495"/>
            <ac:spMk id="86" creationId="{53AE3C0C-3F71-46E9-BC2D-B3D5156D5B28}"/>
          </ac:spMkLst>
        </pc:spChg>
        <pc:spChg chg="add">
          <ac:chgData name="Cristian Chilipirea" userId="34ab170da5908fc4" providerId="LiveId" clId="{8D7DEDE3-80AA-4184-B7F9-7AE18451EC3E}" dt="2019-10-06T17:45:15.670" v="181"/>
          <ac:spMkLst>
            <pc:docMk/>
            <pc:sldMk cId="3714542689" sldId="495"/>
            <ac:spMk id="89" creationId="{54F51BB9-3CC1-45A9-83AD-DE10F9D1488C}"/>
          </ac:spMkLst>
        </pc:spChg>
        <pc:grpChg chg="add del">
          <ac:chgData name="Cristian Chilipirea" userId="34ab170da5908fc4" providerId="LiveId" clId="{8D7DEDE3-80AA-4184-B7F9-7AE18451EC3E}" dt="2019-10-06T17:45:15.644" v="180"/>
          <ac:grpSpMkLst>
            <pc:docMk/>
            <pc:sldMk cId="3714542689" sldId="495"/>
            <ac:grpSpMk id="4" creationId="{DC24E315-C0A2-4CF7-B866-1623FDDE6CA3}"/>
          </ac:grpSpMkLst>
        </pc:grpChg>
        <pc:grpChg chg="add del">
          <ac:chgData name="Cristian Chilipirea" userId="34ab170da5908fc4" providerId="LiveId" clId="{8D7DEDE3-80AA-4184-B7F9-7AE18451EC3E}" dt="2019-10-06T17:45:15.644" v="180"/>
          <ac:grpSpMkLst>
            <pc:docMk/>
            <pc:sldMk cId="3714542689" sldId="495"/>
            <ac:grpSpMk id="8" creationId="{FE61ABD2-38D6-4038-9661-5A2948C30E4F}"/>
          </ac:grpSpMkLst>
        </pc:grpChg>
        <pc:grpChg chg="add del">
          <ac:chgData name="Cristian Chilipirea" userId="34ab170da5908fc4" providerId="LiveId" clId="{8D7DEDE3-80AA-4184-B7F9-7AE18451EC3E}" dt="2019-10-06T17:45:15.644" v="180"/>
          <ac:grpSpMkLst>
            <pc:docMk/>
            <pc:sldMk cId="3714542689" sldId="495"/>
            <ac:grpSpMk id="12" creationId="{C55BCB65-6A5F-4E58-A95B-6EAF6EA500A0}"/>
          </ac:grpSpMkLst>
        </pc:grpChg>
        <pc:grpChg chg="add del">
          <ac:chgData name="Cristian Chilipirea" userId="34ab170da5908fc4" providerId="LiveId" clId="{8D7DEDE3-80AA-4184-B7F9-7AE18451EC3E}" dt="2019-10-06T17:45:15.644" v="180"/>
          <ac:grpSpMkLst>
            <pc:docMk/>
            <pc:sldMk cId="3714542689" sldId="495"/>
            <ac:grpSpMk id="16" creationId="{33FE52B4-DDD1-450E-880B-8C5D57305043}"/>
          </ac:grpSpMkLst>
        </pc:grpChg>
        <pc:grpChg chg="add del">
          <ac:chgData name="Cristian Chilipirea" userId="34ab170da5908fc4" providerId="LiveId" clId="{8D7DEDE3-80AA-4184-B7F9-7AE18451EC3E}" dt="2019-10-06T17:45:15.644" v="180"/>
          <ac:grpSpMkLst>
            <pc:docMk/>
            <pc:sldMk cId="3714542689" sldId="495"/>
            <ac:grpSpMk id="26" creationId="{A7C1720E-214A-4192-8DC0-83692F3E26C8}"/>
          </ac:grpSpMkLst>
        </pc:grpChg>
        <pc:grpChg chg="add">
          <ac:chgData name="Cristian Chilipirea" userId="34ab170da5908fc4" providerId="LiveId" clId="{8D7DEDE3-80AA-4184-B7F9-7AE18451EC3E}" dt="2019-10-06T17:45:15.670" v="181"/>
          <ac:grpSpMkLst>
            <pc:docMk/>
            <pc:sldMk cId="3714542689" sldId="495"/>
            <ac:grpSpMk id="47" creationId="{10CE6C52-5834-4A88-8E13-D00A30379BE2}"/>
          </ac:grpSpMkLst>
        </pc:grpChg>
        <pc:grpChg chg="add">
          <ac:chgData name="Cristian Chilipirea" userId="34ab170da5908fc4" providerId="LiveId" clId="{8D7DEDE3-80AA-4184-B7F9-7AE18451EC3E}" dt="2019-10-06T17:45:15.670" v="181"/>
          <ac:grpSpMkLst>
            <pc:docMk/>
            <pc:sldMk cId="3714542689" sldId="495"/>
            <ac:grpSpMk id="51" creationId="{08A7E7EC-6CD9-4804-BC2A-58924B6803A4}"/>
          </ac:grpSpMkLst>
        </pc:grpChg>
        <pc:grpChg chg="add">
          <ac:chgData name="Cristian Chilipirea" userId="34ab170da5908fc4" providerId="LiveId" clId="{8D7DEDE3-80AA-4184-B7F9-7AE18451EC3E}" dt="2019-10-06T17:45:15.670" v="181"/>
          <ac:grpSpMkLst>
            <pc:docMk/>
            <pc:sldMk cId="3714542689" sldId="495"/>
            <ac:grpSpMk id="55" creationId="{7D1E5303-2246-47A2-8B1E-26642473C100}"/>
          </ac:grpSpMkLst>
        </pc:grpChg>
        <pc:grpChg chg="add">
          <ac:chgData name="Cristian Chilipirea" userId="34ab170da5908fc4" providerId="LiveId" clId="{8D7DEDE3-80AA-4184-B7F9-7AE18451EC3E}" dt="2019-10-06T17:45:15.670" v="181"/>
          <ac:grpSpMkLst>
            <pc:docMk/>
            <pc:sldMk cId="3714542689" sldId="495"/>
            <ac:grpSpMk id="59" creationId="{06630ADE-8B3D-454B-9898-E965CCF4229B}"/>
          </ac:grpSpMkLst>
        </pc:grpChg>
        <pc:grpChg chg="add">
          <ac:chgData name="Cristian Chilipirea" userId="34ab170da5908fc4" providerId="LiveId" clId="{8D7DEDE3-80AA-4184-B7F9-7AE18451EC3E}" dt="2019-10-06T17:45:15.670" v="181"/>
          <ac:grpSpMkLst>
            <pc:docMk/>
            <pc:sldMk cId="3714542689" sldId="495"/>
            <ac:grpSpMk id="69" creationId="{CCB3BB49-F2D0-4612-85DB-8AEC839B3DE8}"/>
          </ac:grpSpMkLst>
        </pc:grpChg>
        <pc:cxnChg chg="add del">
          <ac:chgData name="Cristian Chilipirea" userId="34ab170da5908fc4" providerId="LiveId" clId="{8D7DEDE3-80AA-4184-B7F9-7AE18451EC3E}" dt="2019-10-06T17:45:15.644" v="180"/>
          <ac:cxnSpMkLst>
            <pc:docMk/>
            <pc:sldMk cId="3714542689" sldId="495"/>
            <ac:cxnSpMk id="44" creationId="{D7CB0324-F634-4C95-8FF7-E08017E9254D}"/>
          </ac:cxnSpMkLst>
        </pc:cxnChg>
        <pc:cxnChg chg="add del">
          <ac:chgData name="Cristian Chilipirea" userId="34ab170da5908fc4" providerId="LiveId" clId="{8D7DEDE3-80AA-4184-B7F9-7AE18451EC3E}" dt="2019-10-06T17:45:15.644" v="180"/>
          <ac:cxnSpMkLst>
            <pc:docMk/>
            <pc:sldMk cId="3714542689" sldId="495"/>
            <ac:cxnSpMk id="45" creationId="{7DA1D394-20A1-4A68-ACB8-EC7577DEF71E}"/>
          </ac:cxnSpMkLst>
        </pc:cxnChg>
        <pc:cxnChg chg="add">
          <ac:chgData name="Cristian Chilipirea" userId="34ab170da5908fc4" providerId="LiveId" clId="{8D7DEDE3-80AA-4184-B7F9-7AE18451EC3E}" dt="2019-10-06T17:45:15.670" v="181"/>
          <ac:cxnSpMkLst>
            <pc:docMk/>
            <pc:sldMk cId="3714542689" sldId="495"/>
            <ac:cxnSpMk id="87" creationId="{E8C60CFA-9B2C-4FAF-973A-53DA7677DD52}"/>
          </ac:cxnSpMkLst>
        </pc:cxnChg>
        <pc:cxnChg chg="add">
          <ac:chgData name="Cristian Chilipirea" userId="34ab170da5908fc4" providerId="LiveId" clId="{8D7DEDE3-80AA-4184-B7F9-7AE18451EC3E}" dt="2019-10-06T17:45:15.670" v="181"/>
          <ac:cxnSpMkLst>
            <pc:docMk/>
            <pc:sldMk cId="3714542689" sldId="495"/>
            <ac:cxnSpMk id="88" creationId="{498AA9AC-D584-47DE-AAED-616DD6CF2A98}"/>
          </ac:cxnSpMkLst>
        </pc:cxnChg>
      </pc:sldChg>
      <pc:sldChg chg="addSp delSp modSp add modAnim">
        <pc:chgData name="Cristian Chilipirea" userId="34ab170da5908fc4" providerId="LiveId" clId="{8D7DEDE3-80AA-4184-B7F9-7AE18451EC3E}" dt="2019-10-06T17:45:36.574" v="187"/>
        <pc:sldMkLst>
          <pc:docMk/>
          <pc:sldMk cId="1341029990" sldId="496"/>
        </pc:sldMkLst>
        <pc:spChg chg="mod">
          <ac:chgData name="Cristian Chilipirea" userId="34ab170da5908fc4" providerId="LiveId" clId="{8D7DEDE3-80AA-4184-B7F9-7AE18451EC3E}" dt="2019-10-06T17:45:25.052" v="183"/>
          <ac:spMkLst>
            <pc:docMk/>
            <pc:sldMk cId="1341029990" sldId="496"/>
            <ac:spMk id="2" creationId="{771E9441-8AAC-4346-AB7C-FD821CBF4877}"/>
          </ac:spMkLst>
        </pc:spChg>
        <pc:spChg chg="del">
          <ac:chgData name="Cristian Chilipirea" userId="34ab170da5908fc4" providerId="LiveId" clId="{8D7DEDE3-80AA-4184-B7F9-7AE18451EC3E}" dt="2019-10-06T17:45:33.660" v="184" actId="478"/>
          <ac:spMkLst>
            <pc:docMk/>
            <pc:sldMk cId="1341029990" sldId="496"/>
            <ac:spMk id="3" creationId="{A637FE55-7FAA-4CBF-9FC6-9F47FE31451A}"/>
          </ac:spMkLst>
        </pc:spChg>
        <pc:spChg chg="add del">
          <ac:chgData name="Cristian Chilipirea" userId="34ab170da5908fc4" providerId="LiveId" clId="{8D7DEDE3-80AA-4184-B7F9-7AE18451EC3E}" dt="2019-10-06T17:45:36.549" v="186"/>
          <ac:spMkLst>
            <pc:docMk/>
            <pc:sldMk cId="1341029990" sldId="496"/>
            <ac:spMk id="4" creationId="{25AAA6F3-7E07-44CC-935A-831545DC053C}"/>
          </ac:spMkLst>
        </pc:spChg>
        <pc:spChg chg="add del">
          <ac:chgData name="Cristian Chilipirea" userId="34ab170da5908fc4" providerId="LiveId" clId="{8D7DEDE3-80AA-4184-B7F9-7AE18451EC3E}" dt="2019-10-06T17:45:36.549" v="186"/>
          <ac:spMkLst>
            <pc:docMk/>
            <pc:sldMk cId="1341029990" sldId="496"/>
            <ac:spMk id="5" creationId="{62B62D37-1A14-4892-A3D6-7FA189DFEB25}"/>
          </ac:spMkLst>
        </pc:spChg>
        <pc:spChg chg="add del">
          <ac:chgData name="Cristian Chilipirea" userId="34ab170da5908fc4" providerId="LiveId" clId="{8D7DEDE3-80AA-4184-B7F9-7AE18451EC3E}" dt="2019-10-06T17:45:36.549" v="186"/>
          <ac:spMkLst>
            <pc:docMk/>
            <pc:sldMk cId="1341029990" sldId="496"/>
            <ac:spMk id="22" creationId="{C664A2B6-8CB8-454D-8C14-FE69E6A1C3C6}"/>
          </ac:spMkLst>
        </pc:spChg>
        <pc:spChg chg="add del">
          <ac:chgData name="Cristian Chilipirea" userId="34ab170da5908fc4" providerId="LiveId" clId="{8D7DEDE3-80AA-4184-B7F9-7AE18451EC3E}" dt="2019-10-06T17:45:36.549" v="186"/>
          <ac:spMkLst>
            <pc:docMk/>
            <pc:sldMk cId="1341029990" sldId="496"/>
            <ac:spMk id="23" creationId="{0CF9B85C-B7CF-4EB9-95BF-E2572C71E98C}"/>
          </ac:spMkLst>
        </pc:spChg>
        <pc:spChg chg="add del">
          <ac:chgData name="Cristian Chilipirea" userId="34ab170da5908fc4" providerId="LiveId" clId="{8D7DEDE3-80AA-4184-B7F9-7AE18451EC3E}" dt="2019-10-06T17:45:36.549" v="186"/>
          <ac:spMkLst>
            <pc:docMk/>
            <pc:sldMk cId="1341029990" sldId="496"/>
            <ac:spMk id="24" creationId="{1A203B6C-A82C-4B7C-A286-4A2BC49E71C1}"/>
          </ac:spMkLst>
        </pc:spChg>
        <pc:spChg chg="add del">
          <ac:chgData name="Cristian Chilipirea" userId="34ab170da5908fc4" providerId="LiveId" clId="{8D7DEDE3-80AA-4184-B7F9-7AE18451EC3E}" dt="2019-10-06T17:45:36.549" v="186"/>
          <ac:spMkLst>
            <pc:docMk/>
            <pc:sldMk cId="1341029990" sldId="496"/>
            <ac:spMk id="25" creationId="{638E6460-0D6C-46FB-BA75-7D5061118ECA}"/>
          </ac:spMkLst>
        </pc:spChg>
        <pc:spChg chg="add del">
          <ac:chgData name="Cristian Chilipirea" userId="34ab170da5908fc4" providerId="LiveId" clId="{8D7DEDE3-80AA-4184-B7F9-7AE18451EC3E}" dt="2019-10-06T17:45:36.549" v="186"/>
          <ac:spMkLst>
            <pc:docMk/>
            <pc:sldMk cId="1341029990" sldId="496"/>
            <ac:spMk id="26" creationId="{FA585495-EF88-47D8-9491-10DBE45C4644}"/>
          </ac:spMkLst>
        </pc:spChg>
        <pc:spChg chg="add del">
          <ac:chgData name="Cristian Chilipirea" userId="34ab170da5908fc4" providerId="LiveId" clId="{8D7DEDE3-80AA-4184-B7F9-7AE18451EC3E}" dt="2019-10-06T17:45:36.549" v="186"/>
          <ac:spMkLst>
            <pc:docMk/>
            <pc:sldMk cId="1341029990" sldId="496"/>
            <ac:spMk id="43" creationId="{30A46621-54AD-414A-AB8D-027FDB6B6FCE}"/>
          </ac:spMkLst>
        </pc:spChg>
        <pc:spChg chg="add del">
          <ac:chgData name="Cristian Chilipirea" userId="34ab170da5908fc4" providerId="LiveId" clId="{8D7DEDE3-80AA-4184-B7F9-7AE18451EC3E}" dt="2019-10-06T17:45:36.549" v="186"/>
          <ac:spMkLst>
            <pc:docMk/>
            <pc:sldMk cId="1341029990" sldId="496"/>
            <ac:spMk id="44" creationId="{48E36728-EEE1-4CEB-A9CD-D6142D802FB3}"/>
          </ac:spMkLst>
        </pc:spChg>
        <pc:spChg chg="add">
          <ac:chgData name="Cristian Chilipirea" userId="34ab170da5908fc4" providerId="LiveId" clId="{8D7DEDE3-80AA-4184-B7F9-7AE18451EC3E}" dt="2019-10-06T17:45:36.574" v="187"/>
          <ac:spMkLst>
            <pc:docMk/>
            <pc:sldMk cId="1341029990" sldId="496"/>
            <ac:spMk id="48" creationId="{31F6BB83-2054-4508-BFD3-85807ABFEE8C}"/>
          </ac:spMkLst>
        </pc:spChg>
        <pc:spChg chg="add">
          <ac:chgData name="Cristian Chilipirea" userId="34ab170da5908fc4" providerId="LiveId" clId="{8D7DEDE3-80AA-4184-B7F9-7AE18451EC3E}" dt="2019-10-06T17:45:36.574" v="187"/>
          <ac:spMkLst>
            <pc:docMk/>
            <pc:sldMk cId="1341029990" sldId="496"/>
            <ac:spMk id="49" creationId="{01473BAF-32E6-40D4-9283-BFE5E2E764F9}"/>
          </ac:spMkLst>
        </pc:spChg>
        <pc:spChg chg="add">
          <ac:chgData name="Cristian Chilipirea" userId="34ab170da5908fc4" providerId="LiveId" clId="{8D7DEDE3-80AA-4184-B7F9-7AE18451EC3E}" dt="2019-10-06T17:45:36.574" v="187"/>
          <ac:spMkLst>
            <pc:docMk/>
            <pc:sldMk cId="1341029990" sldId="496"/>
            <ac:spMk id="66" creationId="{67CB599F-9B57-4DCA-A10E-66E58D4AC8EB}"/>
          </ac:spMkLst>
        </pc:spChg>
        <pc:spChg chg="add">
          <ac:chgData name="Cristian Chilipirea" userId="34ab170da5908fc4" providerId="LiveId" clId="{8D7DEDE3-80AA-4184-B7F9-7AE18451EC3E}" dt="2019-10-06T17:45:36.574" v="187"/>
          <ac:spMkLst>
            <pc:docMk/>
            <pc:sldMk cId="1341029990" sldId="496"/>
            <ac:spMk id="67" creationId="{234F141C-0AF0-4CCD-988B-04AA28A41E21}"/>
          </ac:spMkLst>
        </pc:spChg>
        <pc:spChg chg="add">
          <ac:chgData name="Cristian Chilipirea" userId="34ab170da5908fc4" providerId="LiveId" clId="{8D7DEDE3-80AA-4184-B7F9-7AE18451EC3E}" dt="2019-10-06T17:45:36.574" v="187"/>
          <ac:spMkLst>
            <pc:docMk/>
            <pc:sldMk cId="1341029990" sldId="496"/>
            <ac:spMk id="68" creationId="{8CBF788E-4785-4C53-A4AA-B372861DFD8C}"/>
          </ac:spMkLst>
        </pc:spChg>
        <pc:spChg chg="add">
          <ac:chgData name="Cristian Chilipirea" userId="34ab170da5908fc4" providerId="LiveId" clId="{8D7DEDE3-80AA-4184-B7F9-7AE18451EC3E}" dt="2019-10-06T17:45:36.574" v="187"/>
          <ac:spMkLst>
            <pc:docMk/>
            <pc:sldMk cId="1341029990" sldId="496"/>
            <ac:spMk id="69" creationId="{7125E8D9-BF95-4374-908C-D265BC8756B9}"/>
          </ac:spMkLst>
        </pc:spChg>
        <pc:spChg chg="add">
          <ac:chgData name="Cristian Chilipirea" userId="34ab170da5908fc4" providerId="LiveId" clId="{8D7DEDE3-80AA-4184-B7F9-7AE18451EC3E}" dt="2019-10-06T17:45:36.574" v="187"/>
          <ac:spMkLst>
            <pc:docMk/>
            <pc:sldMk cId="1341029990" sldId="496"/>
            <ac:spMk id="70" creationId="{75C622E8-C3E4-46EE-820A-CF13EFE85FE3}"/>
          </ac:spMkLst>
        </pc:spChg>
        <pc:spChg chg="add">
          <ac:chgData name="Cristian Chilipirea" userId="34ab170da5908fc4" providerId="LiveId" clId="{8D7DEDE3-80AA-4184-B7F9-7AE18451EC3E}" dt="2019-10-06T17:45:36.574" v="187"/>
          <ac:spMkLst>
            <pc:docMk/>
            <pc:sldMk cId="1341029990" sldId="496"/>
            <ac:spMk id="87" creationId="{EA6C3932-A36F-4485-9A37-ABD29C49AD7D}"/>
          </ac:spMkLst>
        </pc:spChg>
        <pc:spChg chg="add">
          <ac:chgData name="Cristian Chilipirea" userId="34ab170da5908fc4" providerId="LiveId" clId="{8D7DEDE3-80AA-4184-B7F9-7AE18451EC3E}" dt="2019-10-06T17:45:36.574" v="187"/>
          <ac:spMkLst>
            <pc:docMk/>
            <pc:sldMk cId="1341029990" sldId="496"/>
            <ac:spMk id="88" creationId="{BDDDA3F7-DB22-4E68-974D-646105877AE2}"/>
          </ac:spMkLst>
        </pc:spChg>
        <pc:grpChg chg="add del">
          <ac:chgData name="Cristian Chilipirea" userId="34ab170da5908fc4" providerId="LiveId" clId="{8D7DEDE3-80AA-4184-B7F9-7AE18451EC3E}" dt="2019-10-06T17:45:36.549" v="186"/>
          <ac:grpSpMkLst>
            <pc:docMk/>
            <pc:sldMk cId="1341029990" sldId="496"/>
            <ac:grpSpMk id="6" creationId="{5B22AA17-F864-4843-8978-7FB9E41D4075}"/>
          </ac:grpSpMkLst>
        </pc:grpChg>
        <pc:grpChg chg="add del">
          <ac:chgData name="Cristian Chilipirea" userId="34ab170da5908fc4" providerId="LiveId" clId="{8D7DEDE3-80AA-4184-B7F9-7AE18451EC3E}" dt="2019-10-06T17:45:36.549" v="186"/>
          <ac:grpSpMkLst>
            <pc:docMk/>
            <pc:sldMk cId="1341029990" sldId="496"/>
            <ac:grpSpMk id="10" creationId="{837AF2CC-DEA9-49BE-B548-AB8FFDC6BEA4}"/>
          </ac:grpSpMkLst>
        </pc:grpChg>
        <pc:grpChg chg="add del">
          <ac:chgData name="Cristian Chilipirea" userId="34ab170da5908fc4" providerId="LiveId" clId="{8D7DEDE3-80AA-4184-B7F9-7AE18451EC3E}" dt="2019-10-06T17:45:36.549" v="186"/>
          <ac:grpSpMkLst>
            <pc:docMk/>
            <pc:sldMk cId="1341029990" sldId="496"/>
            <ac:grpSpMk id="14" creationId="{3AA30C70-65B9-41A5-8F05-A404CC3DD0F2}"/>
          </ac:grpSpMkLst>
        </pc:grpChg>
        <pc:grpChg chg="add del">
          <ac:chgData name="Cristian Chilipirea" userId="34ab170da5908fc4" providerId="LiveId" clId="{8D7DEDE3-80AA-4184-B7F9-7AE18451EC3E}" dt="2019-10-06T17:45:36.549" v="186"/>
          <ac:grpSpMkLst>
            <pc:docMk/>
            <pc:sldMk cId="1341029990" sldId="496"/>
            <ac:grpSpMk id="18" creationId="{A474A0C5-1E50-4A6F-8A99-6B14A95418B2}"/>
          </ac:grpSpMkLst>
        </pc:grpChg>
        <pc:grpChg chg="add del">
          <ac:chgData name="Cristian Chilipirea" userId="34ab170da5908fc4" providerId="LiveId" clId="{8D7DEDE3-80AA-4184-B7F9-7AE18451EC3E}" dt="2019-10-06T17:45:36.549" v="186"/>
          <ac:grpSpMkLst>
            <pc:docMk/>
            <pc:sldMk cId="1341029990" sldId="496"/>
            <ac:grpSpMk id="27" creationId="{23E3411E-03CD-44E9-8470-799BCBA6A735}"/>
          </ac:grpSpMkLst>
        </pc:grpChg>
        <pc:grpChg chg="add">
          <ac:chgData name="Cristian Chilipirea" userId="34ab170da5908fc4" providerId="LiveId" clId="{8D7DEDE3-80AA-4184-B7F9-7AE18451EC3E}" dt="2019-10-06T17:45:36.574" v="187"/>
          <ac:grpSpMkLst>
            <pc:docMk/>
            <pc:sldMk cId="1341029990" sldId="496"/>
            <ac:grpSpMk id="50" creationId="{C9EB1C1D-8321-4E51-A0F0-0531D9B2E2D7}"/>
          </ac:grpSpMkLst>
        </pc:grpChg>
        <pc:grpChg chg="add">
          <ac:chgData name="Cristian Chilipirea" userId="34ab170da5908fc4" providerId="LiveId" clId="{8D7DEDE3-80AA-4184-B7F9-7AE18451EC3E}" dt="2019-10-06T17:45:36.574" v="187"/>
          <ac:grpSpMkLst>
            <pc:docMk/>
            <pc:sldMk cId="1341029990" sldId="496"/>
            <ac:grpSpMk id="54" creationId="{4EDF0686-B02D-4826-8FDA-06E54CDC3F6E}"/>
          </ac:grpSpMkLst>
        </pc:grpChg>
        <pc:grpChg chg="add">
          <ac:chgData name="Cristian Chilipirea" userId="34ab170da5908fc4" providerId="LiveId" clId="{8D7DEDE3-80AA-4184-B7F9-7AE18451EC3E}" dt="2019-10-06T17:45:36.574" v="187"/>
          <ac:grpSpMkLst>
            <pc:docMk/>
            <pc:sldMk cId="1341029990" sldId="496"/>
            <ac:grpSpMk id="58" creationId="{0E705E0D-92FE-4F45-8119-0DCB7599E3FC}"/>
          </ac:grpSpMkLst>
        </pc:grpChg>
        <pc:grpChg chg="add">
          <ac:chgData name="Cristian Chilipirea" userId="34ab170da5908fc4" providerId="LiveId" clId="{8D7DEDE3-80AA-4184-B7F9-7AE18451EC3E}" dt="2019-10-06T17:45:36.574" v="187"/>
          <ac:grpSpMkLst>
            <pc:docMk/>
            <pc:sldMk cId="1341029990" sldId="496"/>
            <ac:grpSpMk id="62" creationId="{681356B2-A27B-4EA5-90BC-65843511C707}"/>
          </ac:grpSpMkLst>
        </pc:grpChg>
        <pc:grpChg chg="add">
          <ac:chgData name="Cristian Chilipirea" userId="34ab170da5908fc4" providerId="LiveId" clId="{8D7DEDE3-80AA-4184-B7F9-7AE18451EC3E}" dt="2019-10-06T17:45:36.574" v="187"/>
          <ac:grpSpMkLst>
            <pc:docMk/>
            <pc:sldMk cId="1341029990" sldId="496"/>
            <ac:grpSpMk id="71" creationId="{F7B70947-E352-4A18-B5B1-DA7502407657}"/>
          </ac:grpSpMkLst>
        </pc:grpChg>
        <pc:cxnChg chg="add del">
          <ac:chgData name="Cristian Chilipirea" userId="34ab170da5908fc4" providerId="LiveId" clId="{8D7DEDE3-80AA-4184-B7F9-7AE18451EC3E}" dt="2019-10-06T17:45:36.549" v="186"/>
          <ac:cxnSpMkLst>
            <pc:docMk/>
            <pc:sldMk cId="1341029990" sldId="496"/>
            <ac:cxnSpMk id="45" creationId="{68E66C0D-BD5A-4D16-9FFB-FB7EF721FAF2}"/>
          </ac:cxnSpMkLst>
        </pc:cxnChg>
        <pc:cxnChg chg="add del">
          <ac:chgData name="Cristian Chilipirea" userId="34ab170da5908fc4" providerId="LiveId" clId="{8D7DEDE3-80AA-4184-B7F9-7AE18451EC3E}" dt="2019-10-06T17:45:36.549" v="186"/>
          <ac:cxnSpMkLst>
            <pc:docMk/>
            <pc:sldMk cId="1341029990" sldId="496"/>
            <ac:cxnSpMk id="46" creationId="{63D498B2-5D24-4352-9D6E-B77C9914CED9}"/>
          </ac:cxnSpMkLst>
        </pc:cxnChg>
        <pc:cxnChg chg="add del">
          <ac:chgData name="Cristian Chilipirea" userId="34ab170da5908fc4" providerId="LiveId" clId="{8D7DEDE3-80AA-4184-B7F9-7AE18451EC3E}" dt="2019-10-06T17:45:36.549" v="186"/>
          <ac:cxnSpMkLst>
            <pc:docMk/>
            <pc:sldMk cId="1341029990" sldId="496"/>
            <ac:cxnSpMk id="47" creationId="{B36ACFEE-D76B-4208-B85B-664D21E224B5}"/>
          </ac:cxnSpMkLst>
        </pc:cxnChg>
        <pc:cxnChg chg="add">
          <ac:chgData name="Cristian Chilipirea" userId="34ab170da5908fc4" providerId="LiveId" clId="{8D7DEDE3-80AA-4184-B7F9-7AE18451EC3E}" dt="2019-10-06T17:45:36.574" v="187"/>
          <ac:cxnSpMkLst>
            <pc:docMk/>
            <pc:sldMk cId="1341029990" sldId="496"/>
            <ac:cxnSpMk id="89" creationId="{25D90F46-9129-4C27-BE31-6BDE39AA1C07}"/>
          </ac:cxnSpMkLst>
        </pc:cxnChg>
        <pc:cxnChg chg="add">
          <ac:chgData name="Cristian Chilipirea" userId="34ab170da5908fc4" providerId="LiveId" clId="{8D7DEDE3-80AA-4184-B7F9-7AE18451EC3E}" dt="2019-10-06T17:45:36.574" v="187"/>
          <ac:cxnSpMkLst>
            <pc:docMk/>
            <pc:sldMk cId="1341029990" sldId="496"/>
            <ac:cxnSpMk id="90" creationId="{4E9FD37F-4E24-416E-8A7E-C460F132FF71}"/>
          </ac:cxnSpMkLst>
        </pc:cxnChg>
        <pc:cxnChg chg="add">
          <ac:chgData name="Cristian Chilipirea" userId="34ab170da5908fc4" providerId="LiveId" clId="{8D7DEDE3-80AA-4184-B7F9-7AE18451EC3E}" dt="2019-10-06T17:45:36.574" v="187"/>
          <ac:cxnSpMkLst>
            <pc:docMk/>
            <pc:sldMk cId="1341029990" sldId="496"/>
            <ac:cxnSpMk id="91" creationId="{56210D31-429D-4BE0-B9A1-256F202480DD}"/>
          </ac:cxnSpMkLst>
        </pc:cxnChg>
      </pc:sldChg>
      <pc:sldChg chg="addSp delSp modSp add modAnim">
        <pc:chgData name="Cristian Chilipirea" userId="34ab170da5908fc4" providerId="LiveId" clId="{8D7DEDE3-80AA-4184-B7F9-7AE18451EC3E}" dt="2019-10-06T17:46:02.922" v="196" actId="1076"/>
        <pc:sldMkLst>
          <pc:docMk/>
          <pc:sldMk cId="152564301" sldId="497"/>
        </pc:sldMkLst>
        <pc:spChg chg="mod">
          <ac:chgData name="Cristian Chilipirea" userId="34ab170da5908fc4" providerId="LiveId" clId="{8D7DEDE3-80AA-4184-B7F9-7AE18451EC3E}" dt="2019-10-06T17:45:44.727" v="189"/>
          <ac:spMkLst>
            <pc:docMk/>
            <pc:sldMk cId="152564301" sldId="497"/>
            <ac:spMk id="2" creationId="{9896C12C-59D9-4D8C-8F4B-BD2A3560919C}"/>
          </ac:spMkLst>
        </pc:spChg>
        <pc:spChg chg="del">
          <ac:chgData name="Cristian Chilipirea" userId="34ab170da5908fc4" providerId="LiveId" clId="{8D7DEDE3-80AA-4184-B7F9-7AE18451EC3E}" dt="2019-10-06T17:45:50.736" v="190" actId="478"/>
          <ac:spMkLst>
            <pc:docMk/>
            <pc:sldMk cId="152564301" sldId="497"/>
            <ac:spMk id="3" creationId="{CDAC9110-9A6A-4B6B-8F0A-9AB883767DC0}"/>
          </ac:spMkLst>
        </pc:spChg>
        <pc:spChg chg="add del">
          <ac:chgData name="Cristian Chilipirea" userId="34ab170da5908fc4" providerId="LiveId" clId="{8D7DEDE3-80AA-4184-B7F9-7AE18451EC3E}" dt="2019-10-06T17:45:53.019" v="192"/>
          <ac:spMkLst>
            <pc:docMk/>
            <pc:sldMk cId="152564301" sldId="497"/>
            <ac:spMk id="4" creationId="{E523D956-DC3B-4CD5-B335-DE5F0737D11F}"/>
          </ac:spMkLst>
        </pc:spChg>
        <pc:spChg chg="add mod">
          <ac:chgData name="Cristian Chilipirea" userId="34ab170da5908fc4" providerId="LiveId" clId="{8D7DEDE3-80AA-4184-B7F9-7AE18451EC3E}" dt="2019-10-06T17:46:02.922" v="196" actId="1076"/>
          <ac:spMkLst>
            <pc:docMk/>
            <pc:sldMk cId="152564301" sldId="497"/>
            <ac:spMk id="5" creationId="{A446CDD6-3976-4590-8B1F-1615237CD938}"/>
          </ac:spMkLst>
        </pc:spChg>
      </pc:sldChg>
      <pc:sldChg chg="del">
        <pc:chgData name="Cristian Chilipirea" userId="34ab170da5908fc4" providerId="LiveId" clId="{8D7DEDE3-80AA-4184-B7F9-7AE18451EC3E}" dt="2019-10-06T17:41:01.608" v="1" actId="2696"/>
        <pc:sldMkLst>
          <pc:docMk/>
          <pc:sldMk cId="2850693201" sldId="498"/>
        </pc:sldMkLst>
      </pc:sldChg>
      <pc:sldChg chg="addSp delSp modSp add">
        <pc:chgData name="Cristian Chilipirea" userId="34ab170da5908fc4" providerId="LiveId" clId="{8D7DEDE3-80AA-4184-B7F9-7AE18451EC3E}" dt="2019-10-06T17:46:26.302" v="207" actId="1076"/>
        <pc:sldMkLst>
          <pc:docMk/>
          <pc:sldMk cId="3733676236" sldId="498"/>
        </pc:sldMkLst>
        <pc:spChg chg="del">
          <ac:chgData name="Cristian Chilipirea" userId="34ab170da5908fc4" providerId="LiveId" clId="{8D7DEDE3-80AA-4184-B7F9-7AE18451EC3E}" dt="2019-10-06T17:46:13.764" v="198" actId="478"/>
          <ac:spMkLst>
            <pc:docMk/>
            <pc:sldMk cId="3733676236" sldId="498"/>
            <ac:spMk id="2" creationId="{82CA8193-848A-4F34-B95A-69A7507072F1}"/>
          </ac:spMkLst>
        </pc:spChg>
        <pc:spChg chg="del">
          <ac:chgData name="Cristian Chilipirea" userId="34ab170da5908fc4" providerId="LiveId" clId="{8D7DEDE3-80AA-4184-B7F9-7AE18451EC3E}" dt="2019-10-06T17:46:16.064" v="199" actId="478"/>
          <ac:spMkLst>
            <pc:docMk/>
            <pc:sldMk cId="3733676236" sldId="498"/>
            <ac:spMk id="3" creationId="{9F390CE0-91C8-48B5-B17A-2C4911B1B0EB}"/>
          </ac:spMkLst>
        </pc:spChg>
        <pc:spChg chg="add del mod">
          <ac:chgData name="Cristian Chilipirea" userId="34ab170da5908fc4" providerId="LiveId" clId="{8D7DEDE3-80AA-4184-B7F9-7AE18451EC3E}" dt="2019-10-06T17:46:21.355" v="203"/>
          <ac:spMkLst>
            <pc:docMk/>
            <pc:sldMk cId="3733676236" sldId="498"/>
            <ac:spMk id="4" creationId="{9D9F6169-5D1E-4AAD-8E02-6BCAB040FDEE}"/>
          </ac:spMkLst>
        </pc:spChg>
        <pc:spChg chg="add del">
          <ac:chgData name="Cristian Chilipirea" userId="34ab170da5908fc4" providerId="LiveId" clId="{8D7DEDE3-80AA-4184-B7F9-7AE18451EC3E}" dt="2019-10-06T17:46:23.592" v="205"/>
          <ac:spMkLst>
            <pc:docMk/>
            <pc:sldMk cId="3733676236" sldId="498"/>
            <ac:spMk id="5" creationId="{89D193FE-165B-454C-9F7B-E90FBFE134E4}"/>
          </ac:spMkLst>
        </pc:spChg>
        <pc:spChg chg="add mod">
          <ac:chgData name="Cristian Chilipirea" userId="34ab170da5908fc4" providerId="LiveId" clId="{8D7DEDE3-80AA-4184-B7F9-7AE18451EC3E}" dt="2019-10-06T17:46:26.302" v="207" actId="1076"/>
          <ac:spMkLst>
            <pc:docMk/>
            <pc:sldMk cId="3733676236" sldId="498"/>
            <ac:spMk id="6" creationId="{4EF956AC-2A30-49FD-A716-41454E0AA662}"/>
          </ac:spMkLst>
        </pc:spChg>
      </pc:sldChg>
      <pc:sldChg chg="addSp delSp modSp add modAnim">
        <pc:chgData name="Cristian Chilipirea" userId="34ab170da5908fc4" providerId="LiveId" clId="{8D7DEDE3-80AA-4184-B7F9-7AE18451EC3E}" dt="2019-10-06T17:46:50.451" v="216" actId="1076"/>
        <pc:sldMkLst>
          <pc:docMk/>
          <pc:sldMk cId="3990504236" sldId="499"/>
        </pc:sldMkLst>
        <pc:spChg chg="del">
          <ac:chgData name="Cristian Chilipirea" userId="34ab170da5908fc4" providerId="LiveId" clId="{8D7DEDE3-80AA-4184-B7F9-7AE18451EC3E}" dt="2019-10-06T17:46:37.935" v="209" actId="478"/>
          <ac:spMkLst>
            <pc:docMk/>
            <pc:sldMk cId="3990504236" sldId="499"/>
            <ac:spMk id="2" creationId="{DCD9DAE4-D2DF-4B3F-B572-5868D04FDF1E}"/>
          </ac:spMkLst>
        </pc:spChg>
        <pc:spChg chg="del">
          <ac:chgData name="Cristian Chilipirea" userId="34ab170da5908fc4" providerId="LiveId" clId="{8D7DEDE3-80AA-4184-B7F9-7AE18451EC3E}" dt="2019-10-06T17:46:39.280" v="210" actId="478"/>
          <ac:spMkLst>
            <pc:docMk/>
            <pc:sldMk cId="3990504236" sldId="499"/>
            <ac:spMk id="3" creationId="{A00CCF92-A4C4-492C-BD85-BC791DFAEEC7}"/>
          </ac:spMkLst>
        </pc:spChg>
        <pc:spChg chg="add del">
          <ac:chgData name="Cristian Chilipirea" userId="34ab170da5908fc4" providerId="LiveId" clId="{8D7DEDE3-80AA-4184-B7F9-7AE18451EC3E}" dt="2019-10-06T17:46:42.731" v="212"/>
          <ac:spMkLst>
            <pc:docMk/>
            <pc:sldMk cId="3990504236" sldId="499"/>
            <ac:spMk id="4" creationId="{F77A2D76-8F9C-4E42-8FC9-DD4A9A69DC45}"/>
          </ac:spMkLst>
        </pc:spChg>
        <pc:spChg chg="add mod">
          <ac:chgData name="Cristian Chilipirea" userId="34ab170da5908fc4" providerId="LiveId" clId="{8D7DEDE3-80AA-4184-B7F9-7AE18451EC3E}" dt="2019-10-06T17:46:50.451" v="216" actId="1076"/>
          <ac:spMkLst>
            <pc:docMk/>
            <pc:sldMk cId="3990504236" sldId="499"/>
            <ac:spMk id="5" creationId="{51579545-45B1-4F3D-A5B4-52C6D785D614}"/>
          </ac:spMkLst>
        </pc:spChg>
      </pc:sldChg>
      <pc:sldChg chg="del">
        <pc:chgData name="Cristian Chilipirea" userId="34ab170da5908fc4" providerId="LiveId" clId="{8D7DEDE3-80AA-4184-B7F9-7AE18451EC3E}" dt="2019-10-06T17:41:04.378" v="17" actId="2696"/>
        <pc:sldMkLst>
          <pc:docMk/>
          <pc:sldMk cId="1523895393" sldId="500"/>
        </pc:sldMkLst>
      </pc:sldChg>
      <pc:sldChg chg="addSp delSp modSp add">
        <pc:chgData name="Cristian Chilipirea" userId="34ab170da5908fc4" providerId="LiveId" clId="{8D7DEDE3-80AA-4184-B7F9-7AE18451EC3E}" dt="2019-10-06T17:47:10.608" v="224" actId="1076"/>
        <pc:sldMkLst>
          <pc:docMk/>
          <pc:sldMk cId="4007712790" sldId="500"/>
        </pc:sldMkLst>
        <pc:spChg chg="del">
          <ac:chgData name="Cristian Chilipirea" userId="34ab170da5908fc4" providerId="LiveId" clId="{8D7DEDE3-80AA-4184-B7F9-7AE18451EC3E}" dt="2019-10-06T17:46:58.956" v="218" actId="478"/>
          <ac:spMkLst>
            <pc:docMk/>
            <pc:sldMk cId="4007712790" sldId="500"/>
            <ac:spMk id="2" creationId="{0A7CC89C-2FE7-4EE7-8CCC-2E3690254F6D}"/>
          </ac:spMkLst>
        </pc:spChg>
        <pc:spChg chg="del">
          <ac:chgData name="Cristian Chilipirea" userId="34ab170da5908fc4" providerId="LiveId" clId="{8D7DEDE3-80AA-4184-B7F9-7AE18451EC3E}" dt="2019-10-06T17:47:00.355" v="219" actId="478"/>
          <ac:spMkLst>
            <pc:docMk/>
            <pc:sldMk cId="4007712790" sldId="500"/>
            <ac:spMk id="3" creationId="{FC368CCF-780C-4431-A56F-A8FEA049503F}"/>
          </ac:spMkLst>
        </pc:spChg>
        <pc:spChg chg="add del">
          <ac:chgData name="Cristian Chilipirea" userId="34ab170da5908fc4" providerId="LiveId" clId="{8D7DEDE3-80AA-4184-B7F9-7AE18451EC3E}" dt="2019-10-06T17:47:04.007" v="221"/>
          <ac:spMkLst>
            <pc:docMk/>
            <pc:sldMk cId="4007712790" sldId="500"/>
            <ac:spMk id="4" creationId="{ABDB8BB7-D5E6-422B-AED8-93B380E73A0E}"/>
          </ac:spMkLst>
        </pc:spChg>
        <pc:spChg chg="add mod">
          <ac:chgData name="Cristian Chilipirea" userId="34ab170da5908fc4" providerId="LiveId" clId="{8D7DEDE3-80AA-4184-B7F9-7AE18451EC3E}" dt="2019-10-06T17:47:10.608" v="224" actId="1076"/>
          <ac:spMkLst>
            <pc:docMk/>
            <pc:sldMk cId="4007712790" sldId="500"/>
            <ac:spMk id="5" creationId="{DC28271F-20F9-44B8-AB05-0CEE115025DB}"/>
          </ac:spMkLst>
        </pc:spChg>
      </pc:sldChg>
      <pc:sldChg chg="addSp delSp modSp add">
        <pc:chgData name="Cristian Chilipirea" userId="34ab170da5908fc4" providerId="LiveId" clId="{8D7DEDE3-80AA-4184-B7F9-7AE18451EC3E}" dt="2019-10-06T17:47:28.929" v="231" actId="1076"/>
        <pc:sldMkLst>
          <pc:docMk/>
          <pc:sldMk cId="215342913" sldId="501"/>
        </pc:sldMkLst>
        <pc:spChg chg="mod">
          <ac:chgData name="Cristian Chilipirea" userId="34ab170da5908fc4" providerId="LiveId" clId="{8D7DEDE3-80AA-4184-B7F9-7AE18451EC3E}" dt="2019-10-06T17:47:19.711" v="226"/>
          <ac:spMkLst>
            <pc:docMk/>
            <pc:sldMk cId="215342913" sldId="501"/>
            <ac:spMk id="2" creationId="{6814B2E1-522C-4D91-9C2F-1E5EF23A622D}"/>
          </ac:spMkLst>
        </pc:spChg>
        <pc:spChg chg="del">
          <ac:chgData name="Cristian Chilipirea" userId="34ab170da5908fc4" providerId="LiveId" clId="{8D7DEDE3-80AA-4184-B7F9-7AE18451EC3E}" dt="2019-10-06T17:47:24.848" v="227" actId="478"/>
          <ac:spMkLst>
            <pc:docMk/>
            <pc:sldMk cId="215342913" sldId="501"/>
            <ac:spMk id="3" creationId="{00BC03DF-8D0F-4028-A1BD-B381D3F71679}"/>
          </ac:spMkLst>
        </pc:spChg>
        <pc:spChg chg="add del">
          <ac:chgData name="Cristian Chilipirea" userId="34ab170da5908fc4" providerId="LiveId" clId="{8D7DEDE3-80AA-4184-B7F9-7AE18451EC3E}" dt="2019-10-06T17:47:27.318" v="229"/>
          <ac:spMkLst>
            <pc:docMk/>
            <pc:sldMk cId="215342913" sldId="501"/>
            <ac:spMk id="4" creationId="{41030634-792D-47BB-886F-E0317465FCFC}"/>
          </ac:spMkLst>
        </pc:spChg>
        <pc:spChg chg="add mod">
          <ac:chgData name="Cristian Chilipirea" userId="34ab170da5908fc4" providerId="LiveId" clId="{8D7DEDE3-80AA-4184-B7F9-7AE18451EC3E}" dt="2019-10-06T17:47:28.929" v="231" actId="1076"/>
          <ac:spMkLst>
            <pc:docMk/>
            <pc:sldMk cId="215342913" sldId="501"/>
            <ac:spMk id="5" creationId="{8EAC4C7E-2C9C-4C26-AEED-39ABDF652436}"/>
          </ac:spMkLst>
        </pc:spChg>
      </pc:sldChg>
      <pc:sldChg chg="del">
        <pc:chgData name="Cristian Chilipirea" userId="34ab170da5908fc4" providerId="LiveId" clId="{8D7DEDE3-80AA-4184-B7F9-7AE18451EC3E}" dt="2019-10-06T17:41:04.604" v="18" actId="2696"/>
        <pc:sldMkLst>
          <pc:docMk/>
          <pc:sldMk cId="1501301851" sldId="501"/>
        </pc:sldMkLst>
      </pc:sldChg>
      <pc:sldChg chg="del">
        <pc:chgData name="Cristian Chilipirea" userId="34ab170da5908fc4" providerId="LiveId" clId="{8D7DEDE3-80AA-4184-B7F9-7AE18451EC3E}" dt="2019-10-06T17:41:02.030" v="4" actId="2696"/>
        <pc:sldMkLst>
          <pc:docMk/>
          <pc:sldMk cId="3057009429" sldId="502"/>
        </pc:sldMkLst>
      </pc:sldChg>
      <pc:sldChg chg="addSp delSp modSp add modAnim">
        <pc:chgData name="Cristian Chilipirea" userId="34ab170da5908fc4" providerId="LiveId" clId="{8D7DEDE3-80AA-4184-B7F9-7AE18451EC3E}" dt="2019-10-06T17:47:59.160" v="237"/>
        <pc:sldMkLst>
          <pc:docMk/>
          <pc:sldMk cId="4086428221" sldId="502"/>
        </pc:sldMkLst>
        <pc:spChg chg="mod">
          <ac:chgData name="Cristian Chilipirea" userId="34ab170da5908fc4" providerId="LiveId" clId="{8D7DEDE3-80AA-4184-B7F9-7AE18451EC3E}" dt="2019-10-06T17:47:49.422" v="233"/>
          <ac:spMkLst>
            <pc:docMk/>
            <pc:sldMk cId="4086428221" sldId="502"/>
            <ac:spMk id="2" creationId="{A679C502-16B3-4583-9376-27B275DA8FD8}"/>
          </ac:spMkLst>
        </pc:spChg>
        <pc:spChg chg="del">
          <ac:chgData name="Cristian Chilipirea" userId="34ab170da5908fc4" providerId="LiveId" clId="{8D7DEDE3-80AA-4184-B7F9-7AE18451EC3E}" dt="2019-10-06T17:47:52.629" v="234" actId="478"/>
          <ac:spMkLst>
            <pc:docMk/>
            <pc:sldMk cId="4086428221" sldId="502"/>
            <ac:spMk id="3" creationId="{89601540-528F-4165-B5A5-B61E9CB7CB7C}"/>
          </ac:spMkLst>
        </pc:spChg>
        <pc:spChg chg="add del">
          <ac:chgData name="Cristian Chilipirea" userId="34ab170da5908fc4" providerId="LiveId" clId="{8D7DEDE3-80AA-4184-B7F9-7AE18451EC3E}" dt="2019-10-06T17:47:59.150" v="236"/>
          <ac:spMkLst>
            <pc:docMk/>
            <pc:sldMk cId="4086428221" sldId="502"/>
            <ac:spMk id="4" creationId="{A3088D0C-AE26-4046-B25B-3F3DAC92C26E}"/>
          </ac:spMkLst>
        </pc:spChg>
        <pc:spChg chg="add">
          <ac:chgData name="Cristian Chilipirea" userId="34ab170da5908fc4" providerId="LiveId" clId="{8D7DEDE3-80AA-4184-B7F9-7AE18451EC3E}" dt="2019-10-06T17:47:59.160" v="237"/>
          <ac:spMkLst>
            <pc:docMk/>
            <pc:sldMk cId="4086428221" sldId="502"/>
            <ac:spMk id="5" creationId="{265D5948-A0D8-484C-B5AC-67652399549E}"/>
          </ac:spMkLst>
        </pc:spChg>
      </pc:sldChg>
      <pc:sldChg chg="del">
        <pc:chgData name="Cristian Chilipirea" userId="34ab170da5908fc4" providerId="LiveId" clId="{8D7DEDE3-80AA-4184-B7F9-7AE18451EC3E}" dt="2019-10-06T17:41:02.428" v="7" actId="2696"/>
        <pc:sldMkLst>
          <pc:docMk/>
          <pc:sldMk cId="1013673347" sldId="503"/>
        </pc:sldMkLst>
      </pc:sldChg>
      <pc:sldChg chg="addSp delSp modSp add">
        <pc:chgData name="Cristian Chilipirea" userId="34ab170da5908fc4" providerId="LiveId" clId="{8D7DEDE3-80AA-4184-B7F9-7AE18451EC3E}" dt="2019-10-06T17:48:28.804" v="244" actId="1076"/>
        <pc:sldMkLst>
          <pc:docMk/>
          <pc:sldMk cId="2561944996" sldId="503"/>
        </pc:sldMkLst>
        <pc:spChg chg="mod">
          <ac:chgData name="Cristian Chilipirea" userId="34ab170da5908fc4" providerId="LiveId" clId="{8D7DEDE3-80AA-4184-B7F9-7AE18451EC3E}" dt="2019-10-06T17:48:17.245" v="239"/>
          <ac:spMkLst>
            <pc:docMk/>
            <pc:sldMk cId="2561944996" sldId="503"/>
            <ac:spMk id="2" creationId="{E2D95880-4BEF-413E-8EE4-CBF3233A9412}"/>
          </ac:spMkLst>
        </pc:spChg>
        <pc:spChg chg="del">
          <ac:chgData name="Cristian Chilipirea" userId="34ab170da5908fc4" providerId="LiveId" clId="{8D7DEDE3-80AA-4184-B7F9-7AE18451EC3E}" dt="2019-10-06T17:48:19.104" v="240" actId="478"/>
          <ac:spMkLst>
            <pc:docMk/>
            <pc:sldMk cId="2561944996" sldId="503"/>
            <ac:spMk id="3" creationId="{3276BFA0-4C90-4C3C-B1E9-467ACE1322D5}"/>
          </ac:spMkLst>
        </pc:spChg>
        <pc:spChg chg="add del">
          <ac:chgData name="Cristian Chilipirea" userId="34ab170da5908fc4" providerId="LiveId" clId="{8D7DEDE3-80AA-4184-B7F9-7AE18451EC3E}" dt="2019-10-06T17:48:26.024" v="242"/>
          <ac:spMkLst>
            <pc:docMk/>
            <pc:sldMk cId="2561944996" sldId="503"/>
            <ac:spMk id="4" creationId="{206DCA34-B50A-4CDB-A2F7-9BF6A277069B}"/>
          </ac:spMkLst>
        </pc:spChg>
        <pc:spChg chg="add mod">
          <ac:chgData name="Cristian Chilipirea" userId="34ab170da5908fc4" providerId="LiveId" clId="{8D7DEDE3-80AA-4184-B7F9-7AE18451EC3E}" dt="2019-10-06T17:48:28.804" v="244" actId="1076"/>
          <ac:spMkLst>
            <pc:docMk/>
            <pc:sldMk cId="2561944996" sldId="503"/>
            <ac:spMk id="5" creationId="{494B96C4-A8DD-43FA-B0CB-730B113A9143}"/>
          </ac:spMkLst>
        </pc:spChg>
      </pc:sldChg>
      <pc:sldChg chg="addSp delSp modSp add modAnim">
        <pc:chgData name="Cristian Chilipirea" userId="34ab170da5908fc4" providerId="LiveId" clId="{8D7DEDE3-80AA-4184-B7F9-7AE18451EC3E}" dt="2019-10-06T17:49:18.286" v="257" actId="1076"/>
        <pc:sldMkLst>
          <pc:docMk/>
          <pc:sldMk cId="3155671206" sldId="504"/>
        </pc:sldMkLst>
        <pc:spChg chg="mod">
          <ac:chgData name="Cristian Chilipirea" userId="34ab170da5908fc4" providerId="LiveId" clId="{8D7DEDE3-80AA-4184-B7F9-7AE18451EC3E}" dt="2019-10-06T17:49:05.345" v="246"/>
          <ac:spMkLst>
            <pc:docMk/>
            <pc:sldMk cId="3155671206" sldId="504"/>
            <ac:spMk id="2" creationId="{7A3A1B93-9BD9-42C2-A074-CE57D1D7C921}"/>
          </ac:spMkLst>
        </pc:spChg>
        <pc:spChg chg="del">
          <ac:chgData name="Cristian Chilipirea" userId="34ab170da5908fc4" providerId="LiveId" clId="{8D7DEDE3-80AA-4184-B7F9-7AE18451EC3E}" dt="2019-10-06T17:49:09.799" v="247" actId="478"/>
          <ac:spMkLst>
            <pc:docMk/>
            <pc:sldMk cId="3155671206" sldId="504"/>
            <ac:spMk id="3" creationId="{7FE132D1-FB93-47AD-A2B1-191E6B780E31}"/>
          </ac:spMkLst>
        </pc:spChg>
        <pc:spChg chg="add del mod">
          <ac:chgData name="Cristian Chilipirea" userId="34ab170da5908fc4" providerId="LiveId" clId="{8D7DEDE3-80AA-4184-B7F9-7AE18451EC3E}" dt="2019-10-06T17:49:14.752" v="252"/>
          <ac:spMkLst>
            <pc:docMk/>
            <pc:sldMk cId="3155671206" sldId="504"/>
            <ac:spMk id="4" creationId="{213E8BCB-F51A-436A-8AF7-B19ED3684278}"/>
          </ac:spMkLst>
        </pc:spChg>
        <pc:spChg chg="add del mod">
          <ac:chgData name="Cristian Chilipirea" userId="34ab170da5908fc4" providerId="LiveId" clId="{8D7DEDE3-80AA-4184-B7F9-7AE18451EC3E}" dt="2019-10-06T17:49:16.849" v="255"/>
          <ac:spMkLst>
            <pc:docMk/>
            <pc:sldMk cId="3155671206" sldId="504"/>
            <ac:spMk id="5" creationId="{940B16C1-3937-47B2-930D-606BAF89E00D}"/>
          </ac:spMkLst>
        </pc:spChg>
        <pc:spChg chg="add mod">
          <ac:chgData name="Cristian Chilipirea" userId="34ab170da5908fc4" providerId="LiveId" clId="{8D7DEDE3-80AA-4184-B7F9-7AE18451EC3E}" dt="2019-10-06T17:49:18.286" v="257" actId="1076"/>
          <ac:spMkLst>
            <pc:docMk/>
            <pc:sldMk cId="3155671206" sldId="504"/>
            <ac:spMk id="6" creationId="{E17A2174-9C33-48DA-A7BE-C39C987CE316}"/>
          </ac:spMkLst>
        </pc:spChg>
      </pc:sldChg>
      <pc:sldChg chg="addSp delSp modSp add">
        <pc:chgData name="Cristian Chilipirea" userId="34ab170da5908fc4" providerId="LiveId" clId="{8D7DEDE3-80AA-4184-B7F9-7AE18451EC3E}" dt="2019-10-06T17:49:31.204" v="263"/>
        <pc:sldMkLst>
          <pc:docMk/>
          <pc:sldMk cId="2699375114" sldId="505"/>
        </pc:sldMkLst>
        <pc:spChg chg="mod">
          <ac:chgData name="Cristian Chilipirea" userId="34ab170da5908fc4" providerId="LiveId" clId="{8D7DEDE3-80AA-4184-B7F9-7AE18451EC3E}" dt="2019-10-06T17:49:24.097" v="259"/>
          <ac:spMkLst>
            <pc:docMk/>
            <pc:sldMk cId="2699375114" sldId="505"/>
            <ac:spMk id="2" creationId="{15D21F38-4440-4592-9330-43A6F0D0E00B}"/>
          </ac:spMkLst>
        </pc:spChg>
        <pc:spChg chg="del">
          <ac:chgData name="Cristian Chilipirea" userId="34ab170da5908fc4" providerId="LiveId" clId="{8D7DEDE3-80AA-4184-B7F9-7AE18451EC3E}" dt="2019-10-06T17:49:25.736" v="260" actId="478"/>
          <ac:spMkLst>
            <pc:docMk/>
            <pc:sldMk cId="2699375114" sldId="505"/>
            <ac:spMk id="3" creationId="{077130A8-B0E2-49C4-8A73-3D7402AD591E}"/>
          </ac:spMkLst>
        </pc:spChg>
        <pc:spChg chg="add del">
          <ac:chgData name="Cristian Chilipirea" userId="34ab170da5908fc4" providerId="LiveId" clId="{8D7DEDE3-80AA-4184-B7F9-7AE18451EC3E}" dt="2019-10-06T17:49:31.195" v="262"/>
          <ac:spMkLst>
            <pc:docMk/>
            <pc:sldMk cId="2699375114" sldId="505"/>
            <ac:spMk id="4" creationId="{6337EBF9-57B5-4A9E-9448-E10639922329}"/>
          </ac:spMkLst>
        </pc:spChg>
        <pc:spChg chg="add">
          <ac:chgData name="Cristian Chilipirea" userId="34ab170da5908fc4" providerId="LiveId" clId="{8D7DEDE3-80AA-4184-B7F9-7AE18451EC3E}" dt="2019-10-06T17:49:31.204" v="263"/>
          <ac:spMkLst>
            <pc:docMk/>
            <pc:sldMk cId="2699375114" sldId="505"/>
            <ac:spMk id="5" creationId="{379233E5-5C0B-487A-B499-7B50504A8008}"/>
          </ac:spMkLst>
        </pc:spChg>
      </pc:sldChg>
      <pc:sldChg chg="del">
        <pc:chgData name="Cristian Chilipirea" userId="34ab170da5908fc4" providerId="LiveId" clId="{8D7DEDE3-80AA-4184-B7F9-7AE18451EC3E}" dt="2019-10-06T17:41:02.674" v="9" actId="2696"/>
        <pc:sldMkLst>
          <pc:docMk/>
          <pc:sldMk cId="3381332427" sldId="506"/>
        </pc:sldMkLst>
      </pc:sldChg>
      <pc:sldChg chg="del">
        <pc:chgData name="Cristian Chilipirea" userId="34ab170da5908fc4" providerId="LiveId" clId="{8D7DEDE3-80AA-4184-B7F9-7AE18451EC3E}" dt="2019-10-06T17:41:04.836" v="19" actId="2696"/>
        <pc:sldMkLst>
          <pc:docMk/>
          <pc:sldMk cId="3162047561" sldId="508"/>
        </pc:sldMkLst>
      </pc:sldChg>
      <pc:sldChg chg="del">
        <pc:chgData name="Cristian Chilipirea" userId="34ab170da5908fc4" providerId="LiveId" clId="{8D7DEDE3-80AA-4184-B7F9-7AE18451EC3E}" dt="2019-10-06T17:41:05.539" v="22" actId="2696"/>
        <pc:sldMkLst>
          <pc:docMk/>
          <pc:sldMk cId="1653909499" sldId="509"/>
        </pc:sldMkLst>
      </pc:sldChg>
      <pc:sldChg chg="del">
        <pc:chgData name="Cristian Chilipirea" userId="34ab170da5908fc4" providerId="LiveId" clId="{8D7DEDE3-80AA-4184-B7F9-7AE18451EC3E}" dt="2019-10-06T17:41:05.757" v="23" actId="2696"/>
        <pc:sldMkLst>
          <pc:docMk/>
          <pc:sldMk cId="3608127337" sldId="510"/>
        </pc:sldMkLst>
      </pc:sldChg>
      <pc:sldChg chg="del">
        <pc:chgData name="Cristian Chilipirea" userId="34ab170da5908fc4" providerId="LiveId" clId="{8D7DEDE3-80AA-4184-B7F9-7AE18451EC3E}" dt="2019-10-06T17:41:06.088" v="26" actId="2696"/>
        <pc:sldMkLst>
          <pc:docMk/>
          <pc:sldMk cId="4042985229" sldId="511"/>
        </pc:sldMkLst>
      </pc:sldChg>
      <pc:sldChg chg="del">
        <pc:chgData name="Cristian Chilipirea" userId="34ab170da5908fc4" providerId="LiveId" clId="{8D7DEDE3-80AA-4184-B7F9-7AE18451EC3E}" dt="2019-10-06T17:41:07.229" v="31" actId="2696"/>
        <pc:sldMkLst>
          <pc:docMk/>
          <pc:sldMk cId="2727535347" sldId="512"/>
        </pc:sldMkLst>
      </pc:sldChg>
      <pc:sldChg chg="del">
        <pc:chgData name="Cristian Chilipirea" userId="34ab170da5908fc4" providerId="LiveId" clId="{8D7DEDE3-80AA-4184-B7F9-7AE18451EC3E}" dt="2019-10-06T17:41:05.946" v="24" actId="2696"/>
        <pc:sldMkLst>
          <pc:docMk/>
          <pc:sldMk cId="3285445849" sldId="513"/>
        </pc:sldMkLst>
      </pc:sldChg>
      <pc:sldChg chg="del">
        <pc:chgData name="Cristian Chilipirea" userId="34ab170da5908fc4" providerId="LiveId" clId="{8D7DEDE3-80AA-4184-B7F9-7AE18451EC3E}" dt="2019-10-06T17:41:06.064" v="25" actId="2696"/>
        <pc:sldMkLst>
          <pc:docMk/>
          <pc:sldMk cId="650840403" sldId="514"/>
        </pc:sldMkLst>
      </pc:sldChg>
      <pc:sldChg chg="del">
        <pc:chgData name="Cristian Chilipirea" userId="34ab170da5908fc4" providerId="LiveId" clId="{8D7DEDE3-80AA-4184-B7F9-7AE18451EC3E}" dt="2019-10-06T17:41:06.237" v="27" actId="2696"/>
        <pc:sldMkLst>
          <pc:docMk/>
          <pc:sldMk cId="2095946675" sldId="515"/>
        </pc:sldMkLst>
      </pc:sldChg>
      <pc:sldChg chg="del">
        <pc:chgData name="Cristian Chilipirea" userId="34ab170da5908fc4" providerId="LiveId" clId="{8D7DEDE3-80AA-4184-B7F9-7AE18451EC3E}" dt="2019-10-06T17:41:06.530" v="29" actId="2696"/>
        <pc:sldMkLst>
          <pc:docMk/>
          <pc:sldMk cId="1633443332" sldId="516"/>
        </pc:sldMkLst>
      </pc:sldChg>
      <pc:sldChg chg="del">
        <pc:chgData name="Cristian Chilipirea" userId="34ab170da5908fc4" providerId="LiveId" clId="{8D7DEDE3-80AA-4184-B7F9-7AE18451EC3E}" dt="2019-10-06T17:41:06.404" v="28" actId="2696"/>
        <pc:sldMkLst>
          <pc:docMk/>
          <pc:sldMk cId="3100481663" sldId="517"/>
        </pc:sldMkLst>
      </pc:sldChg>
      <pc:sldChg chg="del">
        <pc:chgData name="Cristian Chilipirea" userId="34ab170da5908fc4" providerId="LiveId" clId="{8D7DEDE3-80AA-4184-B7F9-7AE18451EC3E}" dt="2019-10-06T17:41:07.010" v="30" actId="2696"/>
        <pc:sldMkLst>
          <pc:docMk/>
          <pc:sldMk cId="3859228379" sldId="518"/>
        </pc:sldMkLst>
      </pc:sldChg>
      <pc:sldChg chg="del">
        <pc:chgData name="Cristian Chilipirea" userId="34ab170da5908fc4" providerId="LiveId" clId="{8D7DEDE3-80AA-4184-B7F9-7AE18451EC3E}" dt="2019-10-06T17:41:08.711" v="37" actId="2696"/>
        <pc:sldMkLst>
          <pc:docMk/>
          <pc:sldMk cId="1223463397" sldId="520"/>
        </pc:sldMkLst>
      </pc:sldChg>
      <pc:sldChg chg="del">
        <pc:chgData name="Cristian Chilipirea" userId="34ab170da5908fc4" providerId="LiveId" clId="{8D7DEDE3-80AA-4184-B7F9-7AE18451EC3E}" dt="2019-10-06T17:41:02.817" v="10" actId="2696"/>
        <pc:sldMkLst>
          <pc:docMk/>
          <pc:sldMk cId="193191226" sldId="523"/>
        </pc:sldMkLst>
      </pc:sldChg>
      <pc:sldChg chg="del">
        <pc:chgData name="Cristian Chilipirea" userId="34ab170da5908fc4" providerId="LiveId" clId="{8D7DEDE3-80AA-4184-B7F9-7AE18451EC3E}" dt="2019-10-06T17:41:02.945" v="11" actId="2696"/>
        <pc:sldMkLst>
          <pc:docMk/>
          <pc:sldMk cId="761323086" sldId="524"/>
        </pc:sldMkLst>
      </pc:sldChg>
      <pc:sldChg chg="del">
        <pc:chgData name="Cristian Chilipirea" userId="34ab170da5908fc4" providerId="LiveId" clId="{8D7DEDE3-80AA-4184-B7F9-7AE18451EC3E}" dt="2019-10-06T17:41:08.948" v="38" actId="2696"/>
        <pc:sldMkLst>
          <pc:docMk/>
          <pc:sldMk cId="2128174877" sldId="525"/>
        </pc:sldMkLst>
      </pc:sldChg>
      <pc:sldChg chg="del">
        <pc:chgData name="Cristian Chilipirea" userId="34ab170da5908fc4" providerId="LiveId" clId="{8D7DEDE3-80AA-4184-B7F9-7AE18451EC3E}" dt="2019-10-06T17:41:09.211" v="39" actId="2696"/>
        <pc:sldMkLst>
          <pc:docMk/>
          <pc:sldMk cId="384922801" sldId="526"/>
        </pc:sldMkLst>
      </pc:sldChg>
      <pc:sldChg chg="del">
        <pc:chgData name="Cristian Chilipirea" userId="34ab170da5908fc4" providerId="LiveId" clId="{8D7DEDE3-80AA-4184-B7F9-7AE18451EC3E}" dt="2019-10-06T17:41:10.478" v="46" actId="2696"/>
        <pc:sldMkLst>
          <pc:docMk/>
          <pc:sldMk cId="3314915467" sldId="527"/>
        </pc:sldMkLst>
      </pc:sldChg>
      <pc:sldChg chg="del">
        <pc:chgData name="Cristian Chilipirea" userId="34ab170da5908fc4" providerId="LiveId" clId="{8D7DEDE3-80AA-4184-B7F9-7AE18451EC3E}" dt="2019-10-06T17:41:10.144" v="44" actId="2696"/>
        <pc:sldMkLst>
          <pc:docMk/>
          <pc:sldMk cId="2683223940" sldId="528"/>
        </pc:sldMkLst>
      </pc:sldChg>
      <pc:sldChg chg="del">
        <pc:chgData name="Cristian Chilipirea" userId="34ab170da5908fc4" providerId="LiveId" clId="{8D7DEDE3-80AA-4184-B7F9-7AE18451EC3E}" dt="2019-10-06T17:41:02.159" v="5" actId="2696"/>
        <pc:sldMkLst>
          <pc:docMk/>
          <pc:sldMk cId="617174008" sldId="529"/>
        </pc:sldMkLst>
      </pc:sldChg>
      <pc:sldChg chg="del">
        <pc:chgData name="Cristian Chilipirea" userId="34ab170da5908fc4" providerId="LiveId" clId="{8D7DEDE3-80AA-4184-B7F9-7AE18451EC3E}" dt="2019-10-06T17:41:02.276" v="6" actId="2696"/>
        <pc:sldMkLst>
          <pc:docMk/>
          <pc:sldMk cId="742774632" sldId="530"/>
        </pc:sldMkLst>
      </pc:sldChg>
      <pc:sldChg chg="del">
        <pc:chgData name="Cristian Chilipirea" userId="34ab170da5908fc4" providerId="LiveId" clId="{8D7DEDE3-80AA-4184-B7F9-7AE18451EC3E}" dt="2019-10-06T17:41:02.543" v="8" actId="2696"/>
        <pc:sldMkLst>
          <pc:docMk/>
          <pc:sldMk cId="2619967694" sldId="531"/>
        </pc:sldMkLst>
      </pc:sldChg>
      <pc:sldChg chg="del">
        <pc:chgData name="Cristian Chilipirea" userId="34ab170da5908fc4" providerId="LiveId" clId="{8D7DEDE3-80AA-4184-B7F9-7AE18451EC3E}" dt="2019-10-06T17:41:03.105" v="12" actId="2696"/>
        <pc:sldMkLst>
          <pc:docMk/>
          <pc:sldMk cId="2286012924" sldId="533"/>
        </pc:sldMkLst>
      </pc:sldChg>
      <pc:sldChg chg="del">
        <pc:chgData name="Cristian Chilipirea" userId="34ab170da5908fc4" providerId="LiveId" clId="{8D7DEDE3-80AA-4184-B7F9-7AE18451EC3E}" dt="2019-10-06T17:41:03.245" v="13" actId="2696"/>
        <pc:sldMkLst>
          <pc:docMk/>
          <pc:sldMk cId="733346778" sldId="534"/>
        </pc:sldMkLst>
      </pc:sldChg>
      <pc:sldChg chg="del">
        <pc:chgData name="Cristian Chilipirea" userId="34ab170da5908fc4" providerId="LiveId" clId="{8D7DEDE3-80AA-4184-B7F9-7AE18451EC3E}" dt="2019-10-06T17:41:03.830" v="15" actId="2696"/>
        <pc:sldMkLst>
          <pc:docMk/>
          <pc:sldMk cId="3424030094" sldId="535"/>
        </pc:sldMkLst>
      </pc:sldChg>
      <pc:sldChg chg="del">
        <pc:chgData name="Cristian Chilipirea" userId="34ab170da5908fc4" providerId="LiveId" clId="{8D7DEDE3-80AA-4184-B7F9-7AE18451EC3E}" dt="2019-10-06T17:41:03.651" v="14" actId="2696"/>
        <pc:sldMkLst>
          <pc:docMk/>
          <pc:sldMk cId="1635445270" sldId="536"/>
        </pc:sldMkLst>
      </pc:sldChg>
      <pc:sldChg chg="del">
        <pc:chgData name="Cristian Chilipirea" userId="34ab170da5908fc4" providerId="LiveId" clId="{8D7DEDE3-80AA-4184-B7F9-7AE18451EC3E}" dt="2019-10-06T17:41:04.113" v="16" actId="2696"/>
        <pc:sldMkLst>
          <pc:docMk/>
          <pc:sldMk cId="1741540215" sldId="538"/>
        </pc:sldMkLst>
      </pc:sldChg>
      <pc:sldChg chg="del">
        <pc:chgData name="Cristian Chilipirea" userId="34ab170da5908fc4" providerId="LiveId" clId="{8D7DEDE3-80AA-4184-B7F9-7AE18451EC3E}" dt="2019-10-06T17:41:05.362" v="21" actId="2696"/>
        <pc:sldMkLst>
          <pc:docMk/>
          <pc:sldMk cId="1544035050" sldId="539"/>
        </pc:sldMkLst>
      </pc:sldChg>
      <pc:sldChg chg="del">
        <pc:chgData name="Cristian Chilipirea" userId="34ab170da5908fc4" providerId="LiveId" clId="{8D7DEDE3-80AA-4184-B7F9-7AE18451EC3E}" dt="2019-10-06T17:41:05.054" v="20" actId="2696"/>
        <pc:sldMkLst>
          <pc:docMk/>
          <pc:sldMk cId="2002666867" sldId="540"/>
        </pc:sldMkLst>
      </pc:sldChg>
      <pc:sldChg chg="del">
        <pc:chgData name="Cristian Chilipirea" userId="34ab170da5908fc4" providerId="LiveId" clId="{8D7DEDE3-80AA-4184-B7F9-7AE18451EC3E}" dt="2019-10-06T17:41:10.303" v="45" actId="2696"/>
        <pc:sldMkLst>
          <pc:docMk/>
          <pc:sldMk cId="1462569323" sldId="541"/>
        </pc:sldMkLst>
      </pc:sldChg>
      <pc:sldChg chg="del">
        <pc:chgData name="Cristian Chilipirea" userId="34ab170da5908fc4" providerId="LiveId" clId="{8D7DEDE3-80AA-4184-B7F9-7AE18451EC3E}" dt="2019-10-06T17:41:10.780" v="47" actId="2696"/>
        <pc:sldMkLst>
          <pc:docMk/>
          <pc:sldMk cId="3728125730" sldId="542"/>
        </pc:sldMkLst>
      </pc:sldChg>
      <pc:sldChg chg="del">
        <pc:chgData name="Cristian Chilipirea" userId="34ab170da5908fc4" providerId="LiveId" clId="{8D7DEDE3-80AA-4184-B7F9-7AE18451EC3E}" dt="2019-10-06T17:41:11.656" v="51" actId="2696"/>
        <pc:sldMkLst>
          <pc:docMk/>
          <pc:sldMk cId="1289218972" sldId="543"/>
        </pc:sldMkLst>
      </pc:sldChg>
      <pc:sldChg chg="del">
        <pc:chgData name="Cristian Chilipirea" userId="34ab170da5908fc4" providerId="LiveId" clId="{8D7DEDE3-80AA-4184-B7F9-7AE18451EC3E}" dt="2019-10-06T17:41:10.980" v="48" actId="2696"/>
        <pc:sldMkLst>
          <pc:docMk/>
          <pc:sldMk cId="2126027227" sldId="544"/>
        </pc:sldMkLst>
      </pc:sldChg>
      <pc:sldChg chg="del">
        <pc:chgData name="Cristian Chilipirea" userId="34ab170da5908fc4" providerId="LiveId" clId="{8D7DEDE3-80AA-4184-B7F9-7AE18451EC3E}" dt="2019-10-06T17:41:11.140" v="49" actId="2696"/>
        <pc:sldMkLst>
          <pc:docMk/>
          <pc:sldMk cId="3144370955" sldId="545"/>
        </pc:sldMkLst>
      </pc:sldChg>
      <pc:sldChg chg="del">
        <pc:chgData name="Cristian Chilipirea" userId="34ab170da5908fc4" providerId="LiveId" clId="{8D7DEDE3-80AA-4184-B7F9-7AE18451EC3E}" dt="2019-10-06T17:41:11.492" v="50" actId="2696"/>
        <pc:sldMkLst>
          <pc:docMk/>
          <pc:sldMk cId="1882107523" sldId="546"/>
        </pc:sldMkLst>
      </pc:sldChg>
      <pc:sldChg chg="del">
        <pc:chgData name="Cristian Chilipirea" userId="34ab170da5908fc4" providerId="LiveId" clId="{8D7DEDE3-80AA-4184-B7F9-7AE18451EC3E}" dt="2019-10-06T17:41:11.822" v="52" actId="2696"/>
        <pc:sldMkLst>
          <pc:docMk/>
          <pc:sldMk cId="558091035" sldId="547"/>
        </pc:sldMkLst>
      </pc:sldChg>
      <pc:sldChg chg="del">
        <pc:chgData name="Cristian Chilipirea" userId="34ab170da5908fc4" providerId="LiveId" clId="{8D7DEDE3-80AA-4184-B7F9-7AE18451EC3E}" dt="2019-10-06T17:41:11.998" v="53" actId="2696"/>
        <pc:sldMkLst>
          <pc:docMk/>
          <pc:sldMk cId="3034493033" sldId="548"/>
        </pc:sldMkLst>
      </pc:sldChg>
      <pc:sldChg chg="del">
        <pc:chgData name="Cristian Chilipirea" userId="34ab170da5908fc4" providerId="LiveId" clId="{8D7DEDE3-80AA-4184-B7F9-7AE18451EC3E}" dt="2019-10-06T17:41:12.182" v="54" actId="2696"/>
        <pc:sldMkLst>
          <pc:docMk/>
          <pc:sldMk cId="2448597296" sldId="549"/>
        </pc:sldMkLst>
      </pc:sldChg>
      <pc:sldChg chg="del">
        <pc:chgData name="Cristian Chilipirea" userId="34ab170da5908fc4" providerId="LiveId" clId="{8D7DEDE3-80AA-4184-B7F9-7AE18451EC3E}" dt="2019-10-06T17:41:12.342" v="55" actId="2696"/>
        <pc:sldMkLst>
          <pc:docMk/>
          <pc:sldMk cId="3128890427" sldId="550"/>
        </pc:sldMkLst>
      </pc:sldChg>
      <pc:sldChg chg="del">
        <pc:chgData name="Cristian Chilipirea" userId="34ab170da5908fc4" providerId="LiveId" clId="{8D7DEDE3-80AA-4184-B7F9-7AE18451EC3E}" dt="2019-10-06T17:41:12.518" v="56" actId="2696"/>
        <pc:sldMkLst>
          <pc:docMk/>
          <pc:sldMk cId="1483517246" sldId="552"/>
        </pc:sldMkLst>
      </pc:sldChg>
      <pc:sldChg chg="del">
        <pc:chgData name="Cristian Chilipirea" userId="34ab170da5908fc4" providerId="LiveId" clId="{8D7DEDE3-80AA-4184-B7F9-7AE18451EC3E}" dt="2019-10-06T17:41:12.699" v="57" actId="2696"/>
        <pc:sldMkLst>
          <pc:docMk/>
          <pc:sldMk cId="901537233" sldId="553"/>
        </pc:sldMkLst>
      </pc:sldChg>
      <pc:sldChg chg="del">
        <pc:chgData name="Cristian Chilipirea" userId="34ab170da5908fc4" providerId="LiveId" clId="{8D7DEDE3-80AA-4184-B7F9-7AE18451EC3E}" dt="2019-10-06T17:41:12.877" v="58" actId="2696"/>
        <pc:sldMkLst>
          <pc:docMk/>
          <pc:sldMk cId="1544456519" sldId="554"/>
        </pc:sldMkLst>
      </pc:sldChg>
      <pc:sldChg chg="del">
        <pc:chgData name="Cristian Chilipirea" userId="34ab170da5908fc4" providerId="LiveId" clId="{8D7DEDE3-80AA-4184-B7F9-7AE18451EC3E}" dt="2019-10-06T17:41:01.462" v="0" actId="2696"/>
        <pc:sldMkLst>
          <pc:docMk/>
          <pc:sldMk cId="2016561363" sldId="555"/>
        </pc:sldMkLst>
      </pc:sldChg>
      <pc:sldChg chg="del">
        <pc:chgData name="Cristian Chilipirea" userId="34ab170da5908fc4" providerId="LiveId" clId="{8D7DEDE3-80AA-4184-B7F9-7AE18451EC3E}" dt="2019-10-06T17:41:01.770" v="2" actId="2696"/>
        <pc:sldMkLst>
          <pc:docMk/>
          <pc:sldMk cId="278542565" sldId="556"/>
        </pc:sldMkLst>
      </pc:sldChg>
      <pc:sldChg chg="del">
        <pc:chgData name="Cristian Chilipirea" userId="34ab170da5908fc4" providerId="LiveId" clId="{8D7DEDE3-80AA-4184-B7F9-7AE18451EC3E}" dt="2019-10-06T17:41:01.898" v="3" actId="2696"/>
        <pc:sldMkLst>
          <pc:docMk/>
          <pc:sldMk cId="2006060040" sldId="557"/>
        </pc:sldMkLst>
      </pc:sldChg>
      <pc:sldChg chg="del">
        <pc:chgData name="Cristian Chilipirea" userId="34ab170da5908fc4" providerId="LiveId" clId="{8D7DEDE3-80AA-4184-B7F9-7AE18451EC3E}" dt="2019-10-06T17:41:13.406" v="60" actId="2696"/>
        <pc:sldMkLst>
          <pc:docMk/>
          <pc:sldMk cId="3440455392" sldId="586"/>
        </pc:sldMkLst>
      </pc:sldChg>
      <pc:sldChg chg="del">
        <pc:chgData name="Cristian Chilipirea" userId="34ab170da5908fc4" providerId="LiveId" clId="{8D7DEDE3-80AA-4184-B7F9-7AE18451EC3E}" dt="2019-10-06T17:41:07.456" v="32" actId="2696"/>
        <pc:sldMkLst>
          <pc:docMk/>
          <pc:sldMk cId="1004568210" sldId="587"/>
        </pc:sldMkLst>
      </pc:sldChg>
      <pc:sldChg chg="del">
        <pc:chgData name="Cristian Chilipirea" userId="34ab170da5908fc4" providerId="LiveId" clId="{8D7DEDE3-80AA-4184-B7F9-7AE18451EC3E}" dt="2019-10-06T17:41:07.747" v="33" actId="2696"/>
        <pc:sldMkLst>
          <pc:docMk/>
          <pc:sldMk cId="2844747525" sldId="588"/>
        </pc:sldMkLst>
      </pc:sldChg>
      <pc:sldChg chg="del">
        <pc:chgData name="Cristian Chilipirea" userId="34ab170da5908fc4" providerId="LiveId" clId="{8D7DEDE3-80AA-4184-B7F9-7AE18451EC3E}" dt="2019-10-06T17:41:13.575" v="61" actId="2696"/>
        <pc:sldMkLst>
          <pc:docMk/>
          <pc:sldMk cId="3229519859" sldId="589"/>
        </pc:sldMkLst>
      </pc:sldChg>
      <pc:sldChg chg="del">
        <pc:chgData name="Cristian Chilipirea" userId="34ab170da5908fc4" providerId="LiveId" clId="{8D7DEDE3-80AA-4184-B7F9-7AE18451EC3E}" dt="2019-10-06T17:41:13.735" v="62" actId="2696"/>
        <pc:sldMkLst>
          <pc:docMk/>
          <pc:sldMk cId="2934982308" sldId="590"/>
        </pc:sldMkLst>
      </pc:sldChg>
      <pc:sldChg chg="del">
        <pc:chgData name="Cristian Chilipirea" userId="34ab170da5908fc4" providerId="LiveId" clId="{8D7DEDE3-80AA-4184-B7F9-7AE18451EC3E}" dt="2019-10-06T17:41:13.893" v="63" actId="2696"/>
        <pc:sldMkLst>
          <pc:docMk/>
          <pc:sldMk cId="638753181" sldId="591"/>
        </pc:sldMkLst>
      </pc:sldChg>
      <pc:sldChg chg="del">
        <pc:chgData name="Cristian Chilipirea" userId="34ab170da5908fc4" providerId="LiveId" clId="{8D7DEDE3-80AA-4184-B7F9-7AE18451EC3E}" dt="2019-10-06T17:41:14.203" v="65" actId="2696"/>
        <pc:sldMkLst>
          <pc:docMk/>
          <pc:sldMk cId="2526377157" sldId="592"/>
        </pc:sldMkLst>
      </pc:sldChg>
      <pc:sldChg chg="del">
        <pc:chgData name="Cristian Chilipirea" userId="34ab170da5908fc4" providerId="LiveId" clId="{8D7DEDE3-80AA-4184-B7F9-7AE18451EC3E}" dt="2019-10-06T17:41:14.339" v="66" actId="2696"/>
        <pc:sldMkLst>
          <pc:docMk/>
          <pc:sldMk cId="3249049725" sldId="593"/>
        </pc:sldMkLst>
      </pc:sldChg>
      <pc:sldChg chg="del">
        <pc:chgData name="Cristian Chilipirea" userId="34ab170da5908fc4" providerId="LiveId" clId="{8D7DEDE3-80AA-4184-B7F9-7AE18451EC3E}" dt="2019-10-06T17:41:14.555" v="67" actId="2696"/>
        <pc:sldMkLst>
          <pc:docMk/>
          <pc:sldMk cId="2757188932" sldId="594"/>
        </pc:sldMkLst>
      </pc:sldChg>
      <pc:sldChg chg="del">
        <pc:chgData name="Cristian Chilipirea" userId="34ab170da5908fc4" providerId="LiveId" clId="{8D7DEDE3-80AA-4184-B7F9-7AE18451EC3E}" dt="2019-10-06T17:41:14.931" v="68" actId="2696"/>
        <pc:sldMkLst>
          <pc:docMk/>
          <pc:sldMk cId="2457825635" sldId="595"/>
        </pc:sldMkLst>
      </pc:sldChg>
      <pc:sldChg chg="del">
        <pc:chgData name="Cristian Chilipirea" userId="34ab170da5908fc4" providerId="LiveId" clId="{8D7DEDE3-80AA-4184-B7F9-7AE18451EC3E}" dt="2019-10-06T17:41:15.131" v="69" actId="2696"/>
        <pc:sldMkLst>
          <pc:docMk/>
          <pc:sldMk cId="1862494286" sldId="596"/>
        </pc:sldMkLst>
      </pc:sldChg>
      <pc:sldChg chg="del">
        <pc:chgData name="Cristian Chilipirea" userId="34ab170da5908fc4" providerId="LiveId" clId="{8D7DEDE3-80AA-4184-B7F9-7AE18451EC3E}" dt="2019-10-06T17:41:15.291" v="70" actId="2696"/>
        <pc:sldMkLst>
          <pc:docMk/>
          <pc:sldMk cId="2528492379" sldId="597"/>
        </pc:sldMkLst>
      </pc:sldChg>
      <pc:sldChg chg="del">
        <pc:chgData name="Cristian Chilipirea" userId="34ab170da5908fc4" providerId="LiveId" clId="{8D7DEDE3-80AA-4184-B7F9-7AE18451EC3E}" dt="2019-10-06T17:41:15.785" v="71" actId="2696"/>
        <pc:sldMkLst>
          <pc:docMk/>
          <pc:sldMk cId="2518629561" sldId="598"/>
        </pc:sldMkLst>
      </pc:sldChg>
      <pc:sldChg chg="del">
        <pc:chgData name="Cristian Chilipirea" userId="34ab170da5908fc4" providerId="LiveId" clId="{8D7DEDE3-80AA-4184-B7F9-7AE18451EC3E}" dt="2019-10-06T17:41:15.884" v="73" actId="2696"/>
        <pc:sldMkLst>
          <pc:docMk/>
          <pc:sldMk cId="3957409372" sldId="599"/>
        </pc:sldMkLst>
      </pc:sldChg>
      <pc:sldChg chg="del">
        <pc:chgData name="Cristian Chilipirea" userId="34ab170da5908fc4" providerId="LiveId" clId="{8D7DEDE3-80AA-4184-B7F9-7AE18451EC3E}" dt="2019-10-06T17:41:15.951" v="75" actId="2696"/>
        <pc:sldMkLst>
          <pc:docMk/>
          <pc:sldMk cId="2442255895" sldId="600"/>
        </pc:sldMkLst>
      </pc:sldChg>
      <pc:sldChg chg="del">
        <pc:chgData name="Cristian Chilipirea" userId="34ab170da5908fc4" providerId="LiveId" clId="{8D7DEDE3-80AA-4184-B7F9-7AE18451EC3E}" dt="2019-10-06T17:41:15.967" v="76" actId="2696"/>
        <pc:sldMkLst>
          <pc:docMk/>
          <pc:sldMk cId="539200228" sldId="601"/>
        </pc:sldMkLst>
      </pc:sldChg>
      <pc:sldChg chg="del">
        <pc:chgData name="Cristian Chilipirea" userId="34ab170da5908fc4" providerId="LiveId" clId="{8D7DEDE3-80AA-4184-B7F9-7AE18451EC3E}" dt="2019-10-06T17:41:16.115" v="77" actId="2696"/>
        <pc:sldMkLst>
          <pc:docMk/>
          <pc:sldMk cId="2552501450" sldId="602"/>
        </pc:sldMkLst>
      </pc:sldChg>
      <pc:sldChg chg="del">
        <pc:chgData name="Cristian Chilipirea" userId="34ab170da5908fc4" providerId="LiveId" clId="{8D7DEDE3-80AA-4184-B7F9-7AE18451EC3E}" dt="2019-10-06T17:41:16.651" v="78" actId="2696"/>
        <pc:sldMkLst>
          <pc:docMk/>
          <pc:sldMk cId="1787298923" sldId="603"/>
        </pc:sldMkLst>
      </pc:sldChg>
      <pc:sldChg chg="del">
        <pc:chgData name="Cristian Chilipirea" userId="34ab170da5908fc4" providerId="LiveId" clId="{8D7DEDE3-80AA-4184-B7F9-7AE18451EC3E}" dt="2019-10-06T17:41:17.278" v="79" actId="2696"/>
        <pc:sldMkLst>
          <pc:docMk/>
          <pc:sldMk cId="2363012813" sldId="604"/>
        </pc:sldMkLst>
      </pc:sldChg>
      <pc:sldChg chg="del">
        <pc:chgData name="Cristian Chilipirea" userId="34ab170da5908fc4" providerId="LiveId" clId="{8D7DEDE3-80AA-4184-B7F9-7AE18451EC3E}" dt="2019-10-06T17:41:15.901" v="74" actId="2696"/>
        <pc:sldMkLst>
          <pc:docMk/>
          <pc:sldMk cId="269224354" sldId="605"/>
        </pc:sldMkLst>
      </pc:sldChg>
      <pc:sldChg chg="del">
        <pc:chgData name="Cristian Chilipirea" userId="34ab170da5908fc4" providerId="LiveId" clId="{8D7DEDE3-80AA-4184-B7F9-7AE18451EC3E}" dt="2019-10-06T17:41:15.834" v="72" actId="2696"/>
        <pc:sldMkLst>
          <pc:docMk/>
          <pc:sldMk cId="2954594501" sldId="606"/>
        </pc:sldMkLst>
      </pc:sldChg>
      <pc:sldChg chg="del">
        <pc:chgData name="Cristian Chilipirea" userId="34ab170da5908fc4" providerId="LiveId" clId="{8D7DEDE3-80AA-4184-B7F9-7AE18451EC3E}" dt="2019-10-06T17:41:14.025" v="64" actId="2696"/>
        <pc:sldMkLst>
          <pc:docMk/>
          <pc:sldMk cId="1131665879" sldId="607"/>
        </pc:sldMkLst>
      </pc:sldChg>
      <pc:sldChg chg="del">
        <pc:chgData name="Cristian Chilipirea" userId="34ab170da5908fc4" providerId="LiveId" clId="{8D7DEDE3-80AA-4184-B7F9-7AE18451EC3E}" dt="2019-10-06T17:41:17.598" v="80" actId="2696"/>
        <pc:sldMkLst>
          <pc:docMk/>
          <pc:sldMk cId="289251862" sldId="610"/>
        </pc:sldMkLst>
      </pc:sldChg>
      <pc:sldChg chg="del">
        <pc:chgData name="Cristian Chilipirea" userId="34ab170da5908fc4" providerId="LiveId" clId="{8D7DEDE3-80AA-4184-B7F9-7AE18451EC3E}" dt="2019-10-06T17:41:17.744" v="81" actId="2696"/>
        <pc:sldMkLst>
          <pc:docMk/>
          <pc:sldMk cId="1539260797" sldId="617"/>
        </pc:sldMkLst>
      </pc:sldChg>
      <pc:sldChg chg="del">
        <pc:chgData name="Cristian Chilipirea" userId="34ab170da5908fc4" providerId="LiveId" clId="{8D7DEDE3-80AA-4184-B7F9-7AE18451EC3E}" dt="2019-10-06T17:41:18.844" v="88" actId="2696"/>
        <pc:sldMkLst>
          <pc:docMk/>
          <pc:sldMk cId="1602396881" sldId="619"/>
        </pc:sldMkLst>
      </pc:sldChg>
      <pc:sldChg chg="del">
        <pc:chgData name="Cristian Chilipirea" userId="34ab170da5908fc4" providerId="LiveId" clId="{8D7DEDE3-80AA-4184-B7F9-7AE18451EC3E}" dt="2019-10-06T17:41:18.676" v="87" actId="2696"/>
        <pc:sldMkLst>
          <pc:docMk/>
          <pc:sldMk cId="983254241" sldId="620"/>
        </pc:sldMkLst>
      </pc:sldChg>
      <pc:sldChg chg="del">
        <pc:chgData name="Cristian Chilipirea" userId="34ab170da5908fc4" providerId="LiveId" clId="{8D7DEDE3-80AA-4184-B7F9-7AE18451EC3E}" dt="2019-10-06T17:41:18.948" v="89" actId="2696"/>
        <pc:sldMkLst>
          <pc:docMk/>
          <pc:sldMk cId="1693112902" sldId="621"/>
        </pc:sldMkLst>
      </pc:sldChg>
      <pc:sldChg chg="del">
        <pc:chgData name="Cristian Chilipirea" userId="34ab170da5908fc4" providerId="LiveId" clId="{8D7DEDE3-80AA-4184-B7F9-7AE18451EC3E}" dt="2019-10-06T17:41:19.140" v="90" actId="2696"/>
        <pc:sldMkLst>
          <pc:docMk/>
          <pc:sldMk cId="3591667173" sldId="622"/>
        </pc:sldMkLst>
      </pc:sldChg>
      <pc:sldChg chg="del">
        <pc:chgData name="Cristian Chilipirea" userId="34ab170da5908fc4" providerId="LiveId" clId="{8D7DEDE3-80AA-4184-B7F9-7AE18451EC3E}" dt="2019-10-06T17:41:19.296" v="91" actId="2696"/>
        <pc:sldMkLst>
          <pc:docMk/>
          <pc:sldMk cId="3871055158" sldId="623"/>
        </pc:sldMkLst>
      </pc:sldChg>
      <pc:sldChg chg="del">
        <pc:chgData name="Cristian Chilipirea" userId="34ab170da5908fc4" providerId="LiveId" clId="{8D7DEDE3-80AA-4184-B7F9-7AE18451EC3E}" dt="2019-10-06T17:41:19.451" v="92" actId="2696"/>
        <pc:sldMkLst>
          <pc:docMk/>
          <pc:sldMk cId="1035402042" sldId="624"/>
        </pc:sldMkLst>
      </pc:sldChg>
      <pc:sldChg chg="del">
        <pc:chgData name="Cristian Chilipirea" userId="34ab170da5908fc4" providerId="LiveId" clId="{8D7DEDE3-80AA-4184-B7F9-7AE18451EC3E}" dt="2019-10-06T17:41:18.520" v="86" actId="2696"/>
        <pc:sldMkLst>
          <pc:docMk/>
          <pc:sldMk cId="2430536616" sldId="625"/>
        </pc:sldMkLst>
      </pc:sldChg>
      <pc:sldChg chg="del">
        <pc:chgData name="Cristian Chilipirea" userId="34ab170da5908fc4" providerId="LiveId" clId="{8D7DEDE3-80AA-4184-B7F9-7AE18451EC3E}" dt="2019-10-06T17:41:19.580" v="93" actId="2696"/>
        <pc:sldMkLst>
          <pc:docMk/>
          <pc:sldMk cId="1092089267" sldId="626"/>
        </pc:sldMkLst>
      </pc:sldChg>
      <pc:sldChg chg="del">
        <pc:chgData name="Cristian Chilipirea" userId="34ab170da5908fc4" providerId="LiveId" clId="{8D7DEDE3-80AA-4184-B7F9-7AE18451EC3E}" dt="2019-10-06T17:41:19.765" v="94" actId="2696"/>
        <pc:sldMkLst>
          <pc:docMk/>
          <pc:sldMk cId="2157519186" sldId="627"/>
        </pc:sldMkLst>
      </pc:sldChg>
      <pc:sldChg chg="del">
        <pc:chgData name="Cristian Chilipirea" userId="34ab170da5908fc4" providerId="LiveId" clId="{8D7DEDE3-80AA-4184-B7F9-7AE18451EC3E}" dt="2019-10-06T17:41:20.292" v="96" actId="2696"/>
        <pc:sldMkLst>
          <pc:docMk/>
          <pc:sldMk cId="3475865016" sldId="628"/>
        </pc:sldMkLst>
      </pc:sldChg>
      <pc:sldChg chg="del">
        <pc:chgData name="Cristian Chilipirea" userId="34ab170da5908fc4" providerId="LiveId" clId="{8D7DEDE3-80AA-4184-B7F9-7AE18451EC3E}" dt="2019-10-06T17:41:20.692" v="98" actId="2696"/>
        <pc:sldMkLst>
          <pc:docMk/>
          <pc:sldMk cId="399722945" sldId="629"/>
        </pc:sldMkLst>
      </pc:sldChg>
      <pc:sldChg chg="del">
        <pc:chgData name="Cristian Chilipirea" userId="34ab170da5908fc4" providerId="LiveId" clId="{8D7DEDE3-80AA-4184-B7F9-7AE18451EC3E}" dt="2019-10-06T17:41:21.084" v="100" actId="2696"/>
        <pc:sldMkLst>
          <pc:docMk/>
          <pc:sldMk cId="415877145" sldId="630"/>
        </pc:sldMkLst>
      </pc:sldChg>
      <pc:sldChg chg="del">
        <pc:chgData name="Cristian Chilipirea" userId="34ab170da5908fc4" providerId="LiveId" clId="{8D7DEDE3-80AA-4184-B7F9-7AE18451EC3E}" dt="2019-10-06T17:41:33.704" v="106" actId="2696"/>
        <pc:sldMkLst>
          <pc:docMk/>
          <pc:sldMk cId="2256760796" sldId="631"/>
        </pc:sldMkLst>
      </pc:sldChg>
      <pc:sldChg chg="del">
        <pc:chgData name="Cristian Chilipirea" userId="34ab170da5908fc4" providerId="LiveId" clId="{8D7DEDE3-80AA-4184-B7F9-7AE18451EC3E}" dt="2019-10-06T17:41:22.603" v="104" actId="2696"/>
        <pc:sldMkLst>
          <pc:docMk/>
          <pc:sldMk cId="3056894308" sldId="632"/>
        </pc:sldMkLst>
      </pc:sldChg>
      <pc:sldChg chg="del">
        <pc:chgData name="Cristian Chilipirea" userId="34ab170da5908fc4" providerId="LiveId" clId="{8D7DEDE3-80AA-4184-B7F9-7AE18451EC3E}" dt="2019-10-06T17:41:21.828" v="102" actId="2696"/>
        <pc:sldMkLst>
          <pc:docMk/>
          <pc:sldMk cId="1561823746" sldId="633"/>
        </pc:sldMkLst>
      </pc:sldChg>
      <pc:sldChg chg="del">
        <pc:chgData name="Cristian Chilipirea" userId="34ab170da5908fc4" providerId="LiveId" clId="{8D7DEDE3-80AA-4184-B7F9-7AE18451EC3E}" dt="2019-10-06T17:41:19.924" v="95" actId="2696"/>
        <pc:sldMkLst>
          <pc:docMk/>
          <pc:sldMk cId="696013976" sldId="634"/>
        </pc:sldMkLst>
      </pc:sldChg>
      <pc:sldChg chg="del">
        <pc:chgData name="Cristian Chilipirea" userId="34ab170da5908fc4" providerId="LiveId" clId="{8D7DEDE3-80AA-4184-B7F9-7AE18451EC3E}" dt="2019-10-06T17:41:20.485" v="97" actId="2696"/>
        <pc:sldMkLst>
          <pc:docMk/>
          <pc:sldMk cId="4191572566" sldId="635"/>
        </pc:sldMkLst>
      </pc:sldChg>
      <pc:sldChg chg="del">
        <pc:chgData name="Cristian Chilipirea" userId="34ab170da5908fc4" providerId="LiveId" clId="{8D7DEDE3-80AA-4184-B7F9-7AE18451EC3E}" dt="2019-10-06T17:41:20.878" v="99" actId="2696"/>
        <pc:sldMkLst>
          <pc:docMk/>
          <pc:sldMk cId="807977974" sldId="636"/>
        </pc:sldMkLst>
      </pc:sldChg>
      <pc:sldChg chg="del">
        <pc:chgData name="Cristian Chilipirea" userId="34ab170da5908fc4" providerId="LiveId" clId="{8D7DEDE3-80AA-4184-B7F9-7AE18451EC3E}" dt="2019-10-06T17:41:21.252" v="101" actId="2696"/>
        <pc:sldMkLst>
          <pc:docMk/>
          <pc:sldMk cId="2574714365" sldId="637"/>
        </pc:sldMkLst>
      </pc:sldChg>
      <pc:sldChg chg="del">
        <pc:chgData name="Cristian Chilipirea" userId="34ab170da5908fc4" providerId="LiveId" clId="{8D7DEDE3-80AA-4184-B7F9-7AE18451EC3E}" dt="2019-10-06T17:41:22.152" v="103" actId="2696"/>
        <pc:sldMkLst>
          <pc:docMk/>
          <pc:sldMk cId="3652549265" sldId="638"/>
        </pc:sldMkLst>
      </pc:sldChg>
      <pc:sldChg chg="del">
        <pc:chgData name="Cristian Chilipirea" userId="34ab170da5908fc4" providerId="LiveId" clId="{8D7DEDE3-80AA-4184-B7F9-7AE18451EC3E}" dt="2019-10-06T17:41:07.968" v="34" actId="2696"/>
        <pc:sldMkLst>
          <pc:docMk/>
          <pc:sldMk cId="2226103853" sldId="674"/>
        </pc:sldMkLst>
      </pc:sldChg>
      <pc:sldChg chg="del">
        <pc:chgData name="Cristian Chilipirea" userId="34ab170da5908fc4" providerId="LiveId" clId="{8D7DEDE3-80AA-4184-B7F9-7AE18451EC3E}" dt="2019-10-06T17:41:08.240" v="35" actId="2696"/>
        <pc:sldMkLst>
          <pc:docMk/>
          <pc:sldMk cId="3773405892" sldId="675"/>
        </pc:sldMkLst>
      </pc:sldChg>
      <pc:sldChg chg="del">
        <pc:chgData name="Cristian Chilipirea" userId="34ab170da5908fc4" providerId="LiveId" clId="{8D7DEDE3-80AA-4184-B7F9-7AE18451EC3E}" dt="2019-10-06T17:41:08.479" v="36" actId="2696"/>
        <pc:sldMkLst>
          <pc:docMk/>
          <pc:sldMk cId="1837309573" sldId="676"/>
        </pc:sldMkLst>
      </pc:sldChg>
      <pc:sldChg chg="del">
        <pc:chgData name="Cristian Chilipirea" userId="34ab170da5908fc4" providerId="LiveId" clId="{8D7DEDE3-80AA-4184-B7F9-7AE18451EC3E}" dt="2019-10-06T17:41:17.890" v="82" actId="2696"/>
        <pc:sldMkLst>
          <pc:docMk/>
          <pc:sldMk cId="1429318266" sldId="697"/>
        </pc:sldMkLst>
      </pc:sldChg>
      <pc:sldChg chg="del">
        <pc:chgData name="Cristian Chilipirea" userId="34ab170da5908fc4" providerId="LiveId" clId="{8D7DEDE3-80AA-4184-B7F9-7AE18451EC3E}" dt="2019-10-06T17:41:18.052" v="83" actId="2696"/>
        <pc:sldMkLst>
          <pc:docMk/>
          <pc:sldMk cId="656273675" sldId="698"/>
        </pc:sldMkLst>
      </pc:sldChg>
      <pc:sldChg chg="del">
        <pc:chgData name="Cristian Chilipirea" userId="34ab170da5908fc4" providerId="LiveId" clId="{8D7DEDE3-80AA-4184-B7F9-7AE18451EC3E}" dt="2019-10-06T17:41:18.219" v="84" actId="2696"/>
        <pc:sldMkLst>
          <pc:docMk/>
          <pc:sldMk cId="3053016918" sldId="699"/>
        </pc:sldMkLst>
      </pc:sldChg>
      <pc:sldChg chg="del">
        <pc:chgData name="Cristian Chilipirea" userId="34ab170da5908fc4" providerId="LiveId" clId="{8D7DEDE3-80AA-4184-B7F9-7AE18451EC3E}" dt="2019-10-06T17:41:18.364" v="85" actId="2696"/>
        <pc:sldMkLst>
          <pc:docMk/>
          <pc:sldMk cId="4067465942" sldId="700"/>
        </pc:sldMkLst>
      </pc:sldChg>
      <pc:sldChg chg="del">
        <pc:chgData name="Cristian Chilipirea" userId="34ab170da5908fc4" providerId="LiveId" clId="{8D7DEDE3-80AA-4184-B7F9-7AE18451EC3E}" dt="2019-10-06T17:41:13.189" v="59" actId="2696"/>
        <pc:sldMkLst>
          <pc:docMk/>
          <pc:sldMk cId="344641337" sldId="701"/>
        </pc:sldMkLst>
      </pc:sldChg>
      <pc:sldChg chg="del">
        <pc:chgData name="Cristian Chilipirea" userId="34ab170da5908fc4" providerId="LiveId" clId="{8D7DEDE3-80AA-4184-B7F9-7AE18451EC3E}" dt="2019-10-06T17:41:09.458" v="40" actId="2696"/>
        <pc:sldMkLst>
          <pc:docMk/>
          <pc:sldMk cId="2042151825" sldId="702"/>
        </pc:sldMkLst>
      </pc:sldChg>
      <pc:sldChg chg="del">
        <pc:chgData name="Cristian Chilipirea" userId="34ab170da5908fc4" providerId="LiveId" clId="{8D7DEDE3-80AA-4184-B7F9-7AE18451EC3E}" dt="2019-10-06T17:41:09.687" v="41" actId="2696"/>
        <pc:sldMkLst>
          <pc:docMk/>
          <pc:sldMk cId="1836877158" sldId="703"/>
        </pc:sldMkLst>
      </pc:sldChg>
      <pc:sldChg chg="del">
        <pc:chgData name="Cristian Chilipirea" userId="34ab170da5908fc4" providerId="LiveId" clId="{8D7DEDE3-80AA-4184-B7F9-7AE18451EC3E}" dt="2019-10-06T17:41:09.853" v="42" actId="2696"/>
        <pc:sldMkLst>
          <pc:docMk/>
          <pc:sldMk cId="120645923" sldId="704"/>
        </pc:sldMkLst>
      </pc:sldChg>
      <pc:sldChg chg="del">
        <pc:chgData name="Cristian Chilipirea" userId="34ab170da5908fc4" providerId="LiveId" clId="{8D7DEDE3-80AA-4184-B7F9-7AE18451EC3E}" dt="2019-10-06T17:41:10.014" v="43" actId="2696"/>
        <pc:sldMkLst>
          <pc:docMk/>
          <pc:sldMk cId="3594135705" sldId="705"/>
        </pc:sldMkLst>
      </pc:sldChg>
    </pc:docChg>
  </pc:docChgLst>
  <pc:docChgLst>
    <pc:chgData name="Cristian Chilipirea" userId="34ab170da5908fc4" providerId="LiveId" clId="{657DC964-B470-42A9-AA52-9F1F849BFB76}"/>
    <pc:docChg chg="addSld delSld modSld modSection">
      <pc:chgData name="Cristian Chilipirea" userId="34ab170da5908fc4" providerId="LiveId" clId="{657DC964-B470-42A9-AA52-9F1F849BFB76}" dt="2019-10-13T10:20:53.316" v="437"/>
      <pc:docMkLst>
        <pc:docMk/>
      </pc:docMkLst>
      <pc:sldChg chg="add del">
        <pc:chgData name="Cristian Chilipirea" userId="34ab170da5908fc4" providerId="LiveId" clId="{657DC964-B470-42A9-AA52-9F1F849BFB76}" dt="2019-10-13T10:08:05.802" v="139"/>
        <pc:sldMkLst>
          <pc:docMk/>
          <pc:sldMk cId="0" sldId="324"/>
        </pc:sldMkLst>
      </pc:sldChg>
      <pc:sldChg chg="add del">
        <pc:chgData name="Cristian Chilipirea" userId="34ab170da5908fc4" providerId="LiveId" clId="{657DC964-B470-42A9-AA52-9F1F849BFB76}" dt="2019-10-13T10:08:05.802" v="139"/>
        <pc:sldMkLst>
          <pc:docMk/>
          <pc:sldMk cId="0" sldId="325"/>
        </pc:sldMkLst>
      </pc:sldChg>
      <pc:sldChg chg="add del">
        <pc:chgData name="Cristian Chilipirea" userId="34ab170da5908fc4" providerId="LiveId" clId="{657DC964-B470-42A9-AA52-9F1F849BFB76}" dt="2019-10-13T10:08:05.802" v="139"/>
        <pc:sldMkLst>
          <pc:docMk/>
          <pc:sldMk cId="0" sldId="326"/>
        </pc:sldMkLst>
      </pc:sldChg>
      <pc:sldChg chg="modSp">
        <pc:chgData name="Cristian Chilipirea" userId="34ab170da5908fc4" providerId="LiveId" clId="{657DC964-B470-42A9-AA52-9F1F849BFB76}" dt="2019-10-13T10:02:45.239" v="35" actId="20577"/>
        <pc:sldMkLst>
          <pc:docMk/>
          <pc:sldMk cId="0" sldId="485"/>
        </pc:sldMkLst>
        <pc:spChg chg="mod">
          <ac:chgData name="Cristian Chilipirea" userId="34ab170da5908fc4" providerId="LiveId" clId="{657DC964-B470-42A9-AA52-9F1F849BFB76}" dt="2019-10-13T10:02:45.239" v="35" actId="20577"/>
          <ac:spMkLst>
            <pc:docMk/>
            <pc:sldMk cId="0" sldId="485"/>
            <ac:spMk id="15361" creationId="{B7373C27-AE51-474E-BA1F-0C5F0233AACE}"/>
          </ac:spMkLst>
        </pc:spChg>
      </pc:sldChg>
      <pc:sldChg chg="addSp delSp modSp add">
        <pc:chgData name="Cristian Chilipirea" userId="34ab170da5908fc4" providerId="LiveId" clId="{657DC964-B470-42A9-AA52-9F1F849BFB76}" dt="2019-10-13T10:03:09.207" v="42" actId="1076"/>
        <pc:sldMkLst>
          <pc:docMk/>
          <pc:sldMk cId="888006219" sldId="486"/>
        </pc:sldMkLst>
        <pc:spChg chg="mod">
          <ac:chgData name="Cristian Chilipirea" userId="34ab170da5908fc4" providerId="LiveId" clId="{657DC964-B470-42A9-AA52-9F1F849BFB76}" dt="2019-10-13T10:02:54.432" v="37"/>
          <ac:spMkLst>
            <pc:docMk/>
            <pc:sldMk cId="888006219" sldId="486"/>
            <ac:spMk id="2" creationId="{966FAC1E-B041-406A-83FA-2B8C6F0C094B}"/>
          </ac:spMkLst>
        </pc:spChg>
        <pc:spChg chg="del">
          <ac:chgData name="Cristian Chilipirea" userId="34ab170da5908fc4" providerId="LiveId" clId="{657DC964-B470-42A9-AA52-9F1F849BFB76}" dt="2019-10-13T10:02:57.164" v="38" actId="478"/>
          <ac:spMkLst>
            <pc:docMk/>
            <pc:sldMk cId="888006219" sldId="486"/>
            <ac:spMk id="3" creationId="{9217E3FE-5AB1-4122-A3A5-8D66114A74DD}"/>
          </ac:spMkLst>
        </pc:spChg>
        <pc:spChg chg="add del">
          <ac:chgData name="Cristian Chilipirea" userId="34ab170da5908fc4" providerId="LiveId" clId="{657DC964-B470-42A9-AA52-9F1F849BFB76}" dt="2019-10-13T10:03:04.110" v="40"/>
          <ac:spMkLst>
            <pc:docMk/>
            <pc:sldMk cId="888006219" sldId="486"/>
            <ac:spMk id="4" creationId="{5B5FC0B9-20ED-4C38-92AC-89306C99B0BA}"/>
          </ac:spMkLst>
        </pc:spChg>
        <pc:spChg chg="add mod">
          <ac:chgData name="Cristian Chilipirea" userId="34ab170da5908fc4" providerId="LiveId" clId="{657DC964-B470-42A9-AA52-9F1F849BFB76}" dt="2019-10-13T10:03:09.207" v="42" actId="1076"/>
          <ac:spMkLst>
            <pc:docMk/>
            <pc:sldMk cId="888006219" sldId="486"/>
            <ac:spMk id="5" creationId="{DE4C5B01-DB05-4606-8199-B2AF1A8F89B4}"/>
          </ac:spMkLst>
        </pc:spChg>
      </pc:sldChg>
      <pc:sldChg chg="del">
        <pc:chgData name="Cristian Chilipirea" userId="34ab170da5908fc4" providerId="LiveId" clId="{657DC964-B470-42A9-AA52-9F1F849BFB76}" dt="2019-10-13T10:02:32.411" v="0" actId="2696"/>
        <pc:sldMkLst>
          <pc:docMk/>
          <pc:sldMk cId="1011767499" sldId="486"/>
        </pc:sldMkLst>
      </pc:sldChg>
      <pc:sldChg chg="addSp delSp modSp add">
        <pc:chgData name="Cristian Chilipirea" userId="34ab170da5908fc4" providerId="LiveId" clId="{657DC964-B470-42A9-AA52-9F1F849BFB76}" dt="2019-10-13T10:03:51.778" v="51" actId="1076"/>
        <pc:sldMkLst>
          <pc:docMk/>
          <pc:sldMk cId="2528767456" sldId="487"/>
        </pc:sldMkLst>
        <pc:spChg chg="mod">
          <ac:chgData name="Cristian Chilipirea" userId="34ab170da5908fc4" providerId="LiveId" clId="{657DC964-B470-42A9-AA52-9F1F849BFB76}" dt="2019-10-13T10:03:39.900" v="44"/>
          <ac:spMkLst>
            <pc:docMk/>
            <pc:sldMk cId="2528767456" sldId="487"/>
            <ac:spMk id="2" creationId="{4BE815B8-380C-41A9-A90D-BEB06E061BCC}"/>
          </ac:spMkLst>
        </pc:spChg>
        <pc:spChg chg="del">
          <ac:chgData name="Cristian Chilipirea" userId="34ab170da5908fc4" providerId="LiveId" clId="{657DC964-B470-42A9-AA52-9F1F849BFB76}" dt="2019-10-13T10:03:42.115" v="45" actId="478"/>
          <ac:spMkLst>
            <pc:docMk/>
            <pc:sldMk cId="2528767456" sldId="487"/>
            <ac:spMk id="3" creationId="{3EB69F34-FCA2-480B-80C4-781E9686087F}"/>
          </ac:spMkLst>
        </pc:spChg>
        <pc:spChg chg="add del">
          <ac:chgData name="Cristian Chilipirea" userId="34ab170da5908fc4" providerId="LiveId" clId="{657DC964-B470-42A9-AA52-9F1F849BFB76}" dt="2019-10-13T10:03:49.147" v="49"/>
          <ac:spMkLst>
            <pc:docMk/>
            <pc:sldMk cId="2528767456" sldId="487"/>
            <ac:spMk id="4" creationId="{148D50BD-5D11-492B-A8C7-F972EEBB4C5A}"/>
          </ac:spMkLst>
        </pc:spChg>
        <pc:spChg chg="add mod">
          <ac:chgData name="Cristian Chilipirea" userId="34ab170da5908fc4" providerId="LiveId" clId="{657DC964-B470-42A9-AA52-9F1F849BFB76}" dt="2019-10-13T10:03:51.778" v="51" actId="1076"/>
          <ac:spMkLst>
            <pc:docMk/>
            <pc:sldMk cId="2528767456" sldId="487"/>
            <ac:spMk id="5" creationId="{F01CE2D8-01FE-4720-9952-56C58194B3C7}"/>
          </ac:spMkLst>
        </pc:spChg>
      </pc:sldChg>
      <pc:sldChg chg="del">
        <pc:chgData name="Cristian Chilipirea" userId="34ab170da5908fc4" providerId="LiveId" clId="{657DC964-B470-42A9-AA52-9F1F849BFB76}" dt="2019-10-13T10:02:32.906" v="1" actId="2696"/>
        <pc:sldMkLst>
          <pc:docMk/>
          <pc:sldMk cId="3224258351" sldId="487"/>
        </pc:sldMkLst>
      </pc:sldChg>
      <pc:sldChg chg="del">
        <pc:chgData name="Cristian Chilipirea" userId="34ab170da5908fc4" providerId="LiveId" clId="{657DC964-B470-42A9-AA52-9F1F849BFB76}" dt="2019-10-13T10:02:32.949" v="2" actId="2696"/>
        <pc:sldMkLst>
          <pc:docMk/>
          <pc:sldMk cId="2593252418" sldId="488"/>
        </pc:sldMkLst>
      </pc:sldChg>
      <pc:sldChg chg="addSp delSp modSp add">
        <pc:chgData name="Cristian Chilipirea" userId="34ab170da5908fc4" providerId="LiveId" clId="{657DC964-B470-42A9-AA52-9F1F849BFB76}" dt="2019-10-13T10:04:08.738" v="60" actId="1076"/>
        <pc:sldMkLst>
          <pc:docMk/>
          <pc:sldMk cId="3588683514" sldId="488"/>
        </pc:sldMkLst>
        <pc:spChg chg="mod">
          <ac:chgData name="Cristian Chilipirea" userId="34ab170da5908fc4" providerId="LiveId" clId="{657DC964-B470-42A9-AA52-9F1F849BFB76}" dt="2019-10-13T10:03:58.159" v="53"/>
          <ac:spMkLst>
            <pc:docMk/>
            <pc:sldMk cId="3588683514" sldId="488"/>
            <ac:spMk id="2" creationId="{54FC6CDF-35B3-4DED-B98A-F7D3F341C365}"/>
          </ac:spMkLst>
        </pc:spChg>
        <pc:spChg chg="del">
          <ac:chgData name="Cristian Chilipirea" userId="34ab170da5908fc4" providerId="LiveId" clId="{657DC964-B470-42A9-AA52-9F1F849BFB76}" dt="2019-10-13T10:04:00.079" v="54" actId="478"/>
          <ac:spMkLst>
            <pc:docMk/>
            <pc:sldMk cId="3588683514" sldId="488"/>
            <ac:spMk id="3" creationId="{48D12FC1-2B53-466D-A107-D86CE93C28D0}"/>
          </ac:spMkLst>
        </pc:spChg>
        <pc:spChg chg="add del">
          <ac:chgData name="Cristian Chilipirea" userId="34ab170da5908fc4" providerId="LiveId" clId="{657DC964-B470-42A9-AA52-9F1F849BFB76}" dt="2019-10-13T10:04:05.557" v="58"/>
          <ac:spMkLst>
            <pc:docMk/>
            <pc:sldMk cId="3588683514" sldId="488"/>
            <ac:spMk id="4" creationId="{54A5220D-6947-4B80-B79E-8E06096E4A0E}"/>
          </ac:spMkLst>
        </pc:spChg>
        <pc:spChg chg="add mod">
          <ac:chgData name="Cristian Chilipirea" userId="34ab170da5908fc4" providerId="LiveId" clId="{657DC964-B470-42A9-AA52-9F1F849BFB76}" dt="2019-10-13T10:04:08.738" v="60" actId="1076"/>
          <ac:spMkLst>
            <pc:docMk/>
            <pc:sldMk cId="3588683514" sldId="488"/>
            <ac:spMk id="5" creationId="{BAD02686-6772-4FD7-9DC0-752DBDF41091}"/>
          </ac:spMkLst>
        </pc:spChg>
      </pc:sldChg>
      <pc:sldChg chg="addSp delSp modSp add">
        <pc:chgData name="Cristian Chilipirea" userId="34ab170da5908fc4" providerId="LiveId" clId="{657DC964-B470-42A9-AA52-9F1F849BFB76}" dt="2019-10-13T10:04:29.704" v="69" actId="1076"/>
        <pc:sldMkLst>
          <pc:docMk/>
          <pc:sldMk cId="1042344470" sldId="489"/>
        </pc:sldMkLst>
        <pc:spChg chg="mod">
          <ac:chgData name="Cristian Chilipirea" userId="34ab170da5908fc4" providerId="LiveId" clId="{657DC964-B470-42A9-AA52-9F1F849BFB76}" dt="2019-10-13T10:04:18.847" v="62"/>
          <ac:spMkLst>
            <pc:docMk/>
            <pc:sldMk cId="1042344470" sldId="489"/>
            <ac:spMk id="2" creationId="{696E3C94-6CAD-427E-A873-66C3C96EE5BF}"/>
          </ac:spMkLst>
        </pc:spChg>
        <pc:spChg chg="del">
          <ac:chgData name="Cristian Chilipirea" userId="34ab170da5908fc4" providerId="LiveId" clId="{657DC964-B470-42A9-AA52-9F1F849BFB76}" dt="2019-10-13T10:04:20.611" v="63" actId="478"/>
          <ac:spMkLst>
            <pc:docMk/>
            <pc:sldMk cId="1042344470" sldId="489"/>
            <ac:spMk id="3" creationId="{D27B579F-9E31-4385-9372-0C79B2246712}"/>
          </ac:spMkLst>
        </pc:spChg>
        <pc:spChg chg="add del">
          <ac:chgData name="Cristian Chilipirea" userId="34ab170da5908fc4" providerId="LiveId" clId="{657DC964-B470-42A9-AA52-9F1F849BFB76}" dt="2019-10-13T10:04:26.072" v="67"/>
          <ac:spMkLst>
            <pc:docMk/>
            <pc:sldMk cId="1042344470" sldId="489"/>
            <ac:spMk id="4" creationId="{6FD5B1C1-4219-408C-A993-A2D66CE2BB8E}"/>
          </ac:spMkLst>
        </pc:spChg>
        <pc:spChg chg="add mod">
          <ac:chgData name="Cristian Chilipirea" userId="34ab170da5908fc4" providerId="LiveId" clId="{657DC964-B470-42A9-AA52-9F1F849BFB76}" dt="2019-10-13T10:04:29.704" v="69" actId="1076"/>
          <ac:spMkLst>
            <pc:docMk/>
            <pc:sldMk cId="1042344470" sldId="489"/>
            <ac:spMk id="5" creationId="{47BB7D58-866D-4F86-BFAB-B629FAB3D12F}"/>
          </ac:spMkLst>
        </pc:spChg>
      </pc:sldChg>
      <pc:sldChg chg="del">
        <pc:chgData name="Cristian Chilipirea" userId="34ab170da5908fc4" providerId="LiveId" clId="{657DC964-B470-42A9-AA52-9F1F849BFB76}" dt="2019-10-13T10:02:33.013" v="3" actId="2696"/>
        <pc:sldMkLst>
          <pc:docMk/>
          <pc:sldMk cId="3875688009" sldId="489"/>
        </pc:sldMkLst>
      </pc:sldChg>
      <pc:sldChg chg="addSp delSp modSp add">
        <pc:chgData name="Cristian Chilipirea" userId="34ab170da5908fc4" providerId="LiveId" clId="{657DC964-B470-42A9-AA52-9F1F849BFB76}" dt="2019-10-13T10:04:50.083" v="77"/>
        <pc:sldMkLst>
          <pc:docMk/>
          <pc:sldMk cId="3615780848" sldId="490"/>
        </pc:sldMkLst>
        <pc:spChg chg="mod">
          <ac:chgData name="Cristian Chilipirea" userId="34ab170da5908fc4" providerId="LiveId" clId="{657DC964-B470-42A9-AA52-9F1F849BFB76}" dt="2019-10-13T10:04:40.159" v="71"/>
          <ac:spMkLst>
            <pc:docMk/>
            <pc:sldMk cId="3615780848" sldId="490"/>
            <ac:spMk id="2" creationId="{C06EEB06-3EA4-49FB-BB27-723A6011C78C}"/>
          </ac:spMkLst>
        </pc:spChg>
        <pc:spChg chg="del">
          <ac:chgData name="Cristian Chilipirea" userId="34ab170da5908fc4" providerId="LiveId" clId="{657DC964-B470-42A9-AA52-9F1F849BFB76}" dt="2019-10-13T10:04:42.207" v="72" actId="478"/>
          <ac:spMkLst>
            <pc:docMk/>
            <pc:sldMk cId="3615780848" sldId="490"/>
            <ac:spMk id="3" creationId="{2D5D2DA4-E0CF-4CE4-8256-7E9D1180E3C5}"/>
          </ac:spMkLst>
        </pc:spChg>
        <pc:spChg chg="add del">
          <ac:chgData name="Cristian Chilipirea" userId="34ab170da5908fc4" providerId="LiveId" clId="{657DC964-B470-42A9-AA52-9F1F849BFB76}" dt="2019-10-13T10:04:50.077" v="76"/>
          <ac:spMkLst>
            <pc:docMk/>
            <pc:sldMk cId="3615780848" sldId="490"/>
            <ac:spMk id="4" creationId="{7C432E84-AAC2-492E-A836-201711F97701}"/>
          </ac:spMkLst>
        </pc:spChg>
        <pc:spChg chg="add del">
          <ac:chgData name="Cristian Chilipirea" userId="34ab170da5908fc4" providerId="LiveId" clId="{657DC964-B470-42A9-AA52-9F1F849BFB76}" dt="2019-10-13T10:04:50.077" v="76"/>
          <ac:spMkLst>
            <pc:docMk/>
            <pc:sldMk cId="3615780848" sldId="490"/>
            <ac:spMk id="5" creationId="{615CA723-35E6-406C-8220-87ADB8DECB1B}"/>
          </ac:spMkLst>
        </pc:spChg>
        <pc:spChg chg="add del">
          <ac:chgData name="Cristian Chilipirea" userId="34ab170da5908fc4" providerId="LiveId" clId="{657DC964-B470-42A9-AA52-9F1F849BFB76}" dt="2019-10-13T10:04:50.077" v="76"/>
          <ac:spMkLst>
            <pc:docMk/>
            <pc:sldMk cId="3615780848" sldId="490"/>
            <ac:spMk id="6" creationId="{B3CDA196-8EEB-4B2F-9AC7-056DD35BDA6E}"/>
          </ac:spMkLst>
        </pc:spChg>
        <pc:spChg chg="add del">
          <ac:chgData name="Cristian Chilipirea" userId="34ab170da5908fc4" providerId="LiveId" clId="{657DC964-B470-42A9-AA52-9F1F849BFB76}" dt="2019-10-13T10:04:50.077" v="76"/>
          <ac:spMkLst>
            <pc:docMk/>
            <pc:sldMk cId="3615780848" sldId="490"/>
            <ac:spMk id="7" creationId="{4C998218-6542-4402-9DA7-581A2DE19439}"/>
          </ac:spMkLst>
        </pc:spChg>
        <pc:spChg chg="add del">
          <ac:chgData name="Cristian Chilipirea" userId="34ab170da5908fc4" providerId="LiveId" clId="{657DC964-B470-42A9-AA52-9F1F849BFB76}" dt="2019-10-13T10:04:50.077" v="76"/>
          <ac:spMkLst>
            <pc:docMk/>
            <pc:sldMk cId="3615780848" sldId="490"/>
            <ac:spMk id="8" creationId="{2AEDA111-45D3-4008-A0A5-29FB65C287D0}"/>
          </ac:spMkLst>
        </pc:spChg>
        <pc:spChg chg="add del">
          <ac:chgData name="Cristian Chilipirea" userId="34ab170da5908fc4" providerId="LiveId" clId="{657DC964-B470-42A9-AA52-9F1F849BFB76}" dt="2019-10-13T10:04:50.077" v="76"/>
          <ac:spMkLst>
            <pc:docMk/>
            <pc:sldMk cId="3615780848" sldId="490"/>
            <ac:spMk id="9" creationId="{8F2D48B1-6254-4D8A-BFEF-0C608604A814}"/>
          </ac:spMkLst>
        </pc:spChg>
        <pc:spChg chg="add del">
          <ac:chgData name="Cristian Chilipirea" userId="34ab170da5908fc4" providerId="LiveId" clId="{657DC964-B470-42A9-AA52-9F1F849BFB76}" dt="2019-10-13T10:04:50.077" v="76"/>
          <ac:spMkLst>
            <pc:docMk/>
            <pc:sldMk cId="3615780848" sldId="490"/>
            <ac:spMk id="10" creationId="{629A2F10-DA02-46F7-8179-D71A024D0E48}"/>
          </ac:spMkLst>
        </pc:spChg>
        <pc:spChg chg="add del">
          <ac:chgData name="Cristian Chilipirea" userId="34ab170da5908fc4" providerId="LiveId" clId="{657DC964-B470-42A9-AA52-9F1F849BFB76}" dt="2019-10-13T10:04:50.077" v="76"/>
          <ac:spMkLst>
            <pc:docMk/>
            <pc:sldMk cId="3615780848" sldId="490"/>
            <ac:spMk id="11" creationId="{94B02FD3-1C3E-4751-950F-70D0976EBB50}"/>
          </ac:spMkLst>
        </pc:spChg>
        <pc:spChg chg="add del">
          <ac:chgData name="Cristian Chilipirea" userId="34ab170da5908fc4" providerId="LiveId" clId="{657DC964-B470-42A9-AA52-9F1F849BFB76}" dt="2019-10-13T10:04:50.077" v="76"/>
          <ac:spMkLst>
            <pc:docMk/>
            <pc:sldMk cId="3615780848" sldId="490"/>
            <ac:spMk id="12" creationId="{965553B1-9C60-47EE-8986-1D0D90FA7128}"/>
          </ac:spMkLst>
        </pc:spChg>
        <pc:spChg chg="add del">
          <ac:chgData name="Cristian Chilipirea" userId="34ab170da5908fc4" providerId="LiveId" clId="{657DC964-B470-42A9-AA52-9F1F849BFB76}" dt="2019-10-13T10:04:50.077" v="76"/>
          <ac:spMkLst>
            <pc:docMk/>
            <pc:sldMk cId="3615780848" sldId="490"/>
            <ac:spMk id="13" creationId="{BD4C66A9-1EC4-475A-A93D-F10C171F763C}"/>
          </ac:spMkLst>
        </pc:spChg>
        <pc:spChg chg="add">
          <ac:chgData name="Cristian Chilipirea" userId="34ab170da5908fc4" providerId="LiveId" clId="{657DC964-B470-42A9-AA52-9F1F849BFB76}" dt="2019-10-13T10:04:50.083" v="77"/>
          <ac:spMkLst>
            <pc:docMk/>
            <pc:sldMk cId="3615780848" sldId="490"/>
            <ac:spMk id="14" creationId="{4D0F544C-6819-4105-AE9A-540746658A7A}"/>
          </ac:spMkLst>
        </pc:spChg>
        <pc:spChg chg="add">
          <ac:chgData name="Cristian Chilipirea" userId="34ab170da5908fc4" providerId="LiveId" clId="{657DC964-B470-42A9-AA52-9F1F849BFB76}" dt="2019-10-13T10:04:50.083" v="77"/>
          <ac:spMkLst>
            <pc:docMk/>
            <pc:sldMk cId="3615780848" sldId="490"/>
            <ac:spMk id="15" creationId="{2EEA8DA8-CE0D-4A8D-BF3A-CA02CC4626EC}"/>
          </ac:spMkLst>
        </pc:spChg>
        <pc:spChg chg="add">
          <ac:chgData name="Cristian Chilipirea" userId="34ab170da5908fc4" providerId="LiveId" clId="{657DC964-B470-42A9-AA52-9F1F849BFB76}" dt="2019-10-13T10:04:50.083" v="77"/>
          <ac:spMkLst>
            <pc:docMk/>
            <pc:sldMk cId="3615780848" sldId="490"/>
            <ac:spMk id="16" creationId="{15A87478-2603-4B7E-8577-02F8C96BA25C}"/>
          </ac:spMkLst>
        </pc:spChg>
        <pc:spChg chg="add">
          <ac:chgData name="Cristian Chilipirea" userId="34ab170da5908fc4" providerId="LiveId" clId="{657DC964-B470-42A9-AA52-9F1F849BFB76}" dt="2019-10-13T10:04:50.083" v="77"/>
          <ac:spMkLst>
            <pc:docMk/>
            <pc:sldMk cId="3615780848" sldId="490"/>
            <ac:spMk id="17" creationId="{157A7CBD-F83D-4CBA-95D5-2FF0B9E56649}"/>
          </ac:spMkLst>
        </pc:spChg>
        <pc:spChg chg="add">
          <ac:chgData name="Cristian Chilipirea" userId="34ab170da5908fc4" providerId="LiveId" clId="{657DC964-B470-42A9-AA52-9F1F849BFB76}" dt="2019-10-13T10:04:50.083" v="77"/>
          <ac:spMkLst>
            <pc:docMk/>
            <pc:sldMk cId="3615780848" sldId="490"/>
            <ac:spMk id="18" creationId="{BA7D521F-8AA9-4DBF-A438-CB73BF010279}"/>
          </ac:spMkLst>
        </pc:spChg>
        <pc:spChg chg="add">
          <ac:chgData name="Cristian Chilipirea" userId="34ab170da5908fc4" providerId="LiveId" clId="{657DC964-B470-42A9-AA52-9F1F849BFB76}" dt="2019-10-13T10:04:50.083" v="77"/>
          <ac:spMkLst>
            <pc:docMk/>
            <pc:sldMk cId="3615780848" sldId="490"/>
            <ac:spMk id="19" creationId="{E86146EC-4AC9-4C0C-8F9E-238E3844AE8F}"/>
          </ac:spMkLst>
        </pc:spChg>
        <pc:spChg chg="add">
          <ac:chgData name="Cristian Chilipirea" userId="34ab170da5908fc4" providerId="LiveId" clId="{657DC964-B470-42A9-AA52-9F1F849BFB76}" dt="2019-10-13T10:04:50.083" v="77"/>
          <ac:spMkLst>
            <pc:docMk/>
            <pc:sldMk cId="3615780848" sldId="490"/>
            <ac:spMk id="20" creationId="{E5806872-F4EF-4787-9E07-CAECB8C74195}"/>
          </ac:spMkLst>
        </pc:spChg>
        <pc:spChg chg="add">
          <ac:chgData name="Cristian Chilipirea" userId="34ab170da5908fc4" providerId="LiveId" clId="{657DC964-B470-42A9-AA52-9F1F849BFB76}" dt="2019-10-13T10:04:50.083" v="77"/>
          <ac:spMkLst>
            <pc:docMk/>
            <pc:sldMk cId="3615780848" sldId="490"/>
            <ac:spMk id="21" creationId="{D411807C-7F84-4416-92B0-385B53744EDA}"/>
          </ac:spMkLst>
        </pc:spChg>
        <pc:spChg chg="add">
          <ac:chgData name="Cristian Chilipirea" userId="34ab170da5908fc4" providerId="LiveId" clId="{657DC964-B470-42A9-AA52-9F1F849BFB76}" dt="2019-10-13T10:04:50.083" v="77"/>
          <ac:spMkLst>
            <pc:docMk/>
            <pc:sldMk cId="3615780848" sldId="490"/>
            <ac:spMk id="22" creationId="{079FD60E-4A0F-4D25-8CC6-3F91252D26BB}"/>
          </ac:spMkLst>
        </pc:spChg>
        <pc:spChg chg="add">
          <ac:chgData name="Cristian Chilipirea" userId="34ab170da5908fc4" providerId="LiveId" clId="{657DC964-B470-42A9-AA52-9F1F849BFB76}" dt="2019-10-13T10:04:50.083" v="77"/>
          <ac:spMkLst>
            <pc:docMk/>
            <pc:sldMk cId="3615780848" sldId="490"/>
            <ac:spMk id="23" creationId="{4AECF0E3-F4DA-44A4-A60F-C189DFC964A6}"/>
          </ac:spMkLst>
        </pc:spChg>
      </pc:sldChg>
      <pc:sldChg chg="del">
        <pc:chgData name="Cristian Chilipirea" userId="34ab170da5908fc4" providerId="LiveId" clId="{657DC964-B470-42A9-AA52-9F1F849BFB76}" dt="2019-10-13T10:02:33.030" v="4" actId="2696"/>
        <pc:sldMkLst>
          <pc:docMk/>
          <pc:sldMk cId="4257711336" sldId="490"/>
        </pc:sldMkLst>
      </pc:sldChg>
      <pc:sldChg chg="addSp delSp modSp add">
        <pc:chgData name="Cristian Chilipirea" userId="34ab170da5908fc4" providerId="LiveId" clId="{657DC964-B470-42A9-AA52-9F1F849BFB76}" dt="2019-10-13T10:05:07.040" v="82" actId="1076"/>
        <pc:sldMkLst>
          <pc:docMk/>
          <pc:sldMk cId="2896181746" sldId="491"/>
        </pc:sldMkLst>
        <pc:spChg chg="mod">
          <ac:chgData name="Cristian Chilipirea" userId="34ab170da5908fc4" providerId="LiveId" clId="{657DC964-B470-42A9-AA52-9F1F849BFB76}" dt="2019-10-13T10:05:00.404" v="79"/>
          <ac:spMkLst>
            <pc:docMk/>
            <pc:sldMk cId="2896181746" sldId="491"/>
            <ac:spMk id="2" creationId="{C319DB88-1E29-4207-ACA1-555809FA604E}"/>
          </ac:spMkLst>
        </pc:spChg>
        <pc:spChg chg="del">
          <ac:chgData name="Cristian Chilipirea" userId="34ab170da5908fc4" providerId="LiveId" clId="{657DC964-B470-42A9-AA52-9F1F849BFB76}" dt="2019-10-13T10:05:02.020" v="80" actId="478"/>
          <ac:spMkLst>
            <pc:docMk/>
            <pc:sldMk cId="2896181746" sldId="491"/>
            <ac:spMk id="3" creationId="{055A5468-23AE-44E8-94A9-9D270109DC80}"/>
          </ac:spMkLst>
        </pc:spChg>
        <pc:graphicFrameChg chg="add mod">
          <ac:chgData name="Cristian Chilipirea" userId="34ab170da5908fc4" providerId="LiveId" clId="{657DC964-B470-42A9-AA52-9F1F849BFB76}" dt="2019-10-13T10:05:07.040" v="82" actId="1076"/>
          <ac:graphicFrameMkLst>
            <pc:docMk/>
            <pc:sldMk cId="2896181746" sldId="491"/>
            <ac:graphicFrameMk id="4" creationId="{D83DBF0C-8419-4309-ACA0-A9B09D634ADD}"/>
          </ac:graphicFrameMkLst>
        </pc:graphicFrameChg>
      </pc:sldChg>
      <pc:sldChg chg="del">
        <pc:chgData name="Cristian Chilipirea" userId="34ab170da5908fc4" providerId="LiveId" clId="{657DC964-B470-42A9-AA52-9F1F849BFB76}" dt="2019-10-13T10:02:33.050" v="5" actId="2696"/>
        <pc:sldMkLst>
          <pc:docMk/>
          <pc:sldMk cId="3240090476" sldId="491"/>
        </pc:sldMkLst>
      </pc:sldChg>
      <pc:sldChg chg="addSp delSp modSp add">
        <pc:chgData name="Cristian Chilipirea" userId="34ab170da5908fc4" providerId="LiveId" clId="{657DC964-B470-42A9-AA52-9F1F849BFB76}" dt="2019-10-13T10:05:40.879" v="92" actId="1076"/>
        <pc:sldMkLst>
          <pc:docMk/>
          <pc:sldMk cId="2589180824" sldId="492"/>
        </pc:sldMkLst>
        <pc:spChg chg="mod">
          <ac:chgData name="Cristian Chilipirea" userId="34ab170da5908fc4" providerId="LiveId" clId="{657DC964-B470-42A9-AA52-9F1F849BFB76}" dt="2019-10-13T10:05:27.241" v="84"/>
          <ac:spMkLst>
            <pc:docMk/>
            <pc:sldMk cId="2589180824" sldId="492"/>
            <ac:spMk id="2" creationId="{277A28C4-A662-41E2-8A7B-B582AECF5602}"/>
          </ac:spMkLst>
        </pc:spChg>
        <pc:spChg chg="del">
          <ac:chgData name="Cristian Chilipirea" userId="34ab170da5908fc4" providerId="LiveId" clId="{657DC964-B470-42A9-AA52-9F1F849BFB76}" dt="2019-10-13T10:05:30.631" v="85" actId="478"/>
          <ac:spMkLst>
            <pc:docMk/>
            <pc:sldMk cId="2589180824" sldId="492"/>
            <ac:spMk id="3" creationId="{BC00CF00-CD46-4E9C-BB3B-78F9A6794EAC}"/>
          </ac:spMkLst>
        </pc:spChg>
        <pc:spChg chg="add del mod">
          <ac:chgData name="Cristian Chilipirea" userId="34ab170da5908fc4" providerId="LiveId" clId="{657DC964-B470-42A9-AA52-9F1F849BFB76}" dt="2019-10-13T10:05:38.086" v="90"/>
          <ac:spMkLst>
            <pc:docMk/>
            <pc:sldMk cId="2589180824" sldId="492"/>
            <ac:spMk id="4" creationId="{A169190D-5508-45CC-BD5F-C10D1F8D9D99}"/>
          </ac:spMkLst>
        </pc:spChg>
        <pc:spChg chg="add mod">
          <ac:chgData name="Cristian Chilipirea" userId="34ab170da5908fc4" providerId="LiveId" clId="{657DC964-B470-42A9-AA52-9F1F849BFB76}" dt="2019-10-13T10:05:40.879" v="92" actId="1076"/>
          <ac:spMkLst>
            <pc:docMk/>
            <pc:sldMk cId="2589180824" sldId="492"/>
            <ac:spMk id="5" creationId="{3BA19818-63FF-4180-BC72-FBCAA5A2813C}"/>
          </ac:spMkLst>
        </pc:spChg>
      </pc:sldChg>
      <pc:sldChg chg="del">
        <pc:chgData name="Cristian Chilipirea" userId="34ab170da5908fc4" providerId="LiveId" clId="{657DC964-B470-42A9-AA52-9F1F849BFB76}" dt="2019-10-13T10:02:33.099" v="6" actId="2696"/>
        <pc:sldMkLst>
          <pc:docMk/>
          <pc:sldMk cId="2821618671" sldId="492"/>
        </pc:sldMkLst>
      </pc:sldChg>
      <pc:sldChg chg="modSp add del">
        <pc:chgData name="Cristian Chilipirea" userId="34ab170da5908fc4" providerId="LiveId" clId="{657DC964-B470-42A9-AA52-9F1F849BFB76}" dt="2019-10-13T10:06:10.359" v="98"/>
        <pc:sldMkLst>
          <pc:docMk/>
          <pc:sldMk cId="962078257" sldId="493"/>
        </pc:sldMkLst>
        <pc:spChg chg="mod">
          <ac:chgData name="Cristian Chilipirea" userId="34ab170da5908fc4" providerId="LiveId" clId="{657DC964-B470-42A9-AA52-9F1F849BFB76}" dt="2019-10-13T10:06:05.216" v="97"/>
          <ac:spMkLst>
            <pc:docMk/>
            <pc:sldMk cId="962078257" sldId="493"/>
            <ac:spMk id="2" creationId="{2F5F0F0A-E7A7-4FFC-954D-1E94FA2B5F36}"/>
          </ac:spMkLst>
        </pc:spChg>
      </pc:sldChg>
      <pc:sldChg chg="addSp delSp modSp add">
        <pc:chgData name="Cristian Chilipirea" userId="34ab170da5908fc4" providerId="LiveId" clId="{657DC964-B470-42A9-AA52-9F1F849BFB76}" dt="2019-10-13T10:06:26.401" v="110" actId="1076"/>
        <pc:sldMkLst>
          <pc:docMk/>
          <pc:sldMk cId="1487525830" sldId="493"/>
        </pc:sldMkLst>
        <pc:spChg chg="mod">
          <ac:chgData name="Cristian Chilipirea" userId="34ab170da5908fc4" providerId="LiveId" clId="{657DC964-B470-42A9-AA52-9F1F849BFB76}" dt="2019-10-13T10:06:19.367" v="107" actId="20577"/>
          <ac:spMkLst>
            <pc:docMk/>
            <pc:sldMk cId="1487525830" sldId="493"/>
            <ac:spMk id="2" creationId="{592DF46A-7B55-4C02-98F7-BFDEEFF88A70}"/>
          </ac:spMkLst>
        </pc:spChg>
        <pc:spChg chg="del">
          <ac:chgData name="Cristian Chilipirea" userId="34ab170da5908fc4" providerId="LiveId" clId="{657DC964-B470-42A9-AA52-9F1F849BFB76}" dt="2019-10-13T10:06:22.383" v="108" actId="478"/>
          <ac:spMkLst>
            <pc:docMk/>
            <pc:sldMk cId="1487525830" sldId="493"/>
            <ac:spMk id="3" creationId="{963BD946-33BA-464D-8F39-ED286732FDC8}"/>
          </ac:spMkLst>
        </pc:spChg>
        <pc:graphicFrameChg chg="add mod">
          <ac:chgData name="Cristian Chilipirea" userId="34ab170da5908fc4" providerId="LiveId" clId="{657DC964-B470-42A9-AA52-9F1F849BFB76}" dt="2019-10-13T10:06:26.401" v="110" actId="1076"/>
          <ac:graphicFrameMkLst>
            <pc:docMk/>
            <pc:sldMk cId="1487525830" sldId="493"/>
            <ac:graphicFrameMk id="4" creationId="{8D5B87FE-6345-495A-B409-D07F3601B05D}"/>
          </ac:graphicFrameMkLst>
        </pc:graphicFrameChg>
      </pc:sldChg>
      <pc:sldChg chg="del">
        <pc:chgData name="Cristian Chilipirea" userId="34ab170da5908fc4" providerId="LiveId" clId="{657DC964-B470-42A9-AA52-9F1F849BFB76}" dt="2019-10-13T10:02:33.115" v="7" actId="2696"/>
        <pc:sldMkLst>
          <pc:docMk/>
          <pc:sldMk cId="2594526626" sldId="493"/>
        </pc:sldMkLst>
      </pc:sldChg>
      <pc:sldChg chg="addSp delSp modSp add">
        <pc:chgData name="Cristian Chilipirea" userId="34ab170da5908fc4" providerId="LiveId" clId="{657DC964-B470-42A9-AA52-9F1F849BFB76}" dt="2019-10-13T10:06:45.950" v="117" actId="1076"/>
        <pc:sldMkLst>
          <pc:docMk/>
          <pc:sldMk cId="1914018507" sldId="494"/>
        </pc:sldMkLst>
        <pc:spChg chg="mod">
          <ac:chgData name="Cristian Chilipirea" userId="34ab170da5908fc4" providerId="LiveId" clId="{657DC964-B470-42A9-AA52-9F1F849BFB76}" dt="2019-10-13T10:06:34.335" v="112"/>
          <ac:spMkLst>
            <pc:docMk/>
            <pc:sldMk cId="1914018507" sldId="494"/>
            <ac:spMk id="2" creationId="{55339100-C470-4CF3-9DF4-2AB092957483}"/>
          </ac:spMkLst>
        </pc:spChg>
        <pc:spChg chg="del">
          <ac:chgData name="Cristian Chilipirea" userId="34ab170da5908fc4" providerId="LiveId" clId="{657DC964-B470-42A9-AA52-9F1F849BFB76}" dt="2019-10-13T10:06:36.187" v="113" actId="478"/>
          <ac:spMkLst>
            <pc:docMk/>
            <pc:sldMk cId="1914018507" sldId="494"/>
            <ac:spMk id="3" creationId="{289F84F8-67F4-4605-B0FB-9EB3784915F0}"/>
          </ac:spMkLst>
        </pc:spChg>
        <pc:spChg chg="add del">
          <ac:chgData name="Cristian Chilipirea" userId="34ab170da5908fc4" providerId="LiveId" clId="{657DC964-B470-42A9-AA52-9F1F849BFB76}" dt="2019-10-13T10:06:43.622" v="115"/>
          <ac:spMkLst>
            <pc:docMk/>
            <pc:sldMk cId="1914018507" sldId="494"/>
            <ac:spMk id="4" creationId="{BD3268DC-2EB6-4A38-942F-629E1E32DDA2}"/>
          </ac:spMkLst>
        </pc:spChg>
        <pc:spChg chg="add del">
          <ac:chgData name="Cristian Chilipirea" userId="34ab170da5908fc4" providerId="LiveId" clId="{657DC964-B470-42A9-AA52-9F1F849BFB76}" dt="2019-10-13T10:06:43.622" v="115"/>
          <ac:spMkLst>
            <pc:docMk/>
            <pc:sldMk cId="1914018507" sldId="494"/>
            <ac:spMk id="5" creationId="{1D5D2C9F-887C-412F-9047-3B51F02DE412}"/>
          </ac:spMkLst>
        </pc:spChg>
        <pc:spChg chg="add del">
          <ac:chgData name="Cristian Chilipirea" userId="34ab170da5908fc4" providerId="LiveId" clId="{657DC964-B470-42A9-AA52-9F1F849BFB76}" dt="2019-10-13T10:06:43.622" v="115"/>
          <ac:spMkLst>
            <pc:docMk/>
            <pc:sldMk cId="1914018507" sldId="494"/>
            <ac:spMk id="6" creationId="{78FC332A-D372-411A-94E0-E3569D0EEFE4}"/>
          </ac:spMkLst>
        </pc:spChg>
        <pc:spChg chg="add del">
          <ac:chgData name="Cristian Chilipirea" userId="34ab170da5908fc4" providerId="LiveId" clId="{657DC964-B470-42A9-AA52-9F1F849BFB76}" dt="2019-10-13T10:06:43.622" v="115"/>
          <ac:spMkLst>
            <pc:docMk/>
            <pc:sldMk cId="1914018507" sldId="494"/>
            <ac:spMk id="7" creationId="{16E8226E-F758-473F-A282-3612468F9256}"/>
          </ac:spMkLst>
        </pc:spChg>
        <pc:spChg chg="add del">
          <ac:chgData name="Cristian Chilipirea" userId="34ab170da5908fc4" providerId="LiveId" clId="{657DC964-B470-42A9-AA52-9F1F849BFB76}" dt="2019-10-13T10:06:43.622" v="115"/>
          <ac:spMkLst>
            <pc:docMk/>
            <pc:sldMk cId="1914018507" sldId="494"/>
            <ac:spMk id="8" creationId="{07C8A4F1-918D-40A0-B7E7-61E83E871B21}"/>
          </ac:spMkLst>
        </pc:spChg>
        <pc:spChg chg="add del">
          <ac:chgData name="Cristian Chilipirea" userId="34ab170da5908fc4" providerId="LiveId" clId="{657DC964-B470-42A9-AA52-9F1F849BFB76}" dt="2019-10-13T10:06:43.622" v="115"/>
          <ac:spMkLst>
            <pc:docMk/>
            <pc:sldMk cId="1914018507" sldId="494"/>
            <ac:spMk id="9" creationId="{045B00CC-0C46-4247-B0D8-85A20A9224C5}"/>
          </ac:spMkLst>
        </pc:spChg>
        <pc:spChg chg="add del">
          <ac:chgData name="Cristian Chilipirea" userId="34ab170da5908fc4" providerId="LiveId" clId="{657DC964-B470-42A9-AA52-9F1F849BFB76}" dt="2019-10-13T10:06:43.622" v="115"/>
          <ac:spMkLst>
            <pc:docMk/>
            <pc:sldMk cId="1914018507" sldId="494"/>
            <ac:spMk id="12" creationId="{28125474-35C1-43C5-81D0-1D483DEBC423}"/>
          </ac:spMkLst>
        </pc:spChg>
        <pc:spChg chg="add del">
          <ac:chgData name="Cristian Chilipirea" userId="34ab170da5908fc4" providerId="LiveId" clId="{657DC964-B470-42A9-AA52-9F1F849BFB76}" dt="2019-10-13T10:06:43.622" v="115"/>
          <ac:spMkLst>
            <pc:docMk/>
            <pc:sldMk cId="1914018507" sldId="494"/>
            <ac:spMk id="13" creationId="{C2A8D10F-183B-4282-AE8C-F7979C7A2939}"/>
          </ac:spMkLst>
        </pc:spChg>
        <pc:spChg chg="add del">
          <ac:chgData name="Cristian Chilipirea" userId="34ab170da5908fc4" providerId="LiveId" clId="{657DC964-B470-42A9-AA52-9F1F849BFB76}" dt="2019-10-13T10:06:43.622" v="115"/>
          <ac:spMkLst>
            <pc:docMk/>
            <pc:sldMk cId="1914018507" sldId="494"/>
            <ac:spMk id="14" creationId="{0325A3DA-2AA2-4E94-BE21-0036303ACAFB}"/>
          </ac:spMkLst>
        </pc:spChg>
        <pc:spChg chg="add del">
          <ac:chgData name="Cristian Chilipirea" userId="34ab170da5908fc4" providerId="LiveId" clId="{657DC964-B470-42A9-AA52-9F1F849BFB76}" dt="2019-10-13T10:06:43.622" v="115"/>
          <ac:spMkLst>
            <pc:docMk/>
            <pc:sldMk cId="1914018507" sldId="494"/>
            <ac:spMk id="16" creationId="{31E8D22B-9A08-40EE-AED9-C79454FB384A}"/>
          </ac:spMkLst>
        </pc:spChg>
        <pc:spChg chg="add del">
          <ac:chgData name="Cristian Chilipirea" userId="34ab170da5908fc4" providerId="LiveId" clId="{657DC964-B470-42A9-AA52-9F1F849BFB76}" dt="2019-10-13T10:06:43.622" v="115"/>
          <ac:spMkLst>
            <pc:docMk/>
            <pc:sldMk cId="1914018507" sldId="494"/>
            <ac:spMk id="17" creationId="{63E2D771-F7D5-45EE-9C3C-27BDE879ECDC}"/>
          </ac:spMkLst>
        </pc:spChg>
        <pc:spChg chg="add del">
          <ac:chgData name="Cristian Chilipirea" userId="34ab170da5908fc4" providerId="LiveId" clId="{657DC964-B470-42A9-AA52-9F1F849BFB76}" dt="2019-10-13T10:06:43.622" v="115"/>
          <ac:spMkLst>
            <pc:docMk/>
            <pc:sldMk cId="1914018507" sldId="494"/>
            <ac:spMk id="18" creationId="{769DCAF9-6974-4AF6-8D1E-D379B8C72223}"/>
          </ac:spMkLst>
        </pc:spChg>
        <pc:spChg chg="add mod">
          <ac:chgData name="Cristian Chilipirea" userId="34ab170da5908fc4" providerId="LiveId" clId="{657DC964-B470-42A9-AA52-9F1F849BFB76}" dt="2019-10-13T10:06:45.950" v="117" actId="1076"/>
          <ac:spMkLst>
            <pc:docMk/>
            <pc:sldMk cId="1914018507" sldId="494"/>
            <ac:spMk id="22" creationId="{8092A7DE-7CF4-45D1-9E38-0CF5CB10FFAB}"/>
          </ac:spMkLst>
        </pc:spChg>
        <pc:spChg chg="add mod">
          <ac:chgData name="Cristian Chilipirea" userId="34ab170da5908fc4" providerId="LiveId" clId="{657DC964-B470-42A9-AA52-9F1F849BFB76}" dt="2019-10-13T10:06:45.950" v="117" actId="1076"/>
          <ac:spMkLst>
            <pc:docMk/>
            <pc:sldMk cId="1914018507" sldId="494"/>
            <ac:spMk id="23" creationId="{98F86EBC-2B2C-4A9C-A16F-4D3B6BF8D165}"/>
          </ac:spMkLst>
        </pc:spChg>
        <pc:spChg chg="add mod">
          <ac:chgData name="Cristian Chilipirea" userId="34ab170da5908fc4" providerId="LiveId" clId="{657DC964-B470-42A9-AA52-9F1F849BFB76}" dt="2019-10-13T10:06:45.950" v="117" actId="1076"/>
          <ac:spMkLst>
            <pc:docMk/>
            <pc:sldMk cId="1914018507" sldId="494"/>
            <ac:spMk id="24" creationId="{98D4167C-FEF6-475A-A6CC-93C21390B33A}"/>
          </ac:spMkLst>
        </pc:spChg>
        <pc:spChg chg="add mod">
          <ac:chgData name="Cristian Chilipirea" userId="34ab170da5908fc4" providerId="LiveId" clId="{657DC964-B470-42A9-AA52-9F1F849BFB76}" dt="2019-10-13T10:06:45.950" v="117" actId="1076"/>
          <ac:spMkLst>
            <pc:docMk/>
            <pc:sldMk cId="1914018507" sldId="494"/>
            <ac:spMk id="25" creationId="{F7F6E64F-04C3-45C7-A409-DCA605DDD060}"/>
          </ac:spMkLst>
        </pc:spChg>
        <pc:spChg chg="add mod">
          <ac:chgData name="Cristian Chilipirea" userId="34ab170da5908fc4" providerId="LiveId" clId="{657DC964-B470-42A9-AA52-9F1F849BFB76}" dt="2019-10-13T10:06:45.950" v="117" actId="1076"/>
          <ac:spMkLst>
            <pc:docMk/>
            <pc:sldMk cId="1914018507" sldId="494"/>
            <ac:spMk id="26" creationId="{F4A0D315-C934-4B36-B81C-F46A4DDC9227}"/>
          </ac:spMkLst>
        </pc:spChg>
        <pc:spChg chg="add mod">
          <ac:chgData name="Cristian Chilipirea" userId="34ab170da5908fc4" providerId="LiveId" clId="{657DC964-B470-42A9-AA52-9F1F849BFB76}" dt="2019-10-13T10:06:45.950" v="117" actId="1076"/>
          <ac:spMkLst>
            <pc:docMk/>
            <pc:sldMk cId="1914018507" sldId="494"/>
            <ac:spMk id="27" creationId="{D1146612-93E7-43B1-B4F2-4EC6C9C29FDE}"/>
          </ac:spMkLst>
        </pc:spChg>
        <pc:spChg chg="add mod">
          <ac:chgData name="Cristian Chilipirea" userId="34ab170da5908fc4" providerId="LiveId" clId="{657DC964-B470-42A9-AA52-9F1F849BFB76}" dt="2019-10-13T10:06:45.950" v="117" actId="1076"/>
          <ac:spMkLst>
            <pc:docMk/>
            <pc:sldMk cId="1914018507" sldId="494"/>
            <ac:spMk id="30" creationId="{E0A32823-8852-42E8-8561-D7BE7E454C10}"/>
          </ac:spMkLst>
        </pc:spChg>
        <pc:spChg chg="add mod">
          <ac:chgData name="Cristian Chilipirea" userId="34ab170da5908fc4" providerId="LiveId" clId="{657DC964-B470-42A9-AA52-9F1F849BFB76}" dt="2019-10-13T10:06:45.950" v="117" actId="1076"/>
          <ac:spMkLst>
            <pc:docMk/>
            <pc:sldMk cId="1914018507" sldId="494"/>
            <ac:spMk id="31" creationId="{A4F4D4BF-0971-40F9-9A26-1001CA99790A}"/>
          </ac:spMkLst>
        </pc:spChg>
        <pc:spChg chg="add mod">
          <ac:chgData name="Cristian Chilipirea" userId="34ab170da5908fc4" providerId="LiveId" clId="{657DC964-B470-42A9-AA52-9F1F849BFB76}" dt="2019-10-13T10:06:45.950" v="117" actId="1076"/>
          <ac:spMkLst>
            <pc:docMk/>
            <pc:sldMk cId="1914018507" sldId="494"/>
            <ac:spMk id="32" creationId="{8ECF975A-8FB7-4204-9406-AF28299A9734}"/>
          </ac:spMkLst>
        </pc:spChg>
        <pc:spChg chg="add mod">
          <ac:chgData name="Cristian Chilipirea" userId="34ab170da5908fc4" providerId="LiveId" clId="{657DC964-B470-42A9-AA52-9F1F849BFB76}" dt="2019-10-13T10:06:45.950" v="117" actId="1076"/>
          <ac:spMkLst>
            <pc:docMk/>
            <pc:sldMk cId="1914018507" sldId="494"/>
            <ac:spMk id="34" creationId="{A68E5834-57CF-4569-BC2F-2C0E74E64935}"/>
          </ac:spMkLst>
        </pc:spChg>
        <pc:spChg chg="add mod">
          <ac:chgData name="Cristian Chilipirea" userId="34ab170da5908fc4" providerId="LiveId" clId="{657DC964-B470-42A9-AA52-9F1F849BFB76}" dt="2019-10-13T10:06:45.950" v="117" actId="1076"/>
          <ac:spMkLst>
            <pc:docMk/>
            <pc:sldMk cId="1914018507" sldId="494"/>
            <ac:spMk id="35" creationId="{0FDD586F-090A-4554-B429-6BDC621BB2E1}"/>
          </ac:spMkLst>
        </pc:spChg>
        <pc:spChg chg="add mod">
          <ac:chgData name="Cristian Chilipirea" userId="34ab170da5908fc4" providerId="LiveId" clId="{657DC964-B470-42A9-AA52-9F1F849BFB76}" dt="2019-10-13T10:06:45.950" v="117" actId="1076"/>
          <ac:spMkLst>
            <pc:docMk/>
            <pc:sldMk cId="1914018507" sldId="494"/>
            <ac:spMk id="36" creationId="{31985DC2-6A26-4C30-97A2-F9F4823D69F7}"/>
          </ac:spMkLst>
        </pc:spChg>
        <pc:cxnChg chg="add del">
          <ac:chgData name="Cristian Chilipirea" userId="34ab170da5908fc4" providerId="LiveId" clId="{657DC964-B470-42A9-AA52-9F1F849BFB76}" dt="2019-10-13T10:06:43.622" v="115"/>
          <ac:cxnSpMkLst>
            <pc:docMk/>
            <pc:sldMk cId="1914018507" sldId="494"/>
            <ac:cxnSpMk id="10" creationId="{ECFA9ED4-39B8-44E4-ADD9-3DDD54A3313B}"/>
          </ac:cxnSpMkLst>
        </pc:cxnChg>
        <pc:cxnChg chg="add del">
          <ac:chgData name="Cristian Chilipirea" userId="34ab170da5908fc4" providerId="LiveId" clId="{657DC964-B470-42A9-AA52-9F1F849BFB76}" dt="2019-10-13T10:06:43.622" v="115"/>
          <ac:cxnSpMkLst>
            <pc:docMk/>
            <pc:sldMk cId="1914018507" sldId="494"/>
            <ac:cxnSpMk id="11" creationId="{2BABAA9D-4BD1-4D97-B91C-9CC310F75A0F}"/>
          </ac:cxnSpMkLst>
        </pc:cxnChg>
        <pc:cxnChg chg="add del">
          <ac:chgData name="Cristian Chilipirea" userId="34ab170da5908fc4" providerId="LiveId" clId="{657DC964-B470-42A9-AA52-9F1F849BFB76}" dt="2019-10-13T10:06:43.622" v="115"/>
          <ac:cxnSpMkLst>
            <pc:docMk/>
            <pc:sldMk cId="1914018507" sldId="494"/>
            <ac:cxnSpMk id="15" creationId="{EA4F12E0-394C-483B-8643-DE642198A597}"/>
          </ac:cxnSpMkLst>
        </pc:cxnChg>
        <pc:cxnChg chg="add del">
          <ac:chgData name="Cristian Chilipirea" userId="34ab170da5908fc4" providerId="LiveId" clId="{657DC964-B470-42A9-AA52-9F1F849BFB76}" dt="2019-10-13T10:06:43.622" v="115"/>
          <ac:cxnSpMkLst>
            <pc:docMk/>
            <pc:sldMk cId="1914018507" sldId="494"/>
            <ac:cxnSpMk id="19" creationId="{B3CDF28C-8182-483D-B06C-FF59BC62FCBF}"/>
          </ac:cxnSpMkLst>
        </pc:cxnChg>
        <pc:cxnChg chg="add del">
          <ac:chgData name="Cristian Chilipirea" userId="34ab170da5908fc4" providerId="LiveId" clId="{657DC964-B470-42A9-AA52-9F1F849BFB76}" dt="2019-10-13T10:06:43.622" v="115"/>
          <ac:cxnSpMkLst>
            <pc:docMk/>
            <pc:sldMk cId="1914018507" sldId="494"/>
            <ac:cxnSpMk id="20" creationId="{CE1D1E59-1CA4-412C-94C7-F8AC9C4F1B87}"/>
          </ac:cxnSpMkLst>
        </pc:cxnChg>
        <pc:cxnChg chg="add del">
          <ac:chgData name="Cristian Chilipirea" userId="34ab170da5908fc4" providerId="LiveId" clId="{657DC964-B470-42A9-AA52-9F1F849BFB76}" dt="2019-10-13T10:06:43.622" v="115"/>
          <ac:cxnSpMkLst>
            <pc:docMk/>
            <pc:sldMk cId="1914018507" sldId="494"/>
            <ac:cxnSpMk id="21" creationId="{A90737EC-2A2B-4328-8454-141C352579A8}"/>
          </ac:cxnSpMkLst>
        </pc:cxnChg>
        <pc:cxnChg chg="add mod">
          <ac:chgData name="Cristian Chilipirea" userId="34ab170da5908fc4" providerId="LiveId" clId="{657DC964-B470-42A9-AA52-9F1F849BFB76}" dt="2019-10-13T10:06:45.950" v="117" actId="1076"/>
          <ac:cxnSpMkLst>
            <pc:docMk/>
            <pc:sldMk cId="1914018507" sldId="494"/>
            <ac:cxnSpMk id="28" creationId="{8B67C5E3-93D5-4180-BF41-F541A3619EE7}"/>
          </ac:cxnSpMkLst>
        </pc:cxnChg>
        <pc:cxnChg chg="add mod">
          <ac:chgData name="Cristian Chilipirea" userId="34ab170da5908fc4" providerId="LiveId" clId="{657DC964-B470-42A9-AA52-9F1F849BFB76}" dt="2019-10-13T10:06:45.950" v="117" actId="1076"/>
          <ac:cxnSpMkLst>
            <pc:docMk/>
            <pc:sldMk cId="1914018507" sldId="494"/>
            <ac:cxnSpMk id="29" creationId="{A5EC911E-F459-410F-9666-CB2EA75F29C6}"/>
          </ac:cxnSpMkLst>
        </pc:cxnChg>
        <pc:cxnChg chg="add mod">
          <ac:chgData name="Cristian Chilipirea" userId="34ab170da5908fc4" providerId="LiveId" clId="{657DC964-B470-42A9-AA52-9F1F849BFB76}" dt="2019-10-13T10:06:45.950" v="117" actId="1076"/>
          <ac:cxnSpMkLst>
            <pc:docMk/>
            <pc:sldMk cId="1914018507" sldId="494"/>
            <ac:cxnSpMk id="33" creationId="{6D0289F7-E1D5-4E49-A8E2-CB4348B9914E}"/>
          </ac:cxnSpMkLst>
        </pc:cxnChg>
        <pc:cxnChg chg="add mod">
          <ac:chgData name="Cristian Chilipirea" userId="34ab170da5908fc4" providerId="LiveId" clId="{657DC964-B470-42A9-AA52-9F1F849BFB76}" dt="2019-10-13T10:06:45.950" v="117" actId="1076"/>
          <ac:cxnSpMkLst>
            <pc:docMk/>
            <pc:sldMk cId="1914018507" sldId="494"/>
            <ac:cxnSpMk id="37" creationId="{6B32991D-E345-45D8-AD2A-677E80B9BBDE}"/>
          </ac:cxnSpMkLst>
        </pc:cxnChg>
        <pc:cxnChg chg="add mod">
          <ac:chgData name="Cristian Chilipirea" userId="34ab170da5908fc4" providerId="LiveId" clId="{657DC964-B470-42A9-AA52-9F1F849BFB76}" dt="2019-10-13T10:06:45.950" v="117" actId="1076"/>
          <ac:cxnSpMkLst>
            <pc:docMk/>
            <pc:sldMk cId="1914018507" sldId="494"/>
            <ac:cxnSpMk id="38" creationId="{816AD342-984B-4B54-84B8-909B402ECE2E}"/>
          </ac:cxnSpMkLst>
        </pc:cxnChg>
        <pc:cxnChg chg="add mod">
          <ac:chgData name="Cristian Chilipirea" userId="34ab170da5908fc4" providerId="LiveId" clId="{657DC964-B470-42A9-AA52-9F1F849BFB76}" dt="2019-10-13T10:06:45.950" v="117" actId="1076"/>
          <ac:cxnSpMkLst>
            <pc:docMk/>
            <pc:sldMk cId="1914018507" sldId="494"/>
            <ac:cxnSpMk id="39" creationId="{170E5244-CAEE-4E40-BCB3-62D9BCA24059}"/>
          </ac:cxnSpMkLst>
        </pc:cxnChg>
      </pc:sldChg>
      <pc:sldChg chg="del">
        <pc:chgData name="Cristian Chilipirea" userId="34ab170da5908fc4" providerId="LiveId" clId="{657DC964-B470-42A9-AA52-9F1F849BFB76}" dt="2019-10-13T10:02:33.161" v="8" actId="2696"/>
        <pc:sldMkLst>
          <pc:docMk/>
          <pc:sldMk cId="1937755242" sldId="494"/>
        </pc:sldMkLst>
      </pc:sldChg>
      <pc:sldChg chg="del">
        <pc:chgData name="Cristian Chilipirea" userId="34ab170da5908fc4" providerId="LiveId" clId="{657DC964-B470-42A9-AA52-9F1F849BFB76}" dt="2019-10-13T10:02:33.173" v="9" actId="2696"/>
        <pc:sldMkLst>
          <pc:docMk/>
          <pc:sldMk cId="487379393" sldId="495"/>
        </pc:sldMkLst>
      </pc:sldChg>
      <pc:sldChg chg="addSp delSp modSp add">
        <pc:chgData name="Cristian Chilipirea" userId="34ab170da5908fc4" providerId="LiveId" clId="{657DC964-B470-42A9-AA52-9F1F849BFB76}" dt="2019-10-13T10:07:11.232" v="124" actId="1076"/>
        <pc:sldMkLst>
          <pc:docMk/>
          <pc:sldMk cId="4207083548" sldId="495"/>
        </pc:sldMkLst>
        <pc:spChg chg="mod">
          <ac:chgData name="Cristian Chilipirea" userId="34ab170da5908fc4" providerId="LiveId" clId="{657DC964-B470-42A9-AA52-9F1F849BFB76}" dt="2019-10-13T10:06:57.267" v="119"/>
          <ac:spMkLst>
            <pc:docMk/>
            <pc:sldMk cId="4207083548" sldId="495"/>
            <ac:spMk id="2" creationId="{0C0DCC42-3C73-4B47-A6AC-DA7F6A9556C6}"/>
          </ac:spMkLst>
        </pc:spChg>
        <pc:spChg chg="del">
          <ac:chgData name="Cristian Chilipirea" userId="34ab170da5908fc4" providerId="LiveId" clId="{657DC964-B470-42A9-AA52-9F1F849BFB76}" dt="2019-10-13T10:06:59.247" v="120" actId="478"/>
          <ac:spMkLst>
            <pc:docMk/>
            <pc:sldMk cId="4207083548" sldId="495"/>
            <ac:spMk id="3" creationId="{5ADD4271-C1C9-4B23-865A-67F24E8E91DA}"/>
          </ac:spMkLst>
        </pc:spChg>
        <pc:graphicFrameChg chg="add del">
          <ac:chgData name="Cristian Chilipirea" userId="34ab170da5908fc4" providerId="LiveId" clId="{657DC964-B470-42A9-AA52-9F1F849BFB76}" dt="2019-10-13T10:07:05.577" v="122"/>
          <ac:graphicFrameMkLst>
            <pc:docMk/>
            <pc:sldMk cId="4207083548" sldId="495"/>
            <ac:graphicFrameMk id="4" creationId="{DA686E72-7792-43BC-9392-D99E190A952B}"/>
          </ac:graphicFrameMkLst>
        </pc:graphicFrameChg>
        <pc:graphicFrameChg chg="add mod">
          <ac:chgData name="Cristian Chilipirea" userId="34ab170da5908fc4" providerId="LiveId" clId="{657DC964-B470-42A9-AA52-9F1F849BFB76}" dt="2019-10-13T10:07:11.232" v="124" actId="1076"/>
          <ac:graphicFrameMkLst>
            <pc:docMk/>
            <pc:sldMk cId="4207083548" sldId="495"/>
            <ac:graphicFrameMk id="5" creationId="{A976663D-1590-49E5-9A41-DBA86731BC9B}"/>
          </ac:graphicFrameMkLst>
        </pc:graphicFrameChg>
      </pc:sldChg>
      <pc:sldChg chg="addSp delSp modSp add modAnim">
        <pc:chgData name="Cristian Chilipirea" userId="34ab170da5908fc4" providerId="LiveId" clId="{657DC964-B470-42A9-AA52-9F1F849BFB76}" dt="2019-10-13T10:07:32.929" v="133" actId="1076"/>
        <pc:sldMkLst>
          <pc:docMk/>
          <pc:sldMk cId="3066028781" sldId="496"/>
        </pc:sldMkLst>
        <pc:spChg chg="mod">
          <ac:chgData name="Cristian Chilipirea" userId="34ab170da5908fc4" providerId="LiveId" clId="{657DC964-B470-42A9-AA52-9F1F849BFB76}" dt="2019-10-13T10:07:17.908" v="126"/>
          <ac:spMkLst>
            <pc:docMk/>
            <pc:sldMk cId="3066028781" sldId="496"/>
            <ac:spMk id="2" creationId="{C13C82FB-F052-44CD-8BAA-2C000E450FBE}"/>
          </ac:spMkLst>
        </pc:spChg>
        <pc:spChg chg="del">
          <ac:chgData name="Cristian Chilipirea" userId="34ab170da5908fc4" providerId="LiveId" clId="{657DC964-B470-42A9-AA52-9F1F849BFB76}" dt="2019-10-13T10:07:20.843" v="127" actId="478"/>
          <ac:spMkLst>
            <pc:docMk/>
            <pc:sldMk cId="3066028781" sldId="496"/>
            <ac:spMk id="3" creationId="{A260EC97-1F40-41CA-B853-14474BFE430D}"/>
          </ac:spMkLst>
        </pc:spChg>
        <pc:spChg chg="add del">
          <ac:chgData name="Cristian Chilipirea" userId="34ab170da5908fc4" providerId="LiveId" clId="{657DC964-B470-42A9-AA52-9F1F849BFB76}" dt="2019-10-13T10:07:29.353" v="131"/>
          <ac:spMkLst>
            <pc:docMk/>
            <pc:sldMk cId="3066028781" sldId="496"/>
            <ac:spMk id="4" creationId="{455B2EE8-36CC-42F2-8055-202D83EB7EE0}"/>
          </ac:spMkLst>
        </pc:spChg>
        <pc:spChg chg="add del">
          <ac:chgData name="Cristian Chilipirea" userId="34ab170da5908fc4" providerId="LiveId" clId="{657DC964-B470-42A9-AA52-9F1F849BFB76}" dt="2019-10-13T10:07:29.353" v="131"/>
          <ac:spMkLst>
            <pc:docMk/>
            <pc:sldMk cId="3066028781" sldId="496"/>
            <ac:spMk id="6" creationId="{E8AAE867-D623-4E8C-9917-DCAEC14F3CCB}"/>
          </ac:spMkLst>
        </pc:spChg>
        <pc:spChg chg="add del">
          <ac:chgData name="Cristian Chilipirea" userId="34ab170da5908fc4" providerId="LiveId" clId="{657DC964-B470-42A9-AA52-9F1F849BFB76}" dt="2019-10-13T10:07:29.353" v="131"/>
          <ac:spMkLst>
            <pc:docMk/>
            <pc:sldMk cId="3066028781" sldId="496"/>
            <ac:spMk id="7" creationId="{B693BF61-92BD-4799-8064-B087FD8BB52D}"/>
          </ac:spMkLst>
        </pc:spChg>
        <pc:spChg chg="add del">
          <ac:chgData name="Cristian Chilipirea" userId="34ab170da5908fc4" providerId="LiveId" clId="{657DC964-B470-42A9-AA52-9F1F849BFB76}" dt="2019-10-13T10:07:29.353" v="131"/>
          <ac:spMkLst>
            <pc:docMk/>
            <pc:sldMk cId="3066028781" sldId="496"/>
            <ac:spMk id="8" creationId="{571D6763-4F05-4DD4-B558-F91B26DAFDFE}"/>
          </ac:spMkLst>
        </pc:spChg>
        <pc:spChg chg="add del">
          <ac:chgData name="Cristian Chilipirea" userId="34ab170da5908fc4" providerId="LiveId" clId="{657DC964-B470-42A9-AA52-9F1F849BFB76}" dt="2019-10-13T10:07:29.353" v="131"/>
          <ac:spMkLst>
            <pc:docMk/>
            <pc:sldMk cId="3066028781" sldId="496"/>
            <ac:spMk id="9" creationId="{256396F7-5406-405A-9F31-E8FA06443955}"/>
          </ac:spMkLst>
        </pc:spChg>
        <pc:spChg chg="add del">
          <ac:chgData name="Cristian Chilipirea" userId="34ab170da5908fc4" providerId="LiveId" clId="{657DC964-B470-42A9-AA52-9F1F849BFB76}" dt="2019-10-13T10:07:29.353" v="131"/>
          <ac:spMkLst>
            <pc:docMk/>
            <pc:sldMk cId="3066028781" sldId="496"/>
            <ac:spMk id="10" creationId="{7BA72143-50C2-4755-85F0-03D9B1A7FE4B}"/>
          </ac:spMkLst>
        </pc:spChg>
        <pc:spChg chg="add del">
          <ac:chgData name="Cristian Chilipirea" userId="34ab170da5908fc4" providerId="LiveId" clId="{657DC964-B470-42A9-AA52-9F1F849BFB76}" dt="2019-10-13T10:07:29.353" v="131"/>
          <ac:spMkLst>
            <pc:docMk/>
            <pc:sldMk cId="3066028781" sldId="496"/>
            <ac:spMk id="11" creationId="{3B92BA9C-B21B-4BE2-A1F6-AF2FC66F7B8D}"/>
          </ac:spMkLst>
        </pc:spChg>
        <pc:spChg chg="add del">
          <ac:chgData name="Cristian Chilipirea" userId="34ab170da5908fc4" providerId="LiveId" clId="{657DC964-B470-42A9-AA52-9F1F849BFB76}" dt="2019-10-13T10:07:29.353" v="131"/>
          <ac:spMkLst>
            <pc:docMk/>
            <pc:sldMk cId="3066028781" sldId="496"/>
            <ac:spMk id="12" creationId="{FFD59C01-009F-4A0E-BE6D-35FB67B06A3A}"/>
          </ac:spMkLst>
        </pc:spChg>
        <pc:spChg chg="add del">
          <ac:chgData name="Cristian Chilipirea" userId="34ab170da5908fc4" providerId="LiveId" clId="{657DC964-B470-42A9-AA52-9F1F849BFB76}" dt="2019-10-13T10:07:29.353" v="131"/>
          <ac:spMkLst>
            <pc:docMk/>
            <pc:sldMk cId="3066028781" sldId="496"/>
            <ac:spMk id="13" creationId="{686442B8-7D16-4190-B2DF-DCA07A5C801C}"/>
          </ac:spMkLst>
        </pc:spChg>
        <pc:spChg chg="add del">
          <ac:chgData name="Cristian Chilipirea" userId="34ab170da5908fc4" providerId="LiveId" clId="{657DC964-B470-42A9-AA52-9F1F849BFB76}" dt="2019-10-13T10:07:29.353" v="131"/>
          <ac:spMkLst>
            <pc:docMk/>
            <pc:sldMk cId="3066028781" sldId="496"/>
            <ac:spMk id="14" creationId="{5BC20DC9-F74D-4DB9-8B79-C082639A2184}"/>
          </ac:spMkLst>
        </pc:spChg>
        <pc:spChg chg="add del">
          <ac:chgData name="Cristian Chilipirea" userId="34ab170da5908fc4" providerId="LiveId" clId="{657DC964-B470-42A9-AA52-9F1F849BFB76}" dt="2019-10-13T10:07:29.353" v="131"/>
          <ac:spMkLst>
            <pc:docMk/>
            <pc:sldMk cId="3066028781" sldId="496"/>
            <ac:spMk id="15" creationId="{84DC7E2B-603B-47BB-A2FD-0B9F92BCB374}"/>
          </ac:spMkLst>
        </pc:spChg>
        <pc:spChg chg="add del">
          <ac:chgData name="Cristian Chilipirea" userId="34ab170da5908fc4" providerId="LiveId" clId="{657DC964-B470-42A9-AA52-9F1F849BFB76}" dt="2019-10-13T10:07:29.353" v="131"/>
          <ac:spMkLst>
            <pc:docMk/>
            <pc:sldMk cId="3066028781" sldId="496"/>
            <ac:spMk id="16" creationId="{8DC2FB98-70F8-4688-9AF5-0A019553F0ED}"/>
          </ac:spMkLst>
        </pc:spChg>
        <pc:spChg chg="add del">
          <ac:chgData name="Cristian Chilipirea" userId="34ab170da5908fc4" providerId="LiveId" clId="{657DC964-B470-42A9-AA52-9F1F849BFB76}" dt="2019-10-13T10:07:29.353" v="131"/>
          <ac:spMkLst>
            <pc:docMk/>
            <pc:sldMk cId="3066028781" sldId="496"/>
            <ac:spMk id="17" creationId="{E425B3DE-4689-4A9A-B219-65D986FDFAED}"/>
          </ac:spMkLst>
        </pc:spChg>
        <pc:spChg chg="add del">
          <ac:chgData name="Cristian Chilipirea" userId="34ab170da5908fc4" providerId="LiveId" clId="{657DC964-B470-42A9-AA52-9F1F849BFB76}" dt="2019-10-13T10:07:29.353" v="131"/>
          <ac:spMkLst>
            <pc:docMk/>
            <pc:sldMk cId="3066028781" sldId="496"/>
            <ac:spMk id="23" creationId="{165D00E4-155E-4BA2-8D22-453815615AEA}"/>
          </ac:spMkLst>
        </pc:spChg>
        <pc:spChg chg="add del">
          <ac:chgData name="Cristian Chilipirea" userId="34ab170da5908fc4" providerId="LiveId" clId="{657DC964-B470-42A9-AA52-9F1F849BFB76}" dt="2019-10-13T10:07:29.353" v="131"/>
          <ac:spMkLst>
            <pc:docMk/>
            <pc:sldMk cId="3066028781" sldId="496"/>
            <ac:spMk id="24" creationId="{E3C666DB-87A8-41ED-BA81-B8478BCF8BB6}"/>
          </ac:spMkLst>
        </pc:spChg>
        <pc:spChg chg="add del">
          <ac:chgData name="Cristian Chilipirea" userId="34ab170da5908fc4" providerId="LiveId" clId="{657DC964-B470-42A9-AA52-9F1F849BFB76}" dt="2019-10-13T10:07:29.353" v="131"/>
          <ac:spMkLst>
            <pc:docMk/>
            <pc:sldMk cId="3066028781" sldId="496"/>
            <ac:spMk id="25" creationId="{C8AA9C7E-C56D-4E1A-BC68-9AFDABA8371F}"/>
          </ac:spMkLst>
        </pc:spChg>
        <pc:spChg chg="add del">
          <ac:chgData name="Cristian Chilipirea" userId="34ab170da5908fc4" providerId="LiveId" clId="{657DC964-B470-42A9-AA52-9F1F849BFB76}" dt="2019-10-13T10:07:29.353" v="131"/>
          <ac:spMkLst>
            <pc:docMk/>
            <pc:sldMk cId="3066028781" sldId="496"/>
            <ac:spMk id="26" creationId="{9C15DB9D-D885-4B57-87AD-88E67A577581}"/>
          </ac:spMkLst>
        </pc:spChg>
        <pc:spChg chg="add del">
          <ac:chgData name="Cristian Chilipirea" userId="34ab170da5908fc4" providerId="LiveId" clId="{657DC964-B470-42A9-AA52-9F1F849BFB76}" dt="2019-10-13T10:07:29.353" v="131"/>
          <ac:spMkLst>
            <pc:docMk/>
            <pc:sldMk cId="3066028781" sldId="496"/>
            <ac:spMk id="27" creationId="{124C4FCE-9036-4E46-BCB5-867EC861AA45}"/>
          </ac:spMkLst>
        </pc:spChg>
        <pc:spChg chg="add del">
          <ac:chgData name="Cristian Chilipirea" userId="34ab170da5908fc4" providerId="LiveId" clId="{657DC964-B470-42A9-AA52-9F1F849BFB76}" dt="2019-10-13T10:07:29.353" v="131"/>
          <ac:spMkLst>
            <pc:docMk/>
            <pc:sldMk cId="3066028781" sldId="496"/>
            <ac:spMk id="28" creationId="{7BCC2654-390F-4611-BCAA-FEC220663CDE}"/>
          </ac:spMkLst>
        </pc:spChg>
        <pc:spChg chg="add del">
          <ac:chgData name="Cristian Chilipirea" userId="34ab170da5908fc4" providerId="LiveId" clId="{657DC964-B470-42A9-AA52-9F1F849BFB76}" dt="2019-10-13T10:07:29.353" v="131"/>
          <ac:spMkLst>
            <pc:docMk/>
            <pc:sldMk cId="3066028781" sldId="496"/>
            <ac:spMk id="29" creationId="{02D03DFC-64F2-4D42-9283-ADE05F2BB963}"/>
          </ac:spMkLst>
        </pc:spChg>
        <pc:spChg chg="add del">
          <ac:chgData name="Cristian Chilipirea" userId="34ab170da5908fc4" providerId="LiveId" clId="{657DC964-B470-42A9-AA52-9F1F849BFB76}" dt="2019-10-13T10:07:29.353" v="131"/>
          <ac:spMkLst>
            <pc:docMk/>
            <pc:sldMk cId="3066028781" sldId="496"/>
            <ac:spMk id="35" creationId="{BD9B3FFD-72CA-4E66-A8C0-3BAA235823AD}"/>
          </ac:spMkLst>
        </pc:spChg>
        <pc:spChg chg="add mod">
          <ac:chgData name="Cristian Chilipirea" userId="34ab170da5908fc4" providerId="LiveId" clId="{657DC964-B470-42A9-AA52-9F1F849BFB76}" dt="2019-10-13T10:07:32.929" v="133" actId="1076"/>
          <ac:spMkLst>
            <pc:docMk/>
            <pc:sldMk cId="3066028781" sldId="496"/>
            <ac:spMk id="36" creationId="{F2B37CAA-6273-4AE2-8125-457B1B28A52B}"/>
          </ac:spMkLst>
        </pc:spChg>
        <pc:spChg chg="add mod">
          <ac:chgData name="Cristian Chilipirea" userId="34ab170da5908fc4" providerId="LiveId" clId="{657DC964-B470-42A9-AA52-9F1F849BFB76}" dt="2019-10-13T10:07:32.929" v="133" actId="1076"/>
          <ac:spMkLst>
            <pc:docMk/>
            <pc:sldMk cId="3066028781" sldId="496"/>
            <ac:spMk id="38" creationId="{E3B9EE15-6EF9-4500-905B-B8ACE858F335}"/>
          </ac:spMkLst>
        </pc:spChg>
        <pc:spChg chg="add mod">
          <ac:chgData name="Cristian Chilipirea" userId="34ab170da5908fc4" providerId="LiveId" clId="{657DC964-B470-42A9-AA52-9F1F849BFB76}" dt="2019-10-13T10:07:32.929" v="133" actId="1076"/>
          <ac:spMkLst>
            <pc:docMk/>
            <pc:sldMk cId="3066028781" sldId="496"/>
            <ac:spMk id="39" creationId="{ED12F372-4362-46D5-89CB-06FA3095FDEB}"/>
          </ac:spMkLst>
        </pc:spChg>
        <pc:spChg chg="add mod">
          <ac:chgData name="Cristian Chilipirea" userId="34ab170da5908fc4" providerId="LiveId" clId="{657DC964-B470-42A9-AA52-9F1F849BFB76}" dt="2019-10-13T10:07:32.929" v="133" actId="1076"/>
          <ac:spMkLst>
            <pc:docMk/>
            <pc:sldMk cId="3066028781" sldId="496"/>
            <ac:spMk id="40" creationId="{6F7710E4-5690-4261-8044-3D031A7F4D4F}"/>
          </ac:spMkLst>
        </pc:spChg>
        <pc:spChg chg="add mod">
          <ac:chgData name="Cristian Chilipirea" userId="34ab170da5908fc4" providerId="LiveId" clId="{657DC964-B470-42A9-AA52-9F1F849BFB76}" dt="2019-10-13T10:07:32.929" v="133" actId="1076"/>
          <ac:spMkLst>
            <pc:docMk/>
            <pc:sldMk cId="3066028781" sldId="496"/>
            <ac:spMk id="41" creationId="{D6C951CB-E5BE-4324-9874-89897AAA8821}"/>
          </ac:spMkLst>
        </pc:spChg>
        <pc:spChg chg="add mod">
          <ac:chgData name="Cristian Chilipirea" userId="34ab170da5908fc4" providerId="LiveId" clId="{657DC964-B470-42A9-AA52-9F1F849BFB76}" dt="2019-10-13T10:07:32.929" v="133" actId="1076"/>
          <ac:spMkLst>
            <pc:docMk/>
            <pc:sldMk cId="3066028781" sldId="496"/>
            <ac:spMk id="42" creationId="{233D90C5-7782-4845-8B45-15198072DA59}"/>
          </ac:spMkLst>
        </pc:spChg>
        <pc:spChg chg="add mod">
          <ac:chgData name="Cristian Chilipirea" userId="34ab170da5908fc4" providerId="LiveId" clId="{657DC964-B470-42A9-AA52-9F1F849BFB76}" dt="2019-10-13T10:07:32.929" v="133" actId="1076"/>
          <ac:spMkLst>
            <pc:docMk/>
            <pc:sldMk cId="3066028781" sldId="496"/>
            <ac:spMk id="43" creationId="{1020BF1B-DB96-46F8-87EB-7060930D5830}"/>
          </ac:spMkLst>
        </pc:spChg>
        <pc:spChg chg="add mod">
          <ac:chgData name="Cristian Chilipirea" userId="34ab170da5908fc4" providerId="LiveId" clId="{657DC964-B470-42A9-AA52-9F1F849BFB76}" dt="2019-10-13T10:07:32.929" v="133" actId="1076"/>
          <ac:spMkLst>
            <pc:docMk/>
            <pc:sldMk cId="3066028781" sldId="496"/>
            <ac:spMk id="44" creationId="{81AB6F41-F711-471C-A4C8-18B40EDE8E26}"/>
          </ac:spMkLst>
        </pc:spChg>
        <pc:spChg chg="add mod">
          <ac:chgData name="Cristian Chilipirea" userId="34ab170da5908fc4" providerId="LiveId" clId="{657DC964-B470-42A9-AA52-9F1F849BFB76}" dt="2019-10-13T10:07:32.929" v="133" actId="1076"/>
          <ac:spMkLst>
            <pc:docMk/>
            <pc:sldMk cId="3066028781" sldId="496"/>
            <ac:spMk id="45" creationId="{470E29D1-A004-4D41-8460-4F44EA69047F}"/>
          </ac:spMkLst>
        </pc:spChg>
        <pc:spChg chg="add mod">
          <ac:chgData name="Cristian Chilipirea" userId="34ab170da5908fc4" providerId="LiveId" clId="{657DC964-B470-42A9-AA52-9F1F849BFB76}" dt="2019-10-13T10:07:32.929" v="133" actId="1076"/>
          <ac:spMkLst>
            <pc:docMk/>
            <pc:sldMk cId="3066028781" sldId="496"/>
            <ac:spMk id="46" creationId="{092BE21D-CECC-4C58-8270-2AE37535A9B8}"/>
          </ac:spMkLst>
        </pc:spChg>
        <pc:spChg chg="add mod">
          <ac:chgData name="Cristian Chilipirea" userId="34ab170da5908fc4" providerId="LiveId" clId="{657DC964-B470-42A9-AA52-9F1F849BFB76}" dt="2019-10-13T10:07:32.929" v="133" actId="1076"/>
          <ac:spMkLst>
            <pc:docMk/>
            <pc:sldMk cId="3066028781" sldId="496"/>
            <ac:spMk id="47" creationId="{B2472463-CAE1-4F85-ABD5-5990D1F0E279}"/>
          </ac:spMkLst>
        </pc:spChg>
        <pc:spChg chg="add mod">
          <ac:chgData name="Cristian Chilipirea" userId="34ab170da5908fc4" providerId="LiveId" clId="{657DC964-B470-42A9-AA52-9F1F849BFB76}" dt="2019-10-13T10:07:32.929" v="133" actId="1076"/>
          <ac:spMkLst>
            <pc:docMk/>
            <pc:sldMk cId="3066028781" sldId="496"/>
            <ac:spMk id="48" creationId="{CDB50B62-C4D7-4A39-866E-690985E7385B}"/>
          </ac:spMkLst>
        </pc:spChg>
        <pc:spChg chg="add mod">
          <ac:chgData name="Cristian Chilipirea" userId="34ab170da5908fc4" providerId="LiveId" clId="{657DC964-B470-42A9-AA52-9F1F849BFB76}" dt="2019-10-13T10:07:32.929" v="133" actId="1076"/>
          <ac:spMkLst>
            <pc:docMk/>
            <pc:sldMk cId="3066028781" sldId="496"/>
            <ac:spMk id="49" creationId="{88582247-10AB-417D-B834-C027BD45EC83}"/>
          </ac:spMkLst>
        </pc:spChg>
        <pc:spChg chg="add mod">
          <ac:chgData name="Cristian Chilipirea" userId="34ab170da5908fc4" providerId="LiveId" clId="{657DC964-B470-42A9-AA52-9F1F849BFB76}" dt="2019-10-13T10:07:32.929" v="133" actId="1076"/>
          <ac:spMkLst>
            <pc:docMk/>
            <pc:sldMk cId="3066028781" sldId="496"/>
            <ac:spMk id="55" creationId="{A2B277CE-6390-4F39-B087-467D4FE51031}"/>
          </ac:spMkLst>
        </pc:spChg>
        <pc:spChg chg="add mod">
          <ac:chgData name="Cristian Chilipirea" userId="34ab170da5908fc4" providerId="LiveId" clId="{657DC964-B470-42A9-AA52-9F1F849BFB76}" dt="2019-10-13T10:07:32.929" v="133" actId="1076"/>
          <ac:spMkLst>
            <pc:docMk/>
            <pc:sldMk cId="3066028781" sldId="496"/>
            <ac:spMk id="56" creationId="{C815E3EF-AFF9-4EBB-A784-1B8FF3C578D4}"/>
          </ac:spMkLst>
        </pc:spChg>
        <pc:spChg chg="add mod">
          <ac:chgData name="Cristian Chilipirea" userId="34ab170da5908fc4" providerId="LiveId" clId="{657DC964-B470-42A9-AA52-9F1F849BFB76}" dt="2019-10-13T10:07:32.929" v="133" actId="1076"/>
          <ac:spMkLst>
            <pc:docMk/>
            <pc:sldMk cId="3066028781" sldId="496"/>
            <ac:spMk id="57" creationId="{1D7F7F20-9DF2-44BA-9FF9-02A76667F4D5}"/>
          </ac:spMkLst>
        </pc:spChg>
        <pc:spChg chg="add mod">
          <ac:chgData name="Cristian Chilipirea" userId="34ab170da5908fc4" providerId="LiveId" clId="{657DC964-B470-42A9-AA52-9F1F849BFB76}" dt="2019-10-13T10:07:32.929" v="133" actId="1076"/>
          <ac:spMkLst>
            <pc:docMk/>
            <pc:sldMk cId="3066028781" sldId="496"/>
            <ac:spMk id="58" creationId="{F1432EA5-B9BB-4C73-8545-014DFA9D9FA4}"/>
          </ac:spMkLst>
        </pc:spChg>
        <pc:spChg chg="add mod">
          <ac:chgData name="Cristian Chilipirea" userId="34ab170da5908fc4" providerId="LiveId" clId="{657DC964-B470-42A9-AA52-9F1F849BFB76}" dt="2019-10-13T10:07:32.929" v="133" actId="1076"/>
          <ac:spMkLst>
            <pc:docMk/>
            <pc:sldMk cId="3066028781" sldId="496"/>
            <ac:spMk id="59" creationId="{4B4DCA5B-586C-48E8-B91B-3D870CA5D72F}"/>
          </ac:spMkLst>
        </pc:spChg>
        <pc:spChg chg="add mod">
          <ac:chgData name="Cristian Chilipirea" userId="34ab170da5908fc4" providerId="LiveId" clId="{657DC964-B470-42A9-AA52-9F1F849BFB76}" dt="2019-10-13T10:07:32.929" v="133" actId="1076"/>
          <ac:spMkLst>
            <pc:docMk/>
            <pc:sldMk cId="3066028781" sldId="496"/>
            <ac:spMk id="60" creationId="{2279A0CE-E3B9-4820-88E2-3C2AA17C5D66}"/>
          </ac:spMkLst>
        </pc:spChg>
        <pc:spChg chg="add mod">
          <ac:chgData name="Cristian Chilipirea" userId="34ab170da5908fc4" providerId="LiveId" clId="{657DC964-B470-42A9-AA52-9F1F849BFB76}" dt="2019-10-13T10:07:32.929" v="133" actId="1076"/>
          <ac:spMkLst>
            <pc:docMk/>
            <pc:sldMk cId="3066028781" sldId="496"/>
            <ac:spMk id="61" creationId="{F8BC5C8F-220C-4516-A53A-02C46F7BE81E}"/>
          </ac:spMkLst>
        </pc:spChg>
        <pc:spChg chg="add mod">
          <ac:chgData name="Cristian Chilipirea" userId="34ab170da5908fc4" providerId="LiveId" clId="{657DC964-B470-42A9-AA52-9F1F849BFB76}" dt="2019-10-13T10:07:32.929" v="133" actId="1076"/>
          <ac:spMkLst>
            <pc:docMk/>
            <pc:sldMk cId="3066028781" sldId="496"/>
            <ac:spMk id="67" creationId="{BE15A452-7837-4139-B6BF-D53B38FD1B78}"/>
          </ac:spMkLst>
        </pc:spChg>
        <pc:cxnChg chg="add del">
          <ac:chgData name="Cristian Chilipirea" userId="34ab170da5908fc4" providerId="LiveId" clId="{657DC964-B470-42A9-AA52-9F1F849BFB76}" dt="2019-10-13T10:07:29.353" v="131"/>
          <ac:cxnSpMkLst>
            <pc:docMk/>
            <pc:sldMk cId="3066028781" sldId="496"/>
            <ac:cxnSpMk id="5" creationId="{F96B0FB8-2F7C-410E-8A6A-11C751D2F989}"/>
          </ac:cxnSpMkLst>
        </pc:cxnChg>
        <pc:cxnChg chg="add del">
          <ac:chgData name="Cristian Chilipirea" userId="34ab170da5908fc4" providerId="LiveId" clId="{657DC964-B470-42A9-AA52-9F1F849BFB76}" dt="2019-10-13T10:07:29.353" v="131"/>
          <ac:cxnSpMkLst>
            <pc:docMk/>
            <pc:sldMk cId="3066028781" sldId="496"/>
            <ac:cxnSpMk id="18" creationId="{48F36267-69B9-4371-B5DE-0F46429D2E8E}"/>
          </ac:cxnSpMkLst>
        </pc:cxnChg>
        <pc:cxnChg chg="add del">
          <ac:chgData name="Cristian Chilipirea" userId="34ab170da5908fc4" providerId="LiveId" clId="{657DC964-B470-42A9-AA52-9F1F849BFB76}" dt="2019-10-13T10:07:29.353" v="131"/>
          <ac:cxnSpMkLst>
            <pc:docMk/>
            <pc:sldMk cId="3066028781" sldId="496"/>
            <ac:cxnSpMk id="19" creationId="{C8158126-434F-428C-8E0E-683160DDFB8B}"/>
          </ac:cxnSpMkLst>
        </pc:cxnChg>
        <pc:cxnChg chg="add del">
          <ac:chgData name="Cristian Chilipirea" userId="34ab170da5908fc4" providerId="LiveId" clId="{657DC964-B470-42A9-AA52-9F1F849BFB76}" dt="2019-10-13T10:07:29.353" v="131"/>
          <ac:cxnSpMkLst>
            <pc:docMk/>
            <pc:sldMk cId="3066028781" sldId="496"/>
            <ac:cxnSpMk id="20" creationId="{9AAA3456-FF9D-4DBF-BCCB-FF9706B78F09}"/>
          </ac:cxnSpMkLst>
        </pc:cxnChg>
        <pc:cxnChg chg="add del">
          <ac:chgData name="Cristian Chilipirea" userId="34ab170da5908fc4" providerId="LiveId" clId="{657DC964-B470-42A9-AA52-9F1F849BFB76}" dt="2019-10-13T10:07:29.353" v="131"/>
          <ac:cxnSpMkLst>
            <pc:docMk/>
            <pc:sldMk cId="3066028781" sldId="496"/>
            <ac:cxnSpMk id="21" creationId="{60466914-33B5-44B0-B421-BB97189E04A9}"/>
          </ac:cxnSpMkLst>
        </pc:cxnChg>
        <pc:cxnChg chg="add del">
          <ac:chgData name="Cristian Chilipirea" userId="34ab170da5908fc4" providerId="LiveId" clId="{657DC964-B470-42A9-AA52-9F1F849BFB76}" dt="2019-10-13T10:07:29.353" v="131"/>
          <ac:cxnSpMkLst>
            <pc:docMk/>
            <pc:sldMk cId="3066028781" sldId="496"/>
            <ac:cxnSpMk id="22" creationId="{E3B1175E-006A-4660-B015-EC0CBB5EB001}"/>
          </ac:cxnSpMkLst>
        </pc:cxnChg>
        <pc:cxnChg chg="add del">
          <ac:chgData name="Cristian Chilipirea" userId="34ab170da5908fc4" providerId="LiveId" clId="{657DC964-B470-42A9-AA52-9F1F849BFB76}" dt="2019-10-13T10:07:29.353" v="131"/>
          <ac:cxnSpMkLst>
            <pc:docMk/>
            <pc:sldMk cId="3066028781" sldId="496"/>
            <ac:cxnSpMk id="30" creationId="{41770D27-09C9-499D-8D66-250B56629328}"/>
          </ac:cxnSpMkLst>
        </pc:cxnChg>
        <pc:cxnChg chg="add del">
          <ac:chgData name="Cristian Chilipirea" userId="34ab170da5908fc4" providerId="LiveId" clId="{657DC964-B470-42A9-AA52-9F1F849BFB76}" dt="2019-10-13T10:07:29.353" v="131"/>
          <ac:cxnSpMkLst>
            <pc:docMk/>
            <pc:sldMk cId="3066028781" sldId="496"/>
            <ac:cxnSpMk id="31" creationId="{31D8A46E-45FD-4A59-BA5E-43A994770520}"/>
          </ac:cxnSpMkLst>
        </pc:cxnChg>
        <pc:cxnChg chg="add del">
          <ac:chgData name="Cristian Chilipirea" userId="34ab170da5908fc4" providerId="LiveId" clId="{657DC964-B470-42A9-AA52-9F1F849BFB76}" dt="2019-10-13T10:07:29.353" v="131"/>
          <ac:cxnSpMkLst>
            <pc:docMk/>
            <pc:sldMk cId="3066028781" sldId="496"/>
            <ac:cxnSpMk id="32" creationId="{3375BB11-85F5-40DE-AC28-2554AE790990}"/>
          </ac:cxnSpMkLst>
        </pc:cxnChg>
        <pc:cxnChg chg="add del">
          <ac:chgData name="Cristian Chilipirea" userId="34ab170da5908fc4" providerId="LiveId" clId="{657DC964-B470-42A9-AA52-9F1F849BFB76}" dt="2019-10-13T10:07:29.353" v="131"/>
          <ac:cxnSpMkLst>
            <pc:docMk/>
            <pc:sldMk cId="3066028781" sldId="496"/>
            <ac:cxnSpMk id="33" creationId="{E82ED1CC-AB2B-40B7-B71F-C856D94B1BD0}"/>
          </ac:cxnSpMkLst>
        </pc:cxnChg>
        <pc:cxnChg chg="add del">
          <ac:chgData name="Cristian Chilipirea" userId="34ab170da5908fc4" providerId="LiveId" clId="{657DC964-B470-42A9-AA52-9F1F849BFB76}" dt="2019-10-13T10:07:29.353" v="131"/>
          <ac:cxnSpMkLst>
            <pc:docMk/>
            <pc:sldMk cId="3066028781" sldId="496"/>
            <ac:cxnSpMk id="34" creationId="{BA72FEA1-520F-40E8-80E4-950F6CCB92AD}"/>
          </ac:cxnSpMkLst>
        </pc:cxnChg>
        <pc:cxnChg chg="add mod">
          <ac:chgData name="Cristian Chilipirea" userId="34ab170da5908fc4" providerId="LiveId" clId="{657DC964-B470-42A9-AA52-9F1F849BFB76}" dt="2019-10-13T10:07:32.929" v="133" actId="1076"/>
          <ac:cxnSpMkLst>
            <pc:docMk/>
            <pc:sldMk cId="3066028781" sldId="496"/>
            <ac:cxnSpMk id="37" creationId="{2811B142-9B21-4EB6-9C2B-3C92F419849C}"/>
          </ac:cxnSpMkLst>
        </pc:cxnChg>
        <pc:cxnChg chg="add mod">
          <ac:chgData name="Cristian Chilipirea" userId="34ab170da5908fc4" providerId="LiveId" clId="{657DC964-B470-42A9-AA52-9F1F849BFB76}" dt="2019-10-13T10:07:32.929" v="133" actId="1076"/>
          <ac:cxnSpMkLst>
            <pc:docMk/>
            <pc:sldMk cId="3066028781" sldId="496"/>
            <ac:cxnSpMk id="50" creationId="{CB06D8FA-17AF-461F-80A0-6E92450015BB}"/>
          </ac:cxnSpMkLst>
        </pc:cxnChg>
        <pc:cxnChg chg="add mod">
          <ac:chgData name="Cristian Chilipirea" userId="34ab170da5908fc4" providerId="LiveId" clId="{657DC964-B470-42A9-AA52-9F1F849BFB76}" dt="2019-10-13T10:07:32.929" v="133" actId="1076"/>
          <ac:cxnSpMkLst>
            <pc:docMk/>
            <pc:sldMk cId="3066028781" sldId="496"/>
            <ac:cxnSpMk id="51" creationId="{1BCD9F33-224D-420E-A923-B14E37E53CD7}"/>
          </ac:cxnSpMkLst>
        </pc:cxnChg>
        <pc:cxnChg chg="add mod">
          <ac:chgData name="Cristian Chilipirea" userId="34ab170da5908fc4" providerId="LiveId" clId="{657DC964-B470-42A9-AA52-9F1F849BFB76}" dt="2019-10-13T10:07:32.929" v="133" actId="1076"/>
          <ac:cxnSpMkLst>
            <pc:docMk/>
            <pc:sldMk cId="3066028781" sldId="496"/>
            <ac:cxnSpMk id="52" creationId="{4E00D739-B3BD-4347-BD98-7D061ECDE035}"/>
          </ac:cxnSpMkLst>
        </pc:cxnChg>
        <pc:cxnChg chg="add mod">
          <ac:chgData name="Cristian Chilipirea" userId="34ab170da5908fc4" providerId="LiveId" clId="{657DC964-B470-42A9-AA52-9F1F849BFB76}" dt="2019-10-13T10:07:32.929" v="133" actId="1076"/>
          <ac:cxnSpMkLst>
            <pc:docMk/>
            <pc:sldMk cId="3066028781" sldId="496"/>
            <ac:cxnSpMk id="53" creationId="{B071E4CC-7A4E-4ADA-97BE-07DEEF7DA30F}"/>
          </ac:cxnSpMkLst>
        </pc:cxnChg>
        <pc:cxnChg chg="add mod">
          <ac:chgData name="Cristian Chilipirea" userId="34ab170da5908fc4" providerId="LiveId" clId="{657DC964-B470-42A9-AA52-9F1F849BFB76}" dt="2019-10-13T10:07:32.929" v="133" actId="1076"/>
          <ac:cxnSpMkLst>
            <pc:docMk/>
            <pc:sldMk cId="3066028781" sldId="496"/>
            <ac:cxnSpMk id="54" creationId="{52FBF091-4931-4B5E-A9BB-E456FA13B841}"/>
          </ac:cxnSpMkLst>
        </pc:cxnChg>
        <pc:cxnChg chg="add mod">
          <ac:chgData name="Cristian Chilipirea" userId="34ab170da5908fc4" providerId="LiveId" clId="{657DC964-B470-42A9-AA52-9F1F849BFB76}" dt="2019-10-13T10:07:32.929" v="133" actId="1076"/>
          <ac:cxnSpMkLst>
            <pc:docMk/>
            <pc:sldMk cId="3066028781" sldId="496"/>
            <ac:cxnSpMk id="62" creationId="{315A03C1-BD75-40B3-A5F0-5E487A6F8AEA}"/>
          </ac:cxnSpMkLst>
        </pc:cxnChg>
        <pc:cxnChg chg="add mod">
          <ac:chgData name="Cristian Chilipirea" userId="34ab170da5908fc4" providerId="LiveId" clId="{657DC964-B470-42A9-AA52-9F1F849BFB76}" dt="2019-10-13T10:07:32.929" v="133" actId="1076"/>
          <ac:cxnSpMkLst>
            <pc:docMk/>
            <pc:sldMk cId="3066028781" sldId="496"/>
            <ac:cxnSpMk id="63" creationId="{9241295B-0BBC-4B51-BFB6-263BFEC1A2C6}"/>
          </ac:cxnSpMkLst>
        </pc:cxnChg>
        <pc:cxnChg chg="add mod">
          <ac:chgData name="Cristian Chilipirea" userId="34ab170da5908fc4" providerId="LiveId" clId="{657DC964-B470-42A9-AA52-9F1F849BFB76}" dt="2019-10-13T10:07:32.929" v="133" actId="1076"/>
          <ac:cxnSpMkLst>
            <pc:docMk/>
            <pc:sldMk cId="3066028781" sldId="496"/>
            <ac:cxnSpMk id="64" creationId="{C3EB69C1-E524-4FFA-9C3E-4703CEB8D165}"/>
          </ac:cxnSpMkLst>
        </pc:cxnChg>
        <pc:cxnChg chg="add mod">
          <ac:chgData name="Cristian Chilipirea" userId="34ab170da5908fc4" providerId="LiveId" clId="{657DC964-B470-42A9-AA52-9F1F849BFB76}" dt="2019-10-13T10:07:32.929" v="133" actId="1076"/>
          <ac:cxnSpMkLst>
            <pc:docMk/>
            <pc:sldMk cId="3066028781" sldId="496"/>
            <ac:cxnSpMk id="65" creationId="{69817E78-D67F-43BE-B08F-EEC20F6AF852}"/>
          </ac:cxnSpMkLst>
        </pc:cxnChg>
        <pc:cxnChg chg="add mod">
          <ac:chgData name="Cristian Chilipirea" userId="34ab170da5908fc4" providerId="LiveId" clId="{657DC964-B470-42A9-AA52-9F1F849BFB76}" dt="2019-10-13T10:07:32.929" v="133" actId="1076"/>
          <ac:cxnSpMkLst>
            <pc:docMk/>
            <pc:sldMk cId="3066028781" sldId="496"/>
            <ac:cxnSpMk id="66" creationId="{AC2D35EE-671B-4373-81D5-D1558A2530C7}"/>
          </ac:cxnSpMkLst>
        </pc:cxnChg>
      </pc:sldChg>
      <pc:sldChg chg="del">
        <pc:chgData name="Cristian Chilipirea" userId="34ab170da5908fc4" providerId="LiveId" clId="{657DC964-B470-42A9-AA52-9F1F849BFB76}" dt="2019-10-13T10:02:33.222" v="10" actId="2696"/>
        <pc:sldMkLst>
          <pc:docMk/>
          <pc:sldMk cId="3763663029" sldId="496"/>
        </pc:sldMkLst>
      </pc:sldChg>
      <pc:sldChg chg="del">
        <pc:chgData name="Cristian Chilipirea" userId="34ab170da5908fc4" providerId="LiveId" clId="{657DC964-B470-42A9-AA52-9F1F849BFB76}" dt="2019-10-13T10:02:33.311" v="11" actId="2696"/>
        <pc:sldMkLst>
          <pc:docMk/>
          <pc:sldMk cId="3065354528" sldId="497"/>
        </pc:sldMkLst>
      </pc:sldChg>
      <pc:sldChg chg="addSp delSp modSp add modAnim">
        <pc:chgData name="Cristian Chilipirea" userId="34ab170da5908fc4" providerId="LiveId" clId="{657DC964-B470-42A9-AA52-9F1F849BFB76}" dt="2019-10-13T10:08:27.818" v="147"/>
        <pc:sldMkLst>
          <pc:docMk/>
          <pc:sldMk cId="4098173307" sldId="497"/>
        </pc:sldMkLst>
        <pc:spChg chg="mod">
          <ac:chgData name="Cristian Chilipirea" userId="34ab170da5908fc4" providerId="LiveId" clId="{657DC964-B470-42A9-AA52-9F1F849BFB76}" dt="2019-10-13T10:08:17.576" v="141"/>
          <ac:spMkLst>
            <pc:docMk/>
            <pc:sldMk cId="4098173307" sldId="497"/>
            <ac:spMk id="2" creationId="{3F32CA8D-8CA5-4965-9735-BF30DD46B532}"/>
          </ac:spMkLst>
        </pc:spChg>
        <pc:spChg chg="del">
          <ac:chgData name="Cristian Chilipirea" userId="34ab170da5908fc4" providerId="LiveId" clId="{657DC964-B470-42A9-AA52-9F1F849BFB76}" dt="2019-10-13T10:08:19.907" v="142" actId="478"/>
          <ac:spMkLst>
            <pc:docMk/>
            <pc:sldMk cId="4098173307" sldId="497"/>
            <ac:spMk id="3" creationId="{2879EFDC-0F00-4CD0-8357-2BD7D22B9794}"/>
          </ac:spMkLst>
        </pc:spChg>
        <pc:spChg chg="add del">
          <ac:chgData name="Cristian Chilipirea" userId="34ab170da5908fc4" providerId="LiveId" clId="{657DC964-B470-42A9-AA52-9F1F849BFB76}" dt="2019-10-13T10:08:27.804" v="146"/>
          <ac:spMkLst>
            <pc:docMk/>
            <pc:sldMk cId="4098173307" sldId="497"/>
            <ac:spMk id="4" creationId="{22F98031-1347-4335-9FEE-D19A752D6A8B}"/>
          </ac:spMkLst>
        </pc:spChg>
        <pc:spChg chg="add del">
          <ac:chgData name="Cristian Chilipirea" userId="34ab170da5908fc4" providerId="LiveId" clId="{657DC964-B470-42A9-AA52-9F1F849BFB76}" dt="2019-10-13T10:08:27.804" v="146"/>
          <ac:spMkLst>
            <pc:docMk/>
            <pc:sldMk cId="4098173307" sldId="497"/>
            <ac:spMk id="6" creationId="{0C516A34-2546-4558-888A-E6ABD98A8844}"/>
          </ac:spMkLst>
        </pc:spChg>
        <pc:spChg chg="add del">
          <ac:chgData name="Cristian Chilipirea" userId="34ab170da5908fc4" providerId="LiveId" clId="{657DC964-B470-42A9-AA52-9F1F849BFB76}" dt="2019-10-13T10:08:27.804" v="146"/>
          <ac:spMkLst>
            <pc:docMk/>
            <pc:sldMk cId="4098173307" sldId="497"/>
            <ac:spMk id="7" creationId="{361F52CB-927C-4E07-A3A8-34F915E9B9EB}"/>
          </ac:spMkLst>
        </pc:spChg>
        <pc:spChg chg="add del">
          <ac:chgData name="Cristian Chilipirea" userId="34ab170da5908fc4" providerId="LiveId" clId="{657DC964-B470-42A9-AA52-9F1F849BFB76}" dt="2019-10-13T10:08:27.804" v="146"/>
          <ac:spMkLst>
            <pc:docMk/>
            <pc:sldMk cId="4098173307" sldId="497"/>
            <ac:spMk id="8" creationId="{86DD4B57-591A-4927-9DD5-A65EA9F09DA0}"/>
          </ac:spMkLst>
        </pc:spChg>
        <pc:spChg chg="add del">
          <ac:chgData name="Cristian Chilipirea" userId="34ab170da5908fc4" providerId="LiveId" clId="{657DC964-B470-42A9-AA52-9F1F849BFB76}" dt="2019-10-13T10:08:27.804" v="146"/>
          <ac:spMkLst>
            <pc:docMk/>
            <pc:sldMk cId="4098173307" sldId="497"/>
            <ac:spMk id="9" creationId="{48535AF1-0D1B-4C74-9A2C-066F4B851943}"/>
          </ac:spMkLst>
        </pc:spChg>
        <pc:spChg chg="add del">
          <ac:chgData name="Cristian Chilipirea" userId="34ab170da5908fc4" providerId="LiveId" clId="{657DC964-B470-42A9-AA52-9F1F849BFB76}" dt="2019-10-13T10:08:27.804" v="146"/>
          <ac:spMkLst>
            <pc:docMk/>
            <pc:sldMk cId="4098173307" sldId="497"/>
            <ac:spMk id="10" creationId="{C3525BC6-85BD-4ECC-B48F-2EEDD630B0E1}"/>
          </ac:spMkLst>
        </pc:spChg>
        <pc:spChg chg="add del">
          <ac:chgData name="Cristian Chilipirea" userId="34ab170da5908fc4" providerId="LiveId" clId="{657DC964-B470-42A9-AA52-9F1F849BFB76}" dt="2019-10-13T10:08:27.804" v="146"/>
          <ac:spMkLst>
            <pc:docMk/>
            <pc:sldMk cId="4098173307" sldId="497"/>
            <ac:spMk id="11" creationId="{64F59FA7-A14F-416D-BB7F-D71D470833B9}"/>
          </ac:spMkLst>
        </pc:spChg>
        <pc:spChg chg="add del">
          <ac:chgData name="Cristian Chilipirea" userId="34ab170da5908fc4" providerId="LiveId" clId="{657DC964-B470-42A9-AA52-9F1F849BFB76}" dt="2019-10-13T10:08:27.804" v="146"/>
          <ac:spMkLst>
            <pc:docMk/>
            <pc:sldMk cId="4098173307" sldId="497"/>
            <ac:spMk id="12" creationId="{5F0AF861-B55B-47B8-8B84-7D9C0EBAE657}"/>
          </ac:spMkLst>
        </pc:spChg>
        <pc:spChg chg="add del">
          <ac:chgData name="Cristian Chilipirea" userId="34ab170da5908fc4" providerId="LiveId" clId="{657DC964-B470-42A9-AA52-9F1F849BFB76}" dt="2019-10-13T10:08:27.804" v="146"/>
          <ac:spMkLst>
            <pc:docMk/>
            <pc:sldMk cId="4098173307" sldId="497"/>
            <ac:spMk id="13" creationId="{4994DC3F-4E77-40E8-8F82-DAA031F0184A}"/>
          </ac:spMkLst>
        </pc:spChg>
        <pc:spChg chg="add del">
          <ac:chgData name="Cristian Chilipirea" userId="34ab170da5908fc4" providerId="LiveId" clId="{657DC964-B470-42A9-AA52-9F1F849BFB76}" dt="2019-10-13T10:08:27.804" v="146"/>
          <ac:spMkLst>
            <pc:docMk/>
            <pc:sldMk cId="4098173307" sldId="497"/>
            <ac:spMk id="14" creationId="{BA9F08FD-1226-4CED-BD53-0D213FD4ABC6}"/>
          </ac:spMkLst>
        </pc:spChg>
        <pc:spChg chg="add del">
          <ac:chgData name="Cristian Chilipirea" userId="34ab170da5908fc4" providerId="LiveId" clId="{657DC964-B470-42A9-AA52-9F1F849BFB76}" dt="2019-10-13T10:08:27.804" v="146"/>
          <ac:spMkLst>
            <pc:docMk/>
            <pc:sldMk cId="4098173307" sldId="497"/>
            <ac:spMk id="15" creationId="{EB5BAE07-CF5E-4C09-9034-ECB7075AEF4E}"/>
          </ac:spMkLst>
        </pc:spChg>
        <pc:spChg chg="add del">
          <ac:chgData name="Cristian Chilipirea" userId="34ab170da5908fc4" providerId="LiveId" clId="{657DC964-B470-42A9-AA52-9F1F849BFB76}" dt="2019-10-13T10:08:27.804" v="146"/>
          <ac:spMkLst>
            <pc:docMk/>
            <pc:sldMk cId="4098173307" sldId="497"/>
            <ac:spMk id="16" creationId="{181EDD4B-79E1-4BE2-94FB-BA49D9AA31F2}"/>
          </ac:spMkLst>
        </pc:spChg>
        <pc:spChg chg="add del">
          <ac:chgData name="Cristian Chilipirea" userId="34ab170da5908fc4" providerId="LiveId" clId="{657DC964-B470-42A9-AA52-9F1F849BFB76}" dt="2019-10-13T10:08:27.804" v="146"/>
          <ac:spMkLst>
            <pc:docMk/>
            <pc:sldMk cId="4098173307" sldId="497"/>
            <ac:spMk id="25" creationId="{DA5E7085-9707-4C73-8C8D-5235BBEBE8EF}"/>
          </ac:spMkLst>
        </pc:spChg>
        <pc:spChg chg="add del">
          <ac:chgData name="Cristian Chilipirea" userId="34ab170da5908fc4" providerId="LiveId" clId="{657DC964-B470-42A9-AA52-9F1F849BFB76}" dt="2019-10-13T10:08:27.804" v="146"/>
          <ac:spMkLst>
            <pc:docMk/>
            <pc:sldMk cId="4098173307" sldId="497"/>
            <ac:spMk id="26" creationId="{2CB4C363-5D71-4088-96C2-9D55FE22C2D7}"/>
          </ac:spMkLst>
        </pc:spChg>
        <pc:spChg chg="add del">
          <ac:chgData name="Cristian Chilipirea" userId="34ab170da5908fc4" providerId="LiveId" clId="{657DC964-B470-42A9-AA52-9F1F849BFB76}" dt="2019-10-13T10:08:27.804" v="146"/>
          <ac:spMkLst>
            <pc:docMk/>
            <pc:sldMk cId="4098173307" sldId="497"/>
            <ac:spMk id="27" creationId="{5F979FBE-CFAB-4FF3-88F6-47E135968E75}"/>
          </ac:spMkLst>
        </pc:spChg>
        <pc:spChg chg="add del">
          <ac:chgData name="Cristian Chilipirea" userId="34ab170da5908fc4" providerId="LiveId" clId="{657DC964-B470-42A9-AA52-9F1F849BFB76}" dt="2019-10-13T10:08:27.804" v="146"/>
          <ac:spMkLst>
            <pc:docMk/>
            <pc:sldMk cId="4098173307" sldId="497"/>
            <ac:spMk id="28" creationId="{AE4F1D43-CA84-4783-B214-159136E9A986}"/>
          </ac:spMkLst>
        </pc:spChg>
        <pc:spChg chg="add del">
          <ac:chgData name="Cristian Chilipirea" userId="34ab170da5908fc4" providerId="LiveId" clId="{657DC964-B470-42A9-AA52-9F1F849BFB76}" dt="2019-10-13T10:08:27.804" v="146"/>
          <ac:spMkLst>
            <pc:docMk/>
            <pc:sldMk cId="4098173307" sldId="497"/>
            <ac:spMk id="29" creationId="{88EE3260-5D81-4AE2-B2D7-1EFBD3C00455}"/>
          </ac:spMkLst>
        </pc:spChg>
        <pc:spChg chg="add del">
          <ac:chgData name="Cristian Chilipirea" userId="34ab170da5908fc4" providerId="LiveId" clId="{657DC964-B470-42A9-AA52-9F1F849BFB76}" dt="2019-10-13T10:08:27.804" v="146"/>
          <ac:spMkLst>
            <pc:docMk/>
            <pc:sldMk cId="4098173307" sldId="497"/>
            <ac:spMk id="30" creationId="{E1A838FD-CA65-43BE-9542-312A728641E2}"/>
          </ac:spMkLst>
        </pc:spChg>
        <pc:spChg chg="add del">
          <ac:chgData name="Cristian Chilipirea" userId="34ab170da5908fc4" providerId="LiveId" clId="{657DC964-B470-42A9-AA52-9F1F849BFB76}" dt="2019-10-13T10:08:27.804" v="146"/>
          <ac:spMkLst>
            <pc:docMk/>
            <pc:sldMk cId="4098173307" sldId="497"/>
            <ac:spMk id="31" creationId="{B92BE153-846B-4C2C-B5FE-D027B6915F1E}"/>
          </ac:spMkLst>
        </pc:spChg>
        <pc:spChg chg="add">
          <ac:chgData name="Cristian Chilipirea" userId="34ab170da5908fc4" providerId="LiveId" clId="{657DC964-B470-42A9-AA52-9F1F849BFB76}" dt="2019-10-13T10:08:27.818" v="147"/>
          <ac:spMkLst>
            <pc:docMk/>
            <pc:sldMk cId="4098173307" sldId="497"/>
            <ac:spMk id="32" creationId="{4F6138CB-832C-4474-B7E3-62A743FF68D8}"/>
          </ac:spMkLst>
        </pc:spChg>
        <pc:spChg chg="add">
          <ac:chgData name="Cristian Chilipirea" userId="34ab170da5908fc4" providerId="LiveId" clId="{657DC964-B470-42A9-AA52-9F1F849BFB76}" dt="2019-10-13T10:08:27.818" v="147"/>
          <ac:spMkLst>
            <pc:docMk/>
            <pc:sldMk cId="4098173307" sldId="497"/>
            <ac:spMk id="34" creationId="{8A233AA0-BCA2-408F-A794-2BD98C4A843F}"/>
          </ac:spMkLst>
        </pc:spChg>
        <pc:spChg chg="add">
          <ac:chgData name="Cristian Chilipirea" userId="34ab170da5908fc4" providerId="LiveId" clId="{657DC964-B470-42A9-AA52-9F1F849BFB76}" dt="2019-10-13T10:08:27.818" v="147"/>
          <ac:spMkLst>
            <pc:docMk/>
            <pc:sldMk cId="4098173307" sldId="497"/>
            <ac:spMk id="35" creationId="{FBD62371-D4AB-4BE3-A5ED-192CAD84A3D6}"/>
          </ac:spMkLst>
        </pc:spChg>
        <pc:spChg chg="add">
          <ac:chgData name="Cristian Chilipirea" userId="34ab170da5908fc4" providerId="LiveId" clId="{657DC964-B470-42A9-AA52-9F1F849BFB76}" dt="2019-10-13T10:08:27.818" v="147"/>
          <ac:spMkLst>
            <pc:docMk/>
            <pc:sldMk cId="4098173307" sldId="497"/>
            <ac:spMk id="36" creationId="{58E19579-6DCC-4B0F-8014-EB51CB245E78}"/>
          </ac:spMkLst>
        </pc:spChg>
        <pc:spChg chg="add">
          <ac:chgData name="Cristian Chilipirea" userId="34ab170da5908fc4" providerId="LiveId" clId="{657DC964-B470-42A9-AA52-9F1F849BFB76}" dt="2019-10-13T10:08:27.818" v="147"/>
          <ac:spMkLst>
            <pc:docMk/>
            <pc:sldMk cId="4098173307" sldId="497"/>
            <ac:spMk id="37" creationId="{3E32C0AA-F744-427B-8708-51B6DADCB7CF}"/>
          </ac:spMkLst>
        </pc:spChg>
        <pc:spChg chg="add">
          <ac:chgData name="Cristian Chilipirea" userId="34ab170da5908fc4" providerId="LiveId" clId="{657DC964-B470-42A9-AA52-9F1F849BFB76}" dt="2019-10-13T10:08:27.818" v="147"/>
          <ac:spMkLst>
            <pc:docMk/>
            <pc:sldMk cId="4098173307" sldId="497"/>
            <ac:spMk id="38" creationId="{C6813DFD-D39D-4D47-AED8-6B47F07592B1}"/>
          </ac:spMkLst>
        </pc:spChg>
        <pc:spChg chg="add">
          <ac:chgData name="Cristian Chilipirea" userId="34ab170da5908fc4" providerId="LiveId" clId="{657DC964-B470-42A9-AA52-9F1F849BFB76}" dt="2019-10-13T10:08:27.818" v="147"/>
          <ac:spMkLst>
            <pc:docMk/>
            <pc:sldMk cId="4098173307" sldId="497"/>
            <ac:spMk id="39" creationId="{C67E15FC-8EE1-468A-9B8A-5B0CCFA99210}"/>
          </ac:spMkLst>
        </pc:spChg>
        <pc:spChg chg="add">
          <ac:chgData name="Cristian Chilipirea" userId="34ab170da5908fc4" providerId="LiveId" clId="{657DC964-B470-42A9-AA52-9F1F849BFB76}" dt="2019-10-13T10:08:27.818" v="147"/>
          <ac:spMkLst>
            <pc:docMk/>
            <pc:sldMk cId="4098173307" sldId="497"/>
            <ac:spMk id="40" creationId="{76593FE0-2B12-493A-AAC1-DE437C5F3795}"/>
          </ac:spMkLst>
        </pc:spChg>
        <pc:spChg chg="add">
          <ac:chgData name="Cristian Chilipirea" userId="34ab170da5908fc4" providerId="LiveId" clId="{657DC964-B470-42A9-AA52-9F1F849BFB76}" dt="2019-10-13T10:08:27.818" v="147"/>
          <ac:spMkLst>
            <pc:docMk/>
            <pc:sldMk cId="4098173307" sldId="497"/>
            <ac:spMk id="41" creationId="{6197702A-823D-4EDD-9A9C-1DFF7A7F1216}"/>
          </ac:spMkLst>
        </pc:spChg>
        <pc:spChg chg="add">
          <ac:chgData name="Cristian Chilipirea" userId="34ab170da5908fc4" providerId="LiveId" clId="{657DC964-B470-42A9-AA52-9F1F849BFB76}" dt="2019-10-13T10:08:27.818" v="147"/>
          <ac:spMkLst>
            <pc:docMk/>
            <pc:sldMk cId="4098173307" sldId="497"/>
            <ac:spMk id="42" creationId="{D54C9C23-4417-43A8-BCF2-47ABC0802BCA}"/>
          </ac:spMkLst>
        </pc:spChg>
        <pc:spChg chg="add">
          <ac:chgData name="Cristian Chilipirea" userId="34ab170da5908fc4" providerId="LiveId" clId="{657DC964-B470-42A9-AA52-9F1F849BFB76}" dt="2019-10-13T10:08:27.818" v="147"/>
          <ac:spMkLst>
            <pc:docMk/>
            <pc:sldMk cId="4098173307" sldId="497"/>
            <ac:spMk id="43" creationId="{BCBF90F1-12EC-403F-8FED-8CE638811D88}"/>
          </ac:spMkLst>
        </pc:spChg>
        <pc:spChg chg="add">
          <ac:chgData name="Cristian Chilipirea" userId="34ab170da5908fc4" providerId="LiveId" clId="{657DC964-B470-42A9-AA52-9F1F849BFB76}" dt="2019-10-13T10:08:27.818" v="147"/>
          <ac:spMkLst>
            <pc:docMk/>
            <pc:sldMk cId="4098173307" sldId="497"/>
            <ac:spMk id="44" creationId="{F04829AA-7926-4D04-9186-39B522A5283F}"/>
          </ac:spMkLst>
        </pc:spChg>
        <pc:spChg chg="add">
          <ac:chgData name="Cristian Chilipirea" userId="34ab170da5908fc4" providerId="LiveId" clId="{657DC964-B470-42A9-AA52-9F1F849BFB76}" dt="2019-10-13T10:08:27.818" v="147"/>
          <ac:spMkLst>
            <pc:docMk/>
            <pc:sldMk cId="4098173307" sldId="497"/>
            <ac:spMk id="53" creationId="{5139D338-C160-48A4-82A3-353D4C6A1CC5}"/>
          </ac:spMkLst>
        </pc:spChg>
        <pc:spChg chg="add">
          <ac:chgData name="Cristian Chilipirea" userId="34ab170da5908fc4" providerId="LiveId" clId="{657DC964-B470-42A9-AA52-9F1F849BFB76}" dt="2019-10-13T10:08:27.818" v="147"/>
          <ac:spMkLst>
            <pc:docMk/>
            <pc:sldMk cId="4098173307" sldId="497"/>
            <ac:spMk id="54" creationId="{DAB91A51-4A86-49B9-B203-E7DE2D25527A}"/>
          </ac:spMkLst>
        </pc:spChg>
        <pc:spChg chg="add">
          <ac:chgData name="Cristian Chilipirea" userId="34ab170da5908fc4" providerId="LiveId" clId="{657DC964-B470-42A9-AA52-9F1F849BFB76}" dt="2019-10-13T10:08:27.818" v="147"/>
          <ac:spMkLst>
            <pc:docMk/>
            <pc:sldMk cId="4098173307" sldId="497"/>
            <ac:spMk id="55" creationId="{1D39393D-EDF9-45CF-905D-08F4E698DDBE}"/>
          </ac:spMkLst>
        </pc:spChg>
        <pc:spChg chg="add">
          <ac:chgData name="Cristian Chilipirea" userId="34ab170da5908fc4" providerId="LiveId" clId="{657DC964-B470-42A9-AA52-9F1F849BFB76}" dt="2019-10-13T10:08:27.818" v="147"/>
          <ac:spMkLst>
            <pc:docMk/>
            <pc:sldMk cId="4098173307" sldId="497"/>
            <ac:spMk id="56" creationId="{E5BF6B21-BBB6-424B-8F08-77BD5A885543}"/>
          </ac:spMkLst>
        </pc:spChg>
        <pc:spChg chg="add">
          <ac:chgData name="Cristian Chilipirea" userId="34ab170da5908fc4" providerId="LiveId" clId="{657DC964-B470-42A9-AA52-9F1F849BFB76}" dt="2019-10-13T10:08:27.818" v="147"/>
          <ac:spMkLst>
            <pc:docMk/>
            <pc:sldMk cId="4098173307" sldId="497"/>
            <ac:spMk id="57" creationId="{AB1FBE31-A055-4AE7-9897-38602E89AEFA}"/>
          </ac:spMkLst>
        </pc:spChg>
        <pc:spChg chg="add">
          <ac:chgData name="Cristian Chilipirea" userId="34ab170da5908fc4" providerId="LiveId" clId="{657DC964-B470-42A9-AA52-9F1F849BFB76}" dt="2019-10-13T10:08:27.818" v="147"/>
          <ac:spMkLst>
            <pc:docMk/>
            <pc:sldMk cId="4098173307" sldId="497"/>
            <ac:spMk id="58" creationId="{AAC631A1-DD59-4A48-9C2F-FA0C04A3B29E}"/>
          </ac:spMkLst>
        </pc:spChg>
        <pc:spChg chg="add">
          <ac:chgData name="Cristian Chilipirea" userId="34ab170da5908fc4" providerId="LiveId" clId="{657DC964-B470-42A9-AA52-9F1F849BFB76}" dt="2019-10-13T10:08:27.818" v="147"/>
          <ac:spMkLst>
            <pc:docMk/>
            <pc:sldMk cId="4098173307" sldId="497"/>
            <ac:spMk id="59" creationId="{1C8AF570-8EAE-49BA-8A1E-B4D97AF5D24F}"/>
          </ac:spMkLst>
        </pc:spChg>
        <pc:cxnChg chg="add del">
          <ac:chgData name="Cristian Chilipirea" userId="34ab170da5908fc4" providerId="LiveId" clId="{657DC964-B470-42A9-AA52-9F1F849BFB76}" dt="2019-10-13T10:08:27.804" v="146"/>
          <ac:cxnSpMkLst>
            <pc:docMk/>
            <pc:sldMk cId="4098173307" sldId="497"/>
            <ac:cxnSpMk id="5" creationId="{6E605E96-D483-49DD-BCC7-0ADA6F5C4B0D}"/>
          </ac:cxnSpMkLst>
        </pc:cxnChg>
        <pc:cxnChg chg="add del">
          <ac:chgData name="Cristian Chilipirea" userId="34ab170da5908fc4" providerId="LiveId" clId="{657DC964-B470-42A9-AA52-9F1F849BFB76}" dt="2019-10-13T10:08:27.804" v="146"/>
          <ac:cxnSpMkLst>
            <pc:docMk/>
            <pc:sldMk cId="4098173307" sldId="497"/>
            <ac:cxnSpMk id="17" creationId="{1C3299A9-8B27-4C74-94CB-F38D20BD7E73}"/>
          </ac:cxnSpMkLst>
        </pc:cxnChg>
        <pc:cxnChg chg="add del">
          <ac:chgData name="Cristian Chilipirea" userId="34ab170da5908fc4" providerId="LiveId" clId="{657DC964-B470-42A9-AA52-9F1F849BFB76}" dt="2019-10-13T10:08:27.804" v="146"/>
          <ac:cxnSpMkLst>
            <pc:docMk/>
            <pc:sldMk cId="4098173307" sldId="497"/>
            <ac:cxnSpMk id="18" creationId="{F3952220-803C-4670-9D10-BCAD26F85F79}"/>
          </ac:cxnSpMkLst>
        </pc:cxnChg>
        <pc:cxnChg chg="add del">
          <ac:chgData name="Cristian Chilipirea" userId="34ab170da5908fc4" providerId="LiveId" clId="{657DC964-B470-42A9-AA52-9F1F849BFB76}" dt="2019-10-13T10:08:27.804" v="146"/>
          <ac:cxnSpMkLst>
            <pc:docMk/>
            <pc:sldMk cId="4098173307" sldId="497"/>
            <ac:cxnSpMk id="19" creationId="{3FD6C3B4-3DB3-432A-AA55-C40EAC3DFB70}"/>
          </ac:cxnSpMkLst>
        </pc:cxnChg>
        <pc:cxnChg chg="add del">
          <ac:chgData name="Cristian Chilipirea" userId="34ab170da5908fc4" providerId="LiveId" clId="{657DC964-B470-42A9-AA52-9F1F849BFB76}" dt="2019-10-13T10:08:27.804" v="146"/>
          <ac:cxnSpMkLst>
            <pc:docMk/>
            <pc:sldMk cId="4098173307" sldId="497"/>
            <ac:cxnSpMk id="20" creationId="{FE49F576-6939-455E-8A0D-1F7A5149AC39}"/>
          </ac:cxnSpMkLst>
        </pc:cxnChg>
        <pc:cxnChg chg="add del">
          <ac:chgData name="Cristian Chilipirea" userId="34ab170da5908fc4" providerId="LiveId" clId="{657DC964-B470-42A9-AA52-9F1F849BFB76}" dt="2019-10-13T10:08:27.804" v="146"/>
          <ac:cxnSpMkLst>
            <pc:docMk/>
            <pc:sldMk cId="4098173307" sldId="497"/>
            <ac:cxnSpMk id="21" creationId="{B23CD4E7-89E5-4263-A67D-FB10BBD1CFE0}"/>
          </ac:cxnSpMkLst>
        </pc:cxnChg>
        <pc:cxnChg chg="add del">
          <ac:chgData name="Cristian Chilipirea" userId="34ab170da5908fc4" providerId="LiveId" clId="{657DC964-B470-42A9-AA52-9F1F849BFB76}" dt="2019-10-13T10:08:27.804" v="146"/>
          <ac:cxnSpMkLst>
            <pc:docMk/>
            <pc:sldMk cId="4098173307" sldId="497"/>
            <ac:cxnSpMk id="22" creationId="{6E3AE0F1-1C5A-48C3-9A2D-FF5A3DA8F1B8}"/>
          </ac:cxnSpMkLst>
        </pc:cxnChg>
        <pc:cxnChg chg="add del">
          <ac:chgData name="Cristian Chilipirea" userId="34ab170da5908fc4" providerId="LiveId" clId="{657DC964-B470-42A9-AA52-9F1F849BFB76}" dt="2019-10-13T10:08:27.804" v="146"/>
          <ac:cxnSpMkLst>
            <pc:docMk/>
            <pc:sldMk cId="4098173307" sldId="497"/>
            <ac:cxnSpMk id="23" creationId="{0441895F-5B4C-4C9F-887D-EF9473340309}"/>
          </ac:cxnSpMkLst>
        </pc:cxnChg>
        <pc:cxnChg chg="add del">
          <ac:chgData name="Cristian Chilipirea" userId="34ab170da5908fc4" providerId="LiveId" clId="{657DC964-B470-42A9-AA52-9F1F849BFB76}" dt="2019-10-13T10:08:27.804" v="146"/>
          <ac:cxnSpMkLst>
            <pc:docMk/>
            <pc:sldMk cId="4098173307" sldId="497"/>
            <ac:cxnSpMk id="24" creationId="{FD2EC805-4AF4-4B18-88C6-3E01BE5CCAD0}"/>
          </ac:cxnSpMkLst>
        </pc:cxnChg>
        <pc:cxnChg chg="add">
          <ac:chgData name="Cristian Chilipirea" userId="34ab170da5908fc4" providerId="LiveId" clId="{657DC964-B470-42A9-AA52-9F1F849BFB76}" dt="2019-10-13T10:08:27.818" v="147"/>
          <ac:cxnSpMkLst>
            <pc:docMk/>
            <pc:sldMk cId="4098173307" sldId="497"/>
            <ac:cxnSpMk id="33" creationId="{6CD19A4C-3D8B-4C49-BC75-805383EBDE0D}"/>
          </ac:cxnSpMkLst>
        </pc:cxnChg>
        <pc:cxnChg chg="add">
          <ac:chgData name="Cristian Chilipirea" userId="34ab170da5908fc4" providerId="LiveId" clId="{657DC964-B470-42A9-AA52-9F1F849BFB76}" dt="2019-10-13T10:08:27.818" v="147"/>
          <ac:cxnSpMkLst>
            <pc:docMk/>
            <pc:sldMk cId="4098173307" sldId="497"/>
            <ac:cxnSpMk id="45" creationId="{AAEC0047-9358-4F79-80B2-5FBC45BB65A5}"/>
          </ac:cxnSpMkLst>
        </pc:cxnChg>
        <pc:cxnChg chg="add">
          <ac:chgData name="Cristian Chilipirea" userId="34ab170da5908fc4" providerId="LiveId" clId="{657DC964-B470-42A9-AA52-9F1F849BFB76}" dt="2019-10-13T10:08:27.818" v="147"/>
          <ac:cxnSpMkLst>
            <pc:docMk/>
            <pc:sldMk cId="4098173307" sldId="497"/>
            <ac:cxnSpMk id="46" creationId="{33DF0F4E-E572-4D6E-B13E-9DC2CD7A09CA}"/>
          </ac:cxnSpMkLst>
        </pc:cxnChg>
        <pc:cxnChg chg="add">
          <ac:chgData name="Cristian Chilipirea" userId="34ab170da5908fc4" providerId="LiveId" clId="{657DC964-B470-42A9-AA52-9F1F849BFB76}" dt="2019-10-13T10:08:27.818" v="147"/>
          <ac:cxnSpMkLst>
            <pc:docMk/>
            <pc:sldMk cId="4098173307" sldId="497"/>
            <ac:cxnSpMk id="47" creationId="{C71FE2BE-F3EA-4B7D-AE62-DB157831079A}"/>
          </ac:cxnSpMkLst>
        </pc:cxnChg>
        <pc:cxnChg chg="add">
          <ac:chgData name="Cristian Chilipirea" userId="34ab170da5908fc4" providerId="LiveId" clId="{657DC964-B470-42A9-AA52-9F1F849BFB76}" dt="2019-10-13T10:08:27.818" v="147"/>
          <ac:cxnSpMkLst>
            <pc:docMk/>
            <pc:sldMk cId="4098173307" sldId="497"/>
            <ac:cxnSpMk id="48" creationId="{91CF863C-32D3-4437-91AE-6E4AC0FCAD19}"/>
          </ac:cxnSpMkLst>
        </pc:cxnChg>
        <pc:cxnChg chg="add">
          <ac:chgData name="Cristian Chilipirea" userId="34ab170da5908fc4" providerId="LiveId" clId="{657DC964-B470-42A9-AA52-9F1F849BFB76}" dt="2019-10-13T10:08:27.818" v="147"/>
          <ac:cxnSpMkLst>
            <pc:docMk/>
            <pc:sldMk cId="4098173307" sldId="497"/>
            <ac:cxnSpMk id="49" creationId="{E6ECBAA1-2DCE-4E65-87B0-937539AB3CBB}"/>
          </ac:cxnSpMkLst>
        </pc:cxnChg>
        <pc:cxnChg chg="add">
          <ac:chgData name="Cristian Chilipirea" userId="34ab170da5908fc4" providerId="LiveId" clId="{657DC964-B470-42A9-AA52-9F1F849BFB76}" dt="2019-10-13T10:08:27.818" v="147"/>
          <ac:cxnSpMkLst>
            <pc:docMk/>
            <pc:sldMk cId="4098173307" sldId="497"/>
            <ac:cxnSpMk id="50" creationId="{26208BF7-6EC4-4E33-9613-62C27911F78B}"/>
          </ac:cxnSpMkLst>
        </pc:cxnChg>
        <pc:cxnChg chg="add">
          <ac:chgData name="Cristian Chilipirea" userId="34ab170da5908fc4" providerId="LiveId" clId="{657DC964-B470-42A9-AA52-9F1F849BFB76}" dt="2019-10-13T10:08:27.818" v="147"/>
          <ac:cxnSpMkLst>
            <pc:docMk/>
            <pc:sldMk cId="4098173307" sldId="497"/>
            <ac:cxnSpMk id="51" creationId="{534DF27B-DC8C-4100-B27F-7BDEF6F5897F}"/>
          </ac:cxnSpMkLst>
        </pc:cxnChg>
        <pc:cxnChg chg="add">
          <ac:chgData name="Cristian Chilipirea" userId="34ab170da5908fc4" providerId="LiveId" clId="{657DC964-B470-42A9-AA52-9F1F849BFB76}" dt="2019-10-13T10:08:27.818" v="147"/>
          <ac:cxnSpMkLst>
            <pc:docMk/>
            <pc:sldMk cId="4098173307" sldId="497"/>
            <ac:cxnSpMk id="52" creationId="{5CFC1985-DD65-4850-8FB9-946B8111B305}"/>
          </ac:cxnSpMkLst>
        </pc:cxnChg>
      </pc:sldChg>
      <pc:sldChg chg="del">
        <pc:chgData name="Cristian Chilipirea" userId="34ab170da5908fc4" providerId="LiveId" clId="{657DC964-B470-42A9-AA52-9F1F849BFB76}" dt="2019-10-13T10:02:34.042" v="12" actId="2696"/>
        <pc:sldMkLst>
          <pc:docMk/>
          <pc:sldMk cId="378574680" sldId="498"/>
        </pc:sldMkLst>
      </pc:sldChg>
      <pc:sldChg chg="addSp delSp modSp add">
        <pc:chgData name="Cristian Chilipirea" userId="34ab170da5908fc4" providerId="LiveId" clId="{657DC964-B470-42A9-AA52-9F1F849BFB76}" dt="2019-10-13T10:08:47.149" v="154" actId="1076"/>
        <pc:sldMkLst>
          <pc:docMk/>
          <pc:sldMk cId="4024201569" sldId="498"/>
        </pc:sldMkLst>
        <pc:spChg chg="mod">
          <ac:chgData name="Cristian Chilipirea" userId="34ab170da5908fc4" providerId="LiveId" clId="{657DC964-B470-42A9-AA52-9F1F849BFB76}" dt="2019-10-13T10:08:37.347" v="149"/>
          <ac:spMkLst>
            <pc:docMk/>
            <pc:sldMk cId="4024201569" sldId="498"/>
            <ac:spMk id="2" creationId="{9B2E5FD3-8D15-479E-BC99-BF6E541A52FD}"/>
          </ac:spMkLst>
        </pc:spChg>
        <pc:spChg chg="del">
          <ac:chgData name="Cristian Chilipirea" userId="34ab170da5908fc4" providerId="LiveId" clId="{657DC964-B470-42A9-AA52-9F1F849BFB76}" dt="2019-10-13T10:08:39.779" v="150" actId="478"/>
          <ac:spMkLst>
            <pc:docMk/>
            <pc:sldMk cId="4024201569" sldId="498"/>
            <ac:spMk id="3" creationId="{05B3A861-5D3A-4847-BCEA-889786AFCA7F}"/>
          </ac:spMkLst>
        </pc:spChg>
        <pc:graphicFrameChg chg="add mod">
          <ac:chgData name="Cristian Chilipirea" userId="34ab170da5908fc4" providerId="LiveId" clId="{657DC964-B470-42A9-AA52-9F1F849BFB76}" dt="2019-10-13T10:08:47.149" v="154" actId="1076"/>
          <ac:graphicFrameMkLst>
            <pc:docMk/>
            <pc:sldMk cId="4024201569" sldId="498"/>
            <ac:graphicFrameMk id="4" creationId="{CAF04571-0567-42C5-AD38-646CC538D97F}"/>
          </ac:graphicFrameMkLst>
        </pc:graphicFrameChg>
      </pc:sldChg>
      <pc:sldChg chg="del">
        <pc:chgData name="Cristian Chilipirea" userId="34ab170da5908fc4" providerId="LiveId" clId="{657DC964-B470-42A9-AA52-9F1F849BFB76}" dt="2019-10-13T10:02:34.444" v="13" actId="2696"/>
        <pc:sldMkLst>
          <pc:docMk/>
          <pc:sldMk cId="586011746" sldId="499"/>
        </pc:sldMkLst>
      </pc:sldChg>
      <pc:sldChg chg="addSp delSp modSp add">
        <pc:chgData name="Cristian Chilipirea" userId="34ab170da5908fc4" providerId="LiveId" clId="{657DC964-B470-42A9-AA52-9F1F849BFB76}" dt="2019-10-13T10:09:06.711" v="161" actId="1076"/>
        <pc:sldMkLst>
          <pc:docMk/>
          <pc:sldMk cId="842792041" sldId="499"/>
        </pc:sldMkLst>
        <pc:spChg chg="mod">
          <ac:chgData name="Cristian Chilipirea" userId="34ab170da5908fc4" providerId="LiveId" clId="{657DC964-B470-42A9-AA52-9F1F849BFB76}" dt="2019-10-13T10:08:55.867" v="156"/>
          <ac:spMkLst>
            <pc:docMk/>
            <pc:sldMk cId="842792041" sldId="499"/>
            <ac:spMk id="2" creationId="{51759422-756F-470C-A4FF-D025DCE928B1}"/>
          </ac:spMkLst>
        </pc:spChg>
        <pc:spChg chg="del">
          <ac:chgData name="Cristian Chilipirea" userId="34ab170da5908fc4" providerId="LiveId" clId="{657DC964-B470-42A9-AA52-9F1F849BFB76}" dt="2019-10-13T10:09:00.235" v="157" actId="478"/>
          <ac:spMkLst>
            <pc:docMk/>
            <pc:sldMk cId="842792041" sldId="499"/>
            <ac:spMk id="3" creationId="{89D7BCDC-E267-4CB5-9DEF-4E02A5182204}"/>
          </ac:spMkLst>
        </pc:spChg>
        <pc:graphicFrameChg chg="add mod">
          <ac:chgData name="Cristian Chilipirea" userId="34ab170da5908fc4" providerId="LiveId" clId="{657DC964-B470-42A9-AA52-9F1F849BFB76}" dt="2019-10-13T10:09:06.711" v="161" actId="1076"/>
          <ac:graphicFrameMkLst>
            <pc:docMk/>
            <pc:sldMk cId="842792041" sldId="499"/>
            <ac:graphicFrameMk id="4" creationId="{AFB64794-CE6C-4671-A48C-D2EB4023E1FC}"/>
          </ac:graphicFrameMkLst>
        </pc:graphicFrameChg>
      </pc:sldChg>
      <pc:sldChg chg="del">
        <pc:chgData name="Cristian Chilipirea" userId="34ab170da5908fc4" providerId="LiveId" clId="{657DC964-B470-42A9-AA52-9F1F849BFB76}" dt="2019-10-13T10:02:34.606" v="14" actId="2696"/>
        <pc:sldMkLst>
          <pc:docMk/>
          <pc:sldMk cId="2032635208" sldId="500"/>
        </pc:sldMkLst>
      </pc:sldChg>
      <pc:sldChg chg="addSp delSp modSp add">
        <pc:chgData name="Cristian Chilipirea" userId="34ab170da5908fc4" providerId="LiveId" clId="{657DC964-B470-42A9-AA52-9F1F849BFB76}" dt="2019-10-13T10:09:22.257" v="167"/>
        <pc:sldMkLst>
          <pc:docMk/>
          <pc:sldMk cId="2705758714" sldId="500"/>
        </pc:sldMkLst>
        <pc:spChg chg="mod">
          <ac:chgData name="Cristian Chilipirea" userId="34ab170da5908fc4" providerId="LiveId" clId="{657DC964-B470-42A9-AA52-9F1F849BFB76}" dt="2019-10-13T10:09:14.672" v="163"/>
          <ac:spMkLst>
            <pc:docMk/>
            <pc:sldMk cId="2705758714" sldId="500"/>
            <ac:spMk id="2" creationId="{8363ADBF-8C65-4741-86E8-6EF4D9C433D8}"/>
          </ac:spMkLst>
        </pc:spChg>
        <pc:spChg chg="del">
          <ac:chgData name="Cristian Chilipirea" userId="34ab170da5908fc4" providerId="LiveId" clId="{657DC964-B470-42A9-AA52-9F1F849BFB76}" dt="2019-10-13T10:09:16.671" v="164" actId="478"/>
          <ac:spMkLst>
            <pc:docMk/>
            <pc:sldMk cId="2705758714" sldId="500"/>
            <ac:spMk id="3" creationId="{DC1A0510-DAB9-4888-B153-4F2CCF95AB42}"/>
          </ac:spMkLst>
        </pc:spChg>
        <pc:spChg chg="add del">
          <ac:chgData name="Cristian Chilipirea" userId="34ab170da5908fc4" providerId="LiveId" clId="{657DC964-B470-42A9-AA52-9F1F849BFB76}" dt="2019-10-13T10:09:22.251" v="166"/>
          <ac:spMkLst>
            <pc:docMk/>
            <pc:sldMk cId="2705758714" sldId="500"/>
            <ac:spMk id="4" creationId="{B5467575-8CA9-4028-8056-7740D026C4A4}"/>
          </ac:spMkLst>
        </pc:spChg>
        <pc:spChg chg="add">
          <ac:chgData name="Cristian Chilipirea" userId="34ab170da5908fc4" providerId="LiveId" clId="{657DC964-B470-42A9-AA52-9F1F849BFB76}" dt="2019-10-13T10:09:22.257" v="167"/>
          <ac:spMkLst>
            <pc:docMk/>
            <pc:sldMk cId="2705758714" sldId="500"/>
            <ac:spMk id="5" creationId="{BDD0DDC1-C06D-4718-8F22-F536F7A3D6F7}"/>
          </ac:spMkLst>
        </pc:spChg>
      </pc:sldChg>
      <pc:sldChg chg="del">
        <pc:chgData name="Cristian Chilipirea" userId="34ab170da5908fc4" providerId="LiveId" clId="{657DC964-B470-42A9-AA52-9F1F849BFB76}" dt="2019-10-13T10:02:34.641" v="15" actId="2696"/>
        <pc:sldMkLst>
          <pc:docMk/>
          <pc:sldMk cId="231591143" sldId="501"/>
        </pc:sldMkLst>
      </pc:sldChg>
      <pc:sldChg chg="addSp delSp modSp add">
        <pc:chgData name="Cristian Chilipirea" userId="34ab170da5908fc4" providerId="LiveId" clId="{657DC964-B470-42A9-AA52-9F1F849BFB76}" dt="2019-10-13T10:10:01.390" v="184" actId="1076"/>
        <pc:sldMkLst>
          <pc:docMk/>
          <pc:sldMk cId="3947385770" sldId="501"/>
        </pc:sldMkLst>
        <pc:spChg chg="mod">
          <ac:chgData name="Cristian Chilipirea" userId="34ab170da5908fc4" providerId="LiveId" clId="{657DC964-B470-42A9-AA52-9F1F849BFB76}" dt="2019-10-13T10:09:28.992" v="169"/>
          <ac:spMkLst>
            <pc:docMk/>
            <pc:sldMk cId="3947385770" sldId="501"/>
            <ac:spMk id="2" creationId="{ED9DC9DC-5575-4810-924E-93527ED37DE5}"/>
          </ac:spMkLst>
        </pc:spChg>
        <pc:spChg chg="del">
          <ac:chgData name="Cristian Chilipirea" userId="34ab170da5908fc4" providerId="LiveId" clId="{657DC964-B470-42A9-AA52-9F1F849BFB76}" dt="2019-10-13T10:09:31.132" v="170" actId="478"/>
          <ac:spMkLst>
            <pc:docMk/>
            <pc:sldMk cId="3947385770" sldId="501"/>
            <ac:spMk id="3" creationId="{2E174BFD-1557-40FA-95B9-14EB6B1D0213}"/>
          </ac:spMkLst>
        </pc:spChg>
        <pc:spChg chg="add del mod">
          <ac:chgData name="Cristian Chilipirea" userId="34ab170da5908fc4" providerId="LiveId" clId="{657DC964-B470-42A9-AA52-9F1F849BFB76}" dt="2019-10-13T10:09:39.819" v="174"/>
          <ac:spMkLst>
            <pc:docMk/>
            <pc:sldMk cId="3947385770" sldId="501"/>
            <ac:spMk id="4" creationId="{2E13532D-901F-4851-ACAD-54AD132ADB4F}"/>
          </ac:spMkLst>
        </pc:spChg>
        <pc:spChg chg="add del">
          <ac:chgData name="Cristian Chilipirea" userId="34ab170da5908fc4" providerId="LiveId" clId="{657DC964-B470-42A9-AA52-9F1F849BFB76}" dt="2019-10-13T10:09:41.623" v="176"/>
          <ac:spMkLst>
            <pc:docMk/>
            <pc:sldMk cId="3947385770" sldId="501"/>
            <ac:spMk id="5" creationId="{A1C8DCB1-CBD3-4F4D-B49A-FABEEFFDBF2C}"/>
          </ac:spMkLst>
        </pc:spChg>
        <pc:spChg chg="add mod">
          <ac:chgData name="Cristian Chilipirea" userId="34ab170da5908fc4" providerId="LiveId" clId="{657DC964-B470-42A9-AA52-9F1F849BFB76}" dt="2019-10-13T10:09:43.732" v="178" actId="14100"/>
          <ac:spMkLst>
            <pc:docMk/>
            <pc:sldMk cId="3947385770" sldId="501"/>
            <ac:spMk id="6" creationId="{1DF74CDC-0FB4-4EE2-9A2A-D6CEAF0248CF}"/>
          </ac:spMkLst>
        </pc:spChg>
        <pc:spChg chg="add del">
          <ac:chgData name="Cristian Chilipirea" userId="34ab170da5908fc4" providerId="LiveId" clId="{657DC964-B470-42A9-AA52-9F1F849BFB76}" dt="2019-10-13T10:09:53.419" v="180"/>
          <ac:spMkLst>
            <pc:docMk/>
            <pc:sldMk cId="3947385770" sldId="501"/>
            <ac:spMk id="7" creationId="{191B7D36-F358-4434-A07D-104C5BACF284}"/>
          </ac:spMkLst>
        </pc:spChg>
        <pc:spChg chg="add del">
          <ac:chgData name="Cristian Chilipirea" userId="34ab170da5908fc4" providerId="LiveId" clId="{657DC964-B470-42A9-AA52-9F1F849BFB76}" dt="2019-10-13T10:09:59.121" v="182"/>
          <ac:spMkLst>
            <pc:docMk/>
            <pc:sldMk cId="3947385770" sldId="501"/>
            <ac:spMk id="8" creationId="{0A83A440-F759-4DC9-A6E9-4E3DE0B3DCF2}"/>
          </ac:spMkLst>
        </pc:spChg>
        <pc:spChg chg="add mod">
          <ac:chgData name="Cristian Chilipirea" userId="34ab170da5908fc4" providerId="LiveId" clId="{657DC964-B470-42A9-AA52-9F1F849BFB76}" dt="2019-10-13T10:10:01.390" v="184" actId="1076"/>
          <ac:spMkLst>
            <pc:docMk/>
            <pc:sldMk cId="3947385770" sldId="501"/>
            <ac:spMk id="9" creationId="{BE1039BB-D78B-4FF0-9C45-92F7E812E55F}"/>
          </ac:spMkLst>
        </pc:spChg>
      </pc:sldChg>
      <pc:sldChg chg="del">
        <pc:chgData name="Cristian Chilipirea" userId="34ab170da5908fc4" providerId="LiveId" clId="{657DC964-B470-42A9-AA52-9F1F849BFB76}" dt="2019-10-13T10:02:34.705" v="16" actId="2696"/>
        <pc:sldMkLst>
          <pc:docMk/>
          <pc:sldMk cId="3589621216" sldId="502"/>
        </pc:sldMkLst>
      </pc:sldChg>
      <pc:sldChg chg="addSp delSp modSp add">
        <pc:chgData name="Cristian Chilipirea" userId="34ab170da5908fc4" providerId="LiveId" clId="{657DC964-B470-42A9-AA52-9F1F849BFB76}" dt="2019-10-13T10:10:38.052" v="194" actId="1076"/>
        <pc:sldMkLst>
          <pc:docMk/>
          <pc:sldMk cId="4168258613" sldId="502"/>
        </pc:sldMkLst>
        <pc:spChg chg="mod">
          <ac:chgData name="Cristian Chilipirea" userId="34ab170da5908fc4" providerId="LiveId" clId="{657DC964-B470-42A9-AA52-9F1F849BFB76}" dt="2019-10-13T10:10:31.067" v="191" actId="1076"/>
          <ac:spMkLst>
            <pc:docMk/>
            <pc:sldMk cId="4168258613" sldId="502"/>
            <ac:spMk id="2" creationId="{66AB0833-2FB4-4CA6-BFB6-F383F72145A4}"/>
          </ac:spMkLst>
        </pc:spChg>
        <pc:spChg chg="del">
          <ac:chgData name="Cristian Chilipirea" userId="34ab170da5908fc4" providerId="LiveId" clId="{657DC964-B470-42A9-AA52-9F1F849BFB76}" dt="2019-10-13T10:10:17.955" v="187" actId="478"/>
          <ac:spMkLst>
            <pc:docMk/>
            <pc:sldMk cId="4168258613" sldId="502"/>
            <ac:spMk id="3" creationId="{2BE05692-3772-447C-9902-56DD52369F94}"/>
          </ac:spMkLst>
        </pc:spChg>
        <pc:graphicFrameChg chg="add mod">
          <ac:chgData name="Cristian Chilipirea" userId="34ab170da5908fc4" providerId="LiveId" clId="{657DC964-B470-42A9-AA52-9F1F849BFB76}" dt="2019-10-13T10:10:38.052" v="194" actId="1076"/>
          <ac:graphicFrameMkLst>
            <pc:docMk/>
            <pc:sldMk cId="4168258613" sldId="502"/>
            <ac:graphicFrameMk id="4" creationId="{0F6D4354-D7D0-4F9B-8819-F27434A345B4}"/>
          </ac:graphicFrameMkLst>
        </pc:graphicFrameChg>
      </pc:sldChg>
      <pc:sldChg chg="addSp delSp modSp add">
        <pc:chgData name="Cristian Chilipirea" userId="34ab170da5908fc4" providerId="LiveId" clId="{657DC964-B470-42A9-AA52-9F1F849BFB76}" dt="2019-10-13T10:10:59.239" v="201" actId="1076"/>
        <pc:sldMkLst>
          <pc:docMk/>
          <pc:sldMk cId="869789185" sldId="503"/>
        </pc:sldMkLst>
        <pc:spChg chg="mod">
          <ac:chgData name="Cristian Chilipirea" userId="34ab170da5908fc4" providerId="LiveId" clId="{657DC964-B470-42A9-AA52-9F1F849BFB76}" dt="2019-10-13T10:10:48.821" v="196"/>
          <ac:spMkLst>
            <pc:docMk/>
            <pc:sldMk cId="869789185" sldId="503"/>
            <ac:spMk id="2" creationId="{7F2312C5-3C32-4CB3-910C-6A1DF5299275}"/>
          </ac:spMkLst>
        </pc:spChg>
        <pc:spChg chg="del">
          <ac:chgData name="Cristian Chilipirea" userId="34ab170da5908fc4" providerId="LiveId" clId="{657DC964-B470-42A9-AA52-9F1F849BFB76}" dt="2019-10-13T10:10:50.939" v="197" actId="478"/>
          <ac:spMkLst>
            <pc:docMk/>
            <pc:sldMk cId="869789185" sldId="503"/>
            <ac:spMk id="3" creationId="{C1DE16AF-3D5F-468F-8C24-EAB77D269A98}"/>
          </ac:spMkLst>
        </pc:spChg>
        <pc:graphicFrameChg chg="add mod">
          <ac:chgData name="Cristian Chilipirea" userId="34ab170da5908fc4" providerId="LiveId" clId="{657DC964-B470-42A9-AA52-9F1F849BFB76}" dt="2019-10-13T10:10:59.239" v="201" actId="1076"/>
          <ac:graphicFrameMkLst>
            <pc:docMk/>
            <pc:sldMk cId="869789185" sldId="503"/>
            <ac:graphicFrameMk id="4" creationId="{DD4990F9-B542-4768-BBD1-32E31251DF1D}"/>
          </ac:graphicFrameMkLst>
        </pc:graphicFrameChg>
      </pc:sldChg>
      <pc:sldChg chg="del">
        <pc:chgData name="Cristian Chilipirea" userId="34ab170da5908fc4" providerId="LiveId" clId="{657DC964-B470-42A9-AA52-9F1F849BFB76}" dt="2019-10-13T10:02:34.912" v="17" actId="2696"/>
        <pc:sldMkLst>
          <pc:docMk/>
          <pc:sldMk cId="2217378888" sldId="503"/>
        </pc:sldMkLst>
      </pc:sldChg>
      <pc:sldChg chg="addSp delSp modSp add">
        <pc:chgData name="Cristian Chilipirea" userId="34ab170da5908fc4" providerId="LiveId" clId="{657DC964-B470-42A9-AA52-9F1F849BFB76}" dt="2019-10-13T10:11:15.248" v="207" actId="14100"/>
        <pc:sldMkLst>
          <pc:docMk/>
          <pc:sldMk cId="1043207232" sldId="504"/>
        </pc:sldMkLst>
        <pc:spChg chg="mod">
          <ac:chgData name="Cristian Chilipirea" userId="34ab170da5908fc4" providerId="LiveId" clId="{657DC964-B470-42A9-AA52-9F1F849BFB76}" dt="2019-10-13T10:11:06.664" v="203"/>
          <ac:spMkLst>
            <pc:docMk/>
            <pc:sldMk cId="1043207232" sldId="504"/>
            <ac:spMk id="2" creationId="{75632261-F087-4198-B348-B88D7A71DC48}"/>
          </ac:spMkLst>
        </pc:spChg>
        <pc:spChg chg="del">
          <ac:chgData name="Cristian Chilipirea" userId="34ab170da5908fc4" providerId="LiveId" clId="{657DC964-B470-42A9-AA52-9F1F849BFB76}" dt="2019-10-13T10:11:08.687" v="204" actId="478"/>
          <ac:spMkLst>
            <pc:docMk/>
            <pc:sldMk cId="1043207232" sldId="504"/>
            <ac:spMk id="3" creationId="{8D0A4D6A-EF23-49EC-AB18-34A883BD4A63}"/>
          </ac:spMkLst>
        </pc:spChg>
        <pc:graphicFrameChg chg="add mod">
          <ac:chgData name="Cristian Chilipirea" userId="34ab170da5908fc4" providerId="LiveId" clId="{657DC964-B470-42A9-AA52-9F1F849BFB76}" dt="2019-10-13T10:11:15.248" v="207" actId="14100"/>
          <ac:graphicFrameMkLst>
            <pc:docMk/>
            <pc:sldMk cId="1043207232" sldId="504"/>
            <ac:graphicFrameMk id="4" creationId="{C543FDB8-CC61-4FE8-95D9-9DA83CA7744F}"/>
          </ac:graphicFrameMkLst>
        </pc:graphicFrameChg>
      </pc:sldChg>
      <pc:sldChg chg="del">
        <pc:chgData name="Cristian Chilipirea" userId="34ab170da5908fc4" providerId="LiveId" clId="{657DC964-B470-42A9-AA52-9F1F849BFB76}" dt="2019-10-13T10:02:35.344" v="18" actId="2696"/>
        <pc:sldMkLst>
          <pc:docMk/>
          <pc:sldMk cId="3307072845" sldId="504"/>
        </pc:sldMkLst>
      </pc:sldChg>
      <pc:sldChg chg="del">
        <pc:chgData name="Cristian Chilipirea" userId="34ab170da5908fc4" providerId="LiveId" clId="{657DC964-B470-42A9-AA52-9F1F849BFB76}" dt="2019-10-13T10:02:35.551" v="19" actId="2696"/>
        <pc:sldMkLst>
          <pc:docMk/>
          <pc:sldMk cId="3110428701" sldId="505"/>
        </pc:sldMkLst>
      </pc:sldChg>
      <pc:sldChg chg="addSp delSp modSp add">
        <pc:chgData name="Cristian Chilipirea" userId="34ab170da5908fc4" providerId="LiveId" clId="{657DC964-B470-42A9-AA52-9F1F849BFB76}" dt="2019-10-13T10:11:34.196" v="214" actId="1076"/>
        <pc:sldMkLst>
          <pc:docMk/>
          <pc:sldMk cId="3765374340" sldId="505"/>
        </pc:sldMkLst>
        <pc:spChg chg="mod">
          <ac:chgData name="Cristian Chilipirea" userId="34ab170da5908fc4" providerId="LiveId" clId="{657DC964-B470-42A9-AA52-9F1F849BFB76}" dt="2019-10-13T10:11:23.019" v="209"/>
          <ac:spMkLst>
            <pc:docMk/>
            <pc:sldMk cId="3765374340" sldId="505"/>
            <ac:spMk id="2" creationId="{A689253C-C6E9-41B6-95BB-C53073C1393B}"/>
          </ac:spMkLst>
        </pc:spChg>
        <pc:spChg chg="del">
          <ac:chgData name="Cristian Chilipirea" userId="34ab170da5908fc4" providerId="LiveId" clId="{657DC964-B470-42A9-AA52-9F1F849BFB76}" dt="2019-10-13T10:11:25.139" v="210" actId="478"/>
          <ac:spMkLst>
            <pc:docMk/>
            <pc:sldMk cId="3765374340" sldId="505"/>
            <ac:spMk id="3" creationId="{39DB1002-175F-4951-A15B-0951EC92635C}"/>
          </ac:spMkLst>
        </pc:spChg>
        <pc:spChg chg="add del">
          <ac:chgData name="Cristian Chilipirea" userId="34ab170da5908fc4" providerId="LiveId" clId="{657DC964-B470-42A9-AA52-9F1F849BFB76}" dt="2019-10-13T10:11:31.996" v="212"/>
          <ac:spMkLst>
            <pc:docMk/>
            <pc:sldMk cId="3765374340" sldId="505"/>
            <ac:spMk id="4" creationId="{DAC24727-7600-43CA-BD25-0F9C5BD5346A}"/>
          </ac:spMkLst>
        </pc:spChg>
        <pc:spChg chg="add mod">
          <ac:chgData name="Cristian Chilipirea" userId="34ab170da5908fc4" providerId="LiveId" clId="{657DC964-B470-42A9-AA52-9F1F849BFB76}" dt="2019-10-13T10:11:34.196" v="214" actId="1076"/>
          <ac:spMkLst>
            <pc:docMk/>
            <pc:sldMk cId="3765374340" sldId="505"/>
            <ac:spMk id="5" creationId="{A0B6C901-8A3F-4CDB-9FEE-9764A682D2A2}"/>
          </ac:spMkLst>
        </pc:spChg>
      </pc:sldChg>
      <pc:sldChg chg="del">
        <pc:chgData name="Cristian Chilipirea" userId="34ab170da5908fc4" providerId="LiveId" clId="{657DC964-B470-42A9-AA52-9F1F849BFB76}" dt="2019-10-13T10:02:35.892" v="20" actId="2696"/>
        <pc:sldMkLst>
          <pc:docMk/>
          <pc:sldMk cId="877778477" sldId="506"/>
        </pc:sldMkLst>
      </pc:sldChg>
      <pc:sldChg chg="addSp delSp modSp add">
        <pc:chgData name="Cristian Chilipirea" userId="34ab170da5908fc4" providerId="LiveId" clId="{657DC964-B470-42A9-AA52-9F1F849BFB76}" dt="2019-10-13T10:11:56.870" v="225" actId="1076"/>
        <pc:sldMkLst>
          <pc:docMk/>
          <pc:sldMk cId="3220167743" sldId="506"/>
        </pc:sldMkLst>
        <pc:spChg chg="mod">
          <ac:chgData name="Cristian Chilipirea" userId="34ab170da5908fc4" providerId="LiveId" clId="{657DC964-B470-42A9-AA52-9F1F849BFB76}" dt="2019-10-13T10:11:43.477" v="216"/>
          <ac:spMkLst>
            <pc:docMk/>
            <pc:sldMk cId="3220167743" sldId="506"/>
            <ac:spMk id="2" creationId="{1E91136A-12B3-457A-9EF5-FCEFBF6E3971}"/>
          </ac:spMkLst>
        </pc:spChg>
        <pc:spChg chg="del">
          <ac:chgData name="Cristian Chilipirea" userId="34ab170da5908fc4" providerId="LiveId" clId="{657DC964-B470-42A9-AA52-9F1F849BFB76}" dt="2019-10-13T10:11:45.419" v="217" actId="478"/>
          <ac:spMkLst>
            <pc:docMk/>
            <pc:sldMk cId="3220167743" sldId="506"/>
            <ac:spMk id="3" creationId="{52EF6005-CB7A-4F91-99F0-B5871723D74D}"/>
          </ac:spMkLst>
        </pc:spChg>
        <pc:spChg chg="add del mod">
          <ac:chgData name="Cristian Chilipirea" userId="34ab170da5908fc4" providerId="LiveId" clId="{657DC964-B470-42A9-AA52-9F1F849BFB76}" dt="2019-10-13T10:11:52.863" v="221"/>
          <ac:spMkLst>
            <pc:docMk/>
            <pc:sldMk cId="3220167743" sldId="506"/>
            <ac:spMk id="4" creationId="{82DA7A60-066C-4AE2-ADFD-2D078958B08E}"/>
          </ac:spMkLst>
        </pc:spChg>
        <pc:spChg chg="add del">
          <ac:chgData name="Cristian Chilipirea" userId="34ab170da5908fc4" providerId="LiveId" clId="{657DC964-B470-42A9-AA52-9F1F849BFB76}" dt="2019-10-13T10:11:54.361" v="223"/>
          <ac:spMkLst>
            <pc:docMk/>
            <pc:sldMk cId="3220167743" sldId="506"/>
            <ac:spMk id="5" creationId="{A4168DEB-0BA3-4064-AA0D-362111A49FDA}"/>
          </ac:spMkLst>
        </pc:spChg>
        <pc:spChg chg="add mod">
          <ac:chgData name="Cristian Chilipirea" userId="34ab170da5908fc4" providerId="LiveId" clId="{657DC964-B470-42A9-AA52-9F1F849BFB76}" dt="2019-10-13T10:11:56.870" v="225" actId="1076"/>
          <ac:spMkLst>
            <pc:docMk/>
            <pc:sldMk cId="3220167743" sldId="506"/>
            <ac:spMk id="6" creationId="{598538B7-BAA0-4BB8-B1F0-B699D5DF0064}"/>
          </ac:spMkLst>
        </pc:spChg>
      </pc:sldChg>
      <pc:sldChg chg="del">
        <pc:chgData name="Cristian Chilipirea" userId="34ab170da5908fc4" providerId="LiveId" clId="{657DC964-B470-42A9-AA52-9F1F849BFB76}" dt="2019-10-13T10:02:36.172" v="21" actId="2696"/>
        <pc:sldMkLst>
          <pc:docMk/>
          <pc:sldMk cId="3007868837" sldId="507"/>
        </pc:sldMkLst>
      </pc:sldChg>
      <pc:sldChg chg="addSp delSp modSp add">
        <pc:chgData name="Cristian Chilipirea" userId="34ab170da5908fc4" providerId="LiveId" clId="{657DC964-B470-42A9-AA52-9F1F849BFB76}" dt="2019-10-13T10:12:12.921" v="232" actId="1076"/>
        <pc:sldMkLst>
          <pc:docMk/>
          <pc:sldMk cId="4274709343" sldId="507"/>
        </pc:sldMkLst>
        <pc:spChg chg="mod">
          <ac:chgData name="Cristian Chilipirea" userId="34ab170da5908fc4" providerId="LiveId" clId="{657DC964-B470-42A9-AA52-9F1F849BFB76}" dt="2019-10-13T10:12:03.310" v="227"/>
          <ac:spMkLst>
            <pc:docMk/>
            <pc:sldMk cId="4274709343" sldId="507"/>
            <ac:spMk id="2" creationId="{E8B5AAA9-54F4-4881-8A87-DD95C7DFE6CB}"/>
          </ac:spMkLst>
        </pc:spChg>
        <pc:spChg chg="del">
          <ac:chgData name="Cristian Chilipirea" userId="34ab170da5908fc4" providerId="LiveId" clId="{657DC964-B470-42A9-AA52-9F1F849BFB76}" dt="2019-10-13T10:12:05.127" v="228" actId="478"/>
          <ac:spMkLst>
            <pc:docMk/>
            <pc:sldMk cId="4274709343" sldId="507"/>
            <ac:spMk id="3" creationId="{1459196B-9A4B-4A1C-A1BE-407E74E5C3E4}"/>
          </ac:spMkLst>
        </pc:spChg>
        <pc:spChg chg="add del">
          <ac:chgData name="Cristian Chilipirea" userId="34ab170da5908fc4" providerId="LiveId" clId="{657DC964-B470-42A9-AA52-9F1F849BFB76}" dt="2019-10-13T10:12:10.994" v="230"/>
          <ac:spMkLst>
            <pc:docMk/>
            <pc:sldMk cId="4274709343" sldId="507"/>
            <ac:spMk id="4" creationId="{CD450114-3AD4-44FB-A6D8-036AAA8CCD37}"/>
          </ac:spMkLst>
        </pc:spChg>
        <pc:spChg chg="add mod">
          <ac:chgData name="Cristian Chilipirea" userId="34ab170da5908fc4" providerId="LiveId" clId="{657DC964-B470-42A9-AA52-9F1F849BFB76}" dt="2019-10-13T10:12:12.921" v="232" actId="1076"/>
          <ac:spMkLst>
            <pc:docMk/>
            <pc:sldMk cId="4274709343" sldId="507"/>
            <ac:spMk id="5" creationId="{37AC717A-8660-4BB6-92AE-25FF4A5CC42E}"/>
          </ac:spMkLst>
        </pc:spChg>
      </pc:sldChg>
      <pc:sldChg chg="addSp delSp modSp add">
        <pc:chgData name="Cristian Chilipirea" userId="34ab170da5908fc4" providerId="LiveId" clId="{657DC964-B470-42A9-AA52-9F1F849BFB76}" dt="2019-10-13T10:12:29.939" v="239" actId="1076"/>
        <pc:sldMkLst>
          <pc:docMk/>
          <pc:sldMk cId="359974745" sldId="508"/>
        </pc:sldMkLst>
        <pc:spChg chg="mod">
          <ac:chgData name="Cristian Chilipirea" userId="34ab170da5908fc4" providerId="LiveId" clId="{657DC964-B470-42A9-AA52-9F1F849BFB76}" dt="2019-10-13T10:12:18.887" v="234"/>
          <ac:spMkLst>
            <pc:docMk/>
            <pc:sldMk cId="359974745" sldId="508"/>
            <ac:spMk id="2" creationId="{757D2478-37BF-4A04-95DF-6434A31A3D6C}"/>
          </ac:spMkLst>
        </pc:spChg>
        <pc:spChg chg="del">
          <ac:chgData name="Cristian Chilipirea" userId="34ab170da5908fc4" providerId="LiveId" clId="{657DC964-B470-42A9-AA52-9F1F849BFB76}" dt="2019-10-13T10:12:20.835" v="235" actId="478"/>
          <ac:spMkLst>
            <pc:docMk/>
            <pc:sldMk cId="359974745" sldId="508"/>
            <ac:spMk id="3" creationId="{6716D3D0-0CF2-4CD4-94E3-A5FB2592B05C}"/>
          </ac:spMkLst>
        </pc:spChg>
        <pc:spChg chg="add del">
          <ac:chgData name="Cristian Chilipirea" userId="34ab170da5908fc4" providerId="LiveId" clId="{657DC964-B470-42A9-AA52-9F1F849BFB76}" dt="2019-10-13T10:12:26.044" v="237"/>
          <ac:spMkLst>
            <pc:docMk/>
            <pc:sldMk cId="359974745" sldId="508"/>
            <ac:spMk id="4" creationId="{2199716E-75D6-4845-A26E-7CB8BA5B9B56}"/>
          </ac:spMkLst>
        </pc:spChg>
        <pc:spChg chg="add mod">
          <ac:chgData name="Cristian Chilipirea" userId="34ab170da5908fc4" providerId="LiveId" clId="{657DC964-B470-42A9-AA52-9F1F849BFB76}" dt="2019-10-13T10:12:29.939" v="239" actId="1076"/>
          <ac:spMkLst>
            <pc:docMk/>
            <pc:sldMk cId="359974745" sldId="508"/>
            <ac:spMk id="6" creationId="{3ED01AD8-D027-4BF7-8B23-9C45A9E060E4}"/>
          </ac:spMkLst>
        </pc:spChg>
        <pc:graphicFrameChg chg="add del">
          <ac:chgData name="Cristian Chilipirea" userId="34ab170da5908fc4" providerId="LiveId" clId="{657DC964-B470-42A9-AA52-9F1F849BFB76}" dt="2019-10-13T10:12:26.044" v="237"/>
          <ac:graphicFrameMkLst>
            <pc:docMk/>
            <pc:sldMk cId="359974745" sldId="508"/>
            <ac:graphicFrameMk id="5" creationId="{14344F8D-9987-4DEC-832D-12627B422112}"/>
          </ac:graphicFrameMkLst>
        </pc:graphicFrameChg>
        <pc:graphicFrameChg chg="add mod">
          <ac:chgData name="Cristian Chilipirea" userId="34ab170da5908fc4" providerId="LiveId" clId="{657DC964-B470-42A9-AA52-9F1F849BFB76}" dt="2019-10-13T10:12:29.939" v="239" actId="1076"/>
          <ac:graphicFrameMkLst>
            <pc:docMk/>
            <pc:sldMk cId="359974745" sldId="508"/>
            <ac:graphicFrameMk id="7" creationId="{24FC9E6F-4315-4776-B701-467C7CEFFBB1}"/>
          </ac:graphicFrameMkLst>
        </pc:graphicFrameChg>
      </pc:sldChg>
      <pc:sldChg chg="del">
        <pc:chgData name="Cristian Chilipirea" userId="34ab170da5908fc4" providerId="LiveId" clId="{657DC964-B470-42A9-AA52-9F1F849BFB76}" dt="2019-10-13T10:02:36.276" v="22" actId="2696"/>
        <pc:sldMkLst>
          <pc:docMk/>
          <pc:sldMk cId="974009073" sldId="508"/>
        </pc:sldMkLst>
      </pc:sldChg>
      <pc:sldChg chg="addSp delSp modSp add">
        <pc:chgData name="Cristian Chilipirea" userId="34ab170da5908fc4" providerId="LiveId" clId="{657DC964-B470-42A9-AA52-9F1F849BFB76}" dt="2019-10-13T10:12:51.510" v="250" actId="1076"/>
        <pc:sldMkLst>
          <pc:docMk/>
          <pc:sldMk cId="2579471092" sldId="509"/>
        </pc:sldMkLst>
        <pc:spChg chg="mod">
          <ac:chgData name="Cristian Chilipirea" userId="34ab170da5908fc4" providerId="LiveId" clId="{657DC964-B470-42A9-AA52-9F1F849BFB76}" dt="2019-10-13T10:12:35.676" v="241"/>
          <ac:spMkLst>
            <pc:docMk/>
            <pc:sldMk cId="2579471092" sldId="509"/>
            <ac:spMk id="2" creationId="{A437F1A7-AC01-439C-8904-058D4D58F2A4}"/>
          </ac:spMkLst>
        </pc:spChg>
        <pc:spChg chg="del">
          <ac:chgData name="Cristian Chilipirea" userId="34ab170da5908fc4" providerId="LiveId" clId="{657DC964-B470-42A9-AA52-9F1F849BFB76}" dt="2019-10-13T10:12:38.179" v="242" actId="478"/>
          <ac:spMkLst>
            <pc:docMk/>
            <pc:sldMk cId="2579471092" sldId="509"/>
            <ac:spMk id="3" creationId="{92F2370B-411B-44EA-9E67-44D00FDEC3A8}"/>
          </ac:spMkLst>
        </pc:spChg>
        <pc:spChg chg="add del mod">
          <ac:chgData name="Cristian Chilipirea" userId="34ab170da5908fc4" providerId="LiveId" clId="{657DC964-B470-42A9-AA52-9F1F849BFB76}" dt="2019-10-13T10:12:47.172" v="246"/>
          <ac:spMkLst>
            <pc:docMk/>
            <pc:sldMk cId="2579471092" sldId="509"/>
            <ac:spMk id="4" creationId="{BBAD44F4-4E3D-48FF-9E47-0310ADB37721}"/>
          </ac:spMkLst>
        </pc:spChg>
        <pc:spChg chg="add del">
          <ac:chgData name="Cristian Chilipirea" userId="34ab170da5908fc4" providerId="LiveId" clId="{657DC964-B470-42A9-AA52-9F1F849BFB76}" dt="2019-10-13T10:12:48.848" v="248"/>
          <ac:spMkLst>
            <pc:docMk/>
            <pc:sldMk cId="2579471092" sldId="509"/>
            <ac:spMk id="5" creationId="{31002C23-B396-425F-83FB-895F3C601291}"/>
          </ac:spMkLst>
        </pc:spChg>
        <pc:spChg chg="add mod">
          <ac:chgData name="Cristian Chilipirea" userId="34ab170da5908fc4" providerId="LiveId" clId="{657DC964-B470-42A9-AA52-9F1F849BFB76}" dt="2019-10-13T10:12:51.510" v="250" actId="1076"/>
          <ac:spMkLst>
            <pc:docMk/>
            <pc:sldMk cId="2579471092" sldId="509"/>
            <ac:spMk id="6" creationId="{44A8D3E8-D7A2-4626-B0E6-285B438EADBB}"/>
          </ac:spMkLst>
        </pc:spChg>
      </pc:sldChg>
      <pc:sldChg chg="del">
        <pc:chgData name="Cristian Chilipirea" userId="34ab170da5908fc4" providerId="LiveId" clId="{657DC964-B470-42A9-AA52-9F1F849BFB76}" dt="2019-10-13T10:02:36.524" v="23" actId="2696"/>
        <pc:sldMkLst>
          <pc:docMk/>
          <pc:sldMk cId="3472430641" sldId="509"/>
        </pc:sldMkLst>
      </pc:sldChg>
      <pc:sldChg chg="addSp delSp modSp add">
        <pc:chgData name="Cristian Chilipirea" userId="34ab170da5908fc4" providerId="LiveId" clId="{657DC964-B470-42A9-AA52-9F1F849BFB76}" dt="2019-10-13T10:13:08.170" v="257" actId="1076"/>
        <pc:sldMkLst>
          <pc:docMk/>
          <pc:sldMk cId="3318546952" sldId="510"/>
        </pc:sldMkLst>
        <pc:spChg chg="mod">
          <ac:chgData name="Cristian Chilipirea" userId="34ab170da5908fc4" providerId="LiveId" clId="{657DC964-B470-42A9-AA52-9F1F849BFB76}" dt="2019-10-13T10:12:57.755" v="252"/>
          <ac:spMkLst>
            <pc:docMk/>
            <pc:sldMk cId="3318546952" sldId="510"/>
            <ac:spMk id="2" creationId="{57F50B01-4D50-4E49-8602-469665034463}"/>
          </ac:spMkLst>
        </pc:spChg>
        <pc:spChg chg="del">
          <ac:chgData name="Cristian Chilipirea" userId="34ab170da5908fc4" providerId="LiveId" clId="{657DC964-B470-42A9-AA52-9F1F849BFB76}" dt="2019-10-13T10:12:59.755" v="253" actId="478"/>
          <ac:spMkLst>
            <pc:docMk/>
            <pc:sldMk cId="3318546952" sldId="510"/>
            <ac:spMk id="3" creationId="{EB1447C5-72A9-45A9-BCBC-C25054C30B1C}"/>
          </ac:spMkLst>
        </pc:spChg>
        <pc:spChg chg="add del">
          <ac:chgData name="Cristian Chilipirea" userId="34ab170da5908fc4" providerId="LiveId" clId="{657DC964-B470-42A9-AA52-9F1F849BFB76}" dt="2019-10-13T10:13:06.355" v="255"/>
          <ac:spMkLst>
            <pc:docMk/>
            <pc:sldMk cId="3318546952" sldId="510"/>
            <ac:spMk id="4" creationId="{D4CAB436-3FDA-46F6-AFA3-49B3EBB80F97}"/>
          </ac:spMkLst>
        </pc:spChg>
        <pc:spChg chg="add mod">
          <ac:chgData name="Cristian Chilipirea" userId="34ab170da5908fc4" providerId="LiveId" clId="{657DC964-B470-42A9-AA52-9F1F849BFB76}" dt="2019-10-13T10:13:08.170" v="257" actId="1076"/>
          <ac:spMkLst>
            <pc:docMk/>
            <pc:sldMk cId="3318546952" sldId="510"/>
            <ac:spMk id="5" creationId="{92AE1FCE-2060-4E71-9364-A3C4CAE8ADAC}"/>
          </ac:spMkLst>
        </pc:spChg>
      </pc:sldChg>
      <pc:sldChg chg="del">
        <pc:chgData name="Cristian Chilipirea" userId="34ab170da5908fc4" providerId="LiveId" clId="{657DC964-B470-42A9-AA52-9F1F849BFB76}" dt="2019-10-13T10:02:36.690" v="24" actId="2696"/>
        <pc:sldMkLst>
          <pc:docMk/>
          <pc:sldMk cId="3879735215" sldId="510"/>
        </pc:sldMkLst>
      </pc:sldChg>
      <pc:sldChg chg="del">
        <pc:chgData name="Cristian Chilipirea" userId="34ab170da5908fc4" providerId="LiveId" clId="{657DC964-B470-42A9-AA52-9F1F849BFB76}" dt="2019-10-13T10:02:36.721" v="25" actId="2696"/>
        <pc:sldMkLst>
          <pc:docMk/>
          <pc:sldMk cId="1746393774" sldId="511"/>
        </pc:sldMkLst>
      </pc:sldChg>
      <pc:sldChg chg="addSp delSp modSp add">
        <pc:chgData name="Cristian Chilipirea" userId="34ab170da5908fc4" providerId="LiveId" clId="{657DC964-B470-42A9-AA52-9F1F849BFB76}" dt="2019-10-13T10:13:26.339" v="264" actId="1076"/>
        <pc:sldMkLst>
          <pc:docMk/>
          <pc:sldMk cId="3843192485" sldId="511"/>
        </pc:sldMkLst>
        <pc:spChg chg="mod">
          <ac:chgData name="Cristian Chilipirea" userId="34ab170da5908fc4" providerId="LiveId" clId="{657DC964-B470-42A9-AA52-9F1F849BFB76}" dt="2019-10-13T10:13:16.931" v="259"/>
          <ac:spMkLst>
            <pc:docMk/>
            <pc:sldMk cId="3843192485" sldId="511"/>
            <ac:spMk id="2" creationId="{6F89C701-9BF0-4AFE-A64D-D359776A6784}"/>
          </ac:spMkLst>
        </pc:spChg>
        <pc:spChg chg="del">
          <ac:chgData name="Cristian Chilipirea" userId="34ab170da5908fc4" providerId="LiveId" clId="{657DC964-B470-42A9-AA52-9F1F849BFB76}" dt="2019-10-13T10:13:19.276" v="260" actId="478"/>
          <ac:spMkLst>
            <pc:docMk/>
            <pc:sldMk cId="3843192485" sldId="511"/>
            <ac:spMk id="3" creationId="{B131F11A-8B83-4197-B66D-CF33A5DCAAB2}"/>
          </ac:spMkLst>
        </pc:spChg>
        <pc:spChg chg="add del">
          <ac:chgData name="Cristian Chilipirea" userId="34ab170da5908fc4" providerId="LiveId" clId="{657DC964-B470-42A9-AA52-9F1F849BFB76}" dt="2019-10-13T10:13:24.516" v="262"/>
          <ac:spMkLst>
            <pc:docMk/>
            <pc:sldMk cId="3843192485" sldId="511"/>
            <ac:spMk id="4" creationId="{C9C0533B-9842-43FA-B979-8FB12987F35C}"/>
          </ac:spMkLst>
        </pc:spChg>
        <pc:spChg chg="add mod">
          <ac:chgData name="Cristian Chilipirea" userId="34ab170da5908fc4" providerId="LiveId" clId="{657DC964-B470-42A9-AA52-9F1F849BFB76}" dt="2019-10-13T10:13:26.339" v="264" actId="1076"/>
          <ac:spMkLst>
            <pc:docMk/>
            <pc:sldMk cId="3843192485" sldId="511"/>
            <ac:spMk id="5" creationId="{68C102DA-767B-47F6-9CF9-49B6207669F6}"/>
          </ac:spMkLst>
        </pc:spChg>
      </pc:sldChg>
      <pc:sldChg chg="del">
        <pc:chgData name="Cristian Chilipirea" userId="34ab170da5908fc4" providerId="LiveId" clId="{657DC964-B470-42A9-AA52-9F1F849BFB76}" dt="2019-10-13T10:02:37.012" v="26" actId="2696"/>
        <pc:sldMkLst>
          <pc:docMk/>
          <pc:sldMk cId="618357871" sldId="512"/>
        </pc:sldMkLst>
      </pc:sldChg>
      <pc:sldChg chg="addSp delSp modSp add">
        <pc:chgData name="Cristian Chilipirea" userId="34ab170da5908fc4" providerId="LiveId" clId="{657DC964-B470-42A9-AA52-9F1F849BFB76}" dt="2019-10-13T10:13:47.022" v="271" actId="1076"/>
        <pc:sldMkLst>
          <pc:docMk/>
          <pc:sldMk cId="771270071" sldId="512"/>
        </pc:sldMkLst>
        <pc:spChg chg="mod">
          <ac:chgData name="Cristian Chilipirea" userId="34ab170da5908fc4" providerId="LiveId" clId="{657DC964-B470-42A9-AA52-9F1F849BFB76}" dt="2019-10-13T10:13:32.403" v="266"/>
          <ac:spMkLst>
            <pc:docMk/>
            <pc:sldMk cId="771270071" sldId="512"/>
            <ac:spMk id="2" creationId="{EBEC0681-2A66-4463-83ED-EB1C51EC351D}"/>
          </ac:spMkLst>
        </pc:spChg>
        <pc:spChg chg="del">
          <ac:chgData name="Cristian Chilipirea" userId="34ab170da5908fc4" providerId="LiveId" clId="{657DC964-B470-42A9-AA52-9F1F849BFB76}" dt="2019-10-13T10:13:34.367" v="267" actId="478"/>
          <ac:spMkLst>
            <pc:docMk/>
            <pc:sldMk cId="771270071" sldId="512"/>
            <ac:spMk id="3" creationId="{23E4B660-19BB-46FF-AAF7-E7CF15366DEB}"/>
          </ac:spMkLst>
        </pc:spChg>
        <pc:spChg chg="add del">
          <ac:chgData name="Cristian Chilipirea" userId="34ab170da5908fc4" providerId="LiveId" clId="{657DC964-B470-42A9-AA52-9F1F849BFB76}" dt="2019-10-13T10:13:43.496" v="269"/>
          <ac:spMkLst>
            <pc:docMk/>
            <pc:sldMk cId="771270071" sldId="512"/>
            <ac:spMk id="4" creationId="{B5AF6063-9438-4C32-84E9-61CCFC1C16C3}"/>
          </ac:spMkLst>
        </pc:spChg>
        <pc:spChg chg="add mod">
          <ac:chgData name="Cristian Chilipirea" userId="34ab170da5908fc4" providerId="LiveId" clId="{657DC964-B470-42A9-AA52-9F1F849BFB76}" dt="2019-10-13T10:13:47.022" v="271" actId="1076"/>
          <ac:spMkLst>
            <pc:docMk/>
            <pc:sldMk cId="771270071" sldId="512"/>
            <ac:spMk id="5" creationId="{DC065041-307F-43ED-890F-205F20240271}"/>
          </ac:spMkLst>
        </pc:spChg>
      </pc:sldChg>
      <pc:sldChg chg="del">
        <pc:chgData name="Cristian Chilipirea" userId="34ab170da5908fc4" providerId="LiveId" clId="{657DC964-B470-42A9-AA52-9F1F849BFB76}" dt="2019-10-13T10:02:37.403" v="27" actId="2696"/>
        <pc:sldMkLst>
          <pc:docMk/>
          <pc:sldMk cId="1643747738" sldId="513"/>
        </pc:sldMkLst>
      </pc:sldChg>
      <pc:sldChg chg="addSp delSp modSp add">
        <pc:chgData name="Cristian Chilipirea" userId="34ab170da5908fc4" providerId="LiveId" clId="{657DC964-B470-42A9-AA52-9F1F849BFB76}" dt="2019-10-13T10:14:06.537" v="278" actId="1076"/>
        <pc:sldMkLst>
          <pc:docMk/>
          <pc:sldMk cId="3576737988" sldId="513"/>
        </pc:sldMkLst>
        <pc:spChg chg="mod">
          <ac:chgData name="Cristian Chilipirea" userId="34ab170da5908fc4" providerId="LiveId" clId="{657DC964-B470-42A9-AA52-9F1F849BFB76}" dt="2019-10-13T10:13:54.679" v="273"/>
          <ac:spMkLst>
            <pc:docMk/>
            <pc:sldMk cId="3576737988" sldId="513"/>
            <ac:spMk id="2" creationId="{238EAC4E-6F9F-412D-8202-F87638A8EF00}"/>
          </ac:spMkLst>
        </pc:spChg>
        <pc:spChg chg="del">
          <ac:chgData name="Cristian Chilipirea" userId="34ab170da5908fc4" providerId="LiveId" clId="{657DC964-B470-42A9-AA52-9F1F849BFB76}" dt="2019-10-13T10:13:57.095" v="274" actId="478"/>
          <ac:spMkLst>
            <pc:docMk/>
            <pc:sldMk cId="3576737988" sldId="513"/>
            <ac:spMk id="3" creationId="{1001BE3D-A5CF-40A6-A78B-7B81D04A5E27}"/>
          </ac:spMkLst>
        </pc:spChg>
        <pc:spChg chg="add del">
          <ac:chgData name="Cristian Chilipirea" userId="34ab170da5908fc4" providerId="LiveId" clId="{657DC964-B470-42A9-AA52-9F1F849BFB76}" dt="2019-10-13T10:14:02.915" v="276"/>
          <ac:spMkLst>
            <pc:docMk/>
            <pc:sldMk cId="3576737988" sldId="513"/>
            <ac:spMk id="4" creationId="{2F9AAAE4-BF4B-48A1-A8D6-0B3B247458B1}"/>
          </ac:spMkLst>
        </pc:spChg>
        <pc:spChg chg="add del">
          <ac:chgData name="Cristian Chilipirea" userId="34ab170da5908fc4" providerId="LiveId" clId="{657DC964-B470-42A9-AA52-9F1F849BFB76}" dt="2019-10-13T10:14:02.915" v="276"/>
          <ac:spMkLst>
            <pc:docMk/>
            <pc:sldMk cId="3576737988" sldId="513"/>
            <ac:spMk id="5" creationId="{1288A87F-3BAF-4233-A54B-F11949144F39}"/>
          </ac:spMkLst>
        </pc:spChg>
        <pc:spChg chg="add del">
          <ac:chgData name="Cristian Chilipirea" userId="34ab170da5908fc4" providerId="LiveId" clId="{657DC964-B470-42A9-AA52-9F1F849BFB76}" dt="2019-10-13T10:14:02.915" v="276"/>
          <ac:spMkLst>
            <pc:docMk/>
            <pc:sldMk cId="3576737988" sldId="513"/>
            <ac:spMk id="6" creationId="{543792C1-7EF9-40DD-8F71-FED84D5F2ECE}"/>
          </ac:spMkLst>
        </pc:spChg>
        <pc:spChg chg="add del">
          <ac:chgData name="Cristian Chilipirea" userId="34ab170da5908fc4" providerId="LiveId" clId="{657DC964-B470-42A9-AA52-9F1F849BFB76}" dt="2019-10-13T10:14:02.915" v="276"/>
          <ac:spMkLst>
            <pc:docMk/>
            <pc:sldMk cId="3576737988" sldId="513"/>
            <ac:spMk id="7" creationId="{CA9D4FC9-83DC-43C4-9C42-2EF5D35C5A56}"/>
          </ac:spMkLst>
        </pc:spChg>
        <pc:spChg chg="add del">
          <ac:chgData name="Cristian Chilipirea" userId="34ab170da5908fc4" providerId="LiveId" clId="{657DC964-B470-42A9-AA52-9F1F849BFB76}" dt="2019-10-13T10:14:02.915" v="276"/>
          <ac:spMkLst>
            <pc:docMk/>
            <pc:sldMk cId="3576737988" sldId="513"/>
            <ac:spMk id="8" creationId="{AD6EC27B-3B66-4C05-8ECF-D206E8424A92}"/>
          </ac:spMkLst>
        </pc:spChg>
        <pc:spChg chg="add del">
          <ac:chgData name="Cristian Chilipirea" userId="34ab170da5908fc4" providerId="LiveId" clId="{657DC964-B470-42A9-AA52-9F1F849BFB76}" dt="2019-10-13T10:14:02.915" v="276"/>
          <ac:spMkLst>
            <pc:docMk/>
            <pc:sldMk cId="3576737988" sldId="513"/>
            <ac:spMk id="9" creationId="{B4B1CE6B-8961-467D-8DF1-03B4A94DB2B2}"/>
          </ac:spMkLst>
        </pc:spChg>
        <pc:spChg chg="add del">
          <ac:chgData name="Cristian Chilipirea" userId="34ab170da5908fc4" providerId="LiveId" clId="{657DC964-B470-42A9-AA52-9F1F849BFB76}" dt="2019-10-13T10:14:02.915" v="276"/>
          <ac:spMkLst>
            <pc:docMk/>
            <pc:sldMk cId="3576737988" sldId="513"/>
            <ac:spMk id="10" creationId="{5B0EFC0C-AC60-41CC-AAFC-82F2AD0BE152}"/>
          </ac:spMkLst>
        </pc:spChg>
        <pc:spChg chg="add del">
          <ac:chgData name="Cristian Chilipirea" userId="34ab170da5908fc4" providerId="LiveId" clId="{657DC964-B470-42A9-AA52-9F1F849BFB76}" dt="2019-10-13T10:14:02.915" v="276"/>
          <ac:spMkLst>
            <pc:docMk/>
            <pc:sldMk cId="3576737988" sldId="513"/>
            <ac:spMk id="11" creationId="{DA2A056D-5C8D-408E-AB34-CB7E16CA1EB3}"/>
          </ac:spMkLst>
        </pc:spChg>
        <pc:spChg chg="add del">
          <ac:chgData name="Cristian Chilipirea" userId="34ab170da5908fc4" providerId="LiveId" clId="{657DC964-B470-42A9-AA52-9F1F849BFB76}" dt="2019-10-13T10:14:02.915" v="276"/>
          <ac:spMkLst>
            <pc:docMk/>
            <pc:sldMk cId="3576737988" sldId="513"/>
            <ac:spMk id="12" creationId="{0A0503F6-2F54-4D6C-B0BE-DA86FD17F16C}"/>
          </ac:spMkLst>
        </pc:spChg>
        <pc:spChg chg="add del">
          <ac:chgData name="Cristian Chilipirea" userId="34ab170da5908fc4" providerId="LiveId" clId="{657DC964-B470-42A9-AA52-9F1F849BFB76}" dt="2019-10-13T10:14:02.915" v="276"/>
          <ac:spMkLst>
            <pc:docMk/>
            <pc:sldMk cId="3576737988" sldId="513"/>
            <ac:spMk id="13" creationId="{222EA95B-FD83-4DF9-A0AB-3DE450F5D2B6}"/>
          </ac:spMkLst>
        </pc:spChg>
        <pc:spChg chg="add del">
          <ac:chgData name="Cristian Chilipirea" userId="34ab170da5908fc4" providerId="LiveId" clId="{657DC964-B470-42A9-AA52-9F1F849BFB76}" dt="2019-10-13T10:14:02.915" v="276"/>
          <ac:spMkLst>
            <pc:docMk/>
            <pc:sldMk cId="3576737988" sldId="513"/>
            <ac:spMk id="20" creationId="{5929682B-360B-4E0D-87D8-6510D3D1A43F}"/>
          </ac:spMkLst>
        </pc:spChg>
        <pc:spChg chg="add del">
          <ac:chgData name="Cristian Chilipirea" userId="34ab170da5908fc4" providerId="LiveId" clId="{657DC964-B470-42A9-AA52-9F1F849BFB76}" dt="2019-10-13T10:14:02.915" v="276"/>
          <ac:spMkLst>
            <pc:docMk/>
            <pc:sldMk cId="3576737988" sldId="513"/>
            <ac:spMk id="21" creationId="{EFC44FD7-79EA-40B2-ADE8-7B0B3792334C}"/>
          </ac:spMkLst>
        </pc:spChg>
        <pc:spChg chg="add mod">
          <ac:chgData name="Cristian Chilipirea" userId="34ab170da5908fc4" providerId="LiveId" clId="{657DC964-B470-42A9-AA52-9F1F849BFB76}" dt="2019-10-13T10:14:06.537" v="278" actId="1076"/>
          <ac:spMkLst>
            <pc:docMk/>
            <pc:sldMk cId="3576737988" sldId="513"/>
            <ac:spMk id="22" creationId="{C44BD400-0453-4606-9DE6-F3D62BFFA698}"/>
          </ac:spMkLst>
        </pc:spChg>
        <pc:spChg chg="add mod">
          <ac:chgData name="Cristian Chilipirea" userId="34ab170da5908fc4" providerId="LiveId" clId="{657DC964-B470-42A9-AA52-9F1F849BFB76}" dt="2019-10-13T10:14:06.537" v="278" actId="1076"/>
          <ac:spMkLst>
            <pc:docMk/>
            <pc:sldMk cId="3576737988" sldId="513"/>
            <ac:spMk id="23" creationId="{C6BD1B40-321A-42DD-9160-370F57CA5D7F}"/>
          </ac:spMkLst>
        </pc:spChg>
        <pc:spChg chg="add mod">
          <ac:chgData name="Cristian Chilipirea" userId="34ab170da5908fc4" providerId="LiveId" clId="{657DC964-B470-42A9-AA52-9F1F849BFB76}" dt="2019-10-13T10:14:06.537" v="278" actId="1076"/>
          <ac:spMkLst>
            <pc:docMk/>
            <pc:sldMk cId="3576737988" sldId="513"/>
            <ac:spMk id="24" creationId="{21415558-56DA-4EEC-8488-27D30D103138}"/>
          </ac:spMkLst>
        </pc:spChg>
        <pc:spChg chg="add mod">
          <ac:chgData name="Cristian Chilipirea" userId="34ab170da5908fc4" providerId="LiveId" clId="{657DC964-B470-42A9-AA52-9F1F849BFB76}" dt="2019-10-13T10:14:06.537" v="278" actId="1076"/>
          <ac:spMkLst>
            <pc:docMk/>
            <pc:sldMk cId="3576737988" sldId="513"/>
            <ac:spMk id="25" creationId="{830F8A50-1E22-4A0C-A6B1-7EC55B0C7E1C}"/>
          </ac:spMkLst>
        </pc:spChg>
        <pc:spChg chg="add mod">
          <ac:chgData name="Cristian Chilipirea" userId="34ab170da5908fc4" providerId="LiveId" clId="{657DC964-B470-42A9-AA52-9F1F849BFB76}" dt="2019-10-13T10:14:06.537" v="278" actId="1076"/>
          <ac:spMkLst>
            <pc:docMk/>
            <pc:sldMk cId="3576737988" sldId="513"/>
            <ac:spMk id="26" creationId="{CCAA6C11-2C5D-4C58-A62D-E9C1B15093A4}"/>
          </ac:spMkLst>
        </pc:spChg>
        <pc:spChg chg="add mod">
          <ac:chgData name="Cristian Chilipirea" userId="34ab170da5908fc4" providerId="LiveId" clId="{657DC964-B470-42A9-AA52-9F1F849BFB76}" dt="2019-10-13T10:14:06.537" v="278" actId="1076"/>
          <ac:spMkLst>
            <pc:docMk/>
            <pc:sldMk cId="3576737988" sldId="513"/>
            <ac:spMk id="27" creationId="{CCD89BA1-3E4C-4BAB-82EC-CEAAA4A0B89B}"/>
          </ac:spMkLst>
        </pc:spChg>
        <pc:spChg chg="add mod">
          <ac:chgData name="Cristian Chilipirea" userId="34ab170da5908fc4" providerId="LiveId" clId="{657DC964-B470-42A9-AA52-9F1F849BFB76}" dt="2019-10-13T10:14:06.537" v="278" actId="1076"/>
          <ac:spMkLst>
            <pc:docMk/>
            <pc:sldMk cId="3576737988" sldId="513"/>
            <ac:spMk id="28" creationId="{A172FDDB-E8C0-4A65-A20D-43A2511E4C0B}"/>
          </ac:spMkLst>
        </pc:spChg>
        <pc:spChg chg="add mod">
          <ac:chgData name="Cristian Chilipirea" userId="34ab170da5908fc4" providerId="LiveId" clId="{657DC964-B470-42A9-AA52-9F1F849BFB76}" dt="2019-10-13T10:14:06.537" v="278" actId="1076"/>
          <ac:spMkLst>
            <pc:docMk/>
            <pc:sldMk cId="3576737988" sldId="513"/>
            <ac:spMk id="29" creationId="{558B77C3-1130-4145-994D-27027ECCFA88}"/>
          </ac:spMkLst>
        </pc:spChg>
        <pc:spChg chg="add mod">
          <ac:chgData name="Cristian Chilipirea" userId="34ab170da5908fc4" providerId="LiveId" clId="{657DC964-B470-42A9-AA52-9F1F849BFB76}" dt="2019-10-13T10:14:06.537" v="278" actId="1076"/>
          <ac:spMkLst>
            <pc:docMk/>
            <pc:sldMk cId="3576737988" sldId="513"/>
            <ac:spMk id="30" creationId="{C729DE25-ED2F-4F4B-876B-94FD122A112B}"/>
          </ac:spMkLst>
        </pc:spChg>
        <pc:spChg chg="add mod">
          <ac:chgData name="Cristian Chilipirea" userId="34ab170da5908fc4" providerId="LiveId" clId="{657DC964-B470-42A9-AA52-9F1F849BFB76}" dt="2019-10-13T10:14:06.537" v="278" actId="1076"/>
          <ac:spMkLst>
            <pc:docMk/>
            <pc:sldMk cId="3576737988" sldId="513"/>
            <ac:spMk id="31" creationId="{8D03D7F6-74CA-48FA-8D66-C97B2D1A06B4}"/>
          </ac:spMkLst>
        </pc:spChg>
        <pc:spChg chg="add mod">
          <ac:chgData name="Cristian Chilipirea" userId="34ab170da5908fc4" providerId="LiveId" clId="{657DC964-B470-42A9-AA52-9F1F849BFB76}" dt="2019-10-13T10:14:06.537" v="278" actId="1076"/>
          <ac:spMkLst>
            <pc:docMk/>
            <pc:sldMk cId="3576737988" sldId="513"/>
            <ac:spMk id="38" creationId="{F6EA5EE3-957D-4792-936D-FC80550FFA5D}"/>
          </ac:spMkLst>
        </pc:spChg>
        <pc:spChg chg="add mod">
          <ac:chgData name="Cristian Chilipirea" userId="34ab170da5908fc4" providerId="LiveId" clId="{657DC964-B470-42A9-AA52-9F1F849BFB76}" dt="2019-10-13T10:14:06.537" v="278" actId="1076"/>
          <ac:spMkLst>
            <pc:docMk/>
            <pc:sldMk cId="3576737988" sldId="513"/>
            <ac:spMk id="39" creationId="{6AAEA4B1-AEF5-40CC-A162-081140376872}"/>
          </ac:spMkLst>
        </pc:spChg>
        <pc:cxnChg chg="add del">
          <ac:chgData name="Cristian Chilipirea" userId="34ab170da5908fc4" providerId="LiveId" clId="{657DC964-B470-42A9-AA52-9F1F849BFB76}" dt="2019-10-13T10:14:02.915" v="276"/>
          <ac:cxnSpMkLst>
            <pc:docMk/>
            <pc:sldMk cId="3576737988" sldId="513"/>
            <ac:cxnSpMk id="14" creationId="{26829E45-C6AB-4E9F-8005-15B2A43E2F28}"/>
          </ac:cxnSpMkLst>
        </pc:cxnChg>
        <pc:cxnChg chg="add del">
          <ac:chgData name="Cristian Chilipirea" userId="34ab170da5908fc4" providerId="LiveId" clId="{657DC964-B470-42A9-AA52-9F1F849BFB76}" dt="2019-10-13T10:14:02.915" v="276"/>
          <ac:cxnSpMkLst>
            <pc:docMk/>
            <pc:sldMk cId="3576737988" sldId="513"/>
            <ac:cxnSpMk id="15" creationId="{9C09C10C-C749-4815-AC7D-4FA83ADE5BF5}"/>
          </ac:cxnSpMkLst>
        </pc:cxnChg>
        <pc:cxnChg chg="add del">
          <ac:chgData name="Cristian Chilipirea" userId="34ab170da5908fc4" providerId="LiveId" clId="{657DC964-B470-42A9-AA52-9F1F849BFB76}" dt="2019-10-13T10:14:02.915" v="276"/>
          <ac:cxnSpMkLst>
            <pc:docMk/>
            <pc:sldMk cId="3576737988" sldId="513"/>
            <ac:cxnSpMk id="16" creationId="{A71FA558-37B1-4ABC-8345-80D2A9987764}"/>
          </ac:cxnSpMkLst>
        </pc:cxnChg>
        <pc:cxnChg chg="add del">
          <ac:chgData name="Cristian Chilipirea" userId="34ab170da5908fc4" providerId="LiveId" clId="{657DC964-B470-42A9-AA52-9F1F849BFB76}" dt="2019-10-13T10:14:02.915" v="276"/>
          <ac:cxnSpMkLst>
            <pc:docMk/>
            <pc:sldMk cId="3576737988" sldId="513"/>
            <ac:cxnSpMk id="17" creationId="{4E284B1B-99DA-4D0B-A308-68A2BB4948CA}"/>
          </ac:cxnSpMkLst>
        </pc:cxnChg>
        <pc:cxnChg chg="add del">
          <ac:chgData name="Cristian Chilipirea" userId="34ab170da5908fc4" providerId="LiveId" clId="{657DC964-B470-42A9-AA52-9F1F849BFB76}" dt="2019-10-13T10:14:02.915" v="276"/>
          <ac:cxnSpMkLst>
            <pc:docMk/>
            <pc:sldMk cId="3576737988" sldId="513"/>
            <ac:cxnSpMk id="18" creationId="{AF1ED74E-DCB8-41EF-A792-6E27C18A08BD}"/>
          </ac:cxnSpMkLst>
        </pc:cxnChg>
        <pc:cxnChg chg="add del">
          <ac:chgData name="Cristian Chilipirea" userId="34ab170da5908fc4" providerId="LiveId" clId="{657DC964-B470-42A9-AA52-9F1F849BFB76}" dt="2019-10-13T10:14:02.915" v="276"/>
          <ac:cxnSpMkLst>
            <pc:docMk/>
            <pc:sldMk cId="3576737988" sldId="513"/>
            <ac:cxnSpMk id="19" creationId="{2E05503A-EF41-46B8-AF04-AE452E23537F}"/>
          </ac:cxnSpMkLst>
        </pc:cxnChg>
        <pc:cxnChg chg="add mod">
          <ac:chgData name="Cristian Chilipirea" userId="34ab170da5908fc4" providerId="LiveId" clId="{657DC964-B470-42A9-AA52-9F1F849BFB76}" dt="2019-10-13T10:14:06.537" v="278" actId="1076"/>
          <ac:cxnSpMkLst>
            <pc:docMk/>
            <pc:sldMk cId="3576737988" sldId="513"/>
            <ac:cxnSpMk id="32" creationId="{E6CAC8E2-1EC2-4E43-94E9-940CE833948F}"/>
          </ac:cxnSpMkLst>
        </pc:cxnChg>
        <pc:cxnChg chg="add mod">
          <ac:chgData name="Cristian Chilipirea" userId="34ab170da5908fc4" providerId="LiveId" clId="{657DC964-B470-42A9-AA52-9F1F849BFB76}" dt="2019-10-13T10:14:06.537" v="278" actId="1076"/>
          <ac:cxnSpMkLst>
            <pc:docMk/>
            <pc:sldMk cId="3576737988" sldId="513"/>
            <ac:cxnSpMk id="33" creationId="{4ABC4072-B033-49C5-8DB3-3DF9953BFAC2}"/>
          </ac:cxnSpMkLst>
        </pc:cxnChg>
        <pc:cxnChg chg="add mod">
          <ac:chgData name="Cristian Chilipirea" userId="34ab170da5908fc4" providerId="LiveId" clId="{657DC964-B470-42A9-AA52-9F1F849BFB76}" dt="2019-10-13T10:14:06.537" v="278" actId="1076"/>
          <ac:cxnSpMkLst>
            <pc:docMk/>
            <pc:sldMk cId="3576737988" sldId="513"/>
            <ac:cxnSpMk id="34" creationId="{0B41BC18-09C0-4E14-B05F-FD8DCC28A1B8}"/>
          </ac:cxnSpMkLst>
        </pc:cxnChg>
        <pc:cxnChg chg="add mod">
          <ac:chgData name="Cristian Chilipirea" userId="34ab170da5908fc4" providerId="LiveId" clId="{657DC964-B470-42A9-AA52-9F1F849BFB76}" dt="2019-10-13T10:14:06.537" v="278" actId="1076"/>
          <ac:cxnSpMkLst>
            <pc:docMk/>
            <pc:sldMk cId="3576737988" sldId="513"/>
            <ac:cxnSpMk id="35" creationId="{3BB38F62-FBC0-4F37-ABD0-31FAB9589192}"/>
          </ac:cxnSpMkLst>
        </pc:cxnChg>
        <pc:cxnChg chg="add mod">
          <ac:chgData name="Cristian Chilipirea" userId="34ab170da5908fc4" providerId="LiveId" clId="{657DC964-B470-42A9-AA52-9F1F849BFB76}" dt="2019-10-13T10:14:06.537" v="278" actId="1076"/>
          <ac:cxnSpMkLst>
            <pc:docMk/>
            <pc:sldMk cId="3576737988" sldId="513"/>
            <ac:cxnSpMk id="36" creationId="{44492252-0D7C-4697-B41D-1382C06F830F}"/>
          </ac:cxnSpMkLst>
        </pc:cxnChg>
        <pc:cxnChg chg="add mod">
          <ac:chgData name="Cristian Chilipirea" userId="34ab170da5908fc4" providerId="LiveId" clId="{657DC964-B470-42A9-AA52-9F1F849BFB76}" dt="2019-10-13T10:14:06.537" v="278" actId="1076"/>
          <ac:cxnSpMkLst>
            <pc:docMk/>
            <pc:sldMk cId="3576737988" sldId="513"/>
            <ac:cxnSpMk id="37" creationId="{0EEC3B40-003E-45A5-AB51-31C50332D1D4}"/>
          </ac:cxnSpMkLst>
        </pc:cxnChg>
      </pc:sldChg>
      <pc:sldChg chg="del">
        <pc:chgData name="Cristian Chilipirea" userId="34ab170da5908fc4" providerId="LiveId" clId="{657DC964-B470-42A9-AA52-9F1F849BFB76}" dt="2019-10-13T10:02:37.680" v="28" actId="2696"/>
        <pc:sldMkLst>
          <pc:docMk/>
          <pc:sldMk cId="3181653658" sldId="514"/>
        </pc:sldMkLst>
      </pc:sldChg>
      <pc:sldChg chg="addSp delSp modSp add">
        <pc:chgData name="Cristian Chilipirea" userId="34ab170da5908fc4" providerId="LiveId" clId="{657DC964-B470-42A9-AA52-9F1F849BFB76}" dt="2019-10-13T10:14:22.851" v="285" actId="1076"/>
        <pc:sldMkLst>
          <pc:docMk/>
          <pc:sldMk cId="3658999622" sldId="514"/>
        </pc:sldMkLst>
        <pc:spChg chg="mod">
          <ac:chgData name="Cristian Chilipirea" userId="34ab170da5908fc4" providerId="LiveId" clId="{657DC964-B470-42A9-AA52-9F1F849BFB76}" dt="2019-10-13T10:14:12.630" v="280"/>
          <ac:spMkLst>
            <pc:docMk/>
            <pc:sldMk cId="3658999622" sldId="514"/>
            <ac:spMk id="2" creationId="{56CA820B-AA52-444C-9BFC-0197CD049D3A}"/>
          </ac:spMkLst>
        </pc:spChg>
        <pc:spChg chg="del">
          <ac:chgData name="Cristian Chilipirea" userId="34ab170da5908fc4" providerId="LiveId" clId="{657DC964-B470-42A9-AA52-9F1F849BFB76}" dt="2019-10-13T10:14:14.687" v="281" actId="478"/>
          <ac:spMkLst>
            <pc:docMk/>
            <pc:sldMk cId="3658999622" sldId="514"/>
            <ac:spMk id="3" creationId="{C3718498-90F7-4984-B7E4-074CA4869265}"/>
          </ac:spMkLst>
        </pc:spChg>
        <pc:graphicFrameChg chg="add mod">
          <ac:chgData name="Cristian Chilipirea" userId="34ab170da5908fc4" providerId="LiveId" clId="{657DC964-B470-42A9-AA52-9F1F849BFB76}" dt="2019-10-13T10:14:22.851" v="285" actId="1076"/>
          <ac:graphicFrameMkLst>
            <pc:docMk/>
            <pc:sldMk cId="3658999622" sldId="514"/>
            <ac:graphicFrameMk id="4" creationId="{817FAEE1-3FEB-487A-940A-5FDF891BEF80}"/>
          </ac:graphicFrameMkLst>
        </pc:graphicFrameChg>
      </pc:sldChg>
      <pc:sldChg chg="del">
        <pc:chgData name="Cristian Chilipirea" userId="34ab170da5908fc4" providerId="LiveId" clId="{657DC964-B470-42A9-AA52-9F1F849BFB76}" dt="2019-10-13T10:02:38.150" v="29" actId="2696"/>
        <pc:sldMkLst>
          <pc:docMk/>
          <pc:sldMk cId="2957820623" sldId="515"/>
        </pc:sldMkLst>
      </pc:sldChg>
      <pc:sldChg chg="addSp delSp modSp add">
        <pc:chgData name="Cristian Chilipirea" userId="34ab170da5908fc4" providerId="LiveId" clId="{657DC964-B470-42A9-AA52-9F1F849BFB76}" dt="2019-10-13T10:14:37.989" v="291" actId="14100"/>
        <pc:sldMkLst>
          <pc:docMk/>
          <pc:sldMk cId="3052788892" sldId="515"/>
        </pc:sldMkLst>
        <pc:spChg chg="mod">
          <ac:chgData name="Cristian Chilipirea" userId="34ab170da5908fc4" providerId="LiveId" clId="{657DC964-B470-42A9-AA52-9F1F849BFB76}" dt="2019-10-13T10:14:28.773" v="287"/>
          <ac:spMkLst>
            <pc:docMk/>
            <pc:sldMk cId="3052788892" sldId="515"/>
            <ac:spMk id="2" creationId="{EC2C06A7-B901-4B45-BE91-E9C024902218}"/>
          </ac:spMkLst>
        </pc:spChg>
        <pc:spChg chg="del">
          <ac:chgData name="Cristian Chilipirea" userId="34ab170da5908fc4" providerId="LiveId" clId="{657DC964-B470-42A9-AA52-9F1F849BFB76}" dt="2019-10-13T10:14:30.835" v="288" actId="478"/>
          <ac:spMkLst>
            <pc:docMk/>
            <pc:sldMk cId="3052788892" sldId="515"/>
            <ac:spMk id="3" creationId="{B12196BC-961D-496C-82DA-DBBC8CA1558F}"/>
          </ac:spMkLst>
        </pc:spChg>
        <pc:graphicFrameChg chg="add mod">
          <ac:chgData name="Cristian Chilipirea" userId="34ab170da5908fc4" providerId="LiveId" clId="{657DC964-B470-42A9-AA52-9F1F849BFB76}" dt="2019-10-13T10:14:37.989" v="291" actId="14100"/>
          <ac:graphicFrameMkLst>
            <pc:docMk/>
            <pc:sldMk cId="3052788892" sldId="515"/>
            <ac:graphicFrameMk id="4" creationId="{65AE7679-2C55-4DE5-B8B7-74CBC7D78112}"/>
          </ac:graphicFrameMkLst>
        </pc:graphicFrameChg>
      </pc:sldChg>
      <pc:sldChg chg="addSp delSp modSp add">
        <pc:chgData name="Cristian Chilipirea" userId="34ab170da5908fc4" providerId="LiveId" clId="{657DC964-B470-42A9-AA52-9F1F849BFB76}" dt="2019-10-13T10:14:54.711" v="298" actId="1076"/>
        <pc:sldMkLst>
          <pc:docMk/>
          <pc:sldMk cId="428624982" sldId="516"/>
        </pc:sldMkLst>
        <pc:spChg chg="mod">
          <ac:chgData name="Cristian Chilipirea" userId="34ab170da5908fc4" providerId="LiveId" clId="{657DC964-B470-42A9-AA52-9F1F849BFB76}" dt="2019-10-13T10:14:44.443" v="293"/>
          <ac:spMkLst>
            <pc:docMk/>
            <pc:sldMk cId="428624982" sldId="516"/>
            <ac:spMk id="2" creationId="{34AFB6E3-A5AF-4E5C-9787-8443CF0ACA79}"/>
          </ac:spMkLst>
        </pc:spChg>
        <pc:spChg chg="del">
          <ac:chgData name="Cristian Chilipirea" userId="34ab170da5908fc4" providerId="LiveId" clId="{657DC964-B470-42A9-AA52-9F1F849BFB76}" dt="2019-10-13T10:14:46.599" v="294" actId="478"/>
          <ac:spMkLst>
            <pc:docMk/>
            <pc:sldMk cId="428624982" sldId="516"/>
            <ac:spMk id="3" creationId="{310F9A74-A929-4BD4-B271-A77463B088F6}"/>
          </ac:spMkLst>
        </pc:spChg>
        <pc:spChg chg="add del">
          <ac:chgData name="Cristian Chilipirea" userId="34ab170da5908fc4" providerId="LiveId" clId="{657DC964-B470-42A9-AA52-9F1F849BFB76}" dt="2019-10-13T10:14:52.617" v="296"/>
          <ac:spMkLst>
            <pc:docMk/>
            <pc:sldMk cId="428624982" sldId="516"/>
            <ac:spMk id="4" creationId="{2AFAE1C2-A057-4C2B-AB1C-31FD16F2425A}"/>
          </ac:spMkLst>
        </pc:spChg>
        <pc:spChg chg="add mod">
          <ac:chgData name="Cristian Chilipirea" userId="34ab170da5908fc4" providerId="LiveId" clId="{657DC964-B470-42A9-AA52-9F1F849BFB76}" dt="2019-10-13T10:14:54.711" v="298" actId="1076"/>
          <ac:spMkLst>
            <pc:docMk/>
            <pc:sldMk cId="428624982" sldId="516"/>
            <ac:spMk id="5" creationId="{EAA996FA-40E3-4E39-8F3C-2BA84B6DEC78}"/>
          </ac:spMkLst>
        </pc:spChg>
      </pc:sldChg>
      <pc:sldChg chg="del">
        <pc:chgData name="Cristian Chilipirea" userId="34ab170da5908fc4" providerId="LiveId" clId="{657DC964-B470-42A9-AA52-9F1F849BFB76}" dt="2019-10-13T10:02:38.768" v="30" actId="2696"/>
        <pc:sldMkLst>
          <pc:docMk/>
          <pc:sldMk cId="3525947301" sldId="516"/>
        </pc:sldMkLst>
      </pc:sldChg>
      <pc:sldChg chg="addSp delSp modSp add">
        <pc:chgData name="Cristian Chilipirea" userId="34ab170da5908fc4" providerId="LiveId" clId="{657DC964-B470-42A9-AA52-9F1F849BFB76}" dt="2019-10-13T10:15:12.816" v="309" actId="1076"/>
        <pc:sldMkLst>
          <pc:docMk/>
          <pc:sldMk cId="1708359677" sldId="517"/>
        </pc:sldMkLst>
        <pc:spChg chg="mod">
          <ac:chgData name="Cristian Chilipirea" userId="34ab170da5908fc4" providerId="LiveId" clId="{657DC964-B470-42A9-AA52-9F1F849BFB76}" dt="2019-10-13T10:15:00.080" v="300"/>
          <ac:spMkLst>
            <pc:docMk/>
            <pc:sldMk cId="1708359677" sldId="517"/>
            <ac:spMk id="2" creationId="{81AFBD42-D75F-4C41-A17F-C73236ED9746}"/>
          </ac:spMkLst>
        </pc:spChg>
        <pc:spChg chg="del">
          <ac:chgData name="Cristian Chilipirea" userId="34ab170da5908fc4" providerId="LiveId" clId="{657DC964-B470-42A9-AA52-9F1F849BFB76}" dt="2019-10-13T10:15:01.991" v="301" actId="478"/>
          <ac:spMkLst>
            <pc:docMk/>
            <pc:sldMk cId="1708359677" sldId="517"/>
            <ac:spMk id="3" creationId="{ED9C0227-6D61-415A-907B-84239BDACFB4}"/>
          </ac:spMkLst>
        </pc:spChg>
        <pc:spChg chg="add del mod">
          <ac:chgData name="Cristian Chilipirea" userId="34ab170da5908fc4" providerId="LiveId" clId="{657DC964-B470-42A9-AA52-9F1F849BFB76}" dt="2019-10-13T10:15:09.599" v="305"/>
          <ac:spMkLst>
            <pc:docMk/>
            <pc:sldMk cId="1708359677" sldId="517"/>
            <ac:spMk id="4" creationId="{C9E44097-DCCA-4EDB-B7A3-9EA514373EEE}"/>
          </ac:spMkLst>
        </pc:spChg>
        <pc:spChg chg="add del">
          <ac:chgData name="Cristian Chilipirea" userId="34ab170da5908fc4" providerId="LiveId" clId="{657DC964-B470-42A9-AA52-9F1F849BFB76}" dt="2019-10-13T10:15:11.146" v="307"/>
          <ac:spMkLst>
            <pc:docMk/>
            <pc:sldMk cId="1708359677" sldId="517"/>
            <ac:spMk id="5" creationId="{3D740B66-112C-4A4E-90AD-791BE0501907}"/>
          </ac:spMkLst>
        </pc:spChg>
        <pc:spChg chg="add mod">
          <ac:chgData name="Cristian Chilipirea" userId="34ab170da5908fc4" providerId="LiveId" clId="{657DC964-B470-42A9-AA52-9F1F849BFB76}" dt="2019-10-13T10:15:12.816" v="309" actId="1076"/>
          <ac:spMkLst>
            <pc:docMk/>
            <pc:sldMk cId="1708359677" sldId="517"/>
            <ac:spMk id="6" creationId="{432B099B-2383-4FD4-814D-5F5649CDDC3F}"/>
          </ac:spMkLst>
        </pc:spChg>
      </pc:sldChg>
      <pc:sldChg chg="del">
        <pc:chgData name="Cristian Chilipirea" userId="34ab170da5908fc4" providerId="LiveId" clId="{657DC964-B470-42A9-AA52-9F1F849BFB76}" dt="2019-10-13T10:02:39.125" v="31" actId="2696"/>
        <pc:sldMkLst>
          <pc:docMk/>
          <pc:sldMk cId="1868093676" sldId="517"/>
        </pc:sldMkLst>
      </pc:sldChg>
      <pc:sldChg chg="addSp delSp modSp add">
        <pc:chgData name="Cristian Chilipirea" userId="34ab170da5908fc4" providerId="LiveId" clId="{657DC964-B470-42A9-AA52-9F1F849BFB76}" dt="2019-10-13T10:15:32.264" v="318" actId="1076"/>
        <pc:sldMkLst>
          <pc:docMk/>
          <pc:sldMk cId="515006025" sldId="518"/>
        </pc:sldMkLst>
        <pc:spChg chg="mod">
          <ac:chgData name="Cristian Chilipirea" userId="34ab170da5908fc4" providerId="LiveId" clId="{657DC964-B470-42A9-AA52-9F1F849BFB76}" dt="2019-10-13T10:15:19.987" v="311"/>
          <ac:spMkLst>
            <pc:docMk/>
            <pc:sldMk cId="515006025" sldId="518"/>
            <ac:spMk id="2" creationId="{41044144-22AC-4202-A673-EB343EA4037D}"/>
          </ac:spMkLst>
        </pc:spChg>
        <pc:spChg chg="del">
          <ac:chgData name="Cristian Chilipirea" userId="34ab170da5908fc4" providerId="LiveId" clId="{657DC964-B470-42A9-AA52-9F1F849BFB76}" dt="2019-10-13T10:15:22.386" v="312" actId="478"/>
          <ac:spMkLst>
            <pc:docMk/>
            <pc:sldMk cId="515006025" sldId="518"/>
            <ac:spMk id="3" creationId="{4D22A08E-CC67-4F87-AE7D-008B7F9028F8}"/>
          </ac:spMkLst>
        </pc:spChg>
        <pc:grpChg chg="add del">
          <ac:chgData name="Cristian Chilipirea" userId="34ab170da5908fc4" providerId="LiveId" clId="{657DC964-B470-42A9-AA52-9F1F849BFB76}" dt="2019-10-13T10:15:28.366" v="316"/>
          <ac:grpSpMkLst>
            <pc:docMk/>
            <pc:sldMk cId="515006025" sldId="518"/>
            <ac:grpSpMk id="4" creationId="{31817EB6-E86F-459B-A99F-B698700FBB98}"/>
          </ac:grpSpMkLst>
        </pc:grpChg>
        <pc:grpChg chg="add del">
          <ac:chgData name="Cristian Chilipirea" userId="34ab170da5908fc4" providerId="LiveId" clId="{657DC964-B470-42A9-AA52-9F1F849BFB76}" dt="2019-10-13T10:15:28.366" v="316"/>
          <ac:grpSpMkLst>
            <pc:docMk/>
            <pc:sldMk cId="515006025" sldId="518"/>
            <ac:grpSpMk id="7" creationId="{4E43738D-CBB6-451C-82B9-C78010D87E9F}"/>
          </ac:grpSpMkLst>
        </pc:grpChg>
        <pc:grpChg chg="add del">
          <ac:chgData name="Cristian Chilipirea" userId="34ab170da5908fc4" providerId="LiveId" clId="{657DC964-B470-42A9-AA52-9F1F849BFB76}" dt="2019-10-13T10:15:28.366" v="316"/>
          <ac:grpSpMkLst>
            <pc:docMk/>
            <pc:sldMk cId="515006025" sldId="518"/>
            <ac:grpSpMk id="10" creationId="{4541C6FE-59A6-4559-AB21-6C6AD9FCBD55}"/>
          </ac:grpSpMkLst>
        </pc:grpChg>
        <pc:grpChg chg="add del">
          <ac:chgData name="Cristian Chilipirea" userId="34ab170da5908fc4" providerId="LiveId" clId="{657DC964-B470-42A9-AA52-9F1F849BFB76}" dt="2019-10-13T10:15:28.366" v="316"/>
          <ac:grpSpMkLst>
            <pc:docMk/>
            <pc:sldMk cId="515006025" sldId="518"/>
            <ac:grpSpMk id="13" creationId="{E4B514C0-3A0A-4528-8333-AD435E9DC855}"/>
          </ac:grpSpMkLst>
        </pc:grpChg>
        <pc:grpChg chg="add del">
          <ac:chgData name="Cristian Chilipirea" userId="34ab170da5908fc4" providerId="LiveId" clId="{657DC964-B470-42A9-AA52-9F1F849BFB76}" dt="2019-10-13T10:15:28.366" v="316"/>
          <ac:grpSpMkLst>
            <pc:docMk/>
            <pc:sldMk cId="515006025" sldId="518"/>
            <ac:grpSpMk id="16" creationId="{A0776605-7007-4311-BEAC-D7AF1CB1C103}"/>
          </ac:grpSpMkLst>
        </pc:grpChg>
        <pc:grpChg chg="add del">
          <ac:chgData name="Cristian Chilipirea" userId="34ab170da5908fc4" providerId="LiveId" clId="{657DC964-B470-42A9-AA52-9F1F849BFB76}" dt="2019-10-13T10:15:28.366" v="316"/>
          <ac:grpSpMkLst>
            <pc:docMk/>
            <pc:sldMk cId="515006025" sldId="518"/>
            <ac:grpSpMk id="19" creationId="{B2096BFD-3F22-4FAD-884E-C5B10A25FAAF}"/>
          </ac:grpSpMkLst>
        </pc:grpChg>
        <pc:grpChg chg="add del">
          <ac:chgData name="Cristian Chilipirea" userId="34ab170da5908fc4" providerId="LiveId" clId="{657DC964-B470-42A9-AA52-9F1F849BFB76}" dt="2019-10-13T10:15:28.366" v="316"/>
          <ac:grpSpMkLst>
            <pc:docMk/>
            <pc:sldMk cId="515006025" sldId="518"/>
            <ac:grpSpMk id="22" creationId="{03514686-E3BF-46AB-93D5-658F68C30962}"/>
          </ac:grpSpMkLst>
        </pc:grpChg>
        <pc:grpChg chg="add del">
          <ac:chgData name="Cristian Chilipirea" userId="34ab170da5908fc4" providerId="LiveId" clId="{657DC964-B470-42A9-AA52-9F1F849BFB76}" dt="2019-10-13T10:15:28.366" v="316"/>
          <ac:grpSpMkLst>
            <pc:docMk/>
            <pc:sldMk cId="515006025" sldId="518"/>
            <ac:grpSpMk id="25" creationId="{4E0B57DF-D764-40BB-9502-095FE48C62D7}"/>
          </ac:grpSpMkLst>
        </pc:grpChg>
        <pc:grpChg chg="add del">
          <ac:chgData name="Cristian Chilipirea" userId="34ab170da5908fc4" providerId="LiveId" clId="{657DC964-B470-42A9-AA52-9F1F849BFB76}" dt="2019-10-13T10:15:28.366" v="316"/>
          <ac:grpSpMkLst>
            <pc:docMk/>
            <pc:sldMk cId="515006025" sldId="518"/>
            <ac:grpSpMk id="28" creationId="{B0B35590-40DC-43D3-BAF5-B9D7581B740B}"/>
          </ac:grpSpMkLst>
        </pc:grpChg>
        <pc:grpChg chg="add del">
          <ac:chgData name="Cristian Chilipirea" userId="34ab170da5908fc4" providerId="LiveId" clId="{657DC964-B470-42A9-AA52-9F1F849BFB76}" dt="2019-10-13T10:15:28.366" v="316"/>
          <ac:grpSpMkLst>
            <pc:docMk/>
            <pc:sldMk cId="515006025" sldId="518"/>
            <ac:grpSpMk id="43" creationId="{D71535B6-9F32-4870-8EDA-4B0C6ADD6A93}"/>
          </ac:grpSpMkLst>
        </pc:grpChg>
        <pc:grpChg chg="add mod">
          <ac:chgData name="Cristian Chilipirea" userId="34ab170da5908fc4" providerId="LiveId" clId="{657DC964-B470-42A9-AA52-9F1F849BFB76}" dt="2019-10-13T10:15:32.264" v="318" actId="1076"/>
          <ac:grpSpMkLst>
            <pc:docMk/>
            <pc:sldMk cId="515006025" sldId="518"/>
            <ac:grpSpMk id="46" creationId="{AD96059F-77F0-4839-9BC3-E8DF9F4FF8C8}"/>
          </ac:grpSpMkLst>
        </pc:grpChg>
        <pc:grpChg chg="add mod">
          <ac:chgData name="Cristian Chilipirea" userId="34ab170da5908fc4" providerId="LiveId" clId="{657DC964-B470-42A9-AA52-9F1F849BFB76}" dt="2019-10-13T10:15:32.264" v="318" actId="1076"/>
          <ac:grpSpMkLst>
            <pc:docMk/>
            <pc:sldMk cId="515006025" sldId="518"/>
            <ac:grpSpMk id="49" creationId="{7CFCEA87-42D9-46CA-A14B-C99658EBB457}"/>
          </ac:grpSpMkLst>
        </pc:grpChg>
        <pc:grpChg chg="add mod">
          <ac:chgData name="Cristian Chilipirea" userId="34ab170da5908fc4" providerId="LiveId" clId="{657DC964-B470-42A9-AA52-9F1F849BFB76}" dt="2019-10-13T10:15:32.264" v="318" actId="1076"/>
          <ac:grpSpMkLst>
            <pc:docMk/>
            <pc:sldMk cId="515006025" sldId="518"/>
            <ac:grpSpMk id="52" creationId="{8E574BB3-383B-4CE1-8D0B-66A37CB5EBDB}"/>
          </ac:grpSpMkLst>
        </pc:grpChg>
        <pc:grpChg chg="add mod">
          <ac:chgData name="Cristian Chilipirea" userId="34ab170da5908fc4" providerId="LiveId" clId="{657DC964-B470-42A9-AA52-9F1F849BFB76}" dt="2019-10-13T10:15:32.264" v="318" actId="1076"/>
          <ac:grpSpMkLst>
            <pc:docMk/>
            <pc:sldMk cId="515006025" sldId="518"/>
            <ac:grpSpMk id="55" creationId="{4988F8B1-AD65-4429-BB5D-B7D07C1ED3ED}"/>
          </ac:grpSpMkLst>
        </pc:grpChg>
        <pc:grpChg chg="add mod">
          <ac:chgData name="Cristian Chilipirea" userId="34ab170da5908fc4" providerId="LiveId" clId="{657DC964-B470-42A9-AA52-9F1F849BFB76}" dt="2019-10-13T10:15:32.264" v="318" actId="1076"/>
          <ac:grpSpMkLst>
            <pc:docMk/>
            <pc:sldMk cId="515006025" sldId="518"/>
            <ac:grpSpMk id="58" creationId="{AE9AAA7E-ECB1-47AA-81A4-9F51E2F16D31}"/>
          </ac:grpSpMkLst>
        </pc:grpChg>
        <pc:grpChg chg="add mod">
          <ac:chgData name="Cristian Chilipirea" userId="34ab170da5908fc4" providerId="LiveId" clId="{657DC964-B470-42A9-AA52-9F1F849BFB76}" dt="2019-10-13T10:15:32.264" v="318" actId="1076"/>
          <ac:grpSpMkLst>
            <pc:docMk/>
            <pc:sldMk cId="515006025" sldId="518"/>
            <ac:grpSpMk id="61" creationId="{E313BFC1-7F9B-4064-B485-D13E92BA0C74}"/>
          </ac:grpSpMkLst>
        </pc:grpChg>
        <pc:grpChg chg="add mod">
          <ac:chgData name="Cristian Chilipirea" userId="34ab170da5908fc4" providerId="LiveId" clId="{657DC964-B470-42A9-AA52-9F1F849BFB76}" dt="2019-10-13T10:15:32.264" v="318" actId="1076"/>
          <ac:grpSpMkLst>
            <pc:docMk/>
            <pc:sldMk cId="515006025" sldId="518"/>
            <ac:grpSpMk id="64" creationId="{299035C1-F65E-4EA3-950C-75310DD52C63}"/>
          </ac:grpSpMkLst>
        </pc:grpChg>
        <pc:grpChg chg="add mod">
          <ac:chgData name="Cristian Chilipirea" userId="34ab170da5908fc4" providerId="LiveId" clId="{657DC964-B470-42A9-AA52-9F1F849BFB76}" dt="2019-10-13T10:15:32.264" v="318" actId="1076"/>
          <ac:grpSpMkLst>
            <pc:docMk/>
            <pc:sldMk cId="515006025" sldId="518"/>
            <ac:grpSpMk id="67" creationId="{E9644A24-29E3-4782-81BE-D6C20F53D7CD}"/>
          </ac:grpSpMkLst>
        </pc:grpChg>
        <pc:grpChg chg="add mod">
          <ac:chgData name="Cristian Chilipirea" userId="34ab170da5908fc4" providerId="LiveId" clId="{657DC964-B470-42A9-AA52-9F1F849BFB76}" dt="2019-10-13T10:15:32.264" v="318" actId="1076"/>
          <ac:grpSpMkLst>
            <pc:docMk/>
            <pc:sldMk cId="515006025" sldId="518"/>
            <ac:grpSpMk id="70" creationId="{C01D1832-0220-4283-BCB3-8938C313CE53}"/>
          </ac:grpSpMkLst>
        </pc:grpChg>
        <pc:grpChg chg="add mod">
          <ac:chgData name="Cristian Chilipirea" userId="34ab170da5908fc4" providerId="LiveId" clId="{657DC964-B470-42A9-AA52-9F1F849BFB76}" dt="2019-10-13T10:15:32.264" v="318" actId="1076"/>
          <ac:grpSpMkLst>
            <pc:docMk/>
            <pc:sldMk cId="515006025" sldId="518"/>
            <ac:grpSpMk id="85" creationId="{E18AC48C-D18F-4E7B-8F92-4582E71936D0}"/>
          </ac:grpSpMkLst>
        </pc:grpChg>
        <pc:cxnChg chg="add del">
          <ac:chgData name="Cristian Chilipirea" userId="34ab170da5908fc4" providerId="LiveId" clId="{657DC964-B470-42A9-AA52-9F1F849BFB76}" dt="2019-10-13T10:15:28.366" v="316"/>
          <ac:cxnSpMkLst>
            <pc:docMk/>
            <pc:sldMk cId="515006025" sldId="518"/>
            <ac:cxnSpMk id="31" creationId="{41AF415E-00E0-4CE0-8176-5AD6CBEC95CB}"/>
          </ac:cxnSpMkLst>
        </pc:cxnChg>
        <pc:cxnChg chg="add del">
          <ac:chgData name="Cristian Chilipirea" userId="34ab170da5908fc4" providerId="LiveId" clId="{657DC964-B470-42A9-AA52-9F1F849BFB76}" dt="2019-10-13T10:15:28.366" v="316"/>
          <ac:cxnSpMkLst>
            <pc:docMk/>
            <pc:sldMk cId="515006025" sldId="518"/>
            <ac:cxnSpMk id="32" creationId="{8822E6E4-7DA7-40D0-B1B1-6B445A25BC86}"/>
          </ac:cxnSpMkLst>
        </pc:cxnChg>
        <pc:cxnChg chg="add del">
          <ac:chgData name="Cristian Chilipirea" userId="34ab170da5908fc4" providerId="LiveId" clId="{657DC964-B470-42A9-AA52-9F1F849BFB76}" dt="2019-10-13T10:15:28.366" v="316"/>
          <ac:cxnSpMkLst>
            <pc:docMk/>
            <pc:sldMk cId="515006025" sldId="518"/>
            <ac:cxnSpMk id="33" creationId="{43BDA57A-9294-44B1-A6BC-4473201A0352}"/>
          </ac:cxnSpMkLst>
        </pc:cxnChg>
        <pc:cxnChg chg="add del">
          <ac:chgData name="Cristian Chilipirea" userId="34ab170da5908fc4" providerId="LiveId" clId="{657DC964-B470-42A9-AA52-9F1F849BFB76}" dt="2019-10-13T10:15:28.366" v="316"/>
          <ac:cxnSpMkLst>
            <pc:docMk/>
            <pc:sldMk cId="515006025" sldId="518"/>
            <ac:cxnSpMk id="34" creationId="{29308412-DC61-4EF8-A034-DED170C43722}"/>
          </ac:cxnSpMkLst>
        </pc:cxnChg>
        <pc:cxnChg chg="add del">
          <ac:chgData name="Cristian Chilipirea" userId="34ab170da5908fc4" providerId="LiveId" clId="{657DC964-B470-42A9-AA52-9F1F849BFB76}" dt="2019-10-13T10:15:28.366" v="316"/>
          <ac:cxnSpMkLst>
            <pc:docMk/>
            <pc:sldMk cId="515006025" sldId="518"/>
            <ac:cxnSpMk id="35" creationId="{9B4C9B5C-EF59-44C2-8168-3C14A3633CF7}"/>
          </ac:cxnSpMkLst>
        </pc:cxnChg>
        <pc:cxnChg chg="add del">
          <ac:chgData name="Cristian Chilipirea" userId="34ab170da5908fc4" providerId="LiveId" clId="{657DC964-B470-42A9-AA52-9F1F849BFB76}" dt="2019-10-13T10:15:28.366" v="316"/>
          <ac:cxnSpMkLst>
            <pc:docMk/>
            <pc:sldMk cId="515006025" sldId="518"/>
            <ac:cxnSpMk id="36" creationId="{48205AC1-0EBE-42B5-9AEC-A9DDFE587B1E}"/>
          </ac:cxnSpMkLst>
        </pc:cxnChg>
        <pc:cxnChg chg="add del">
          <ac:chgData name="Cristian Chilipirea" userId="34ab170da5908fc4" providerId="LiveId" clId="{657DC964-B470-42A9-AA52-9F1F849BFB76}" dt="2019-10-13T10:15:28.366" v="316"/>
          <ac:cxnSpMkLst>
            <pc:docMk/>
            <pc:sldMk cId="515006025" sldId="518"/>
            <ac:cxnSpMk id="37" creationId="{EC5C2967-55C2-441D-A56C-5DE1B922C6F1}"/>
          </ac:cxnSpMkLst>
        </pc:cxnChg>
        <pc:cxnChg chg="add del">
          <ac:chgData name="Cristian Chilipirea" userId="34ab170da5908fc4" providerId="LiveId" clId="{657DC964-B470-42A9-AA52-9F1F849BFB76}" dt="2019-10-13T10:15:28.366" v="316"/>
          <ac:cxnSpMkLst>
            <pc:docMk/>
            <pc:sldMk cId="515006025" sldId="518"/>
            <ac:cxnSpMk id="38" creationId="{57C72A20-072E-4F4B-9B89-CCBA3C2064C4}"/>
          </ac:cxnSpMkLst>
        </pc:cxnChg>
        <pc:cxnChg chg="add del">
          <ac:chgData name="Cristian Chilipirea" userId="34ab170da5908fc4" providerId="LiveId" clId="{657DC964-B470-42A9-AA52-9F1F849BFB76}" dt="2019-10-13T10:15:28.366" v="316"/>
          <ac:cxnSpMkLst>
            <pc:docMk/>
            <pc:sldMk cId="515006025" sldId="518"/>
            <ac:cxnSpMk id="39" creationId="{E99C5D4F-D575-4F56-9685-657D0FA093DF}"/>
          </ac:cxnSpMkLst>
        </pc:cxnChg>
        <pc:cxnChg chg="add del">
          <ac:chgData name="Cristian Chilipirea" userId="34ab170da5908fc4" providerId="LiveId" clId="{657DC964-B470-42A9-AA52-9F1F849BFB76}" dt="2019-10-13T10:15:28.366" v="316"/>
          <ac:cxnSpMkLst>
            <pc:docMk/>
            <pc:sldMk cId="515006025" sldId="518"/>
            <ac:cxnSpMk id="40" creationId="{CDD91C8D-5CC4-473C-93D8-46B6240AAC7D}"/>
          </ac:cxnSpMkLst>
        </pc:cxnChg>
        <pc:cxnChg chg="add del">
          <ac:chgData name="Cristian Chilipirea" userId="34ab170da5908fc4" providerId="LiveId" clId="{657DC964-B470-42A9-AA52-9F1F849BFB76}" dt="2019-10-13T10:15:28.366" v="316"/>
          <ac:cxnSpMkLst>
            <pc:docMk/>
            <pc:sldMk cId="515006025" sldId="518"/>
            <ac:cxnSpMk id="41" creationId="{9D203721-8CCC-4891-8AC4-1892FE34B62F}"/>
          </ac:cxnSpMkLst>
        </pc:cxnChg>
        <pc:cxnChg chg="add del">
          <ac:chgData name="Cristian Chilipirea" userId="34ab170da5908fc4" providerId="LiveId" clId="{657DC964-B470-42A9-AA52-9F1F849BFB76}" dt="2019-10-13T10:15:28.366" v="316"/>
          <ac:cxnSpMkLst>
            <pc:docMk/>
            <pc:sldMk cId="515006025" sldId="518"/>
            <ac:cxnSpMk id="42" creationId="{B0405050-2E59-4505-BDCF-9B32CD33A183}"/>
          </ac:cxnSpMkLst>
        </pc:cxnChg>
        <pc:cxnChg chg="add mod">
          <ac:chgData name="Cristian Chilipirea" userId="34ab170da5908fc4" providerId="LiveId" clId="{657DC964-B470-42A9-AA52-9F1F849BFB76}" dt="2019-10-13T10:15:32.264" v="318" actId="1076"/>
          <ac:cxnSpMkLst>
            <pc:docMk/>
            <pc:sldMk cId="515006025" sldId="518"/>
            <ac:cxnSpMk id="73" creationId="{3197AB39-91F6-4860-90A0-3CC9BD610560}"/>
          </ac:cxnSpMkLst>
        </pc:cxnChg>
        <pc:cxnChg chg="add mod">
          <ac:chgData name="Cristian Chilipirea" userId="34ab170da5908fc4" providerId="LiveId" clId="{657DC964-B470-42A9-AA52-9F1F849BFB76}" dt="2019-10-13T10:15:32.264" v="318" actId="1076"/>
          <ac:cxnSpMkLst>
            <pc:docMk/>
            <pc:sldMk cId="515006025" sldId="518"/>
            <ac:cxnSpMk id="74" creationId="{59A6ACA5-BAE2-4FE0-8DB7-31E4360E7C70}"/>
          </ac:cxnSpMkLst>
        </pc:cxnChg>
        <pc:cxnChg chg="add mod">
          <ac:chgData name="Cristian Chilipirea" userId="34ab170da5908fc4" providerId="LiveId" clId="{657DC964-B470-42A9-AA52-9F1F849BFB76}" dt="2019-10-13T10:15:32.264" v="318" actId="1076"/>
          <ac:cxnSpMkLst>
            <pc:docMk/>
            <pc:sldMk cId="515006025" sldId="518"/>
            <ac:cxnSpMk id="75" creationId="{089D1554-688E-4F40-AA76-47D61FD9070D}"/>
          </ac:cxnSpMkLst>
        </pc:cxnChg>
        <pc:cxnChg chg="add mod">
          <ac:chgData name="Cristian Chilipirea" userId="34ab170da5908fc4" providerId="LiveId" clId="{657DC964-B470-42A9-AA52-9F1F849BFB76}" dt="2019-10-13T10:15:32.264" v="318" actId="1076"/>
          <ac:cxnSpMkLst>
            <pc:docMk/>
            <pc:sldMk cId="515006025" sldId="518"/>
            <ac:cxnSpMk id="76" creationId="{2D86DEFF-B2D7-421F-8D25-6B3CCB16715B}"/>
          </ac:cxnSpMkLst>
        </pc:cxnChg>
        <pc:cxnChg chg="add mod">
          <ac:chgData name="Cristian Chilipirea" userId="34ab170da5908fc4" providerId="LiveId" clId="{657DC964-B470-42A9-AA52-9F1F849BFB76}" dt="2019-10-13T10:15:32.264" v="318" actId="1076"/>
          <ac:cxnSpMkLst>
            <pc:docMk/>
            <pc:sldMk cId="515006025" sldId="518"/>
            <ac:cxnSpMk id="77" creationId="{CBAA32D1-91D1-4BDE-ACEA-53E0BB39BC38}"/>
          </ac:cxnSpMkLst>
        </pc:cxnChg>
        <pc:cxnChg chg="add mod">
          <ac:chgData name="Cristian Chilipirea" userId="34ab170da5908fc4" providerId="LiveId" clId="{657DC964-B470-42A9-AA52-9F1F849BFB76}" dt="2019-10-13T10:15:32.264" v="318" actId="1076"/>
          <ac:cxnSpMkLst>
            <pc:docMk/>
            <pc:sldMk cId="515006025" sldId="518"/>
            <ac:cxnSpMk id="78" creationId="{DD1DD440-1453-443A-AFEA-FD252243BDA4}"/>
          </ac:cxnSpMkLst>
        </pc:cxnChg>
        <pc:cxnChg chg="add mod">
          <ac:chgData name="Cristian Chilipirea" userId="34ab170da5908fc4" providerId="LiveId" clId="{657DC964-B470-42A9-AA52-9F1F849BFB76}" dt="2019-10-13T10:15:32.264" v="318" actId="1076"/>
          <ac:cxnSpMkLst>
            <pc:docMk/>
            <pc:sldMk cId="515006025" sldId="518"/>
            <ac:cxnSpMk id="79" creationId="{E7A3E512-009C-4E63-8920-71BD266A1463}"/>
          </ac:cxnSpMkLst>
        </pc:cxnChg>
        <pc:cxnChg chg="add mod">
          <ac:chgData name="Cristian Chilipirea" userId="34ab170da5908fc4" providerId="LiveId" clId="{657DC964-B470-42A9-AA52-9F1F849BFB76}" dt="2019-10-13T10:15:32.264" v="318" actId="1076"/>
          <ac:cxnSpMkLst>
            <pc:docMk/>
            <pc:sldMk cId="515006025" sldId="518"/>
            <ac:cxnSpMk id="80" creationId="{8EC33D46-1840-4975-9AB1-CC5C84CED731}"/>
          </ac:cxnSpMkLst>
        </pc:cxnChg>
        <pc:cxnChg chg="add mod">
          <ac:chgData name="Cristian Chilipirea" userId="34ab170da5908fc4" providerId="LiveId" clId="{657DC964-B470-42A9-AA52-9F1F849BFB76}" dt="2019-10-13T10:15:32.264" v="318" actId="1076"/>
          <ac:cxnSpMkLst>
            <pc:docMk/>
            <pc:sldMk cId="515006025" sldId="518"/>
            <ac:cxnSpMk id="81" creationId="{1F00ABBC-4A6F-4EA0-A3F9-031E46486AB2}"/>
          </ac:cxnSpMkLst>
        </pc:cxnChg>
        <pc:cxnChg chg="add mod">
          <ac:chgData name="Cristian Chilipirea" userId="34ab170da5908fc4" providerId="LiveId" clId="{657DC964-B470-42A9-AA52-9F1F849BFB76}" dt="2019-10-13T10:15:32.264" v="318" actId="1076"/>
          <ac:cxnSpMkLst>
            <pc:docMk/>
            <pc:sldMk cId="515006025" sldId="518"/>
            <ac:cxnSpMk id="82" creationId="{3030CA5F-B5CF-4A61-A34B-ADCB4020B3E5}"/>
          </ac:cxnSpMkLst>
        </pc:cxnChg>
        <pc:cxnChg chg="add mod">
          <ac:chgData name="Cristian Chilipirea" userId="34ab170da5908fc4" providerId="LiveId" clId="{657DC964-B470-42A9-AA52-9F1F849BFB76}" dt="2019-10-13T10:15:32.264" v="318" actId="1076"/>
          <ac:cxnSpMkLst>
            <pc:docMk/>
            <pc:sldMk cId="515006025" sldId="518"/>
            <ac:cxnSpMk id="83" creationId="{5DD23C9A-B9D2-4A09-A705-732510AFCFD2}"/>
          </ac:cxnSpMkLst>
        </pc:cxnChg>
        <pc:cxnChg chg="add mod">
          <ac:chgData name="Cristian Chilipirea" userId="34ab170da5908fc4" providerId="LiveId" clId="{657DC964-B470-42A9-AA52-9F1F849BFB76}" dt="2019-10-13T10:15:32.264" v="318" actId="1076"/>
          <ac:cxnSpMkLst>
            <pc:docMk/>
            <pc:sldMk cId="515006025" sldId="518"/>
            <ac:cxnSpMk id="84" creationId="{14F8F429-524E-4AE2-837B-251DD5E6AAFF}"/>
          </ac:cxnSpMkLst>
        </pc:cxnChg>
      </pc:sldChg>
      <pc:sldChg chg="del">
        <pc:chgData name="Cristian Chilipirea" userId="34ab170da5908fc4" providerId="LiveId" clId="{657DC964-B470-42A9-AA52-9F1F849BFB76}" dt="2019-10-13T10:02:39.929" v="32" actId="2696"/>
        <pc:sldMkLst>
          <pc:docMk/>
          <pc:sldMk cId="937818870" sldId="518"/>
        </pc:sldMkLst>
      </pc:sldChg>
      <pc:sldChg chg="addSp delSp modSp add">
        <pc:chgData name="Cristian Chilipirea" userId="34ab170da5908fc4" providerId="LiveId" clId="{657DC964-B470-42A9-AA52-9F1F849BFB76}" dt="2019-10-13T10:15:55.099" v="327" actId="1076"/>
        <pc:sldMkLst>
          <pc:docMk/>
          <pc:sldMk cId="4258076731" sldId="519"/>
        </pc:sldMkLst>
        <pc:spChg chg="mod">
          <ac:chgData name="Cristian Chilipirea" userId="34ab170da5908fc4" providerId="LiveId" clId="{657DC964-B470-42A9-AA52-9F1F849BFB76}" dt="2019-10-13T10:15:42.708" v="320"/>
          <ac:spMkLst>
            <pc:docMk/>
            <pc:sldMk cId="4258076731" sldId="519"/>
            <ac:spMk id="2" creationId="{31586C2A-2656-4631-8E6D-CAA250221F1A}"/>
          </ac:spMkLst>
        </pc:spChg>
        <pc:spChg chg="del">
          <ac:chgData name="Cristian Chilipirea" userId="34ab170da5908fc4" providerId="LiveId" clId="{657DC964-B470-42A9-AA52-9F1F849BFB76}" dt="2019-10-13T10:15:44.968" v="321" actId="478"/>
          <ac:spMkLst>
            <pc:docMk/>
            <pc:sldMk cId="4258076731" sldId="519"/>
            <ac:spMk id="3" creationId="{B1B35177-EE0B-4D0A-A402-934A51AFFBF1}"/>
          </ac:spMkLst>
        </pc:spChg>
        <pc:spChg chg="add del">
          <ac:chgData name="Cristian Chilipirea" userId="34ab170da5908fc4" providerId="LiveId" clId="{657DC964-B470-42A9-AA52-9F1F849BFB76}" dt="2019-10-13T10:15:51.181" v="325"/>
          <ac:spMkLst>
            <pc:docMk/>
            <pc:sldMk cId="4258076731" sldId="519"/>
            <ac:spMk id="49" creationId="{6CD29D74-E2D5-4435-B7BB-3CFBE3F5C543}"/>
          </ac:spMkLst>
        </pc:spChg>
        <pc:spChg chg="add del">
          <ac:chgData name="Cristian Chilipirea" userId="34ab170da5908fc4" providerId="LiveId" clId="{657DC964-B470-42A9-AA52-9F1F849BFB76}" dt="2019-10-13T10:15:51.181" v="325"/>
          <ac:spMkLst>
            <pc:docMk/>
            <pc:sldMk cId="4258076731" sldId="519"/>
            <ac:spMk id="50" creationId="{DD6D9D97-E360-4392-BFD7-08A6EBF48845}"/>
          </ac:spMkLst>
        </pc:spChg>
        <pc:spChg chg="add del">
          <ac:chgData name="Cristian Chilipirea" userId="34ab170da5908fc4" providerId="LiveId" clId="{657DC964-B470-42A9-AA52-9F1F849BFB76}" dt="2019-10-13T10:15:51.181" v="325"/>
          <ac:spMkLst>
            <pc:docMk/>
            <pc:sldMk cId="4258076731" sldId="519"/>
            <ac:spMk id="53" creationId="{FD8EB5F0-C46F-4D06-BD67-28E928674752}"/>
          </ac:spMkLst>
        </pc:spChg>
        <pc:spChg chg="add del">
          <ac:chgData name="Cristian Chilipirea" userId="34ab170da5908fc4" providerId="LiveId" clId="{657DC964-B470-42A9-AA52-9F1F849BFB76}" dt="2019-10-13T10:15:51.181" v="325"/>
          <ac:spMkLst>
            <pc:docMk/>
            <pc:sldMk cId="4258076731" sldId="519"/>
            <ac:spMk id="54" creationId="{654F58CF-FE19-4C30-A2DF-48F7AEB9270A}"/>
          </ac:spMkLst>
        </pc:spChg>
        <pc:spChg chg="add mod">
          <ac:chgData name="Cristian Chilipirea" userId="34ab170da5908fc4" providerId="LiveId" clId="{657DC964-B470-42A9-AA52-9F1F849BFB76}" dt="2019-10-13T10:15:55.099" v="327" actId="1076"/>
          <ac:spMkLst>
            <pc:docMk/>
            <pc:sldMk cId="4258076731" sldId="519"/>
            <ac:spMk id="114" creationId="{E2EC2228-D34F-4C7F-AB65-1BE48F526216}"/>
          </ac:spMkLst>
        </pc:spChg>
        <pc:spChg chg="add mod">
          <ac:chgData name="Cristian Chilipirea" userId="34ab170da5908fc4" providerId="LiveId" clId="{657DC964-B470-42A9-AA52-9F1F849BFB76}" dt="2019-10-13T10:15:55.099" v="327" actId="1076"/>
          <ac:spMkLst>
            <pc:docMk/>
            <pc:sldMk cId="4258076731" sldId="519"/>
            <ac:spMk id="115" creationId="{8AC01D72-1096-4C46-9B47-F4671D22AB1D}"/>
          </ac:spMkLst>
        </pc:spChg>
        <pc:spChg chg="add mod">
          <ac:chgData name="Cristian Chilipirea" userId="34ab170da5908fc4" providerId="LiveId" clId="{657DC964-B470-42A9-AA52-9F1F849BFB76}" dt="2019-10-13T10:15:55.099" v="327" actId="1076"/>
          <ac:spMkLst>
            <pc:docMk/>
            <pc:sldMk cId="4258076731" sldId="519"/>
            <ac:spMk id="118" creationId="{2E077BDB-F37D-45BC-A713-CD4C08C045B3}"/>
          </ac:spMkLst>
        </pc:spChg>
        <pc:spChg chg="add mod">
          <ac:chgData name="Cristian Chilipirea" userId="34ab170da5908fc4" providerId="LiveId" clId="{657DC964-B470-42A9-AA52-9F1F849BFB76}" dt="2019-10-13T10:15:55.099" v="327" actId="1076"/>
          <ac:spMkLst>
            <pc:docMk/>
            <pc:sldMk cId="4258076731" sldId="519"/>
            <ac:spMk id="119" creationId="{60C81CFD-3953-40DC-8B3D-A3FE8D4E9328}"/>
          </ac:spMkLst>
        </pc:spChg>
        <pc:grpChg chg="add del">
          <ac:chgData name="Cristian Chilipirea" userId="34ab170da5908fc4" providerId="LiveId" clId="{657DC964-B470-42A9-AA52-9F1F849BFB76}" dt="2019-10-13T10:15:51.181" v="325"/>
          <ac:grpSpMkLst>
            <pc:docMk/>
            <pc:sldMk cId="4258076731" sldId="519"/>
            <ac:grpSpMk id="4" creationId="{E46ECB67-8E23-4467-863B-8C14BC3C7781}"/>
          </ac:grpSpMkLst>
        </pc:grpChg>
        <pc:grpChg chg="add del">
          <ac:chgData name="Cristian Chilipirea" userId="34ab170da5908fc4" providerId="LiveId" clId="{657DC964-B470-42A9-AA52-9F1F849BFB76}" dt="2019-10-13T10:15:51.181" v="325"/>
          <ac:grpSpMkLst>
            <pc:docMk/>
            <pc:sldMk cId="4258076731" sldId="519"/>
            <ac:grpSpMk id="7" creationId="{E2B05762-B36B-43F1-90F7-9DC8103E09B2}"/>
          </ac:grpSpMkLst>
        </pc:grpChg>
        <pc:grpChg chg="add del">
          <ac:chgData name="Cristian Chilipirea" userId="34ab170da5908fc4" providerId="LiveId" clId="{657DC964-B470-42A9-AA52-9F1F849BFB76}" dt="2019-10-13T10:15:51.181" v="325"/>
          <ac:grpSpMkLst>
            <pc:docMk/>
            <pc:sldMk cId="4258076731" sldId="519"/>
            <ac:grpSpMk id="10" creationId="{0FE8ED59-4FA4-44CD-B2EC-A5D0A2D0BF10}"/>
          </ac:grpSpMkLst>
        </pc:grpChg>
        <pc:grpChg chg="add del">
          <ac:chgData name="Cristian Chilipirea" userId="34ab170da5908fc4" providerId="LiveId" clId="{657DC964-B470-42A9-AA52-9F1F849BFB76}" dt="2019-10-13T10:15:51.181" v="325"/>
          <ac:grpSpMkLst>
            <pc:docMk/>
            <pc:sldMk cId="4258076731" sldId="519"/>
            <ac:grpSpMk id="13" creationId="{87D160DA-F7F2-4DFF-8FEB-27507C4A6AA6}"/>
          </ac:grpSpMkLst>
        </pc:grpChg>
        <pc:grpChg chg="add del">
          <ac:chgData name="Cristian Chilipirea" userId="34ab170da5908fc4" providerId="LiveId" clId="{657DC964-B470-42A9-AA52-9F1F849BFB76}" dt="2019-10-13T10:15:51.181" v="325"/>
          <ac:grpSpMkLst>
            <pc:docMk/>
            <pc:sldMk cId="4258076731" sldId="519"/>
            <ac:grpSpMk id="16" creationId="{D3B87CB6-8DCC-48FC-9BB2-403325A32C5F}"/>
          </ac:grpSpMkLst>
        </pc:grpChg>
        <pc:grpChg chg="add del">
          <ac:chgData name="Cristian Chilipirea" userId="34ab170da5908fc4" providerId="LiveId" clId="{657DC964-B470-42A9-AA52-9F1F849BFB76}" dt="2019-10-13T10:15:51.181" v="325"/>
          <ac:grpSpMkLst>
            <pc:docMk/>
            <pc:sldMk cId="4258076731" sldId="519"/>
            <ac:grpSpMk id="19" creationId="{541E1D3A-F020-413A-AA57-C89D30E0C17C}"/>
          </ac:grpSpMkLst>
        </pc:grpChg>
        <pc:grpChg chg="add del">
          <ac:chgData name="Cristian Chilipirea" userId="34ab170da5908fc4" providerId="LiveId" clId="{657DC964-B470-42A9-AA52-9F1F849BFB76}" dt="2019-10-13T10:15:51.181" v="325"/>
          <ac:grpSpMkLst>
            <pc:docMk/>
            <pc:sldMk cId="4258076731" sldId="519"/>
            <ac:grpSpMk id="22" creationId="{203A426A-E765-4131-9308-86500C87D3DA}"/>
          </ac:grpSpMkLst>
        </pc:grpChg>
        <pc:grpChg chg="add del">
          <ac:chgData name="Cristian Chilipirea" userId="34ab170da5908fc4" providerId="LiveId" clId="{657DC964-B470-42A9-AA52-9F1F849BFB76}" dt="2019-10-13T10:15:51.181" v="325"/>
          <ac:grpSpMkLst>
            <pc:docMk/>
            <pc:sldMk cId="4258076731" sldId="519"/>
            <ac:grpSpMk id="25" creationId="{64D8ADE6-3BB3-471E-AFDD-36BA4A205659}"/>
          </ac:grpSpMkLst>
        </pc:grpChg>
        <pc:grpChg chg="add del">
          <ac:chgData name="Cristian Chilipirea" userId="34ab170da5908fc4" providerId="LiveId" clId="{657DC964-B470-42A9-AA52-9F1F849BFB76}" dt="2019-10-13T10:15:51.181" v="325"/>
          <ac:grpSpMkLst>
            <pc:docMk/>
            <pc:sldMk cId="4258076731" sldId="519"/>
            <ac:grpSpMk id="28" creationId="{A2F70480-FECC-48F9-9BDD-3D39AD2C22F7}"/>
          </ac:grpSpMkLst>
        </pc:grpChg>
        <pc:grpChg chg="add del">
          <ac:chgData name="Cristian Chilipirea" userId="34ab170da5908fc4" providerId="LiveId" clId="{657DC964-B470-42A9-AA52-9F1F849BFB76}" dt="2019-10-13T10:15:51.181" v="325"/>
          <ac:grpSpMkLst>
            <pc:docMk/>
            <pc:sldMk cId="4258076731" sldId="519"/>
            <ac:grpSpMk id="46" creationId="{E8794152-46FF-42B9-BB5D-E7C4986113EC}"/>
          </ac:grpSpMkLst>
        </pc:grpChg>
        <pc:grpChg chg="add del">
          <ac:chgData name="Cristian Chilipirea" userId="34ab170da5908fc4" providerId="LiveId" clId="{657DC964-B470-42A9-AA52-9F1F849BFB76}" dt="2019-10-13T10:15:51.181" v="325"/>
          <ac:grpSpMkLst>
            <pc:docMk/>
            <pc:sldMk cId="4258076731" sldId="519"/>
            <ac:grpSpMk id="55" creationId="{39C63E92-E9F6-4CB8-ABD0-50EBFAD822B0}"/>
          </ac:grpSpMkLst>
        </pc:grpChg>
        <pc:grpChg chg="add del">
          <ac:chgData name="Cristian Chilipirea" userId="34ab170da5908fc4" providerId="LiveId" clId="{657DC964-B470-42A9-AA52-9F1F849BFB76}" dt="2019-10-13T10:15:51.181" v="325"/>
          <ac:grpSpMkLst>
            <pc:docMk/>
            <pc:sldMk cId="4258076731" sldId="519"/>
            <ac:grpSpMk id="58" creationId="{E8FF739D-167C-446D-B57A-5CE0403C365B}"/>
          </ac:grpSpMkLst>
        </pc:grpChg>
        <pc:grpChg chg="add del">
          <ac:chgData name="Cristian Chilipirea" userId="34ab170da5908fc4" providerId="LiveId" clId="{657DC964-B470-42A9-AA52-9F1F849BFB76}" dt="2019-10-13T10:15:51.181" v="325"/>
          <ac:grpSpMkLst>
            <pc:docMk/>
            <pc:sldMk cId="4258076731" sldId="519"/>
            <ac:grpSpMk id="61" creationId="{838EE878-81DC-4B8F-9184-41D27B37A205}"/>
          </ac:grpSpMkLst>
        </pc:grpChg>
        <pc:grpChg chg="add mod">
          <ac:chgData name="Cristian Chilipirea" userId="34ab170da5908fc4" providerId="LiveId" clId="{657DC964-B470-42A9-AA52-9F1F849BFB76}" dt="2019-10-13T10:15:55.099" v="327" actId="1076"/>
          <ac:grpSpMkLst>
            <pc:docMk/>
            <pc:sldMk cId="4258076731" sldId="519"/>
            <ac:grpSpMk id="69" creationId="{588FBC2C-0CD9-41E5-9A73-C2ADB8786A5D}"/>
          </ac:grpSpMkLst>
        </pc:grpChg>
        <pc:grpChg chg="add mod">
          <ac:chgData name="Cristian Chilipirea" userId="34ab170da5908fc4" providerId="LiveId" clId="{657DC964-B470-42A9-AA52-9F1F849BFB76}" dt="2019-10-13T10:15:55.099" v="327" actId="1076"/>
          <ac:grpSpMkLst>
            <pc:docMk/>
            <pc:sldMk cId="4258076731" sldId="519"/>
            <ac:grpSpMk id="72" creationId="{DFC1CFBF-8BD7-4377-A1B9-0BA4454AE39B}"/>
          </ac:grpSpMkLst>
        </pc:grpChg>
        <pc:grpChg chg="add mod">
          <ac:chgData name="Cristian Chilipirea" userId="34ab170da5908fc4" providerId="LiveId" clId="{657DC964-B470-42A9-AA52-9F1F849BFB76}" dt="2019-10-13T10:15:55.099" v="327" actId="1076"/>
          <ac:grpSpMkLst>
            <pc:docMk/>
            <pc:sldMk cId="4258076731" sldId="519"/>
            <ac:grpSpMk id="75" creationId="{C03EE888-8BE3-40F6-AD3E-584F057F4CE0}"/>
          </ac:grpSpMkLst>
        </pc:grpChg>
        <pc:grpChg chg="add mod">
          <ac:chgData name="Cristian Chilipirea" userId="34ab170da5908fc4" providerId="LiveId" clId="{657DC964-B470-42A9-AA52-9F1F849BFB76}" dt="2019-10-13T10:15:55.099" v="327" actId="1076"/>
          <ac:grpSpMkLst>
            <pc:docMk/>
            <pc:sldMk cId="4258076731" sldId="519"/>
            <ac:grpSpMk id="78" creationId="{FAE81AD0-B928-45D8-8AE1-6C2C1D37E934}"/>
          </ac:grpSpMkLst>
        </pc:grpChg>
        <pc:grpChg chg="add mod">
          <ac:chgData name="Cristian Chilipirea" userId="34ab170da5908fc4" providerId="LiveId" clId="{657DC964-B470-42A9-AA52-9F1F849BFB76}" dt="2019-10-13T10:15:55.099" v="327" actId="1076"/>
          <ac:grpSpMkLst>
            <pc:docMk/>
            <pc:sldMk cId="4258076731" sldId="519"/>
            <ac:grpSpMk id="81" creationId="{67F109F2-FCB0-4B63-8823-13E21F99C75D}"/>
          </ac:grpSpMkLst>
        </pc:grpChg>
        <pc:grpChg chg="add mod">
          <ac:chgData name="Cristian Chilipirea" userId="34ab170da5908fc4" providerId="LiveId" clId="{657DC964-B470-42A9-AA52-9F1F849BFB76}" dt="2019-10-13T10:15:55.099" v="327" actId="1076"/>
          <ac:grpSpMkLst>
            <pc:docMk/>
            <pc:sldMk cId="4258076731" sldId="519"/>
            <ac:grpSpMk id="84" creationId="{D560A2A0-62F0-4888-9CF5-7791A53D26C5}"/>
          </ac:grpSpMkLst>
        </pc:grpChg>
        <pc:grpChg chg="add mod">
          <ac:chgData name="Cristian Chilipirea" userId="34ab170da5908fc4" providerId="LiveId" clId="{657DC964-B470-42A9-AA52-9F1F849BFB76}" dt="2019-10-13T10:15:55.099" v="327" actId="1076"/>
          <ac:grpSpMkLst>
            <pc:docMk/>
            <pc:sldMk cId="4258076731" sldId="519"/>
            <ac:grpSpMk id="87" creationId="{D2A58642-F16D-455D-B0F2-2339E627D2DC}"/>
          </ac:grpSpMkLst>
        </pc:grpChg>
        <pc:grpChg chg="add mod">
          <ac:chgData name="Cristian Chilipirea" userId="34ab170da5908fc4" providerId="LiveId" clId="{657DC964-B470-42A9-AA52-9F1F849BFB76}" dt="2019-10-13T10:15:55.099" v="327" actId="1076"/>
          <ac:grpSpMkLst>
            <pc:docMk/>
            <pc:sldMk cId="4258076731" sldId="519"/>
            <ac:grpSpMk id="90" creationId="{4D6B4A3B-1795-4BE1-B576-E5D9BFE7E25B}"/>
          </ac:grpSpMkLst>
        </pc:grpChg>
        <pc:grpChg chg="add mod">
          <ac:chgData name="Cristian Chilipirea" userId="34ab170da5908fc4" providerId="LiveId" clId="{657DC964-B470-42A9-AA52-9F1F849BFB76}" dt="2019-10-13T10:15:55.099" v="327" actId="1076"/>
          <ac:grpSpMkLst>
            <pc:docMk/>
            <pc:sldMk cId="4258076731" sldId="519"/>
            <ac:grpSpMk id="93" creationId="{59DEDB08-26A5-4331-975A-ED8D653C1268}"/>
          </ac:grpSpMkLst>
        </pc:grpChg>
        <pc:grpChg chg="add mod">
          <ac:chgData name="Cristian Chilipirea" userId="34ab170da5908fc4" providerId="LiveId" clId="{657DC964-B470-42A9-AA52-9F1F849BFB76}" dt="2019-10-13T10:15:55.099" v="327" actId="1076"/>
          <ac:grpSpMkLst>
            <pc:docMk/>
            <pc:sldMk cId="4258076731" sldId="519"/>
            <ac:grpSpMk id="111" creationId="{AD75E1B9-06AA-4A62-A4A3-280FC952E22E}"/>
          </ac:grpSpMkLst>
        </pc:grpChg>
        <pc:grpChg chg="add mod">
          <ac:chgData name="Cristian Chilipirea" userId="34ab170da5908fc4" providerId="LiveId" clId="{657DC964-B470-42A9-AA52-9F1F849BFB76}" dt="2019-10-13T10:15:55.099" v="327" actId="1076"/>
          <ac:grpSpMkLst>
            <pc:docMk/>
            <pc:sldMk cId="4258076731" sldId="519"/>
            <ac:grpSpMk id="120" creationId="{4DC9FD8D-D9DC-4169-B77E-6901F6085502}"/>
          </ac:grpSpMkLst>
        </pc:grpChg>
        <pc:grpChg chg="add mod">
          <ac:chgData name="Cristian Chilipirea" userId="34ab170da5908fc4" providerId="LiveId" clId="{657DC964-B470-42A9-AA52-9F1F849BFB76}" dt="2019-10-13T10:15:55.099" v="327" actId="1076"/>
          <ac:grpSpMkLst>
            <pc:docMk/>
            <pc:sldMk cId="4258076731" sldId="519"/>
            <ac:grpSpMk id="123" creationId="{747273DC-2C4C-49F2-89F1-818B0E6B939B}"/>
          </ac:grpSpMkLst>
        </pc:grpChg>
        <pc:grpChg chg="add mod">
          <ac:chgData name="Cristian Chilipirea" userId="34ab170da5908fc4" providerId="LiveId" clId="{657DC964-B470-42A9-AA52-9F1F849BFB76}" dt="2019-10-13T10:15:55.099" v="327" actId="1076"/>
          <ac:grpSpMkLst>
            <pc:docMk/>
            <pc:sldMk cId="4258076731" sldId="519"/>
            <ac:grpSpMk id="126" creationId="{57F327D6-AA45-4682-A6F6-DEB8B2EC9061}"/>
          </ac:grpSpMkLst>
        </pc:grpChg>
        <pc:cxnChg chg="add del">
          <ac:chgData name="Cristian Chilipirea" userId="34ab170da5908fc4" providerId="LiveId" clId="{657DC964-B470-42A9-AA52-9F1F849BFB76}" dt="2019-10-13T10:15:51.181" v="325"/>
          <ac:cxnSpMkLst>
            <pc:docMk/>
            <pc:sldMk cId="4258076731" sldId="519"/>
            <ac:cxnSpMk id="31" creationId="{986547A6-18A6-4AF1-B7B7-1E3E7E62E3C0}"/>
          </ac:cxnSpMkLst>
        </pc:cxnChg>
        <pc:cxnChg chg="add del">
          <ac:chgData name="Cristian Chilipirea" userId="34ab170da5908fc4" providerId="LiveId" clId="{657DC964-B470-42A9-AA52-9F1F849BFB76}" dt="2019-10-13T10:15:51.181" v="325"/>
          <ac:cxnSpMkLst>
            <pc:docMk/>
            <pc:sldMk cId="4258076731" sldId="519"/>
            <ac:cxnSpMk id="32" creationId="{853855AA-3CF4-49B3-875D-4A1D7BCB6615}"/>
          </ac:cxnSpMkLst>
        </pc:cxnChg>
        <pc:cxnChg chg="add del">
          <ac:chgData name="Cristian Chilipirea" userId="34ab170da5908fc4" providerId="LiveId" clId="{657DC964-B470-42A9-AA52-9F1F849BFB76}" dt="2019-10-13T10:15:51.181" v="325"/>
          <ac:cxnSpMkLst>
            <pc:docMk/>
            <pc:sldMk cId="4258076731" sldId="519"/>
            <ac:cxnSpMk id="33" creationId="{96C71A8F-B99A-4A24-A41D-C16D8DE354B5}"/>
          </ac:cxnSpMkLst>
        </pc:cxnChg>
        <pc:cxnChg chg="add del">
          <ac:chgData name="Cristian Chilipirea" userId="34ab170da5908fc4" providerId="LiveId" clId="{657DC964-B470-42A9-AA52-9F1F849BFB76}" dt="2019-10-13T10:15:51.181" v="325"/>
          <ac:cxnSpMkLst>
            <pc:docMk/>
            <pc:sldMk cId="4258076731" sldId="519"/>
            <ac:cxnSpMk id="34" creationId="{9FB847AC-386E-4410-9B81-236125236378}"/>
          </ac:cxnSpMkLst>
        </pc:cxnChg>
        <pc:cxnChg chg="add del">
          <ac:chgData name="Cristian Chilipirea" userId="34ab170da5908fc4" providerId="LiveId" clId="{657DC964-B470-42A9-AA52-9F1F849BFB76}" dt="2019-10-13T10:15:51.181" v="325"/>
          <ac:cxnSpMkLst>
            <pc:docMk/>
            <pc:sldMk cId="4258076731" sldId="519"/>
            <ac:cxnSpMk id="35" creationId="{2AAEFE23-17C3-46F8-B3C5-67B100A988E7}"/>
          </ac:cxnSpMkLst>
        </pc:cxnChg>
        <pc:cxnChg chg="add del">
          <ac:chgData name="Cristian Chilipirea" userId="34ab170da5908fc4" providerId="LiveId" clId="{657DC964-B470-42A9-AA52-9F1F849BFB76}" dt="2019-10-13T10:15:51.181" v="325"/>
          <ac:cxnSpMkLst>
            <pc:docMk/>
            <pc:sldMk cId="4258076731" sldId="519"/>
            <ac:cxnSpMk id="36" creationId="{1933F294-70D5-49D8-9973-FEA97A549A68}"/>
          </ac:cxnSpMkLst>
        </pc:cxnChg>
        <pc:cxnChg chg="add del">
          <ac:chgData name="Cristian Chilipirea" userId="34ab170da5908fc4" providerId="LiveId" clId="{657DC964-B470-42A9-AA52-9F1F849BFB76}" dt="2019-10-13T10:15:51.181" v="325"/>
          <ac:cxnSpMkLst>
            <pc:docMk/>
            <pc:sldMk cId="4258076731" sldId="519"/>
            <ac:cxnSpMk id="37" creationId="{2BC7CFAB-0BAD-420C-A501-974EFCB31FF9}"/>
          </ac:cxnSpMkLst>
        </pc:cxnChg>
        <pc:cxnChg chg="add del">
          <ac:chgData name="Cristian Chilipirea" userId="34ab170da5908fc4" providerId="LiveId" clId="{657DC964-B470-42A9-AA52-9F1F849BFB76}" dt="2019-10-13T10:15:51.181" v="325"/>
          <ac:cxnSpMkLst>
            <pc:docMk/>
            <pc:sldMk cId="4258076731" sldId="519"/>
            <ac:cxnSpMk id="38" creationId="{CC4131A1-7E46-48C1-9241-EA4A62C6842A}"/>
          </ac:cxnSpMkLst>
        </pc:cxnChg>
        <pc:cxnChg chg="add del">
          <ac:chgData name="Cristian Chilipirea" userId="34ab170da5908fc4" providerId="LiveId" clId="{657DC964-B470-42A9-AA52-9F1F849BFB76}" dt="2019-10-13T10:15:51.181" v="325"/>
          <ac:cxnSpMkLst>
            <pc:docMk/>
            <pc:sldMk cId="4258076731" sldId="519"/>
            <ac:cxnSpMk id="39" creationId="{CE176246-840C-46FF-919D-787A850B24F0}"/>
          </ac:cxnSpMkLst>
        </pc:cxnChg>
        <pc:cxnChg chg="add del">
          <ac:chgData name="Cristian Chilipirea" userId="34ab170da5908fc4" providerId="LiveId" clId="{657DC964-B470-42A9-AA52-9F1F849BFB76}" dt="2019-10-13T10:15:51.181" v="325"/>
          <ac:cxnSpMkLst>
            <pc:docMk/>
            <pc:sldMk cId="4258076731" sldId="519"/>
            <ac:cxnSpMk id="40" creationId="{BD1EB294-3408-4EB5-931D-B8E20C4871CD}"/>
          </ac:cxnSpMkLst>
        </pc:cxnChg>
        <pc:cxnChg chg="add del">
          <ac:chgData name="Cristian Chilipirea" userId="34ab170da5908fc4" providerId="LiveId" clId="{657DC964-B470-42A9-AA52-9F1F849BFB76}" dt="2019-10-13T10:15:51.181" v="325"/>
          <ac:cxnSpMkLst>
            <pc:docMk/>
            <pc:sldMk cId="4258076731" sldId="519"/>
            <ac:cxnSpMk id="41" creationId="{6A08FCDF-195A-4E61-ACD2-B92FFB26BE06}"/>
          </ac:cxnSpMkLst>
        </pc:cxnChg>
        <pc:cxnChg chg="add del">
          <ac:chgData name="Cristian Chilipirea" userId="34ab170da5908fc4" providerId="LiveId" clId="{657DC964-B470-42A9-AA52-9F1F849BFB76}" dt="2019-10-13T10:15:51.181" v="325"/>
          <ac:cxnSpMkLst>
            <pc:docMk/>
            <pc:sldMk cId="4258076731" sldId="519"/>
            <ac:cxnSpMk id="42" creationId="{E711E9ED-514C-4ED9-9D32-D59FC85EFCBB}"/>
          </ac:cxnSpMkLst>
        </pc:cxnChg>
        <pc:cxnChg chg="add del">
          <ac:chgData name="Cristian Chilipirea" userId="34ab170da5908fc4" providerId="LiveId" clId="{657DC964-B470-42A9-AA52-9F1F849BFB76}" dt="2019-10-13T10:15:51.181" v="325"/>
          <ac:cxnSpMkLst>
            <pc:docMk/>
            <pc:sldMk cId="4258076731" sldId="519"/>
            <ac:cxnSpMk id="43" creationId="{50C0C84F-ADA4-4918-8947-7276E7BC27FF}"/>
          </ac:cxnSpMkLst>
        </pc:cxnChg>
        <pc:cxnChg chg="add del">
          <ac:chgData name="Cristian Chilipirea" userId="34ab170da5908fc4" providerId="LiveId" clId="{657DC964-B470-42A9-AA52-9F1F849BFB76}" dt="2019-10-13T10:15:51.181" v="325"/>
          <ac:cxnSpMkLst>
            <pc:docMk/>
            <pc:sldMk cId="4258076731" sldId="519"/>
            <ac:cxnSpMk id="44" creationId="{5C549085-20D3-4921-93B7-8624524DE785}"/>
          </ac:cxnSpMkLst>
        </pc:cxnChg>
        <pc:cxnChg chg="add del">
          <ac:chgData name="Cristian Chilipirea" userId="34ab170da5908fc4" providerId="LiveId" clId="{657DC964-B470-42A9-AA52-9F1F849BFB76}" dt="2019-10-13T10:15:51.181" v="325"/>
          <ac:cxnSpMkLst>
            <pc:docMk/>
            <pc:sldMk cId="4258076731" sldId="519"/>
            <ac:cxnSpMk id="45" creationId="{FCD6C583-74AA-45EC-A275-F03F86E443FD}"/>
          </ac:cxnSpMkLst>
        </pc:cxnChg>
        <pc:cxnChg chg="add del">
          <ac:chgData name="Cristian Chilipirea" userId="34ab170da5908fc4" providerId="LiveId" clId="{657DC964-B470-42A9-AA52-9F1F849BFB76}" dt="2019-10-13T10:15:51.181" v="325"/>
          <ac:cxnSpMkLst>
            <pc:docMk/>
            <pc:sldMk cId="4258076731" sldId="519"/>
            <ac:cxnSpMk id="51" creationId="{E9C1C3D1-C01E-4237-A920-9B01C6B2A6C2}"/>
          </ac:cxnSpMkLst>
        </pc:cxnChg>
        <pc:cxnChg chg="add del">
          <ac:chgData name="Cristian Chilipirea" userId="34ab170da5908fc4" providerId="LiveId" clId="{657DC964-B470-42A9-AA52-9F1F849BFB76}" dt="2019-10-13T10:15:51.181" v="325"/>
          <ac:cxnSpMkLst>
            <pc:docMk/>
            <pc:sldMk cId="4258076731" sldId="519"/>
            <ac:cxnSpMk id="52" creationId="{74E000C3-CF2F-4F18-82D2-5DAC0ADB000C}"/>
          </ac:cxnSpMkLst>
        </pc:cxnChg>
        <pc:cxnChg chg="add del">
          <ac:chgData name="Cristian Chilipirea" userId="34ab170da5908fc4" providerId="LiveId" clId="{657DC964-B470-42A9-AA52-9F1F849BFB76}" dt="2019-10-13T10:15:51.181" v="325"/>
          <ac:cxnSpMkLst>
            <pc:docMk/>
            <pc:sldMk cId="4258076731" sldId="519"/>
            <ac:cxnSpMk id="64" creationId="{707F2AE9-FD34-4D85-8B29-9D824BEC333D}"/>
          </ac:cxnSpMkLst>
        </pc:cxnChg>
        <pc:cxnChg chg="add del">
          <ac:chgData name="Cristian Chilipirea" userId="34ab170da5908fc4" providerId="LiveId" clId="{657DC964-B470-42A9-AA52-9F1F849BFB76}" dt="2019-10-13T10:15:51.181" v="325"/>
          <ac:cxnSpMkLst>
            <pc:docMk/>
            <pc:sldMk cId="4258076731" sldId="519"/>
            <ac:cxnSpMk id="65" creationId="{C77FC10F-CCDF-4708-86DC-0295900ACCE5}"/>
          </ac:cxnSpMkLst>
        </pc:cxnChg>
        <pc:cxnChg chg="add del">
          <ac:chgData name="Cristian Chilipirea" userId="34ab170da5908fc4" providerId="LiveId" clId="{657DC964-B470-42A9-AA52-9F1F849BFB76}" dt="2019-10-13T10:15:51.181" v="325"/>
          <ac:cxnSpMkLst>
            <pc:docMk/>
            <pc:sldMk cId="4258076731" sldId="519"/>
            <ac:cxnSpMk id="66" creationId="{95CE83A6-1BDA-4354-905D-7EBECC344156}"/>
          </ac:cxnSpMkLst>
        </pc:cxnChg>
        <pc:cxnChg chg="add del">
          <ac:chgData name="Cristian Chilipirea" userId="34ab170da5908fc4" providerId="LiveId" clId="{657DC964-B470-42A9-AA52-9F1F849BFB76}" dt="2019-10-13T10:15:51.181" v="325"/>
          <ac:cxnSpMkLst>
            <pc:docMk/>
            <pc:sldMk cId="4258076731" sldId="519"/>
            <ac:cxnSpMk id="67" creationId="{5E8E19CD-6D02-4CE4-994D-181655ECC4DB}"/>
          </ac:cxnSpMkLst>
        </pc:cxnChg>
        <pc:cxnChg chg="add del">
          <ac:chgData name="Cristian Chilipirea" userId="34ab170da5908fc4" providerId="LiveId" clId="{657DC964-B470-42A9-AA52-9F1F849BFB76}" dt="2019-10-13T10:15:51.181" v="325"/>
          <ac:cxnSpMkLst>
            <pc:docMk/>
            <pc:sldMk cId="4258076731" sldId="519"/>
            <ac:cxnSpMk id="68" creationId="{8837F57C-71DF-4E35-83F5-5980A019246D}"/>
          </ac:cxnSpMkLst>
        </pc:cxnChg>
        <pc:cxnChg chg="add mod">
          <ac:chgData name="Cristian Chilipirea" userId="34ab170da5908fc4" providerId="LiveId" clId="{657DC964-B470-42A9-AA52-9F1F849BFB76}" dt="2019-10-13T10:15:55.099" v="327" actId="1076"/>
          <ac:cxnSpMkLst>
            <pc:docMk/>
            <pc:sldMk cId="4258076731" sldId="519"/>
            <ac:cxnSpMk id="96" creationId="{4CC85B07-5513-46D2-96AB-10A05CC7F875}"/>
          </ac:cxnSpMkLst>
        </pc:cxnChg>
        <pc:cxnChg chg="add mod">
          <ac:chgData name="Cristian Chilipirea" userId="34ab170da5908fc4" providerId="LiveId" clId="{657DC964-B470-42A9-AA52-9F1F849BFB76}" dt="2019-10-13T10:15:55.099" v="327" actId="1076"/>
          <ac:cxnSpMkLst>
            <pc:docMk/>
            <pc:sldMk cId="4258076731" sldId="519"/>
            <ac:cxnSpMk id="97" creationId="{012A1E06-E983-4001-9205-84CE17FE46A3}"/>
          </ac:cxnSpMkLst>
        </pc:cxnChg>
        <pc:cxnChg chg="add mod">
          <ac:chgData name="Cristian Chilipirea" userId="34ab170da5908fc4" providerId="LiveId" clId="{657DC964-B470-42A9-AA52-9F1F849BFB76}" dt="2019-10-13T10:15:55.099" v="327" actId="1076"/>
          <ac:cxnSpMkLst>
            <pc:docMk/>
            <pc:sldMk cId="4258076731" sldId="519"/>
            <ac:cxnSpMk id="98" creationId="{8E8634B8-F69B-4A92-9628-F4BFEE8C402A}"/>
          </ac:cxnSpMkLst>
        </pc:cxnChg>
        <pc:cxnChg chg="add mod">
          <ac:chgData name="Cristian Chilipirea" userId="34ab170da5908fc4" providerId="LiveId" clId="{657DC964-B470-42A9-AA52-9F1F849BFB76}" dt="2019-10-13T10:15:55.099" v="327" actId="1076"/>
          <ac:cxnSpMkLst>
            <pc:docMk/>
            <pc:sldMk cId="4258076731" sldId="519"/>
            <ac:cxnSpMk id="99" creationId="{5565EAA2-80C6-40E1-AB77-ABA2ED244D57}"/>
          </ac:cxnSpMkLst>
        </pc:cxnChg>
        <pc:cxnChg chg="add mod">
          <ac:chgData name="Cristian Chilipirea" userId="34ab170da5908fc4" providerId="LiveId" clId="{657DC964-B470-42A9-AA52-9F1F849BFB76}" dt="2019-10-13T10:15:55.099" v="327" actId="1076"/>
          <ac:cxnSpMkLst>
            <pc:docMk/>
            <pc:sldMk cId="4258076731" sldId="519"/>
            <ac:cxnSpMk id="100" creationId="{7ED206CA-7EA1-485E-A105-26B104C145A3}"/>
          </ac:cxnSpMkLst>
        </pc:cxnChg>
        <pc:cxnChg chg="add mod">
          <ac:chgData name="Cristian Chilipirea" userId="34ab170da5908fc4" providerId="LiveId" clId="{657DC964-B470-42A9-AA52-9F1F849BFB76}" dt="2019-10-13T10:15:55.099" v="327" actId="1076"/>
          <ac:cxnSpMkLst>
            <pc:docMk/>
            <pc:sldMk cId="4258076731" sldId="519"/>
            <ac:cxnSpMk id="101" creationId="{50E9D60A-A987-4934-BF0C-0B53F6C831D5}"/>
          </ac:cxnSpMkLst>
        </pc:cxnChg>
        <pc:cxnChg chg="add mod">
          <ac:chgData name="Cristian Chilipirea" userId="34ab170da5908fc4" providerId="LiveId" clId="{657DC964-B470-42A9-AA52-9F1F849BFB76}" dt="2019-10-13T10:15:55.099" v="327" actId="1076"/>
          <ac:cxnSpMkLst>
            <pc:docMk/>
            <pc:sldMk cId="4258076731" sldId="519"/>
            <ac:cxnSpMk id="102" creationId="{22DD4A74-5F74-466F-926A-69D6953F25FF}"/>
          </ac:cxnSpMkLst>
        </pc:cxnChg>
        <pc:cxnChg chg="add mod">
          <ac:chgData name="Cristian Chilipirea" userId="34ab170da5908fc4" providerId="LiveId" clId="{657DC964-B470-42A9-AA52-9F1F849BFB76}" dt="2019-10-13T10:15:55.099" v="327" actId="1076"/>
          <ac:cxnSpMkLst>
            <pc:docMk/>
            <pc:sldMk cId="4258076731" sldId="519"/>
            <ac:cxnSpMk id="103" creationId="{87246A73-8489-400A-8C1C-FE09C6944A6F}"/>
          </ac:cxnSpMkLst>
        </pc:cxnChg>
        <pc:cxnChg chg="add mod">
          <ac:chgData name="Cristian Chilipirea" userId="34ab170da5908fc4" providerId="LiveId" clId="{657DC964-B470-42A9-AA52-9F1F849BFB76}" dt="2019-10-13T10:15:55.099" v="327" actId="1076"/>
          <ac:cxnSpMkLst>
            <pc:docMk/>
            <pc:sldMk cId="4258076731" sldId="519"/>
            <ac:cxnSpMk id="104" creationId="{959282D6-D8BC-4567-ACA6-52F9F3562CC4}"/>
          </ac:cxnSpMkLst>
        </pc:cxnChg>
        <pc:cxnChg chg="add mod">
          <ac:chgData name="Cristian Chilipirea" userId="34ab170da5908fc4" providerId="LiveId" clId="{657DC964-B470-42A9-AA52-9F1F849BFB76}" dt="2019-10-13T10:15:55.099" v="327" actId="1076"/>
          <ac:cxnSpMkLst>
            <pc:docMk/>
            <pc:sldMk cId="4258076731" sldId="519"/>
            <ac:cxnSpMk id="105" creationId="{48032F23-47D8-43AA-B9EB-857598929398}"/>
          </ac:cxnSpMkLst>
        </pc:cxnChg>
        <pc:cxnChg chg="add mod">
          <ac:chgData name="Cristian Chilipirea" userId="34ab170da5908fc4" providerId="LiveId" clId="{657DC964-B470-42A9-AA52-9F1F849BFB76}" dt="2019-10-13T10:15:55.099" v="327" actId="1076"/>
          <ac:cxnSpMkLst>
            <pc:docMk/>
            <pc:sldMk cId="4258076731" sldId="519"/>
            <ac:cxnSpMk id="106" creationId="{FDE2AEE1-BEA9-4CD3-AE2F-825BE7E4C5F7}"/>
          </ac:cxnSpMkLst>
        </pc:cxnChg>
        <pc:cxnChg chg="add mod">
          <ac:chgData name="Cristian Chilipirea" userId="34ab170da5908fc4" providerId="LiveId" clId="{657DC964-B470-42A9-AA52-9F1F849BFB76}" dt="2019-10-13T10:15:55.099" v="327" actId="1076"/>
          <ac:cxnSpMkLst>
            <pc:docMk/>
            <pc:sldMk cId="4258076731" sldId="519"/>
            <ac:cxnSpMk id="107" creationId="{5F2DDD9D-CC09-4024-A71B-8617BE3CF071}"/>
          </ac:cxnSpMkLst>
        </pc:cxnChg>
        <pc:cxnChg chg="add mod">
          <ac:chgData name="Cristian Chilipirea" userId="34ab170da5908fc4" providerId="LiveId" clId="{657DC964-B470-42A9-AA52-9F1F849BFB76}" dt="2019-10-13T10:15:55.099" v="327" actId="1076"/>
          <ac:cxnSpMkLst>
            <pc:docMk/>
            <pc:sldMk cId="4258076731" sldId="519"/>
            <ac:cxnSpMk id="108" creationId="{389DB1AE-E3FC-484A-BBB4-747DD7BE4EED}"/>
          </ac:cxnSpMkLst>
        </pc:cxnChg>
        <pc:cxnChg chg="add mod">
          <ac:chgData name="Cristian Chilipirea" userId="34ab170da5908fc4" providerId="LiveId" clId="{657DC964-B470-42A9-AA52-9F1F849BFB76}" dt="2019-10-13T10:15:55.099" v="327" actId="1076"/>
          <ac:cxnSpMkLst>
            <pc:docMk/>
            <pc:sldMk cId="4258076731" sldId="519"/>
            <ac:cxnSpMk id="109" creationId="{5C27FF88-5BB0-4DAA-8E76-50350625C077}"/>
          </ac:cxnSpMkLst>
        </pc:cxnChg>
        <pc:cxnChg chg="add mod">
          <ac:chgData name="Cristian Chilipirea" userId="34ab170da5908fc4" providerId="LiveId" clId="{657DC964-B470-42A9-AA52-9F1F849BFB76}" dt="2019-10-13T10:15:55.099" v="327" actId="1076"/>
          <ac:cxnSpMkLst>
            <pc:docMk/>
            <pc:sldMk cId="4258076731" sldId="519"/>
            <ac:cxnSpMk id="110" creationId="{F283B94A-D852-47BA-AD0C-D73E5F120B05}"/>
          </ac:cxnSpMkLst>
        </pc:cxnChg>
        <pc:cxnChg chg="add mod">
          <ac:chgData name="Cristian Chilipirea" userId="34ab170da5908fc4" providerId="LiveId" clId="{657DC964-B470-42A9-AA52-9F1F849BFB76}" dt="2019-10-13T10:15:55.099" v="327" actId="1076"/>
          <ac:cxnSpMkLst>
            <pc:docMk/>
            <pc:sldMk cId="4258076731" sldId="519"/>
            <ac:cxnSpMk id="116" creationId="{AC5A86EE-7ED1-4776-B1E3-5E3C2BB1A807}"/>
          </ac:cxnSpMkLst>
        </pc:cxnChg>
        <pc:cxnChg chg="add mod">
          <ac:chgData name="Cristian Chilipirea" userId="34ab170da5908fc4" providerId="LiveId" clId="{657DC964-B470-42A9-AA52-9F1F849BFB76}" dt="2019-10-13T10:15:55.099" v="327" actId="1076"/>
          <ac:cxnSpMkLst>
            <pc:docMk/>
            <pc:sldMk cId="4258076731" sldId="519"/>
            <ac:cxnSpMk id="117" creationId="{C01E23AE-D22F-40C5-B83D-2527FB6E81BB}"/>
          </ac:cxnSpMkLst>
        </pc:cxnChg>
        <pc:cxnChg chg="add mod">
          <ac:chgData name="Cristian Chilipirea" userId="34ab170da5908fc4" providerId="LiveId" clId="{657DC964-B470-42A9-AA52-9F1F849BFB76}" dt="2019-10-13T10:15:55.099" v="327" actId="1076"/>
          <ac:cxnSpMkLst>
            <pc:docMk/>
            <pc:sldMk cId="4258076731" sldId="519"/>
            <ac:cxnSpMk id="129" creationId="{53962B30-7DAA-4FAF-B3AA-D146B2B74D2A}"/>
          </ac:cxnSpMkLst>
        </pc:cxnChg>
        <pc:cxnChg chg="add mod">
          <ac:chgData name="Cristian Chilipirea" userId="34ab170da5908fc4" providerId="LiveId" clId="{657DC964-B470-42A9-AA52-9F1F849BFB76}" dt="2019-10-13T10:15:55.099" v="327" actId="1076"/>
          <ac:cxnSpMkLst>
            <pc:docMk/>
            <pc:sldMk cId="4258076731" sldId="519"/>
            <ac:cxnSpMk id="130" creationId="{C296C9ED-8B67-4608-9D94-F6B0AC10BAAE}"/>
          </ac:cxnSpMkLst>
        </pc:cxnChg>
        <pc:cxnChg chg="add mod">
          <ac:chgData name="Cristian Chilipirea" userId="34ab170da5908fc4" providerId="LiveId" clId="{657DC964-B470-42A9-AA52-9F1F849BFB76}" dt="2019-10-13T10:15:55.099" v="327" actId="1076"/>
          <ac:cxnSpMkLst>
            <pc:docMk/>
            <pc:sldMk cId="4258076731" sldId="519"/>
            <ac:cxnSpMk id="131" creationId="{18F68E71-171F-468F-817C-B073CF6B4596}"/>
          </ac:cxnSpMkLst>
        </pc:cxnChg>
        <pc:cxnChg chg="add mod">
          <ac:chgData name="Cristian Chilipirea" userId="34ab170da5908fc4" providerId="LiveId" clId="{657DC964-B470-42A9-AA52-9F1F849BFB76}" dt="2019-10-13T10:15:55.099" v="327" actId="1076"/>
          <ac:cxnSpMkLst>
            <pc:docMk/>
            <pc:sldMk cId="4258076731" sldId="519"/>
            <ac:cxnSpMk id="132" creationId="{68935227-6703-4089-A845-9DCC2CFEC15F}"/>
          </ac:cxnSpMkLst>
        </pc:cxnChg>
        <pc:cxnChg chg="add mod">
          <ac:chgData name="Cristian Chilipirea" userId="34ab170da5908fc4" providerId="LiveId" clId="{657DC964-B470-42A9-AA52-9F1F849BFB76}" dt="2019-10-13T10:15:55.099" v="327" actId="1076"/>
          <ac:cxnSpMkLst>
            <pc:docMk/>
            <pc:sldMk cId="4258076731" sldId="519"/>
            <ac:cxnSpMk id="133" creationId="{66981EEE-2032-4811-B0C8-07FF48D70797}"/>
          </ac:cxnSpMkLst>
        </pc:cxnChg>
      </pc:sldChg>
      <pc:sldChg chg="addSp delSp modSp add">
        <pc:chgData name="Cristian Chilipirea" userId="34ab170da5908fc4" providerId="LiveId" clId="{657DC964-B470-42A9-AA52-9F1F849BFB76}" dt="2019-10-13T10:16:10.229" v="333"/>
        <pc:sldMkLst>
          <pc:docMk/>
          <pc:sldMk cId="1530226798" sldId="520"/>
        </pc:sldMkLst>
        <pc:spChg chg="mod">
          <ac:chgData name="Cristian Chilipirea" userId="34ab170da5908fc4" providerId="LiveId" clId="{657DC964-B470-42A9-AA52-9F1F849BFB76}" dt="2019-10-13T10:16:02.799" v="329"/>
          <ac:spMkLst>
            <pc:docMk/>
            <pc:sldMk cId="1530226798" sldId="520"/>
            <ac:spMk id="2" creationId="{7351D81F-4684-48AD-9A1B-9122EC5335CE}"/>
          </ac:spMkLst>
        </pc:spChg>
        <pc:spChg chg="del">
          <ac:chgData name="Cristian Chilipirea" userId="34ab170da5908fc4" providerId="LiveId" clId="{657DC964-B470-42A9-AA52-9F1F849BFB76}" dt="2019-10-13T10:16:04.999" v="330" actId="478"/>
          <ac:spMkLst>
            <pc:docMk/>
            <pc:sldMk cId="1530226798" sldId="520"/>
            <ac:spMk id="3" creationId="{79B879A8-0EC7-4641-9C0A-53D952108C5D}"/>
          </ac:spMkLst>
        </pc:spChg>
        <pc:spChg chg="add del">
          <ac:chgData name="Cristian Chilipirea" userId="34ab170da5908fc4" providerId="LiveId" clId="{657DC964-B470-42A9-AA52-9F1F849BFB76}" dt="2019-10-13T10:16:10.205" v="332"/>
          <ac:spMkLst>
            <pc:docMk/>
            <pc:sldMk cId="1530226798" sldId="520"/>
            <ac:spMk id="43" creationId="{1B897F1F-E445-49C2-816F-0337CA5F09BC}"/>
          </ac:spMkLst>
        </pc:spChg>
        <pc:spChg chg="add del">
          <ac:chgData name="Cristian Chilipirea" userId="34ab170da5908fc4" providerId="LiveId" clId="{657DC964-B470-42A9-AA52-9F1F849BFB76}" dt="2019-10-13T10:16:10.205" v="332"/>
          <ac:spMkLst>
            <pc:docMk/>
            <pc:sldMk cId="1530226798" sldId="520"/>
            <ac:spMk id="44" creationId="{586A4B7C-05A7-463E-BAE3-CA210CBF39AE}"/>
          </ac:spMkLst>
        </pc:spChg>
        <pc:spChg chg="add del">
          <ac:chgData name="Cristian Chilipirea" userId="34ab170da5908fc4" providerId="LiveId" clId="{657DC964-B470-42A9-AA52-9F1F849BFB76}" dt="2019-10-13T10:16:10.205" v="332"/>
          <ac:spMkLst>
            <pc:docMk/>
            <pc:sldMk cId="1530226798" sldId="520"/>
            <ac:spMk id="45" creationId="{C7C30311-8F80-447A-8004-E14761107E51}"/>
          </ac:spMkLst>
        </pc:spChg>
        <pc:spChg chg="add del">
          <ac:chgData name="Cristian Chilipirea" userId="34ab170da5908fc4" providerId="LiveId" clId="{657DC964-B470-42A9-AA52-9F1F849BFB76}" dt="2019-10-13T10:16:10.205" v="332"/>
          <ac:spMkLst>
            <pc:docMk/>
            <pc:sldMk cId="1530226798" sldId="520"/>
            <ac:spMk id="46" creationId="{555A5CE4-504E-4D13-8F07-7CC1C3C99B8B}"/>
          </ac:spMkLst>
        </pc:spChg>
        <pc:spChg chg="add del">
          <ac:chgData name="Cristian Chilipirea" userId="34ab170da5908fc4" providerId="LiveId" clId="{657DC964-B470-42A9-AA52-9F1F849BFB76}" dt="2019-10-13T10:16:10.205" v="332"/>
          <ac:spMkLst>
            <pc:docMk/>
            <pc:sldMk cId="1530226798" sldId="520"/>
            <ac:spMk id="47" creationId="{1D0EFF60-0DCD-4601-8C4E-7DF3F13E609B}"/>
          </ac:spMkLst>
        </pc:spChg>
        <pc:spChg chg="add del">
          <ac:chgData name="Cristian Chilipirea" userId="34ab170da5908fc4" providerId="LiveId" clId="{657DC964-B470-42A9-AA52-9F1F849BFB76}" dt="2019-10-13T10:16:10.205" v="332"/>
          <ac:spMkLst>
            <pc:docMk/>
            <pc:sldMk cId="1530226798" sldId="520"/>
            <ac:spMk id="48" creationId="{ED622907-2870-4899-A58F-D19813131083}"/>
          </ac:spMkLst>
        </pc:spChg>
        <pc:spChg chg="add del">
          <ac:chgData name="Cristian Chilipirea" userId="34ab170da5908fc4" providerId="LiveId" clId="{657DC964-B470-42A9-AA52-9F1F849BFB76}" dt="2019-10-13T10:16:10.205" v="332"/>
          <ac:spMkLst>
            <pc:docMk/>
            <pc:sldMk cId="1530226798" sldId="520"/>
            <ac:spMk id="54" creationId="{C2E08D0B-6373-4109-879B-23EB57EC59AD}"/>
          </ac:spMkLst>
        </pc:spChg>
        <pc:spChg chg="add del">
          <ac:chgData name="Cristian Chilipirea" userId="34ab170da5908fc4" providerId="LiveId" clId="{657DC964-B470-42A9-AA52-9F1F849BFB76}" dt="2019-10-13T10:16:10.205" v="332"/>
          <ac:spMkLst>
            <pc:docMk/>
            <pc:sldMk cId="1530226798" sldId="520"/>
            <ac:spMk id="55" creationId="{71704980-72B2-4EBC-A91C-BA145466CAE2}"/>
          </ac:spMkLst>
        </pc:spChg>
        <pc:spChg chg="add del">
          <ac:chgData name="Cristian Chilipirea" userId="34ab170da5908fc4" providerId="LiveId" clId="{657DC964-B470-42A9-AA52-9F1F849BFB76}" dt="2019-10-13T10:16:10.205" v="332"/>
          <ac:spMkLst>
            <pc:docMk/>
            <pc:sldMk cId="1530226798" sldId="520"/>
            <ac:spMk id="56" creationId="{AB388E3C-564D-4DF6-A785-6C2E881970AE}"/>
          </ac:spMkLst>
        </pc:spChg>
        <pc:spChg chg="add del">
          <ac:chgData name="Cristian Chilipirea" userId="34ab170da5908fc4" providerId="LiveId" clId="{657DC964-B470-42A9-AA52-9F1F849BFB76}" dt="2019-10-13T10:16:10.205" v="332"/>
          <ac:spMkLst>
            <pc:docMk/>
            <pc:sldMk cId="1530226798" sldId="520"/>
            <ac:spMk id="57" creationId="{520D7EFF-B42D-4038-94B4-F007533C0ED2}"/>
          </ac:spMkLst>
        </pc:spChg>
        <pc:spChg chg="add del">
          <ac:chgData name="Cristian Chilipirea" userId="34ab170da5908fc4" providerId="LiveId" clId="{657DC964-B470-42A9-AA52-9F1F849BFB76}" dt="2019-10-13T10:16:10.205" v="332"/>
          <ac:spMkLst>
            <pc:docMk/>
            <pc:sldMk cId="1530226798" sldId="520"/>
            <ac:spMk id="63" creationId="{E720861D-A5D9-481A-98A5-6B7CACEF980D}"/>
          </ac:spMkLst>
        </pc:spChg>
        <pc:spChg chg="add del">
          <ac:chgData name="Cristian Chilipirea" userId="34ab170da5908fc4" providerId="LiveId" clId="{657DC964-B470-42A9-AA52-9F1F849BFB76}" dt="2019-10-13T10:16:10.205" v="332"/>
          <ac:spMkLst>
            <pc:docMk/>
            <pc:sldMk cId="1530226798" sldId="520"/>
            <ac:spMk id="64" creationId="{A3B9FCE9-68AB-4248-A6DF-843FF2F33D0C}"/>
          </ac:spMkLst>
        </pc:spChg>
        <pc:spChg chg="add">
          <ac:chgData name="Cristian Chilipirea" userId="34ab170da5908fc4" providerId="LiveId" clId="{657DC964-B470-42A9-AA52-9F1F849BFB76}" dt="2019-10-13T10:16:10.229" v="333"/>
          <ac:spMkLst>
            <pc:docMk/>
            <pc:sldMk cId="1530226798" sldId="520"/>
            <ac:spMk id="104" creationId="{7281A669-B2E4-456D-B44C-134081B9BB2B}"/>
          </ac:spMkLst>
        </pc:spChg>
        <pc:spChg chg="add">
          <ac:chgData name="Cristian Chilipirea" userId="34ab170da5908fc4" providerId="LiveId" clId="{657DC964-B470-42A9-AA52-9F1F849BFB76}" dt="2019-10-13T10:16:10.229" v="333"/>
          <ac:spMkLst>
            <pc:docMk/>
            <pc:sldMk cId="1530226798" sldId="520"/>
            <ac:spMk id="105" creationId="{6371F7B6-80D0-4425-8E31-A4C1EE614937}"/>
          </ac:spMkLst>
        </pc:spChg>
        <pc:spChg chg="add">
          <ac:chgData name="Cristian Chilipirea" userId="34ab170da5908fc4" providerId="LiveId" clId="{657DC964-B470-42A9-AA52-9F1F849BFB76}" dt="2019-10-13T10:16:10.229" v="333"/>
          <ac:spMkLst>
            <pc:docMk/>
            <pc:sldMk cId="1530226798" sldId="520"/>
            <ac:spMk id="106" creationId="{FDEAC5CA-4BF0-4719-8E8A-EC5922411608}"/>
          </ac:spMkLst>
        </pc:spChg>
        <pc:spChg chg="add">
          <ac:chgData name="Cristian Chilipirea" userId="34ab170da5908fc4" providerId="LiveId" clId="{657DC964-B470-42A9-AA52-9F1F849BFB76}" dt="2019-10-13T10:16:10.229" v="333"/>
          <ac:spMkLst>
            <pc:docMk/>
            <pc:sldMk cId="1530226798" sldId="520"/>
            <ac:spMk id="107" creationId="{E8D65994-3A70-4D0D-9C85-DAA2BBDDFBDA}"/>
          </ac:spMkLst>
        </pc:spChg>
        <pc:spChg chg="add">
          <ac:chgData name="Cristian Chilipirea" userId="34ab170da5908fc4" providerId="LiveId" clId="{657DC964-B470-42A9-AA52-9F1F849BFB76}" dt="2019-10-13T10:16:10.229" v="333"/>
          <ac:spMkLst>
            <pc:docMk/>
            <pc:sldMk cId="1530226798" sldId="520"/>
            <ac:spMk id="108" creationId="{6F040061-CFA1-49F2-98E3-E1F735BFA6A5}"/>
          </ac:spMkLst>
        </pc:spChg>
        <pc:spChg chg="add">
          <ac:chgData name="Cristian Chilipirea" userId="34ab170da5908fc4" providerId="LiveId" clId="{657DC964-B470-42A9-AA52-9F1F849BFB76}" dt="2019-10-13T10:16:10.229" v="333"/>
          <ac:spMkLst>
            <pc:docMk/>
            <pc:sldMk cId="1530226798" sldId="520"/>
            <ac:spMk id="109" creationId="{83291F2A-91CB-4DDE-90F5-ACB1BBDC4636}"/>
          </ac:spMkLst>
        </pc:spChg>
        <pc:spChg chg="add">
          <ac:chgData name="Cristian Chilipirea" userId="34ab170da5908fc4" providerId="LiveId" clId="{657DC964-B470-42A9-AA52-9F1F849BFB76}" dt="2019-10-13T10:16:10.229" v="333"/>
          <ac:spMkLst>
            <pc:docMk/>
            <pc:sldMk cId="1530226798" sldId="520"/>
            <ac:spMk id="115" creationId="{BAE41A2D-D0BE-4E55-B7CC-EF90D282BD71}"/>
          </ac:spMkLst>
        </pc:spChg>
        <pc:spChg chg="add">
          <ac:chgData name="Cristian Chilipirea" userId="34ab170da5908fc4" providerId="LiveId" clId="{657DC964-B470-42A9-AA52-9F1F849BFB76}" dt="2019-10-13T10:16:10.229" v="333"/>
          <ac:spMkLst>
            <pc:docMk/>
            <pc:sldMk cId="1530226798" sldId="520"/>
            <ac:spMk id="116" creationId="{D7CDDEC2-BCAB-4C5C-B1F0-CD928C670513}"/>
          </ac:spMkLst>
        </pc:spChg>
        <pc:spChg chg="add">
          <ac:chgData name="Cristian Chilipirea" userId="34ab170da5908fc4" providerId="LiveId" clId="{657DC964-B470-42A9-AA52-9F1F849BFB76}" dt="2019-10-13T10:16:10.229" v="333"/>
          <ac:spMkLst>
            <pc:docMk/>
            <pc:sldMk cId="1530226798" sldId="520"/>
            <ac:spMk id="117" creationId="{A693D3E4-5684-4B3F-835E-69A427BA63C9}"/>
          </ac:spMkLst>
        </pc:spChg>
        <pc:spChg chg="add">
          <ac:chgData name="Cristian Chilipirea" userId="34ab170da5908fc4" providerId="LiveId" clId="{657DC964-B470-42A9-AA52-9F1F849BFB76}" dt="2019-10-13T10:16:10.229" v="333"/>
          <ac:spMkLst>
            <pc:docMk/>
            <pc:sldMk cId="1530226798" sldId="520"/>
            <ac:spMk id="118" creationId="{54B01B98-76FB-4F67-909E-0F0690F6E07C}"/>
          </ac:spMkLst>
        </pc:spChg>
        <pc:spChg chg="add">
          <ac:chgData name="Cristian Chilipirea" userId="34ab170da5908fc4" providerId="LiveId" clId="{657DC964-B470-42A9-AA52-9F1F849BFB76}" dt="2019-10-13T10:16:10.229" v="333"/>
          <ac:spMkLst>
            <pc:docMk/>
            <pc:sldMk cId="1530226798" sldId="520"/>
            <ac:spMk id="124" creationId="{B985265D-2DA6-42CE-A4F3-E47404EBF02A}"/>
          </ac:spMkLst>
        </pc:spChg>
        <pc:spChg chg="add">
          <ac:chgData name="Cristian Chilipirea" userId="34ab170da5908fc4" providerId="LiveId" clId="{657DC964-B470-42A9-AA52-9F1F849BFB76}" dt="2019-10-13T10:16:10.229" v="333"/>
          <ac:spMkLst>
            <pc:docMk/>
            <pc:sldMk cId="1530226798" sldId="520"/>
            <ac:spMk id="125" creationId="{E19AAFF0-7C91-4845-85C8-BFC2A0DE4CBA}"/>
          </ac:spMkLst>
        </pc:spChg>
        <pc:grpChg chg="add del">
          <ac:chgData name="Cristian Chilipirea" userId="34ab170da5908fc4" providerId="LiveId" clId="{657DC964-B470-42A9-AA52-9F1F849BFB76}" dt="2019-10-13T10:16:10.205" v="332"/>
          <ac:grpSpMkLst>
            <pc:docMk/>
            <pc:sldMk cId="1530226798" sldId="520"/>
            <ac:grpSpMk id="4" creationId="{617FA4C9-5C23-4D67-89EE-4133570DBA81}"/>
          </ac:grpSpMkLst>
        </pc:grpChg>
        <pc:grpChg chg="add del">
          <ac:chgData name="Cristian Chilipirea" userId="34ab170da5908fc4" providerId="LiveId" clId="{657DC964-B470-42A9-AA52-9F1F849BFB76}" dt="2019-10-13T10:16:10.205" v="332"/>
          <ac:grpSpMkLst>
            <pc:docMk/>
            <pc:sldMk cId="1530226798" sldId="520"/>
            <ac:grpSpMk id="7" creationId="{30B7CA79-AB3B-4AE0-BE8E-D6371BAE68FD}"/>
          </ac:grpSpMkLst>
        </pc:grpChg>
        <pc:grpChg chg="add del">
          <ac:chgData name="Cristian Chilipirea" userId="34ab170da5908fc4" providerId="LiveId" clId="{657DC964-B470-42A9-AA52-9F1F849BFB76}" dt="2019-10-13T10:16:10.205" v="332"/>
          <ac:grpSpMkLst>
            <pc:docMk/>
            <pc:sldMk cId="1530226798" sldId="520"/>
            <ac:grpSpMk id="10" creationId="{71D90FF4-6F76-444E-9DC6-1CBB179BAED2}"/>
          </ac:grpSpMkLst>
        </pc:grpChg>
        <pc:grpChg chg="add del">
          <ac:chgData name="Cristian Chilipirea" userId="34ab170da5908fc4" providerId="LiveId" clId="{657DC964-B470-42A9-AA52-9F1F849BFB76}" dt="2019-10-13T10:16:10.205" v="332"/>
          <ac:grpSpMkLst>
            <pc:docMk/>
            <pc:sldMk cId="1530226798" sldId="520"/>
            <ac:grpSpMk id="13" creationId="{E21AA815-074D-4345-8B63-C7484C45CFC9}"/>
          </ac:grpSpMkLst>
        </pc:grpChg>
        <pc:grpChg chg="add del">
          <ac:chgData name="Cristian Chilipirea" userId="34ab170da5908fc4" providerId="LiveId" clId="{657DC964-B470-42A9-AA52-9F1F849BFB76}" dt="2019-10-13T10:16:10.205" v="332"/>
          <ac:grpSpMkLst>
            <pc:docMk/>
            <pc:sldMk cId="1530226798" sldId="520"/>
            <ac:grpSpMk id="16" creationId="{B9F8DCA3-ECE9-4AD2-A90E-2D104541D197}"/>
          </ac:grpSpMkLst>
        </pc:grpChg>
        <pc:grpChg chg="add del">
          <ac:chgData name="Cristian Chilipirea" userId="34ab170da5908fc4" providerId="LiveId" clId="{657DC964-B470-42A9-AA52-9F1F849BFB76}" dt="2019-10-13T10:16:10.205" v="332"/>
          <ac:grpSpMkLst>
            <pc:docMk/>
            <pc:sldMk cId="1530226798" sldId="520"/>
            <ac:grpSpMk id="19" creationId="{9D18A76F-2D48-4DAB-8AB1-90008EDA0113}"/>
          </ac:grpSpMkLst>
        </pc:grpChg>
        <pc:grpChg chg="add del">
          <ac:chgData name="Cristian Chilipirea" userId="34ab170da5908fc4" providerId="LiveId" clId="{657DC964-B470-42A9-AA52-9F1F849BFB76}" dt="2019-10-13T10:16:10.205" v="332"/>
          <ac:grpSpMkLst>
            <pc:docMk/>
            <pc:sldMk cId="1530226798" sldId="520"/>
            <ac:grpSpMk id="22" creationId="{88DDF1F3-F4BD-4EC8-AA8F-674384BB5FDC}"/>
          </ac:grpSpMkLst>
        </pc:grpChg>
        <pc:grpChg chg="add del">
          <ac:chgData name="Cristian Chilipirea" userId="34ab170da5908fc4" providerId="LiveId" clId="{657DC964-B470-42A9-AA52-9F1F849BFB76}" dt="2019-10-13T10:16:10.205" v="332"/>
          <ac:grpSpMkLst>
            <pc:docMk/>
            <pc:sldMk cId="1530226798" sldId="520"/>
            <ac:grpSpMk id="25" creationId="{9064C836-289F-4D17-9FE1-6065BCB11E13}"/>
          </ac:grpSpMkLst>
        </pc:grpChg>
        <pc:grpChg chg="add del">
          <ac:chgData name="Cristian Chilipirea" userId="34ab170da5908fc4" providerId="LiveId" clId="{657DC964-B470-42A9-AA52-9F1F849BFB76}" dt="2019-10-13T10:16:10.205" v="332"/>
          <ac:grpSpMkLst>
            <pc:docMk/>
            <pc:sldMk cId="1530226798" sldId="520"/>
            <ac:grpSpMk id="28" creationId="{43102CD9-C204-452C-8D2E-702A293A42EC}"/>
          </ac:grpSpMkLst>
        </pc:grpChg>
        <pc:grpChg chg="add">
          <ac:chgData name="Cristian Chilipirea" userId="34ab170da5908fc4" providerId="LiveId" clId="{657DC964-B470-42A9-AA52-9F1F849BFB76}" dt="2019-10-13T10:16:10.229" v="333"/>
          <ac:grpSpMkLst>
            <pc:docMk/>
            <pc:sldMk cId="1530226798" sldId="520"/>
            <ac:grpSpMk id="65" creationId="{36BD52B4-8148-4EFD-A03E-E6AF935DBCA5}"/>
          </ac:grpSpMkLst>
        </pc:grpChg>
        <pc:grpChg chg="add">
          <ac:chgData name="Cristian Chilipirea" userId="34ab170da5908fc4" providerId="LiveId" clId="{657DC964-B470-42A9-AA52-9F1F849BFB76}" dt="2019-10-13T10:16:10.229" v="333"/>
          <ac:grpSpMkLst>
            <pc:docMk/>
            <pc:sldMk cId="1530226798" sldId="520"/>
            <ac:grpSpMk id="68" creationId="{366F9124-1089-488B-BB96-F6A6E30242B4}"/>
          </ac:grpSpMkLst>
        </pc:grpChg>
        <pc:grpChg chg="add">
          <ac:chgData name="Cristian Chilipirea" userId="34ab170da5908fc4" providerId="LiveId" clId="{657DC964-B470-42A9-AA52-9F1F849BFB76}" dt="2019-10-13T10:16:10.229" v="333"/>
          <ac:grpSpMkLst>
            <pc:docMk/>
            <pc:sldMk cId="1530226798" sldId="520"/>
            <ac:grpSpMk id="71" creationId="{BD2D4444-1015-4F7F-B98E-D64D567A8E4C}"/>
          </ac:grpSpMkLst>
        </pc:grpChg>
        <pc:grpChg chg="add">
          <ac:chgData name="Cristian Chilipirea" userId="34ab170da5908fc4" providerId="LiveId" clId="{657DC964-B470-42A9-AA52-9F1F849BFB76}" dt="2019-10-13T10:16:10.229" v="333"/>
          <ac:grpSpMkLst>
            <pc:docMk/>
            <pc:sldMk cId="1530226798" sldId="520"/>
            <ac:grpSpMk id="74" creationId="{BC368C89-238C-4804-AC94-494E0DBB9776}"/>
          </ac:grpSpMkLst>
        </pc:grpChg>
        <pc:grpChg chg="add">
          <ac:chgData name="Cristian Chilipirea" userId="34ab170da5908fc4" providerId="LiveId" clId="{657DC964-B470-42A9-AA52-9F1F849BFB76}" dt="2019-10-13T10:16:10.229" v="333"/>
          <ac:grpSpMkLst>
            <pc:docMk/>
            <pc:sldMk cId="1530226798" sldId="520"/>
            <ac:grpSpMk id="77" creationId="{0C7FB64C-61CB-4122-BA93-B421C60E6ECD}"/>
          </ac:grpSpMkLst>
        </pc:grpChg>
        <pc:grpChg chg="add">
          <ac:chgData name="Cristian Chilipirea" userId="34ab170da5908fc4" providerId="LiveId" clId="{657DC964-B470-42A9-AA52-9F1F849BFB76}" dt="2019-10-13T10:16:10.229" v="333"/>
          <ac:grpSpMkLst>
            <pc:docMk/>
            <pc:sldMk cId="1530226798" sldId="520"/>
            <ac:grpSpMk id="80" creationId="{CD4A5F6D-66E3-4174-A37F-D781EFC924B5}"/>
          </ac:grpSpMkLst>
        </pc:grpChg>
        <pc:grpChg chg="add">
          <ac:chgData name="Cristian Chilipirea" userId="34ab170da5908fc4" providerId="LiveId" clId="{657DC964-B470-42A9-AA52-9F1F849BFB76}" dt="2019-10-13T10:16:10.229" v="333"/>
          <ac:grpSpMkLst>
            <pc:docMk/>
            <pc:sldMk cId="1530226798" sldId="520"/>
            <ac:grpSpMk id="83" creationId="{2CE0E4F1-1177-4C1B-9E0D-E2B10642464E}"/>
          </ac:grpSpMkLst>
        </pc:grpChg>
        <pc:grpChg chg="add">
          <ac:chgData name="Cristian Chilipirea" userId="34ab170da5908fc4" providerId="LiveId" clId="{657DC964-B470-42A9-AA52-9F1F849BFB76}" dt="2019-10-13T10:16:10.229" v="333"/>
          <ac:grpSpMkLst>
            <pc:docMk/>
            <pc:sldMk cId="1530226798" sldId="520"/>
            <ac:grpSpMk id="86" creationId="{5112FA28-3259-4F3A-B13B-E5B5EC5C9457}"/>
          </ac:grpSpMkLst>
        </pc:grpChg>
        <pc:grpChg chg="add">
          <ac:chgData name="Cristian Chilipirea" userId="34ab170da5908fc4" providerId="LiveId" clId="{657DC964-B470-42A9-AA52-9F1F849BFB76}" dt="2019-10-13T10:16:10.229" v="333"/>
          <ac:grpSpMkLst>
            <pc:docMk/>
            <pc:sldMk cId="1530226798" sldId="520"/>
            <ac:grpSpMk id="89" creationId="{B669902F-ACC7-428A-8282-6F8B93A0A6F9}"/>
          </ac:grpSpMkLst>
        </pc:grpChg>
        <pc:cxnChg chg="add del">
          <ac:chgData name="Cristian Chilipirea" userId="34ab170da5908fc4" providerId="LiveId" clId="{657DC964-B470-42A9-AA52-9F1F849BFB76}" dt="2019-10-13T10:16:10.205" v="332"/>
          <ac:cxnSpMkLst>
            <pc:docMk/>
            <pc:sldMk cId="1530226798" sldId="520"/>
            <ac:cxnSpMk id="31" creationId="{8A6746C6-1E71-4940-A4D7-060008F76C0D}"/>
          </ac:cxnSpMkLst>
        </pc:cxnChg>
        <pc:cxnChg chg="add del">
          <ac:chgData name="Cristian Chilipirea" userId="34ab170da5908fc4" providerId="LiveId" clId="{657DC964-B470-42A9-AA52-9F1F849BFB76}" dt="2019-10-13T10:16:10.205" v="332"/>
          <ac:cxnSpMkLst>
            <pc:docMk/>
            <pc:sldMk cId="1530226798" sldId="520"/>
            <ac:cxnSpMk id="32" creationId="{EEEC357A-36E7-4A12-B08D-A4B615763A89}"/>
          </ac:cxnSpMkLst>
        </pc:cxnChg>
        <pc:cxnChg chg="add del">
          <ac:chgData name="Cristian Chilipirea" userId="34ab170da5908fc4" providerId="LiveId" clId="{657DC964-B470-42A9-AA52-9F1F849BFB76}" dt="2019-10-13T10:16:10.205" v="332"/>
          <ac:cxnSpMkLst>
            <pc:docMk/>
            <pc:sldMk cId="1530226798" sldId="520"/>
            <ac:cxnSpMk id="33" creationId="{0317CBF9-80D5-47F9-A744-42AE99079B9A}"/>
          </ac:cxnSpMkLst>
        </pc:cxnChg>
        <pc:cxnChg chg="add del">
          <ac:chgData name="Cristian Chilipirea" userId="34ab170da5908fc4" providerId="LiveId" clId="{657DC964-B470-42A9-AA52-9F1F849BFB76}" dt="2019-10-13T10:16:10.205" v="332"/>
          <ac:cxnSpMkLst>
            <pc:docMk/>
            <pc:sldMk cId="1530226798" sldId="520"/>
            <ac:cxnSpMk id="34" creationId="{BDEEB95B-19C6-425E-A883-35F2D68A33D7}"/>
          </ac:cxnSpMkLst>
        </pc:cxnChg>
        <pc:cxnChg chg="add del">
          <ac:chgData name="Cristian Chilipirea" userId="34ab170da5908fc4" providerId="LiveId" clId="{657DC964-B470-42A9-AA52-9F1F849BFB76}" dt="2019-10-13T10:16:10.205" v="332"/>
          <ac:cxnSpMkLst>
            <pc:docMk/>
            <pc:sldMk cId="1530226798" sldId="520"/>
            <ac:cxnSpMk id="35" creationId="{0C28C00A-84C3-4D93-B6E5-BC026A925B0F}"/>
          </ac:cxnSpMkLst>
        </pc:cxnChg>
        <pc:cxnChg chg="add del">
          <ac:chgData name="Cristian Chilipirea" userId="34ab170da5908fc4" providerId="LiveId" clId="{657DC964-B470-42A9-AA52-9F1F849BFB76}" dt="2019-10-13T10:16:10.205" v="332"/>
          <ac:cxnSpMkLst>
            <pc:docMk/>
            <pc:sldMk cId="1530226798" sldId="520"/>
            <ac:cxnSpMk id="36" creationId="{BCA8604C-E01F-4A2D-97EA-1CEA3500F88A}"/>
          </ac:cxnSpMkLst>
        </pc:cxnChg>
        <pc:cxnChg chg="add del">
          <ac:chgData name="Cristian Chilipirea" userId="34ab170da5908fc4" providerId="LiveId" clId="{657DC964-B470-42A9-AA52-9F1F849BFB76}" dt="2019-10-13T10:16:10.205" v="332"/>
          <ac:cxnSpMkLst>
            <pc:docMk/>
            <pc:sldMk cId="1530226798" sldId="520"/>
            <ac:cxnSpMk id="37" creationId="{6C14AFAF-A7D1-44D5-9CC6-23CA6B729563}"/>
          </ac:cxnSpMkLst>
        </pc:cxnChg>
        <pc:cxnChg chg="add del">
          <ac:chgData name="Cristian Chilipirea" userId="34ab170da5908fc4" providerId="LiveId" clId="{657DC964-B470-42A9-AA52-9F1F849BFB76}" dt="2019-10-13T10:16:10.205" v="332"/>
          <ac:cxnSpMkLst>
            <pc:docMk/>
            <pc:sldMk cId="1530226798" sldId="520"/>
            <ac:cxnSpMk id="38" creationId="{D385C25B-CA6E-4AA9-881B-6D9F5BADF25E}"/>
          </ac:cxnSpMkLst>
        </pc:cxnChg>
        <pc:cxnChg chg="add del">
          <ac:chgData name="Cristian Chilipirea" userId="34ab170da5908fc4" providerId="LiveId" clId="{657DC964-B470-42A9-AA52-9F1F849BFB76}" dt="2019-10-13T10:16:10.205" v="332"/>
          <ac:cxnSpMkLst>
            <pc:docMk/>
            <pc:sldMk cId="1530226798" sldId="520"/>
            <ac:cxnSpMk id="39" creationId="{DFFC9B80-70D3-41EB-87E2-523A5B9C47D6}"/>
          </ac:cxnSpMkLst>
        </pc:cxnChg>
        <pc:cxnChg chg="add del">
          <ac:chgData name="Cristian Chilipirea" userId="34ab170da5908fc4" providerId="LiveId" clId="{657DC964-B470-42A9-AA52-9F1F849BFB76}" dt="2019-10-13T10:16:10.205" v="332"/>
          <ac:cxnSpMkLst>
            <pc:docMk/>
            <pc:sldMk cId="1530226798" sldId="520"/>
            <ac:cxnSpMk id="40" creationId="{2C1713E0-1F7A-4427-837D-F70F1D375904}"/>
          </ac:cxnSpMkLst>
        </pc:cxnChg>
        <pc:cxnChg chg="add del">
          <ac:chgData name="Cristian Chilipirea" userId="34ab170da5908fc4" providerId="LiveId" clId="{657DC964-B470-42A9-AA52-9F1F849BFB76}" dt="2019-10-13T10:16:10.205" v="332"/>
          <ac:cxnSpMkLst>
            <pc:docMk/>
            <pc:sldMk cId="1530226798" sldId="520"/>
            <ac:cxnSpMk id="41" creationId="{AF5D1500-20CF-44FD-934D-AC01B2B95EEB}"/>
          </ac:cxnSpMkLst>
        </pc:cxnChg>
        <pc:cxnChg chg="add del">
          <ac:chgData name="Cristian Chilipirea" userId="34ab170da5908fc4" providerId="LiveId" clId="{657DC964-B470-42A9-AA52-9F1F849BFB76}" dt="2019-10-13T10:16:10.205" v="332"/>
          <ac:cxnSpMkLst>
            <pc:docMk/>
            <pc:sldMk cId="1530226798" sldId="520"/>
            <ac:cxnSpMk id="42" creationId="{E12BFAC0-9B48-40CC-B6FF-0F4C7053DA1F}"/>
          </ac:cxnSpMkLst>
        </pc:cxnChg>
        <pc:cxnChg chg="add del">
          <ac:chgData name="Cristian Chilipirea" userId="34ab170da5908fc4" providerId="LiveId" clId="{657DC964-B470-42A9-AA52-9F1F849BFB76}" dt="2019-10-13T10:16:10.205" v="332"/>
          <ac:cxnSpMkLst>
            <pc:docMk/>
            <pc:sldMk cId="1530226798" sldId="520"/>
            <ac:cxnSpMk id="49" creationId="{55DB254E-6000-485C-8B5B-28458FB90A8E}"/>
          </ac:cxnSpMkLst>
        </pc:cxnChg>
        <pc:cxnChg chg="add del">
          <ac:chgData name="Cristian Chilipirea" userId="34ab170da5908fc4" providerId="LiveId" clId="{657DC964-B470-42A9-AA52-9F1F849BFB76}" dt="2019-10-13T10:16:10.205" v="332"/>
          <ac:cxnSpMkLst>
            <pc:docMk/>
            <pc:sldMk cId="1530226798" sldId="520"/>
            <ac:cxnSpMk id="50" creationId="{6006F0C2-17E4-4A69-A098-E2849D2597DF}"/>
          </ac:cxnSpMkLst>
        </pc:cxnChg>
        <pc:cxnChg chg="add del">
          <ac:chgData name="Cristian Chilipirea" userId="34ab170da5908fc4" providerId="LiveId" clId="{657DC964-B470-42A9-AA52-9F1F849BFB76}" dt="2019-10-13T10:16:10.205" v="332"/>
          <ac:cxnSpMkLst>
            <pc:docMk/>
            <pc:sldMk cId="1530226798" sldId="520"/>
            <ac:cxnSpMk id="51" creationId="{DB35B31F-0655-41FF-A9B2-77DB12AFACFF}"/>
          </ac:cxnSpMkLst>
        </pc:cxnChg>
        <pc:cxnChg chg="add del">
          <ac:chgData name="Cristian Chilipirea" userId="34ab170da5908fc4" providerId="LiveId" clId="{657DC964-B470-42A9-AA52-9F1F849BFB76}" dt="2019-10-13T10:16:10.205" v="332"/>
          <ac:cxnSpMkLst>
            <pc:docMk/>
            <pc:sldMk cId="1530226798" sldId="520"/>
            <ac:cxnSpMk id="52" creationId="{03C1EDB9-89D2-4D1C-8630-2496D32D6F9F}"/>
          </ac:cxnSpMkLst>
        </pc:cxnChg>
        <pc:cxnChg chg="add del">
          <ac:chgData name="Cristian Chilipirea" userId="34ab170da5908fc4" providerId="LiveId" clId="{657DC964-B470-42A9-AA52-9F1F849BFB76}" dt="2019-10-13T10:16:10.205" v="332"/>
          <ac:cxnSpMkLst>
            <pc:docMk/>
            <pc:sldMk cId="1530226798" sldId="520"/>
            <ac:cxnSpMk id="53" creationId="{B7B52B66-56A9-4D96-B177-E17BA0701ADE}"/>
          </ac:cxnSpMkLst>
        </pc:cxnChg>
        <pc:cxnChg chg="add del">
          <ac:chgData name="Cristian Chilipirea" userId="34ab170da5908fc4" providerId="LiveId" clId="{657DC964-B470-42A9-AA52-9F1F849BFB76}" dt="2019-10-13T10:16:10.205" v="332"/>
          <ac:cxnSpMkLst>
            <pc:docMk/>
            <pc:sldMk cId="1530226798" sldId="520"/>
            <ac:cxnSpMk id="58" creationId="{5CDA48DE-DC77-4E4F-9B42-4D3F9C9AAE50}"/>
          </ac:cxnSpMkLst>
        </pc:cxnChg>
        <pc:cxnChg chg="add del">
          <ac:chgData name="Cristian Chilipirea" userId="34ab170da5908fc4" providerId="LiveId" clId="{657DC964-B470-42A9-AA52-9F1F849BFB76}" dt="2019-10-13T10:16:10.205" v="332"/>
          <ac:cxnSpMkLst>
            <pc:docMk/>
            <pc:sldMk cId="1530226798" sldId="520"/>
            <ac:cxnSpMk id="59" creationId="{432358CC-2D95-4853-87C5-BBD7E4568EF7}"/>
          </ac:cxnSpMkLst>
        </pc:cxnChg>
        <pc:cxnChg chg="add del">
          <ac:chgData name="Cristian Chilipirea" userId="34ab170da5908fc4" providerId="LiveId" clId="{657DC964-B470-42A9-AA52-9F1F849BFB76}" dt="2019-10-13T10:16:10.205" v="332"/>
          <ac:cxnSpMkLst>
            <pc:docMk/>
            <pc:sldMk cId="1530226798" sldId="520"/>
            <ac:cxnSpMk id="60" creationId="{4CEA4120-4F74-4A75-BCDD-45AB6160484A}"/>
          </ac:cxnSpMkLst>
        </pc:cxnChg>
        <pc:cxnChg chg="add del">
          <ac:chgData name="Cristian Chilipirea" userId="34ab170da5908fc4" providerId="LiveId" clId="{657DC964-B470-42A9-AA52-9F1F849BFB76}" dt="2019-10-13T10:16:10.205" v="332"/>
          <ac:cxnSpMkLst>
            <pc:docMk/>
            <pc:sldMk cId="1530226798" sldId="520"/>
            <ac:cxnSpMk id="61" creationId="{8EE1C73A-8411-4127-A240-DB0202C6E47B}"/>
          </ac:cxnSpMkLst>
        </pc:cxnChg>
        <pc:cxnChg chg="add del">
          <ac:chgData name="Cristian Chilipirea" userId="34ab170da5908fc4" providerId="LiveId" clId="{657DC964-B470-42A9-AA52-9F1F849BFB76}" dt="2019-10-13T10:16:10.205" v="332"/>
          <ac:cxnSpMkLst>
            <pc:docMk/>
            <pc:sldMk cId="1530226798" sldId="520"/>
            <ac:cxnSpMk id="62" creationId="{5E9F7D0B-DBCE-49C9-AB64-A26CA68B12A5}"/>
          </ac:cxnSpMkLst>
        </pc:cxnChg>
        <pc:cxnChg chg="add">
          <ac:chgData name="Cristian Chilipirea" userId="34ab170da5908fc4" providerId="LiveId" clId="{657DC964-B470-42A9-AA52-9F1F849BFB76}" dt="2019-10-13T10:16:10.229" v="333"/>
          <ac:cxnSpMkLst>
            <pc:docMk/>
            <pc:sldMk cId="1530226798" sldId="520"/>
            <ac:cxnSpMk id="92" creationId="{B7BB1474-1959-481E-8DFE-0E0829AAE0D4}"/>
          </ac:cxnSpMkLst>
        </pc:cxnChg>
        <pc:cxnChg chg="add">
          <ac:chgData name="Cristian Chilipirea" userId="34ab170da5908fc4" providerId="LiveId" clId="{657DC964-B470-42A9-AA52-9F1F849BFB76}" dt="2019-10-13T10:16:10.229" v="333"/>
          <ac:cxnSpMkLst>
            <pc:docMk/>
            <pc:sldMk cId="1530226798" sldId="520"/>
            <ac:cxnSpMk id="93" creationId="{49A2ECA6-9719-40E1-B6C4-FB5BAA9FDB11}"/>
          </ac:cxnSpMkLst>
        </pc:cxnChg>
        <pc:cxnChg chg="add">
          <ac:chgData name="Cristian Chilipirea" userId="34ab170da5908fc4" providerId="LiveId" clId="{657DC964-B470-42A9-AA52-9F1F849BFB76}" dt="2019-10-13T10:16:10.229" v="333"/>
          <ac:cxnSpMkLst>
            <pc:docMk/>
            <pc:sldMk cId="1530226798" sldId="520"/>
            <ac:cxnSpMk id="94" creationId="{092E8634-EECE-4474-8D02-60ACC413024A}"/>
          </ac:cxnSpMkLst>
        </pc:cxnChg>
        <pc:cxnChg chg="add">
          <ac:chgData name="Cristian Chilipirea" userId="34ab170da5908fc4" providerId="LiveId" clId="{657DC964-B470-42A9-AA52-9F1F849BFB76}" dt="2019-10-13T10:16:10.229" v="333"/>
          <ac:cxnSpMkLst>
            <pc:docMk/>
            <pc:sldMk cId="1530226798" sldId="520"/>
            <ac:cxnSpMk id="95" creationId="{2FFCAFC9-67EC-4F2B-813E-8F0A2F816F00}"/>
          </ac:cxnSpMkLst>
        </pc:cxnChg>
        <pc:cxnChg chg="add">
          <ac:chgData name="Cristian Chilipirea" userId="34ab170da5908fc4" providerId="LiveId" clId="{657DC964-B470-42A9-AA52-9F1F849BFB76}" dt="2019-10-13T10:16:10.229" v="333"/>
          <ac:cxnSpMkLst>
            <pc:docMk/>
            <pc:sldMk cId="1530226798" sldId="520"/>
            <ac:cxnSpMk id="96" creationId="{F3DCB7CD-EF0B-4BD3-B027-F8CBAE335C5C}"/>
          </ac:cxnSpMkLst>
        </pc:cxnChg>
        <pc:cxnChg chg="add">
          <ac:chgData name="Cristian Chilipirea" userId="34ab170da5908fc4" providerId="LiveId" clId="{657DC964-B470-42A9-AA52-9F1F849BFB76}" dt="2019-10-13T10:16:10.229" v="333"/>
          <ac:cxnSpMkLst>
            <pc:docMk/>
            <pc:sldMk cId="1530226798" sldId="520"/>
            <ac:cxnSpMk id="97" creationId="{D71E28D8-7942-423F-9182-9F4BE982CB3B}"/>
          </ac:cxnSpMkLst>
        </pc:cxnChg>
        <pc:cxnChg chg="add">
          <ac:chgData name="Cristian Chilipirea" userId="34ab170da5908fc4" providerId="LiveId" clId="{657DC964-B470-42A9-AA52-9F1F849BFB76}" dt="2019-10-13T10:16:10.229" v="333"/>
          <ac:cxnSpMkLst>
            <pc:docMk/>
            <pc:sldMk cId="1530226798" sldId="520"/>
            <ac:cxnSpMk id="98" creationId="{A1306B00-818F-4D19-A6B5-A26CFA54C485}"/>
          </ac:cxnSpMkLst>
        </pc:cxnChg>
        <pc:cxnChg chg="add">
          <ac:chgData name="Cristian Chilipirea" userId="34ab170da5908fc4" providerId="LiveId" clId="{657DC964-B470-42A9-AA52-9F1F849BFB76}" dt="2019-10-13T10:16:10.229" v="333"/>
          <ac:cxnSpMkLst>
            <pc:docMk/>
            <pc:sldMk cId="1530226798" sldId="520"/>
            <ac:cxnSpMk id="99" creationId="{9BFAA2E4-0694-427D-B908-B1B9A7539611}"/>
          </ac:cxnSpMkLst>
        </pc:cxnChg>
        <pc:cxnChg chg="add">
          <ac:chgData name="Cristian Chilipirea" userId="34ab170da5908fc4" providerId="LiveId" clId="{657DC964-B470-42A9-AA52-9F1F849BFB76}" dt="2019-10-13T10:16:10.229" v="333"/>
          <ac:cxnSpMkLst>
            <pc:docMk/>
            <pc:sldMk cId="1530226798" sldId="520"/>
            <ac:cxnSpMk id="100" creationId="{C6FA12AE-A2A4-41A6-BBCB-027785A6E6C0}"/>
          </ac:cxnSpMkLst>
        </pc:cxnChg>
        <pc:cxnChg chg="add">
          <ac:chgData name="Cristian Chilipirea" userId="34ab170da5908fc4" providerId="LiveId" clId="{657DC964-B470-42A9-AA52-9F1F849BFB76}" dt="2019-10-13T10:16:10.229" v="333"/>
          <ac:cxnSpMkLst>
            <pc:docMk/>
            <pc:sldMk cId="1530226798" sldId="520"/>
            <ac:cxnSpMk id="101" creationId="{DA80437D-D947-4534-99CC-C80E6069D437}"/>
          </ac:cxnSpMkLst>
        </pc:cxnChg>
        <pc:cxnChg chg="add">
          <ac:chgData name="Cristian Chilipirea" userId="34ab170da5908fc4" providerId="LiveId" clId="{657DC964-B470-42A9-AA52-9F1F849BFB76}" dt="2019-10-13T10:16:10.229" v="333"/>
          <ac:cxnSpMkLst>
            <pc:docMk/>
            <pc:sldMk cId="1530226798" sldId="520"/>
            <ac:cxnSpMk id="102" creationId="{5505BC9E-B182-4E40-9D68-2DC295F6297D}"/>
          </ac:cxnSpMkLst>
        </pc:cxnChg>
        <pc:cxnChg chg="add">
          <ac:chgData name="Cristian Chilipirea" userId="34ab170da5908fc4" providerId="LiveId" clId="{657DC964-B470-42A9-AA52-9F1F849BFB76}" dt="2019-10-13T10:16:10.229" v="333"/>
          <ac:cxnSpMkLst>
            <pc:docMk/>
            <pc:sldMk cId="1530226798" sldId="520"/>
            <ac:cxnSpMk id="103" creationId="{DEFA3789-B492-4C0F-85B7-1C74B9E398EB}"/>
          </ac:cxnSpMkLst>
        </pc:cxnChg>
        <pc:cxnChg chg="add">
          <ac:chgData name="Cristian Chilipirea" userId="34ab170da5908fc4" providerId="LiveId" clId="{657DC964-B470-42A9-AA52-9F1F849BFB76}" dt="2019-10-13T10:16:10.229" v="333"/>
          <ac:cxnSpMkLst>
            <pc:docMk/>
            <pc:sldMk cId="1530226798" sldId="520"/>
            <ac:cxnSpMk id="110" creationId="{C861B8FC-AF0F-4A06-B9A2-285CC2C392DF}"/>
          </ac:cxnSpMkLst>
        </pc:cxnChg>
        <pc:cxnChg chg="add">
          <ac:chgData name="Cristian Chilipirea" userId="34ab170da5908fc4" providerId="LiveId" clId="{657DC964-B470-42A9-AA52-9F1F849BFB76}" dt="2019-10-13T10:16:10.229" v="333"/>
          <ac:cxnSpMkLst>
            <pc:docMk/>
            <pc:sldMk cId="1530226798" sldId="520"/>
            <ac:cxnSpMk id="111" creationId="{8B07A575-86AE-4AB3-AB10-994AA1A46EB1}"/>
          </ac:cxnSpMkLst>
        </pc:cxnChg>
        <pc:cxnChg chg="add">
          <ac:chgData name="Cristian Chilipirea" userId="34ab170da5908fc4" providerId="LiveId" clId="{657DC964-B470-42A9-AA52-9F1F849BFB76}" dt="2019-10-13T10:16:10.229" v="333"/>
          <ac:cxnSpMkLst>
            <pc:docMk/>
            <pc:sldMk cId="1530226798" sldId="520"/>
            <ac:cxnSpMk id="112" creationId="{6BA2DEF0-E22A-448D-82BE-C3903AAA90A7}"/>
          </ac:cxnSpMkLst>
        </pc:cxnChg>
        <pc:cxnChg chg="add">
          <ac:chgData name="Cristian Chilipirea" userId="34ab170da5908fc4" providerId="LiveId" clId="{657DC964-B470-42A9-AA52-9F1F849BFB76}" dt="2019-10-13T10:16:10.229" v="333"/>
          <ac:cxnSpMkLst>
            <pc:docMk/>
            <pc:sldMk cId="1530226798" sldId="520"/>
            <ac:cxnSpMk id="113" creationId="{425C1C38-4D6A-40D7-BE4E-7BB00175479A}"/>
          </ac:cxnSpMkLst>
        </pc:cxnChg>
        <pc:cxnChg chg="add">
          <ac:chgData name="Cristian Chilipirea" userId="34ab170da5908fc4" providerId="LiveId" clId="{657DC964-B470-42A9-AA52-9F1F849BFB76}" dt="2019-10-13T10:16:10.229" v="333"/>
          <ac:cxnSpMkLst>
            <pc:docMk/>
            <pc:sldMk cId="1530226798" sldId="520"/>
            <ac:cxnSpMk id="114" creationId="{E92721B8-B4AD-47CB-8AC1-DFA11FECDB50}"/>
          </ac:cxnSpMkLst>
        </pc:cxnChg>
        <pc:cxnChg chg="add">
          <ac:chgData name="Cristian Chilipirea" userId="34ab170da5908fc4" providerId="LiveId" clId="{657DC964-B470-42A9-AA52-9F1F849BFB76}" dt="2019-10-13T10:16:10.229" v="333"/>
          <ac:cxnSpMkLst>
            <pc:docMk/>
            <pc:sldMk cId="1530226798" sldId="520"/>
            <ac:cxnSpMk id="119" creationId="{1A7D294A-682B-4DB9-BEB8-8DF81CD9A081}"/>
          </ac:cxnSpMkLst>
        </pc:cxnChg>
        <pc:cxnChg chg="add">
          <ac:chgData name="Cristian Chilipirea" userId="34ab170da5908fc4" providerId="LiveId" clId="{657DC964-B470-42A9-AA52-9F1F849BFB76}" dt="2019-10-13T10:16:10.229" v="333"/>
          <ac:cxnSpMkLst>
            <pc:docMk/>
            <pc:sldMk cId="1530226798" sldId="520"/>
            <ac:cxnSpMk id="120" creationId="{73E925C8-E539-408D-9218-B63A045FECA9}"/>
          </ac:cxnSpMkLst>
        </pc:cxnChg>
        <pc:cxnChg chg="add">
          <ac:chgData name="Cristian Chilipirea" userId="34ab170da5908fc4" providerId="LiveId" clId="{657DC964-B470-42A9-AA52-9F1F849BFB76}" dt="2019-10-13T10:16:10.229" v="333"/>
          <ac:cxnSpMkLst>
            <pc:docMk/>
            <pc:sldMk cId="1530226798" sldId="520"/>
            <ac:cxnSpMk id="121" creationId="{AE3D3ABA-3E55-49D7-BE90-0D1A65389A1D}"/>
          </ac:cxnSpMkLst>
        </pc:cxnChg>
        <pc:cxnChg chg="add">
          <ac:chgData name="Cristian Chilipirea" userId="34ab170da5908fc4" providerId="LiveId" clId="{657DC964-B470-42A9-AA52-9F1F849BFB76}" dt="2019-10-13T10:16:10.229" v="333"/>
          <ac:cxnSpMkLst>
            <pc:docMk/>
            <pc:sldMk cId="1530226798" sldId="520"/>
            <ac:cxnSpMk id="122" creationId="{BA41D0D8-C097-49C8-B150-89E7B3947913}"/>
          </ac:cxnSpMkLst>
        </pc:cxnChg>
        <pc:cxnChg chg="add">
          <ac:chgData name="Cristian Chilipirea" userId="34ab170da5908fc4" providerId="LiveId" clId="{657DC964-B470-42A9-AA52-9F1F849BFB76}" dt="2019-10-13T10:16:10.229" v="333"/>
          <ac:cxnSpMkLst>
            <pc:docMk/>
            <pc:sldMk cId="1530226798" sldId="520"/>
            <ac:cxnSpMk id="123" creationId="{7452A926-03E5-4DE1-B486-AABFD6E19113}"/>
          </ac:cxnSpMkLst>
        </pc:cxnChg>
      </pc:sldChg>
      <pc:sldChg chg="addSp delSp modSp add">
        <pc:chgData name="Cristian Chilipirea" userId="34ab170da5908fc4" providerId="LiveId" clId="{657DC964-B470-42A9-AA52-9F1F849BFB76}" dt="2019-10-13T10:16:26.347" v="340" actId="1076"/>
        <pc:sldMkLst>
          <pc:docMk/>
          <pc:sldMk cId="103493448" sldId="521"/>
        </pc:sldMkLst>
        <pc:spChg chg="mod">
          <ac:chgData name="Cristian Chilipirea" userId="34ab170da5908fc4" providerId="LiveId" clId="{657DC964-B470-42A9-AA52-9F1F849BFB76}" dt="2019-10-13T10:16:15.874" v="335"/>
          <ac:spMkLst>
            <pc:docMk/>
            <pc:sldMk cId="103493448" sldId="521"/>
            <ac:spMk id="2" creationId="{C8986273-F10D-41E1-B256-18CC63FC26A4}"/>
          </ac:spMkLst>
        </pc:spChg>
        <pc:spChg chg="del">
          <ac:chgData name="Cristian Chilipirea" userId="34ab170da5908fc4" providerId="LiveId" clId="{657DC964-B470-42A9-AA52-9F1F849BFB76}" dt="2019-10-13T10:16:17.683" v="336" actId="478"/>
          <ac:spMkLst>
            <pc:docMk/>
            <pc:sldMk cId="103493448" sldId="521"/>
            <ac:spMk id="3" creationId="{99AC4FF5-B964-45D7-A5C1-84945367C177}"/>
          </ac:spMkLst>
        </pc:spChg>
        <pc:spChg chg="add del">
          <ac:chgData name="Cristian Chilipirea" userId="34ab170da5908fc4" providerId="LiveId" clId="{657DC964-B470-42A9-AA52-9F1F849BFB76}" dt="2019-10-13T10:16:24.261" v="338"/>
          <ac:spMkLst>
            <pc:docMk/>
            <pc:sldMk cId="103493448" sldId="521"/>
            <ac:spMk id="4" creationId="{2A3950EC-C47F-46AD-87AB-0C21E81D9DCD}"/>
          </ac:spMkLst>
        </pc:spChg>
        <pc:spChg chg="add mod">
          <ac:chgData name="Cristian Chilipirea" userId="34ab170da5908fc4" providerId="LiveId" clId="{657DC964-B470-42A9-AA52-9F1F849BFB76}" dt="2019-10-13T10:16:26.347" v="340" actId="1076"/>
          <ac:spMkLst>
            <pc:docMk/>
            <pc:sldMk cId="103493448" sldId="521"/>
            <ac:spMk id="5" creationId="{82A85270-187F-4536-9942-F6AF3B449238}"/>
          </ac:spMkLst>
        </pc:spChg>
      </pc:sldChg>
      <pc:sldChg chg="addSp delSp modSp add modAnim">
        <pc:chgData name="Cristian Chilipirea" userId="34ab170da5908fc4" providerId="LiveId" clId="{657DC964-B470-42A9-AA52-9F1F849BFB76}" dt="2019-10-13T10:16:41.590" v="348"/>
        <pc:sldMkLst>
          <pc:docMk/>
          <pc:sldMk cId="2419727947" sldId="522"/>
        </pc:sldMkLst>
        <pc:spChg chg="mod">
          <ac:chgData name="Cristian Chilipirea" userId="34ab170da5908fc4" providerId="LiveId" clId="{657DC964-B470-42A9-AA52-9F1F849BFB76}" dt="2019-10-13T10:16:32.027" v="342"/>
          <ac:spMkLst>
            <pc:docMk/>
            <pc:sldMk cId="2419727947" sldId="522"/>
            <ac:spMk id="2" creationId="{1015CF7A-4602-4144-AC9F-BCAAEEC7F6C0}"/>
          </ac:spMkLst>
        </pc:spChg>
        <pc:spChg chg="del">
          <ac:chgData name="Cristian Chilipirea" userId="34ab170da5908fc4" providerId="LiveId" clId="{657DC964-B470-42A9-AA52-9F1F849BFB76}" dt="2019-10-13T10:16:35.508" v="343" actId="478"/>
          <ac:spMkLst>
            <pc:docMk/>
            <pc:sldMk cId="2419727947" sldId="522"/>
            <ac:spMk id="3" creationId="{FDEEFA7C-849F-4640-89B5-167C9557B8C7}"/>
          </ac:spMkLst>
        </pc:spChg>
        <pc:spChg chg="add del">
          <ac:chgData name="Cristian Chilipirea" userId="34ab170da5908fc4" providerId="LiveId" clId="{657DC964-B470-42A9-AA52-9F1F849BFB76}" dt="2019-10-13T10:16:41.566" v="347"/>
          <ac:spMkLst>
            <pc:docMk/>
            <pc:sldMk cId="2419727947" sldId="522"/>
            <ac:spMk id="4" creationId="{32A8D653-3639-4E19-9BB7-B13A70FF08A3}"/>
          </ac:spMkLst>
        </pc:spChg>
        <pc:spChg chg="add del">
          <ac:chgData name="Cristian Chilipirea" userId="34ab170da5908fc4" providerId="LiveId" clId="{657DC964-B470-42A9-AA52-9F1F849BFB76}" dt="2019-10-13T10:16:41.566" v="347"/>
          <ac:spMkLst>
            <pc:docMk/>
            <pc:sldMk cId="2419727947" sldId="522"/>
            <ac:spMk id="5" creationId="{F3C90BD9-862C-4B08-B03E-E25D9691E52F}"/>
          </ac:spMkLst>
        </pc:spChg>
        <pc:spChg chg="add del">
          <ac:chgData name="Cristian Chilipirea" userId="34ab170da5908fc4" providerId="LiveId" clId="{657DC964-B470-42A9-AA52-9F1F849BFB76}" dt="2019-10-13T10:16:41.566" v="347"/>
          <ac:spMkLst>
            <pc:docMk/>
            <pc:sldMk cId="2419727947" sldId="522"/>
            <ac:spMk id="6" creationId="{4E6B7C91-33D1-482F-ADE1-9BC93B683AF0}"/>
          </ac:spMkLst>
        </pc:spChg>
        <pc:spChg chg="add del">
          <ac:chgData name="Cristian Chilipirea" userId="34ab170da5908fc4" providerId="LiveId" clId="{657DC964-B470-42A9-AA52-9F1F849BFB76}" dt="2019-10-13T10:16:41.566" v="347"/>
          <ac:spMkLst>
            <pc:docMk/>
            <pc:sldMk cId="2419727947" sldId="522"/>
            <ac:spMk id="7" creationId="{5BBC1AFD-8968-418F-913E-F164D9B57402}"/>
          </ac:spMkLst>
        </pc:spChg>
        <pc:spChg chg="add del">
          <ac:chgData name="Cristian Chilipirea" userId="34ab170da5908fc4" providerId="LiveId" clId="{657DC964-B470-42A9-AA52-9F1F849BFB76}" dt="2019-10-13T10:16:41.566" v="347"/>
          <ac:spMkLst>
            <pc:docMk/>
            <pc:sldMk cId="2419727947" sldId="522"/>
            <ac:spMk id="14" creationId="{9AFBBD98-D82C-4C5F-A4AF-2A153F235C29}"/>
          </ac:spMkLst>
        </pc:spChg>
        <pc:spChg chg="add del">
          <ac:chgData name="Cristian Chilipirea" userId="34ab170da5908fc4" providerId="LiveId" clId="{657DC964-B470-42A9-AA52-9F1F849BFB76}" dt="2019-10-13T10:16:41.566" v="347"/>
          <ac:spMkLst>
            <pc:docMk/>
            <pc:sldMk cId="2419727947" sldId="522"/>
            <ac:spMk id="15" creationId="{87EED5DF-8AF2-4D86-91C6-E17AA56478DB}"/>
          </ac:spMkLst>
        </pc:spChg>
        <pc:spChg chg="add del">
          <ac:chgData name="Cristian Chilipirea" userId="34ab170da5908fc4" providerId="LiveId" clId="{657DC964-B470-42A9-AA52-9F1F849BFB76}" dt="2019-10-13T10:16:41.566" v="347"/>
          <ac:spMkLst>
            <pc:docMk/>
            <pc:sldMk cId="2419727947" sldId="522"/>
            <ac:spMk id="34" creationId="{B4EC09E6-FCD6-4B15-BCE8-01C364AE0329}"/>
          </ac:spMkLst>
        </pc:spChg>
        <pc:spChg chg="add del">
          <ac:chgData name="Cristian Chilipirea" userId="34ab170da5908fc4" providerId="LiveId" clId="{657DC964-B470-42A9-AA52-9F1F849BFB76}" dt="2019-10-13T10:16:41.566" v="347"/>
          <ac:spMkLst>
            <pc:docMk/>
            <pc:sldMk cId="2419727947" sldId="522"/>
            <ac:spMk id="35" creationId="{0101C056-09C8-416F-811B-7037E928EB0D}"/>
          </ac:spMkLst>
        </pc:spChg>
        <pc:spChg chg="add del">
          <ac:chgData name="Cristian Chilipirea" userId="34ab170da5908fc4" providerId="LiveId" clId="{657DC964-B470-42A9-AA52-9F1F849BFB76}" dt="2019-10-13T10:16:41.566" v="347"/>
          <ac:spMkLst>
            <pc:docMk/>
            <pc:sldMk cId="2419727947" sldId="522"/>
            <ac:spMk id="36" creationId="{41E3D389-CF2F-45BC-AB6E-B8E9AD001F03}"/>
          </ac:spMkLst>
        </pc:spChg>
        <pc:spChg chg="add del">
          <ac:chgData name="Cristian Chilipirea" userId="34ab170da5908fc4" providerId="LiveId" clId="{657DC964-B470-42A9-AA52-9F1F849BFB76}" dt="2019-10-13T10:16:41.566" v="347"/>
          <ac:spMkLst>
            <pc:docMk/>
            <pc:sldMk cId="2419727947" sldId="522"/>
            <ac:spMk id="37" creationId="{3A62FAB6-D312-476C-A004-1422F85D65C3}"/>
          </ac:spMkLst>
        </pc:spChg>
        <pc:spChg chg="add del">
          <ac:chgData name="Cristian Chilipirea" userId="34ab170da5908fc4" providerId="LiveId" clId="{657DC964-B470-42A9-AA52-9F1F849BFB76}" dt="2019-10-13T10:16:41.566" v="347"/>
          <ac:spMkLst>
            <pc:docMk/>
            <pc:sldMk cId="2419727947" sldId="522"/>
            <ac:spMk id="38" creationId="{E0DA4F26-CA56-4976-AB6A-7E8423544709}"/>
          </ac:spMkLst>
        </pc:spChg>
        <pc:spChg chg="add del">
          <ac:chgData name="Cristian Chilipirea" userId="34ab170da5908fc4" providerId="LiveId" clId="{657DC964-B470-42A9-AA52-9F1F849BFB76}" dt="2019-10-13T10:16:41.566" v="347"/>
          <ac:spMkLst>
            <pc:docMk/>
            <pc:sldMk cId="2419727947" sldId="522"/>
            <ac:spMk id="39" creationId="{D20B86D3-3596-459F-A271-06E43949F237}"/>
          </ac:spMkLst>
        </pc:spChg>
        <pc:spChg chg="add del">
          <ac:chgData name="Cristian Chilipirea" userId="34ab170da5908fc4" providerId="LiveId" clId="{657DC964-B470-42A9-AA52-9F1F849BFB76}" dt="2019-10-13T10:16:41.566" v="347"/>
          <ac:spMkLst>
            <pc:docMk/>
            <pc:sldMk cId="2419727947" sldId="522"/>
            <ac:spMk id="45" creationId="{DAD27883-00B3-4E10-8E19-10459811FFCE}"/>
          </ac:spMkLst>
        </pc:spChg>
        <pc:spChg chg="add del">
          <ac:chgData name="Cristian Chilipirea" userId="34ab170da5908fc4" providerId="LiveId" clId="{657DC964-B470-42A9-AA52-9F1F849BFB76}" dt="2019-10-13T10:16:41.566" v="347"/>
          <ac:spMkLst>
            <pc:docMk/>
            <pc:sldMk cId="2419727947" sldId="522"/>
            <ac:spMk id="46" creationId="{276A15B0-012E-4836-9218-942DD6D99210}"/>
          </ac:spMkLst>
        </pc:spChg>
        <pc:spChg chg="add del">
          <ac:chgData name="Cristian Chilipirea" userId="34ab170da5908fc4" providerId="LiveId" clId="{657DC964-B470-42A9-AA52-9F1F849BFB76}" dt="2019-10-13T10:16:41.566" v="347"/>
          <ac:spMkLst>
            <pc:docMk/>
            <pc:sldMk cId="2419727947" sldId="522"/>
            <ac:spMk id="47" creationId="{227C871B-BDEE-4E88-9D83-5FBF915B1F34}"/>
          </ac:spMkLst>
        </pc:spChg>
        <pc:spChg chg="add del">
          <ac:chgData name="Cristian Chilipirea" userId="34ab170da5908fc4" providerId="LiveId" clId="{657DC964-B470-42A9-AA52-9F1F849BFB76}" dt="2019-10-13T10:16:41.566" v="347"/>
          <ac:spMkLst>
            <pc:docMk/>
            <pc:sldMk cId="2419727947" sldId="522"/>
            <ac:spMk id="48" creationId="{006244AD-23D1-46AA-B106-C0CEB2CCDEDA}"/>
          </ac:spMkLst>
        </pc:spChg>
        <pc:spChg chg="add del">
          <ac:chgData name="Cristian Chilipirea" userId="34ab170da5908fc4" providerId="LiveId" clId="{657DC964-B470-42A9-AA52-9F1F849BFB76}" dt="2019-10-13T10:16:41.566" v="347"/>
          <ac:spMkLst>
            <pc:docMk/>
            <pc:sldMk cId="2419727947" sldId="522"/>
            <ac:spMk id="54" creationId="{6DCC1D32-FB2C-4A31-891F-EF37CA62AECA}"/>
          </ac:spMkLst>
        </pc:spChg>
        <pc:spChg chg="add del">
          <ac:chgData name="Cristian Chilipirea" userId="34ab170da5908fc4" providerId="LiveId" clId="{657DC964-B470-42A9-AA52-9F1F849BFB76}" dt="2019-10-13T10:16:41.566" v="347"/>
          <ac:spMkLst>
            <pc:docMk/>
            <pc:sldMk cId="2419727947" sldId="522"/>
            <ac:spMk id="55" creationId="{1EA23218-E1E6-49CE-BC4D-9DEA8D457419}"/>
          </ac:spMkLst>
        </pc:spChg>
        <pc:spChg chg="add del">
          <ac:chgData name="Cristian Chilipirea" userId="34ab170da5908fc4" providerId="LiveId" clId="{657DC964-B470-42A9-AA52-9F1F849BFB76}" dt="2019-10-13T10:16:41.566" v="347"/>
          <ac:spMkLst>
            <pc:docMk/>
            <pc:sldMk cId="2419727947" sldId="522"/>
            <ac:spMk id="62" creationId="{78C01F34-D197-47E7-B8D7-EDABF69EEDB6}"/>
          </ac:spMkLst>
        </pc:spChg>
        <pc:spChg chg="add del">
          <ac:chgData name="Cristian Chilipirea" userId="34ab170da5908fc4" providerId="LiveId" clId="{657DC964-B470-42A9-AA52-9F1F849BFB76}" dt="2019-10-13T10:16:41.566" v="347"/>
          <ac:spMkLst>
            <pc:docMk/>
            <pc:sldMk cId="2419727947" sldId="522"/>
            <ac:spMk id="63" creationId="{B89B8870-A3A8-483C-B509-7A97791203AC}"/>
          </ac:spMkLst>
        </pc:spChg>
        <pc:spChg chg="add del">
          <ac:chgData name="Cristian Chilipirea" userId="34ab170da5908fc4" providerId="LiveId" clId="{657DC964-B470-42A9-AA52-9F1F849BFB76}" dt="2019-10-13T10:16:41.566" v="347"/>
          <ac:spMkLst>
            <pc:docMk/>
            <pc:sldMk cId="2419727947" sldId="522"/>
            <ac:spMk id="80" creationId="{18B4192C-E7D0-4968-91B9-E674F754859C}"/>
          </ac:spMkLst>
        </pc:spChg>
        <pc:spChg chg="add del">
          <ac:chgData name="Cristian Chilipirea" userId="34ab170da5908fc4" providerId="LiveId" clId="{657DC964-B470-42A9-AA52-9F1F849BFB76}" dt="2019-10-13T10:16:41.566" v="347"/>
          <ac:spMkLst>
            <pc:docMk/>
            <pc:sldMk cId="2419727947" sldId="522"/>
            <ac:spMk id="81" creationId="{609CA940-0F9C-4F86-868F-888E5FCDB228}"/>
          </ac:spMkLst>
        </pc:spChg>
        <pc:spChg chg="add del">
          <ac:chgData name="Cristian Chilipirea" userId="34ab170da5908fc4" providerId="LiveId" clId="{657DC964-B470-42A9-AA52-9F1F849BFB76}" dt="2019-10-13T10:16:41.566" v="347"/>
          <ac:spMkLst>
            <pc:docMk/>
            <pc:sldMk cId="2419727947" sldId="522"/>
            <ac:spMk id="82" creationId="{F01F250F-12E3-412F-A8B1-72BAE17F95F5}"/>
          </ac:spMkLst>
        </pc:spChg>
        <pc:spChg chg="add del">
          <ac:chgData name="Cristian Chilipirea" userId="34ab170da5908fc4" providerId="LiveId" clId="{657DC964-B470-42A9-AA52-9F1F849BFB76}" dt="2019-10-13T10:16:41.566" v="347"/>
          <ac:spMkLst>
            <pc:docMk/>
            <pc:sldMk cId="2419727947" sldId="522"/>
            <ac:spMk id="83" creationId="{B50BED68-F558-41EF-8B12-7B78468628DF}"/>
          </ac:spMkLst>
        </pc:spChg>
        <pc:spChg chg="add del">
          <ac:chgData name="Cristian Chilipirea" userId="34ab170da5908fc4" providerId="LiveId" clId="{657DC964-B470-42A9-AA52-9F1F849BFB76}" dt="2019-10-13T10:16:41.566" v="347"/>
          <ac:spMkLst>
            <pc:docMk/>
            <pc:sldMk cId="2419727947" sldId="522"/>
            <ac:spMk id="84" creationId="{02C7662F-6C6E-4C3B-BADE-207DF59A4696}"/>
          </ac:spMkLst>
        </pc:spChg>
        <pc:spChg chg="add del">
          <ac:chgData name="Cristian Chilipirea" userId="34ab170da5908fc4" providerId="LiveId" clId="{657DC964-B470-42A9-AA52-9F1F849BFB76}" dt="2019-10-13T10:16:41.566" v="347"/>
          <ac:spMkLst>
            <pc:docMk/>
            <pc:sldMk cId="2419727947" sldId="522"/>
            <ac:spMk id="85" creationId="{0DA0B2AD-FBCC-46C6-AE39-062E18FFBA76}"/>
          </ac:spMkLst>
        </pc:spChg>
        <pc:spChg chg="add del">
          <ac:chgData name="Cristian Chilipirea" userId="34ab170da5908fc4" providerId="LiveId" clId="{657DC964-B470-42A9-AA52-9F1F849BFB76}" dt="2019-10-13T10:16:41.566" v="347"/>
          <ac:spMkLst>
            <pc:docMk/>
            <pc:sldMk cId="2419727947" sldId="522"/>
            <ac:spMk id="86" creationId="{41615406-C4E3-4613-876D-8446C2F8B9C7}"/>
          </ac:spMkLst>
        </pc:spChg>
        <pc:spChg chg="add del">
          <ac:chgData name="Cristian Chilipirea" userId="34ab170da5908fc4" providerId="LiveId" clId="{657DC964-B470-42A9-AA52-9F1F849BFB76}" dt="2019-10-13T10:16:41.566" v="347"/>
          <ac:spMkLst>
            <pc:docMk/>
            <pc:sldMk cId="2419727947" sldId="522"/>
            <ac:spMk id="87" creationId="{86D007DB-E146-48A3-8778-82F9C748A2CE}"/>
          </ac:spMkLst>
        </pc:spChg>
        <pc:spChg chg="add">
          <ac:chgData name="Cristian Chilipirea" userId="34ab170da5908fc4" providerId="LiveId" clId="{657DC964-B470-42A9-AA52-9F1F849BFB76}" dt="2019-10-13T10:16:41.590" v="348"/>
          <ac:spMkLst>
            <pc:docMk/>
            <pc:sldMk cId="2419727947" sldId="522"/>
            <ac:spMk id="88" creationId="{6C4C3CDB-25B0-4289-9ECB-245A64D6CB32}"/>
          </ac:spMkLst>
        </pc:spChg>
        <pc:spChg chg="add">
          <ac:chgData name="Cristian Chilipirea" userId="34ab170da5908fc4" providerId="LiveId" clId="{657DC964-B470-42A9-AA52-9F1F849BFB76}" dt="2019-10-13T10:16:41.590" v="348"/>
          <ac:spMkLst>
            <pc:docMk/>
            <pc:sldMk cId="2419727947" sldId="522"/>
            <ac:spMk id="89" creationId="{ED73FF03-A102-4F7B-A10A-62A61EA728B0}"/>
          </ac:spMkLst>
        </pc:spChg>
        <pc:spChg chg="add">
          <ac:chgData name="Cristian Chilipirea" userId="34ab170da5908fc4" providerId="LiveId" clId="{657DC964-B470-42A9-AA52-9F1F849BFB76}" dt="2019-10-13T10:16:41.590" v="348"/>
          <ac:spMkLst>
            <pc:docMk/>
            <pc:sldMk cId="2419727947" sldId="522"/>
            <ac:spMk id="90" creationId="{BA387088-7095-43D7-9853-5DFEC519A062}"/>
          </ac:spMkLst>
        </pc:spChg>
        <pc:spChg chg="add">
          <ac:chgData name="Cristian Chilipirea" userId="34ab170da5908fc4" providerId="LiveId" clId="{657DC964-B470-42A9-AA52-9F1F849BFB76}" dt="2019-10-13T10:16:41.590" v="348"/>
          <ac:spMkLst>
            <pc:docMk/>
            <pc:sldMk cId="2419727947" sldId="522"/>
            <ac:spMk id="91" creationId="{563279BF-05FE-4A1B-8BEA-FEC4BCB19BBF}"/>
          </ac:spMkLst>
        </pc:spChg>
        <pc:spChg chg="add">
          <ac:chgData name="Cristian Chilipirea" userId="34ab170da5908fc4" providerId="LiveId" clId="{657DC964-B470-42A9-AA52-9F1F849BFB76}" dt="2019-10-13T10:16:41.590" v="348"/>
          <ac:spMkLst>
            <pc:docMk/>
            <pc:sldMk cId="2419727947" sldId="522"/>
            <ac:spMk id="98" creationId="{A87087DF-61A0-4992-AC58-D96C1D513E77}"/>
          </ac:spMkLst>
        </pc:spChg>
        <pc:spChg chg="add">
          <ac:chgData name="Cristian Chilipirea" userId="34ab170da5908fc4" providerId="LiveId" clId="{657DC964-B470-42A9-AA52-9F1F849BFB76}" dt="2019-10-13T10:16:41.590" v="348"/>
          <ac:spMkLst>
            <pc:docMk/>
            <pc:sldMk cId="2419727947" sldId="522"/>
            <ac:spMk id="99" creationId="{81AD8316-7AB9-4D18-8ECC-684AF3D4B85C}"/>
          </ac:spMkLst>
        </pc:spChg>
        <pc:spChg chg="add">
          <ac:chgData name="Cristian Chilipirea" userId="34ab170da5908fc4" providerId="LiveId" clId="{657DC964-B470-42A9-AA52-9F1F849BFB76}" dt="2019-10-13T10:16:41.590" v="348"/>
          <ac:spMkLst>
            <pc:docMk/>
            <pc:sldMk cId="2419727947" sldId="522"/>
            <ac:spMk id="118" creationId="{CEFAD447-217C-431C-BD5C-9B07EC4B9A66}"/>
          </ac:spMkLst>
        </pc:spChg>
        <pc:spChg chg="add">
          <ac:chgData name="Cristian Chilipirea" userId="34ab170da5908fc4" providerId="LiveId" clId="{657DC964-B470-42A9-AA52-9F1F849BFB76}" dt="2019-10-13T10:16:41.590" v="348"/>
          <ac:spMkLst>
            <pc:docMk/>
            <pc:sldMk cId="2419727947" sldId="522"/>
            <ac:spMk id="119" creationId="{4742D8EB-2533-4E81-9697-9AB15AB8B614}"/>
          </ac:spMkLst>
        </pc:spChg>
        <pc:spChg chg="add">
          <ac:chgData name="Cristian Chilipirea" userId="34ab170da5908fc4" providerId="LiveId" clId="{657DC964-B470-42A9-AA52-9F1F849BFB76}" dt="2019-10-13T10:16:41.590" v="348"/>
          <ac:spMkLst>
            <pc:docMk/>
            <pc:sldMk cId="2419727947" sldId="522"/>
            <ac:spMk id="120" creationId="{28A2FD1F-E573-4B7D-9014-B78D770CCCA2}"/>
          </ac:spMkLst>
        </pc:spChg>
        <pc:spChg chg="add">
          <ac:chgData name="Cristian Chilipirea" userId="34ab170da5908fc4" providerId="LiveId" clId="{657DC964-B470-42A9-AA52-9F1F849BFB76}" dt="2019-10-13T10:16:41.590" v="348"/>
          <ac:spMkLst>
            <pc:docMk/>
            <pc:sldMk cId="2419727947" sldId="522"/>
            <ac:spMk id="121" creationId="{EA72CDEA-BF05-4FEB-9460-DB10C55EC78A}"/>
          </ac:spMkLst>
        </pc:spChg>
        <pc:spChg chg="add">
          <ac:chgData name="Cristian Chilipirea" userId="34ab170da5908fc4" providerId="LiveId" clId="{657DC964-B470-42A9-AA52-9F1F849BFB76}" dt="2019-10-13T10:16:41.590" v="348"/>
          <ac:spMkLst>
            <pc:docMk/>
            <pc:sldMk cId="2419727947" sldId="522"/>
            <ac:spMk id="122" creationId="{C0D48321-1697-47DA-94BC-BCCB411B6365}"/>
          </ac:spMkLst>
        </pc:spChg>
        <pc:spChg chg="add">
          <ac:chgData name="Cristian Chilipirea" userId="34ab170da5908fc4" providerId="LiveId" clId="{657DC964-B470-42A9-AA52-9F1F849BFB76}" dt="2019-10-13T10:16:41.590" v="348"/>
          <ac:spMkLst>
            <pc:docMk/>
            <pc:sldMk cId="2419727947" sldId="522"/>
            <ac:spMk id="123" creationId="{9BA3BE07-FC1C-4CAF-9DCF-FD6DAB7CF0B4}"/>
          </ac:spMkLst>
        </pc:spChg>
        <pc:spChg chg="add">
          <ac:chgData name="Cristian Chilipirea" userId="34ab170da5908fc4" providerId="LiveId" clId="{657DC964-B470-42A9-AA52-9F1F849BFB76}" dt="2019-10-13T10:16:41.590" v="348"/>
          <ac:spMkLst>
            <pc:docMk/>
            <pc:sldMk cId="2419727947" sldId="522"/>
            <ac:spMk id="129" creationId="{7C47A4DE-76FE-4808-ABA2-D5DC2BD21BD2}"/>
          </ac:spMkLst>
        </pc:spChg>
        <pc:spChg chg="add">
          <ac:chgData name="Cristian Chilipirea" userId="34ab170da5908fc4" providerId="LiveId" clId="{657DC964-B470-42A9-AA52-9F1F849BFB76}" dt="2019-10-13T10:16:41.590" v="348"/>
          <ac:spMkLst>
            <pc:docMk/>
            <pc:sldMk cId="2419727947" sldId="522"/>
            <ac:spMk id="130" creationId="{13520E37-4EA2-461A-93C7-450FB2EBA245}"/>
          </ac:spMkLst>
        </pc:spChg>
        <pc:spChg chg="add">
          <ac:chgData name="Cristian Chilipirea" userId="34ab170da5908fc4" providerId="LiveId" clId="{657DC964-B470-42A9-AA52-9F1F849BFB76}" dt="2019-10-13T10:16:41.590" v="348"/>
          <ac:spMkLst>
            <pc:docMk/>
            <pc:sldMk cId="2419727947" sldId="522"/>
            <ac:spMk id="131" creationId="{5D9A94E6-BF5A-4E44-8D78-E03FDE5C9F4A}"/>
          </ac:spMkLst>
        </pc:spChg>
        <pc:spChg chg="add">
          <ac:chgData name="Cristian Chilipirea" userId="34ab170da5908fc4" providerId="LiveId" clId="{657DC964-B470-42A9-AA52-9F1F849BFB76}" dt="2019-10-13T10:16:41.590" v="348"/>
          <ac:spMkLst>
            <pc:docMk/>
            <pc:sldMk cId="2419727947" sldId="522"/>
            <ac:spMk id="132" creationId="{7E376488-B141-4E6A-9F62-2E5D8A71F252}"/>
          </ac:spMkLst>
        </pc:spChg>
        <pc:spChg chg="add">
          <ac:chgData name="Cristian Chilipirea" userId="34ab170da5908fc4" providerId="LiveId" clId="{657DC964-B470-42A9-AA52-9F1F849BFB76}" dt="2019-10-13T10:16:41.590" v="348"/>
          <ac:spMkLst>
            <pc:docMk/>
            <pc:sldMk cId="2419727947" sldId="522"/>
            <ac:spMk id="138" creationId="{014653BA-04C8-41AB-B594-AFB6DEF4313A}"/>
          </ac:spMkLst>
        </pc:spChg>
        <pc:spChg chg="add">
          <ac:chgData name="Cristian Chilipirea" userId="34ab170da5908fc4" providerId="LiveId" clId="{657DC964-B470-42A9-AA52-9F1F849BFB76}" dt="2019-10-13T10:16:41.590" v="348"/>
          <ac:spMkLst>
            <pc:docMk/>
            <pc:sldMk cId="2419727947" sldId="522"/>
            <ac:spMk id="139" creationId="{FFD6CD8B-1174-46EF-B38C-A986814C6C2E}"/>
          </ac:spMkLst>
        </pc:spChg>
        <pc:spChg chg="add">
          <ac:chgData name="Cristian Chilipirea" userId="34ab170da5908fc4" providerId="LiveId" clId="{657DC964-B470-42A9-AA52-9F1F849BFB76}" dt="2019-10-13T10:16:41.590" v="348"/>
          <ac:spMkLst>
            <pc:docMk/>
            <pc:sldMk cId="2419727947" sldId="522"/>
            <ac:spMk id="146" creationId="{2B0EB997-1D0D-4B71-9B38-2BE3E605A903}"/>
          </ac:spMkLst>
        </pc:spChg>
        <pc:spChg chg="add">
          <ac:chgData name="Cristian Chilipirea" userId="34ab170da5908fc4" providerId="LiveId" clId="{657DC964-B470-42A9-AA52-9F1F849BFB76}" dt="2019-10-13T10:16:41.590" v="348"/>
          <ac:spMkLst>
            <pc:docMk/>
            <pc:sldMk cId="2419727947" sldId="522"/>
            <ac:spMk id="147" creationId="{821BE68D-FABD-43FC-B607-2E2B5C6BD4AC}"/>
          </ac:spMkLst>
        </pc:spChg>
        <pc:spChg chg="add">
          <ac:chgData name="Cristian Chilipirea" userId="34ab170da5908fc4" providerId="LiveId" clId="{657DC964-B470-42A9-AA52-9F1F849BFB76}" dt="2019-10-13T10:16:41.590" v="348"/>
          <ac:spMkLst>
            <pc:docMk/>
            <pc:sldMk cId="2419727947" sldId="522"/>
            <ac:spMk id="164" creationId="{091324E2-B24D-4230-AB0B-88F7FBAF6BF1}"/>
          </ac:spMkLst>
        </pc:spChg>
        <pc:spChg chg="add">
          <ac:chgData name="Cristian Chilipirea" userId="34ab170da5908fc4" providerId="LiveId" clId="{657DC964-B470-42A9-AA52-9F1F849BFB76}" dt="2019-10-13T10:16:41.590" v="348"/>
          <ac:spMkLst>
            <pc:docMk/>
            <pc:sldMk cId="2419727947" sldId="522"/>
            <ac:spMk id="165" creationId="{42751B7A-00C6-4697-BA7B-A79F6AF28EFE}"/>
          </ac:spMkLst>
        </pc:spChg>
        <pc:spChg chg="add">
          <ac:chgData name="Cristian Chilipirea" userId="34ab170da5908fc4" providerId="LiveId" clId="{657DC964-B470-42A9-AA52-9F1F849BFB76}" dt="2019-10-13T10:16:41.590" v="348"/>
          <ac:spMkLst>
            <pc:docMk/>
            <pc:sldMk cId="2419727947" sldId="522"/>
            <ac:spMk id="166" creationId="{A61AD987-608E-4F9A-8F61-C1D29CDB4C45}"/>
          </ac:spMkLst>
        </pc:spChg>
        <pc:spChg chg="add">
          <ac:chgData name="Cristian Chilipirea" userId="34ab170da5908fc4" providerId="LiveId" clId="{657DC964-B470-42A9-AA52-9F1F849BFB76}" dt="2019-10-13T10:16:41.590" v="348"/>
          <ac:spMkLst>
            <pc:docMk/>
            <pc:sldMk cId="2419727947" sldId="522"/>
            <ac:spMk id="167" creationId="{84E29C74-5ABD-4F8E-9B0D-951F1043C8C8}"/>
          </ac:spMkLst>
        </pc:spChg>
        <pc:spChg chg="add">
          <ac:chgData name="Cristian Chilipirea" userId="34ab170da5908fc4" providerId="LiveId" clId="{657DC964-B470-42A9-AA52-9F1F849BFB76}" dt="2019-10-13T10:16:41.590" v="348"/>
          <ac:spMkLst>
            <pc:docMk/>
            <pc:sldMk cId="2419727947" sldId="522"/>
            <ac:spMk id="168" creationId="{9167F8E7-519E-4672-B4BB-7E473706CC78}"/>
          </ac:spMkLst>
        </pc:spChg>
        <pc:spChg chg="add">
          <ac:chgData name="Cristian Chilipirea" userId="34ab170da5908fc4" providerId="LiveId" clId="{657DC964-B470-42A9-AA52-9F1F849BFB76}" dt="2019-10-13T10:16:41.590" v="348"/>
          <ac:spMkLst>
            <pc:docMk/>
            <pc:sldMk cId="2419727947" sldId="522"/>
            <ac:spMk id="169" creationId="{7C315F63-2450-404C-AB2E-5DB7BC1635C5}"/>
          </ac:spMkLst>
        </pc:spChg>
        <pc:spChg chg="add">
          <ac:chgData name="Cristian Chilipirea" userId="34ab170da5908fc4" providerId="LiveId" clId="{657DC964-B470-42A9-AA52-9F1F849BFB76}" dt="2019-10-13T10:16:41.590" v="348"/>
          <ac:spMkLst>
            <pc:docMk/>
            <pc:sldMk cId="2419727947" sldId="522"/>
            <ac:spMk id="170" creationId="{04A72A97-4FA6-420D-B459-324F80C84936}"/>
          </ac:spMkLst>
        </pc:spChg>
        <pc:spChg chg="add">
          <ac:chgData name="Cristian Chilipirea" userId="34ab170da5908fc4" providerId="LiveId" clId="{657DC964-B470-42A9-AA52-9F1F849BFB76}" dt="2019-10-13T10:16:41.590" v="348"/>
          <ac:spMkLst>
            <pc:docMk/>
            <pc:sldMk cId="2419727947" sldId="522"/>
            <ac:spMk id="171" creationId="{B6B3957F-C9B8-4ADB-84F6-C62309B80EC0}"/>
          </ac:spMkLst>
        </pc:spChg>
        <pc:grpChg chg="add del">
          <ac:chgData name="Cristian Chilipirea" userId="34ab170da5908fc4" providerId="LiveId" clId="{657DC964-B470-42A9-AA52-9F1F849BFB76}" dt="2019-10-13T10:16:41.566" v="347"/>
          <ac:grpSpMkLst>
            <pc:docMk/>
            <pc:sldMk cId="2419727947" sldId="522"/>
            <ac:grpSpMk id="8" creationId="{412F7C43-7A49-4DB4-8018-7D43DD1D4AB1}"/>
          </ac:grpSpMkLst>
        </pc:grpChg>
        <pc:grpChg chg="add del">
          <ac:chgData name="Cristian Chilipirea" userId="34ab170da5908fc4" providerId="LiveId" clId="{657DC964-B470-42A9-AA52-9F1F849BFB76}" dt="2019-10-13T10:16:41.566" v="347"/>
          <ac:grpSpMkLst>
            <pc:docMk/>
            <pc:sldMk cId="2419727947" sldId="522"/>
            <ac:grpSpMk id="11" creationId="{D96A9FB4-38C2-4214-B087-867CF056C816}"/>
          </ac:grpSpMkLst>
        </pc:grpChg>
        <pc:grpChg chg="add del">
          <ac:chgData name="Cristian Chilipirea" userId="34ab170da5908fc4" providerId="LiveId" clId="{657DC964-B470-42A9-AA52-9F1F849BFB76}" dt="2019-10-13T10:16:41.566" v="347"/>
          <ac:grpSpMkLst>
            <pc:docMk/>
            <pc:sldMk cId="2419727947" sldId="522"/>
            <ac:grpSpMk id="16" creationId="{BCC5FE7F-6A7F-40E8-A562-373D1B0022C7}"/>
          </ac:grpSpMkLst>
        </pc:grpChg>
        <pc:grpChg chg="add del">
          <ac:chgData name="Cristian Chilipirea" userId="34ab170da5908fc4" providerId="LiveId" clId="{657DC964-B470-42A9-AA52-9F1F849BFB76}" dt="2019-10-13T10:16:41.566" v="347"/>
          <ac:grpSpMkLst>
            <pc:docMk/>
            <pc:sldMk cId="2419727947" sldId="522"/>
            <ac:grpSpMk id="19" creationId="{D40CAD5A-7AF4-43C2-9BCD-0423534153DD}"/>
          </ac:grpSpMkLst>
        </pc:grpChg>
        <pc:grpChg chg="add del">
          <ac:chgData name="Cristian Chilipirea" userId="34ab170da5908fc4" providerId="LiveId" clId="{657DC964-B470-42A9-AA52-9F1F849BFB76}" dt="2019-10-13T10:16:41.566" v="347"/>
          <ac:grpSpMkLst>
            <pc:docMk/>
            <pc:sldMk cId="2419727947" sldId="522"/>
            <ac:grpSpMk id="59" creationId="{65D25654-775A-4B7E-89BD-87D11D8E5FBD}"/>
          </ac:grpSpMkLst>
        </pc:grpChg>
        <pc:grpChg chg="add del">
          <ac:chgData name="Cristian Chilipirea" userId="34ab170da5908fc4" providerId="LiveId" clId="{657DC964-B470-42A9-AA52-9F1F849BFB76}" dt="2019-10-13T10:16:41.566" v="347"/>
          <ac:grpSpMkLst>
            <pc:docMk/>
            <pc:sldMk cId="2419727947" sldId="522"/>
            <ac:grpSpMk id="66" creationId="{AC180DD0-BF33-42AD-8F9B-2F70EC3DFD51}"/>
          </ac:grpSpMkLst>
        </pc:grpChg>
        <pc:grpChg chg="add del">
          <ac:chgData name="Cristian Chilipirea" userId="34ab170da5908fc4" providerId="LiveId" clId="{657DC964-B470-42A9-AA52-9F1F849BFB76}" dt="2019-10-13T10:16:41.566" v="347"/>
          <ac:grpSpMkLst>
            <pc:docMk/>
            <pc:sldMk cId="2419727947" sldId="522"/>
            <ac:grpSpMk id="69" creationId="{66131B7D-E746-4902-A1B9-CF8BDD9EAC6C}"/>
          </ac:grpSpMkLst>
        </pc:grpChg>
        <pc:grpChg chg="add del">
          <ac:chgData name="Cristian Chilipirea" userId="34ab170da5908fc4" providerId="LiveId" clId="{657DC964-B470-42A9-AA52-9F1F849BFB76}" dt="2019-10-13T10:16:41.566" v="347"/>
          <ac:grpSpMkLst>
            <pc:docMk/>
            <pc:sldMk cId="2419727947" sldId="522"/>
            <ac:grpSpMk id="72" creationId="{A3D5CA32-9BA8-48C7-AE93-35A1964A2F14}"/>
          </ac:grpSpMkLst>
        </pc:grpChg>
        <pc:grpChg chg="add">
          <ac:chgData name="Cristian Chilipirea" userId="34ab170da5908fc4" providerId="LiveId" clId="{657DC964-B470-42A9-AA52-9F1F849BFB76}" dt="2019-10-13T10:16:41.590" v="348"/>
          <ac:grpSpMkLst>
            <pc:docMk/>
            <pc:sldMk cId="2419727947" sldId="522"/>
            <ac:grpSpMk id="92" creationId="{2D5A22B3-0D90-4E0D-950A-88FF0867D8EC}"/>
          </ac:grpSpMkLst>
        </pc:grpChg>
        <pc:grpChg chg="add">
          <ac:chgData name="Cristian Chilipirea" userId="34ab170da5908fc4" providerId="LiveId" clId="{657DC964-B470-42A9-AA52-9F1F849BFB76}" dt="2019-10-13T10:16:41.590" v="348"/>
          <ac:grpSpMkLst>
            <pc:docMk/>
            <pc:sldMk cId="2419727947" sldId="522"/>
            <ac:grpSpMk id="95" creationId="{4EBB43C9-4AF5-4BB2-BA5F-826F0520664A}"/>
          </ac:grpSpMkLst>
        </pc:grpChg>
        <pc:grpChg chg="add">
          <ac:chgData name="Cristian Chilipirea" userId="34ab170da5908fc4" providerId="LiveId" clId="{657DC964-B470-42A9-AA52-9F1F849BFB76}" dt="2019-10-13T10:16:41.590" v="348"/>
          <ac:grpSpMkLst>
            <pc:docMk/>
            <pc:sldMk cId="2419727947" sldId="522"/>
            <ac:grpSpMk id="100" creationId="{2C000807-E7B2-40AD-A5AB-6F6CEA0544A6}"/>
          </ac:grpSpMkLst>
        </pc:grpChg>
        <pc:grpChg chg="add">
          <ac:chgData name="Cristian Chilipirea" userId="34ab170da5908fc4" providerId="LiveId" clId="{657DC964-B470-42A9-AA52-9F1F849BFB76}" dt="2019-10-13T10:16:41.590" v="348"/>
          <ac:grpSpMkLst>
            <pc:docMk/>
            <pc:sldMk cId="2419727947" sldId="522"/>
            <ac:grpSpMk id="103" creationId="{58F5F010-6A2F-4EB8-835F-7CD4AC3799E2}"/>
          </ac:grpSpMkLst>
        </pc:grpChg>
        <pc:grpChg chg="add">
          <ac:chgData name="Cristian Chilipirea" userId="34ab170da5908fc4" providerId="LiveId" clId="{657DC964-B470-42A9-AA52-9F1F849BFB76}" dt="2019-10-13T10:16:41.590" v="348"/>
          <ac:grpSpMkLst>
            <pc:docMk/>
            <pc:sldMk cId="2419727947" sldId="522"/>
            <ac:grpSpMk id="143" creationId="{12008E46-DACF-4910-B9BF-6ED1DE8699B0}"/>
          </ac:grpSpMkLst>
        </pc:grpChg>
        <pc:grpChg chg="add">
          <ac:chgData name="Cristian Chilipirea" userId="34ab170da5908fc4" providerId="LiveId" clId="{657DC964-B470-42A9-AA52-9F1F849BFB76}" dt="2019-10-13T10:16:41.590" v="348"/>
          <ac:grpSpMkLst>
            <pc:docMk/>
            <pc:sldMk cId="2419727947" sldId="522"/>
            <ac:grpSpMk id="150" creationId="{8BFB9E17-3253-4BC6-B296-BBED41674C2E}"/>
          </ac:grpSpMkLst>
        </pc:grpChg>
        <pc:grpChg chg="add">
          <ac:chgData name="Cristian Chilipirea" userId="34ab170da5908fc4" providerId="LiveId" clId="{657DC964-B470-42A9-AA52-9F1F849BFB76}" dt="2019-10-13T10:16:41.590" v="348"/>
          <ac:grpSpMkLst>
            <pc:docMk/>
            <pc:sldMk cId="2419727947" sldId="522"/>
            <ac:grpSpMk id="153" creationId="{0C010066-38DF-4A72-A7D8-C34A65B93080}"/>
          </ac:grpSpMkLst>
        </pc:grpChg>
        <pc:grpChg chg="add">
          <ac:chgData name="Cristian Chilipirea" userId="34ab170da5908fc4" providerId="LiveId" clId="{657DC964-B470-42A9-AA52-9F1F849BFB76}" dt="2019-10-13T10:16:41.590" v="348"/>
          <ac:grpSpMkLst>
            <pc:docMk/>
            <pc:sldMk cId="2419727947" sldId="522"/>
            <ac:grpSpMk id="156" creationId="{180046E9-1FFF-4C1B-84EA-44346F246F37}"/>
          </ac:grpSpMkLst>
        </pc:grpChg>
        <pc:cxnChg chg="add del">
          <ac:chgData name="Cristian Chilipirea" userId="34ab170da5908fc4" providerId="LiveId" clId="{657DC964-B470-42A9-AA52-9F1F849BFB76}" dt="2019-10-13T10:16:41.566" v="347"/>
          <ac:cxnSpMkLst>
            <pc:docMk/>
            <pc:sldMk cId="2419727947" sldId="522"/>
            <ac:cxnSpMk id="22" creationId="{180C5A04-E7C9-4239-9E59-35156ED9426B}"/>
          </ac:cxnSpMkLst>
        </pc:cxnChg>
        <pc:cxnChg chg="add del">
          <ac:chgData name="Cristian Chilipirea" userId="34ab170da5908fc4" providerId="LiveId" clId="{657DC964-B470-42A9-AA52-9F1F849BFB76}" dt="2019-10-13T10:16:41.566" v="347"/>
          <ac:cxnSpMkLst>
            <pc:docMk/>
            <pc:sldMk cId="2419727947" sldId="522"/>
            <ac:cxnSpMk id="23" creationId="{1B449EC0-9911-4F9B-864A-9D3E7ED7772F}"/>
          </ac:cxnSpMkLst>
        </pc:cxnChg>
        <pc:cxnChg chg="add del">
          <ac:chgData name="Cristian Chilipirea" userId="34ab170da5908fc4" providerId="LiveId" clId="{657DC964-B470-42A9-AA52-9F1F849BFB76}" dt="2019-10-13T10:16:41.566" v="347"/>
          <ac:cxnSpMkLst>
            <pc:docMk/>
            <pc:sldMk cId="2419727947" sldId="522"/>
            <ac:cxnSpMk id="24" creationId="{F65AA979-FDBA-42D6-B022-BAD64AB3AC34}"/>
          </ac:cxnSpMkLst>
        </pc:cxnChg>
        <pc:cxnChg chg="add del">
          <ac:chgData name="Cristian Chilipirea" userId="34ab170da5908fc4" providerId="LiveId" clId="{657DC964-B470-42A9-AA52-9F1F849BFB76}" dt="2019-10-13T10:16:41.566" v="347"/>
          <ac:cxnSpMkLst>
            <pc:docMk/>
            <pc:sldMk cId="2419727947" sldId="522"/>
            <ac:cxnSpMk id="25" creationId="{573B1EBF-D28B-4C04-ABEA-5DFF4D227FC1}"/>
          </ac:cxnSpMkLst>
        </pc:cxnChg>
        <pc:cxnChg chg="add del">
          <ac:chgData name="Cristian Chilipirea" userId="34ab170da5908fc4" providerId="LiveId" clId="{657DC964-B470-42A9-AA52-9F1F849BFB76}" dt="2019-10-13T10:16:41.566" v="347"/>
          <ac:cxnSpMkLst>
            <pc:docMk/>
            <pc:sldMk cId="2419727947" sldId="522"/>
            <ac:cxnSpMk id="26" creationId="{4DAB3DCE-CFED-4973-90AD-7EE155B7CBF8}"/>
          </ac:cxnSpMkLst>
        </pc:cxnChg>
        <pc:cxnChg chg="add del">
          <ac:chgData name="Cristian Chilipirea" userId="34ab170da5908fc4" providerId="LiveId" clId="{657DC964-B470-42A9-AA52-9F1F849BFB76}" dt="2019-10-13T10:16:41.566" v="347"/>
          <ac:cxnSpMkLst>
            <pc:docMk/>
            <pc:sldMk cId="2419727947" sldId="522"/>
            <ac:cxnSpMk id="27" creationId="{D4BABFA1-B0D1-4B30-A9D7-854E10EA54D9}"/>
          </ac:cxnSpMkLst>
        </pc:cxnChg>
        <pc:cxnChg chg="add del">
          <ac:chgData name="Cristian Chilipirea" userId="34ab170da5908fc4" providerId="LiveId" clId="{657DC964-B470-42A9-AA52-9F1F849BFB76}" dt="2019-10-13T10:16:41.566" v="347"/>
          <ac:cxnSpMkLst>
            <pc:docMk/>
            <pc:sldMk cId="2419727947" sldId="522"/>
            <ac:cxnSpMk id="28" creationId="{E73906C8-3339-46A5-8EDF-2A0F66ADFAB6}"/>
          </ac:cxnSpMkLst>
        </pc:cxnChg>
        <pc:cxnChg chg="add del">
          <ac:chgData name="Cristian Chilipirea" userId="34ab170da5908fc4" providerId="LiveId" clId="{657DC964-B470-42A9-AA52-9F1F849BFB76}" dt="2019-10-13T10:16:41.566" v="347"/>
          <ac:cxnSpMkLst>
            <pc:docMk/>
            <pc:sldMk cId="2419727947" sldId="522"/>
            <ac:cxnSpMk id="29" creationId="{42C02DB4-D290-41C9-AE2F-6CA159C18468}"/>
          </ac:cxnSpMkLst>
        </pc:cxnChg>
        <pc:cxnChg chg="add del">
          <ac:chgData name="Cristian Chilipirea" userId="34ab170da5908fc4" providerId="LiveId" clId="{657DC964-B470-42A9-AA52-9F1F849BFB76}" dt="2019-10-13T10:16:41.566" v="347"/>
          <ac:cxnSpMkLst>
            <pc:docMk/>
            <pc:sldMk cId="2419727947" sldId="522"/>
            <ac:cxnSpMk id="30" creationId="{C4C58A1A-F9FF-45A3-9302-BABEE53DB035}"/>
          </ac:cxnSpMkLst>
        </pc:cxnChg>
        <pc:cxnChg chg="add del">
          <ac:chgData name="Cristian Chilipirea" userId="34ab170da5908fc4" providerId="LiveId" clId="{657DC964-B470-42A9-AA52-9F1F849BFB76}" dt="2019-10-13T10:16:41.566" v="347"/>
          <ac:cxnSpMkLst>
            <pc:docMk/>
            <pc:sldMk cId="2419727947" sldId="522"/>
            <ac:cxnSpMk id="31" creationId="{99CFCA84-2E09-4268-A28E-239BAC3AAF16}"/>
          </ac:cxnSpMkLst>
        </pc:cxnChg>
        <pc:cxnChg chg="add del">
          <ac:chgData name="Cristian Chilipirea" userId="34ab170da5908fc4" providerId="LiveId" clId="{657DC964-B470-42A9-AA52-9F1F849BFB76}" dt="2019-10-13T10:16:41.566" v="347"/>
          <ac:cxnSpMkLst>
            <pc:docMk/>
            <pc:sldMk cId="2419727947" sldId="522"/>
            <ac:cxnSpMk id="32" creationId="{53F3B60C-58BE-45C7-987A-CB4E34A6337F}"/>
          </ac:cxnSpMkLst>
        </pc:cxnChg>
        <pc:cxnChg chg="add del">
          <ac:chgData name="Cristian Chilipirea" userId="34ab170da5908fc4" providerId="LiveId" clId="{657DC964-B470-42A9-AA52-9F1F849BFB76}" dt="2019-10-13T10:16:41.566" v="347"/>
          <ac:cxnSpMkLst>
            <pc:docMk/>
            <pc:sldMk cId="2419727947" sldId="522"/>
            <ac:cxnSpMk id="33" creationId="{A7BEA436-8E4E-40E7-A898-0FF834DD7A08}"/>
          </ac:cxnSpMkLst>
        </pc:cxnChg>
        <pc:cxnChg chg="add del">
          <ac:chgData name="Cristian Chilipirea" userId="34ab170da5908fc4" providerId="LiveId" clId="{657DC964-B470-42A9-AA52-9F1F849BFB76}" dt="2019-10-13T10:16:41.566" v="347"/>
          <ac:cxnSpMkLst>
            <pc:docMk/>
            <pc:sldMk cId="2419727947" sldId="522"/>
            <ac:cxnSpMk id="40" creationId="{7E7BC91E-7A7C-4C43-A345-8B96E812DD09}"/>
          </ac:cxnSpMkLst>
        </pc:cxnChg>
        <pc:cxnChg chg="add del">
          <ac:chgData name="Cristian Chilipirea" userId="34ab170da5908fc4" providerId="LiveId" clId="{657DC964-B470-42A9-AA52-9F1F849BFB76}" dt="2019-10-13T10:16:41.566" v="347"/>
          <ac:cxnSpMkLst>
            <pc:docMk/>
            <pc:sldMk cId="2419727947" sldId="522"/>
            <ac:cxnSpMk id="41" creationId="{214BF3AC-B87A-4DE2-AD0A-1BACE5F9F3E1}"/>
          </ac:cxnSpMkLst>
        </pc:cxnChg>
        <pc:cxnChg chg="add del">
          <ac:chgData name="Cristian Chilipirea" userId="34ab170da5908fc4" providerId="LiveId" clId="{657DC964-B470-42A9-AA52-9F1F849BFB76}" dt="2019-10-13T10:16:41.566" v="347"/>
          <ac:cxnSpMkLst>
            <pc:docMk/>
            <pc:sldMk cId="2419727947" sldId="522"/>
            <ac:cxnSpMk id="42" creationId="{D5EF20BD-B6CB-47EC-B598-5A12F8EA78BF}"/>
          </ac:cxnSpMkLst>
        </pc:cxnChg>
        <pc:cxnChg chg="add del">
          <ac:chgData name="Cristian Chilipirea" userId="34ab170da5908fc4" providerId="LiveId" clId="{657DC964-B470-42A9-AA52-9F1F849BFB76}" dt="2019-10-13T10:16:41.566" v="347"/>
          <ac:cxnSpMkLst>
            <pc:docMk/>
            <pc:sldMk cId="2419727947" sldId="522"/>
            <ac:cxnSpMk id="43" creationId="{E3663A74-8493-4A7E-A528-F3A74B39B7BD}"/>
          </ac:cxnSpMkLst>
        </pc:cxnChg>
        <pc:cxnChg chg="add del">
          <ac:chgData name="Cristian Chilipirea" userId="34ab170da5908fc4" providerId="LiveId" clId="{657DC964-B470-42A9-AA52-9F1F849BFB76}" dt="2019-10-13T10:16:41.566" v="347"/>
          <ac:cxnSpMkLst>
            <pc:docMk/>
            <pc:sldMk cId="2419727947" sldId="522"/>
            <ac:cxnSpMk id="44" creationId="{CC66D125-6B8F-4746-931D-11E6A720FF26}"/>
          </ac:cxnSpMkLst>
        </pc:cxnChg>
        <pc:cxnChg chg="add del">
          <ac:chgData name="Cristian Chilipirea" userId="34ab170da5908fc4" providerId="LiveId" clId="{657DC964-B470-42A9-AA52-9F1F849BFB76}" dt="2019-10-13T10:16:41.566" v="347"/>
          <ac:cxnSpMkLst>
            <pc:docMk/>
            <pc:sldMk cId="2419727947" sldId="522"/>
            <ac:cxnSpMk id="49" creationId="{77C5CD1A-1A2E-45D8-9310-AF6BF0E47926}"/>
          </ac:cxnSpMkLst>
        </pc:cxnChg>
        <pc:cxnChg chg="add del">
          <ac:chgData name="Cristian Chilipirea" userId="34ab170da5908fc4" providerId="LiveId" clId="{657DC964-B470-42A9-AA52-9F1F849BFB76}" dt="2019-10-13T10:16:41.566" v="347"/>
          <ac:cxnSpMkLst>
            <pc:docMk/>
            <pc:sldMk cId="2419727947" sldId="522"/>
            <ac:cxnSpMk id="50" creationId="{6750C7E2-FD60-417B-B506-061638310554}"/>
          </ac:cxnSpMkLst>
        </pc:cxnChg>
        <pc:cxnChg chg="add del">
          <ac:chgData name="Cristian Chilipirea" userId="34ab170da5908fc4" providerId="LiveId" clId="{657DC964-B470-42A9-AA52-9F1F849BFB76}" dt="2019-10-13T10:16:41.566" v="347"/>
          <ac:cxnSpMkLst>
            <pc:docMk/>
            <pc:sldMk cId="2419727947" sldId="522"/>
            <ac:cxnSpMk id="51" creationId="{DF1F48AC-A4DE-42CF-B332-EBF72E92E8EE}"/>
          </ac:cxnSpMkLst>
        </pc:cxnChg>
        <pc:cxnChg chg="add del">
          <ac:chgData name="Cristian Chilipirea" userId="34ab170da5908fc4" providerId="LiveId" clId="{657DC964-B470-42A9-AA52-9F1F849BFB76}" dt="2019-10-13T10:16:41.566" v="347"/>
          <ac:cxnSpMkLst>
            <pc:docMk/>
            <pc:sldMk cId="2419727947" sldId="522"/>
            <ac:cxnSpMk id="52" creationId="{2EF72560-7E68-4271-AA7A-8ECD4AC2EE6A}"/>
          </ac:cxnSpMkLst>
        </pc:cxnChg>
        <pc:cxnChg chg="add del">
          <ac:chgData name="Cristian Chilipirea" userId="34ab170da5908fc4" providerId="LiveId" clId="{657DC964-B470-42A9-AA52-9F1F849BFB76}" dt="2019-10-13T10:16:41.566" v="347"/>
          <ac:cxnSpMkLst>
            <pc:docMk/>
            <pc:sldMk cId="2419727947" sldId="522"/>
            <ac:cxnSpMk id="53" creationId="{E48BB2A4-89A8-4DAC-B037-0BCB754BE31D}"/>
          </ac:cxnSpMkLst>
        </pc:cxnChg>
        <pc:cxnChg chg="add del">
          <ac:chgData name="Cristian Chilipirea" userId="34ab170da5908fc4" providerId="LiveId" clId="{657DC964-B470-42A9-AA52-9F1F849BFB76}" dt="2019-10-13T10:16:41.566" v="347"/>
          <ac:cxnSpMkLst>
            <pc:docMk/>
            <pc:sldMk cId="2419727947" sldId="522"/>
            <ac:cxnSpMk id="56" creationId="{88218B97-9EFF-4570-8DAB-B9BCFB6A8F40}"/>
          </ac:cxnSpMkLst>
        </pc:cxnChg>
        <pc:cxnChg chg="add del">
          <ac:chgData name="Cristian Chilipirea" userId="34ab170da5908fc4" providerId="LiveId" clId="{657DC964-B470-42A9-AA52-9F1F849BFB76}" dt="2019-10-13T10:16:41.566" v="347"/>
          <ac:cxnSpMkLst>
            <pc:docMk/>
            <pc:sldMk cId="2419727947" sldId="522"/>
            <ac:cxnSpMk id="57" creationId="{5039C38F-7C02-497C-8401-3A556FCA3788}"/>
          </ac:cxnSpMkLst>
        </pc:cxnChg>
        <pc:cxnChg chg="add del">
          <ac:chgData name="Cristian Chilipirea" userId="34ab170da5908fc4" providerId="LiveId" clId="{657DC964-B470-42A9-AA52-9F1F849BFB76}" dt="2019-10-13T10:16:41.566" v="347"/>
          <ac:cxnSpMkLst>
            <pc:docMk/>
            <pc:sldMk cId="2419727947" sldId="522"/>
            <ac:cxnSpMk id="58" creationId="{C88F3BB8-B7C0-40E0-8814-FD676C47DDB4}"/>
          </ac:cxnSpMkLst>
        </pc:cxnChg>
        <pc:cxnChg chg="add del">
          <ac:chgData name="Cristian Chilipirea" userId="34ab170da5908fc4" providerId="LiveId" clId="{657DC964-B470-42A9-AA52-9F1F849BFB76}" dt="2019-10-13T10:16:41.566" v="347"/>
          <ac:cxnSpMkLst>
            <pc:docMk/>
            <pc:sldMk cId="2419727947" sldId="522"/>
            <ac:cxnSpMk id="64" creationId="{79F28AA5-9422-419D-B167-2D52AD0EE2A3}"/>
          </ac:cxnSpMkLst>
        </pc:cxnChg>
        <pc:cxnChg chg="add del">
          <ac:chgData name="Cristian Chilipirea" userId="34ab170da5908fc4" providerId="LiveId" clId="{657DC964-B470-42A9-AA52-9F1F849BFB76}" dt="2019-10-13T10:16:41.566" v="347"/>
          <ac:cxnSpMkLst>
            <pc:docMk/>
            <pc:sldMk cId="2419727947" sldId="522"/>
            <ac:cxnSpMk id="65" creationId="{7D566FD0-E5A2-444E-8A41-CEB7AB3F1697}"/>
          </ac:cxnSpMkLst>
        </pc:cxnChg>
        <pc:cxnChg chg="add del">
          <ac:chgData name="Cristian Chilipirea" userId="34ab170da5908fc4" providerId="LiveId" clId="{657DC964-B470-42A9-AA52-9F1F849BFB76}" dt="2019-10-13T10:16:41.566" v="347"/>
          <ac:cxnSpMkLst>
            <pc:docMk/>
            <pc:sldMk cId="2419727947" sldId="522"/>
            <ac:cxnSpMk id="75" creationId="{91CE7D70-1B0D-4E66-BD1F-98A8B4500885}"/>
          </ac:cxnSpMkLst>
        </pc:cxnChg>
        <pc:cxnChg chg="add del">
          <ac:chgData name="Cristian Chilipirea" userId="34ab170da5908fc4" providerId="LiveId" clId="{657DC964-B470-42A9-AA52-9F1F849BFB76}" dt="2019-10-13T10:16:41.566" v="347"/>
          <ac:cxnSpMkLst>
            <pc:docMk/>
            <pc:sldMk cId="2419727947" sldId="522"/>
            <ac:cxnSpMk id="76" creationId="{D05B8219-6E88-439A-A44E-148D4D643059}"/>
          </ac:cxnSpMkLst>
        </pc:cxnChg>
        <pc:cxnChg chg="add del">
          <ac:chgData name="Cristian Chilipirea" userId="34ab170da5908fc4" providerId="LiveId" clId="{657DC964-B470-42A9-AA52-9F1F849BFB76}" dt="2019-10-13T10:16:41.566" v="347"/>
          <ac:cxnSpMkLst>
            <pc:docMk/>
            <pc:sldMk cId="2419727947" sldId="522"/>
            <ac:cxnSpMk id="77" creationId="{7E03FD22-0CE3-49B6-AE7A-F8B89BAF4ECC}"/>
          </ac:cxnSpMkLst>
        </pc:cxnChg>
        <pc:cxnChg chg="add del">
          <ac:chgData name="Cristian Chilipirea" userId="34ab170da5908fc4" providerId="LiveId" clId="{657DC964-B470-42A9-AA52-9F1F849BFB76}" dt="2019-10-13T10:16:41.566" v="347"/>
          <ac:cxnSpMkLst>
            <pc:docMk/>
            <pc:sldMk cId="2419727947" sldId="522"/>
            <ac:cxnSpMk id="78" creationId="{D413BF29-62B1-4065-85B8-07289A5281D4}"/>
          </ac:cxnSpMkLst>
        </pc:cxnChg>
        <pc:cxnChg chg="add del">
          <ac:chgData name="Cristian Chilipirea" userId="34ab170da5908fc4" providerId="LiveId" clId="{657DC964-B470-42A9-AA52-9F1F849BFB76}" dt="2019-10-13T10:16:41.566" v="347"/>
          <ac:cxnSpMkLst>
            <pc:docMk/>
            <pc:sldMk cId="2419727947" sldId="522"/>
            <ac:cxnSpMk id="79" creationId="{FAB77FFF-B88C-40D0-A016-8A329744BD58}"/>
          </ac:cxnSpMkLst>
        </pc:cxnChg>
        <pc:cxnChg chg="add">
          <ac:chgData name="Cristian Chilipirea" userId="34ab170da5908fc4" providerId="LiveId" clId="{657DC964-B470-42A9-AA52-9F1F849BFB76}" dt="2019-10-13T10:16:41.590" v="348"/>
          <ac:cxnSpMkLst>
            <pc:docMk/>
            <pc:sldMk cId="2419727947" sldId="522"/>
            <ac:cxnSpMk id="106" creationId="{9DE01E3E-024E-415C-ADB8-14C3C37E214C}"/>
          </ac:cxnSpMkLst>
        </pc:cxnChg>
        <pc:cxnChg chg="add">
          <ac:chgData name="Cristian Chilipirea" userId="34ab170da5908fc4" providerId="LiveId" clId="{657DC964-B470-42A9-AA52-9F1F849BFB76}" dt="2019-10-13T10:16:41.590" v="348"/>
          <ac:cxnSpMkLst>
            <pc:docMk/>
            <pc:sldMk cId="2419727947" sldId="522"/>
            <ac:cxnSpMk id="107" creationId="{9DC6CBE4-7449-4146-A4E9-23694D8D8F54}"/>
          </ac:cxnSpMkLst>
        </pc:cxnChg>
        <pc:cxnChg chg="add">
          <ac:chgData name="Cristian Chilipirea" userId="34ab170da5908fc4" providerId="LiveId" clId="{657DC964-B470-42A9-AA52-9F1F849BFB76}" dt="2019-10-13T10:16:41.590" v="348"/>
          <ac:cxnSpMkLst>
            <pc:docMk/>
            <pc:sldMk cId="2419727947" sldId="522"/>
            <ac:cxnSpMk id="108" creationId="{F0A3556A-BABB-4F56-8434-F245C0E54DBC}"/>
          </ac:cxnSpMkLst>
        </pc:cxnChg>
        <pc:cxnChg chg="add">
          <ac:chgData name="Cristian Chilipirea" userId="34ab170da5908fc4" providerId="LiveId" clId="{657DC964-B470-42A9-AA52-9F1F849BFB76}" dt="2019-10-13T10:16:41.590" v="348"/>
          <ac:cxnSpMkLst>
            <pc:docMk/>
            <pc:sldMk cId="2419727947" sldId="522"/>
            <ac:cxnSpMk id="109" creationId="{4A08773D-4F97-425B-A484-68EF0EC38787}"/>
          </ac:cxnSpMkLst>
        </pc:cxnChg>
        <pc:cxnChg chg="add">
          <ac:chgData name="Cristian Chilipirea" userId="34ab170da5908fc4" providerId="LiveId" clId="{657DC964-B470-42A9-AA52-9F1F849BFB76}" dt="2019-10-13T10:16:41.590" v="348"/>
          <ac:cxnSpMkLst>
            <pc:docMk/>
            <pc:sldMk cId="2419727947" sldId="522"/>
            <ac:cxnSpMk id="110" creationId="{EA121BC7-9161-4C37-B2C3-468479F14382}"/>
          </ac:cxnSpMkLst>
        </pc:cxnChg>
        <pc:cxnChg chg="add">
          <ac:chgData name="Cristian Chilipirea" userId="34ab170da5908fc4" providerId="LiveId" clId="{657DC964-B470-42A9-AA52-9F1F849BFB76}" dt="2019-10-13T10:16:41.590" v="348"/>
          <ac:cxnSpMkLst>
            <pc:docMk/>
            <pc:sldMk cId="2419727947" sldId="522"/>
            <ac:cxnSpMk id="111" creationId="{0274FA18-0511-4B4B-9819-6E7D3BC86A50}"/>
          </ac:cxnSpMkLst>
        </pc:cxnChg>
        <pc:cxnChg chg="add">
          <ac:chgData name="Cristian Chilipirea" userId="34ab170da5908fc4" providerId="LiveId" clId="{657DC964-B470-42A9-AA52-9F1F849BFB76}" dt="2019-10-13T10:16:41.590" v="348"/>
          <ac:cxnSpMkLst>
            <pc:docMk/>
            <pc:sldMk cId="2419727947" sldId="522"/>
            <ac:cxnSpMk id="112" creationId="{2DE1ADCC-DB16-467C-B017-62317ADD81DE}"/>
          </ac:cxnSpMkLst>
        </pc:cxnChg>
        <pc:cxnChg chg="add">
          <ac:chgData name="Cristian Chilipirea" userId="34ab170da5908fc4" providerId="LiveId" clId="{657DC964-B470-42A9-AA52-9F1F849BFB76}" dt="2019-10-13T10:16:41.590" v="348"/>
          <ac:cxnSpMkLst>
            <pc:docMk/>
            <pc:sldMk cId="2419727947" sldId="522"/>
            <ac:cxnSpMk id="113" creationId="{126AB2B3-4A9C-421E-9040-F8CAE153C149}"/>
          </ac:cxnSpMkLst>
        </pc:cxnChg>
        <pc:cxnChg chg="add">
          <ac:chgData name="Cristian Chilipirea" userId="34ab170da5908fc4" providerId="LiveId" clId="{657DC964-B470-42A9-AA52-9F1F849BFB76}" dt="2019-10-13T10:16:41.590" v="348"/>
          <ac:cxnSpMkLst>
            <pc:docMk/>
            <pc:sldMk cId="2419727947" sldId="522"/>
            <ac:cxnSpMk id="114" creationId="{F150DD8D-CF69-4CA2-869A-41EC4FDAC617}"/>
          </ac:cxnSpMkLst>
        </pc:cxnChg>
        <pc:cxnChg chg="add">
          <ac:chgData name="Cristian Chilipirea" userId="34ab170da5908fc4" providerId="LiveId" clId="{657DC964-B470-42A9-AA52-9F1F849BFB76}" dt="2019-10-13T10:16:41.590" v="348"/>
          <ac:cxnSpMkLst>
            <pc:docMk/>
            <pc:sldMk cId="2419727947" sldId="522"/>
            <ac:cxnSpMk id="115" creationId="{7E459A0B-9537-49C7-87D6-864EFDDADB44}"/>
          </ac:cxnSpMkLst>
        </pc:cxnChg>
        <pc:cxnChg chg="add">
          <ac:chgData name="Cristian Chilipirea" userId="34ab170da5908fc4" providerId="LiveId" clId="{657DC964-B470-42A9-AA52-9F1F849BFB76}" dt="2019-10-13T10:16:41.590" v="348"/>
          <ac:cxnSpMkLst>
            <pc:docMk/>
            <pc:sldMk cId="2419727947" sldId="522"/>
            <ac:cxnSpMk id="116" creationId="{98577D3B-585D-4B63-B1BB-DF14EA9F4DDA}"/>
          </ac:cxnSpMkLst>
        </pc:cxnChg>
        <pc:cxnChg chg="add">
          <ac:chgData name="Cristian Chilipirea" userId="34ab170da5908fc4" providerId="LiveId" clId="{657DC964-B470-42A9-AA52-9F1F849BFB76}" dt="2019-10-13T10:16:41.590" v="348"/>
          <ac:cxnSpMkLst>
            <pc:docMk/>
            <pc:sldMk cId="2419727947" sldId="522"/>
            <ac:cxnSpMk id="117" creationId="{55EBC7D1-6E63-43AA-A060-7AC40C753EF9}"/>
          </ac:cxnSpMkLst>
        </pc:cxnChg>
        <pc:cxnChg chg="add">
          <ac:chgData name="Cristian Chilipirea" userId="34ab170da5908fc4" providerId="LiveId" clId="{657DC964-B470-42A9-AA52-9F1F849BFB76}" dt="2019-10-13T10:16:41.590" v="348"/>
          <ac:cxnSpMkLst>
            <pc:docMk/>
            <pc:sldMk cId="2419727947" sldId="522"/>
            <ac:cxnSpMk id="124" creationId="{F503B713-D22F-475C-AC8E-D4991DD3692B}"/>
          </ac:cxnSpMkLst>
        </pc:cxnChg>
        <pc:cxnChg chg="add">
          <ac:chgData name="Cristian Chilipirea" userId="34ab170da5908fc4" providerId="LiveId" clId="{657DC964-B470-42A9-AA52-9F1F849BFB76}" dt="2019-10-13T10:16:41.590" v="348"/>
          <ac:cxnSpMkLst>
            <pc:docMk/>
            <pc:sldMk cId="2419727947" sldId="522"/>
            <ac:cxnSpMk id="125" creationId="{2F9C8783-0E1A-4152-B65F-60AE6E0FED91}"/>
          </ac:cxnSpMkLst>
        </pc:cxnChg>
        <pc:cxnChg chg="add">
          <ac:chgData name="Cristian Chilipirea" userId="34ab170da5908fc4" providerId="LiveId" clId="{657DC964-B470-42A9-AA52-9F1F849BFB76}" dt="2019-10-13T10:16:41.590" v="348"/>
          <ac:cxnSpMkLst>
            <pc:docMk/>
            <pc:sldMk cId="2419727947" sldId="522"/>
            <ac:cxnSpMk id="126" creationId="{2D823BE7-539E-4017-83EE-F7DF69AFE5BA}"/>
          </ac:cxnSpMkLst>
        </pc:cxnChg>
        <pc:cxnChg chg="add">
          <ac:chgData name="Cristian Chilipirea" userId="34ab170da5908fc4" providerId="LiveId" clId="{657DC964-B470-42A9-AA52-9F1F849BFB76}" dt="2019-10-13T10:16:41.590" v="348"/>
          <ac:cxnSpMkLst>
            <pc:docMk/>
            <pc:sldMk cId="2419727947" sldId="522"/>
            <ac:cxnSpMk id="127" creationId="{6B8C1BF0-E420-4240-9C67-9D698DBBF624}"/>
          </ac:cxnSpMkLst>
        </pc:cxnChg>
        <pc:cxnChg chg="add">
          <ac:chgData name="Cristian Chilipirea" userId="34ab170da5908fc4" providerId="LiveId" clId="{657DC964-B470-42A9-AA52-9F1F849BFB76}" dt="2019-10-13T10:16:41.590" v="348"/>
          <ac:cxnSpMkLst>
            <pc:docMk/>
            <pc:sldMk cId="2419727947" sldId="522"/>
            <ac:cxnSpMk id="128" creationId="{95926029-3120-41D5-946E-4CE7767236F3}"/>
          </ac:cxnSpMkLst>
        </pc:cxnChg>
        <pc:cxnChg chg="add">
          <ac:chgData name="Cristian Chilipirea" userId="34ab170da5908fc4" providerId="LiveId" clId="{657DC964-B470-42A9-AA52-9F1F849BFB76}" dt="2019-10-13T10:16:41.590" v="348"/>
          <ac:cxnSpMkLst>
            <pc:docMk/>
            <pc:sldMk cId="2419727947" sldId="522"/>
            <ac:cxnSpMk id="133" creationId="{5FA2A6F8-A368-4E46-AF00-05C0BF6DD9F5}"/>
          </ac:cxnSpMkLst>
        </pc:cxnChg>
        <pc:cxnChg chg="add">
          <ac:chgData name="Cristian Chilipirea" userId="34ab170da5908fc4" providerId="LiveId" clId="{657DC964-B470-42A9-AA52-9F1F849BFB76}" dt="2019-10-13T10:16:41.590" v="348"/>
          <ac:cxnSpMkLst>
            <pc:docMk/>
            <pc:sldMk cId="2419727947" sldId="522"/>
            <ac:cxnSpMk id="134" creationId="{C5E14582-C00B-4C24-A18F-96C94C309FD0}"/>
          </ac:cxnSpMkLst>
        </pc:cxnChg>
        <pc:cxnChg chg="add">
          <ac:chgData name="Cristian Chilipirea" userId="34ab170da5908fc4" providerId="LiveId" clId="{657DC964-B470-42A9-AA52-9F1F849BFB76}" dt="2019-10-13T10:16:41.590" v="348"/>
          <ac:cxnSpMkLst>
            <pc:docMk/>
            <pc:sldMk cId="2419727947" sldId="522"/>
            <ac:cxnSpMk id="135" creationId="{A4F4C3CF-E327-4E5C-AB19-069643DF5970}"/>
          </ac:cxnSpMkLst>
        </pc:cxnChg>
        <pc:cxnChg chg="add">
          <ac:chgData name="Cristian Chilipirea" userId="34ab170da5908fc4" providerId="LiveId" clId="{657DC964-B470-42A9-AA52-9F1F849BFB76}" dt="2019-10-13T10:16:41.590" v="348"/>
          <ac:cxnSpMkLst>
            <pc:docMk/>
            <pc:sldMk cId="2419727947" sldId="522"/>
            <ac:cxnSpMk id="136" creationId="{091C440F-AE2A-4948-B5B3-9690F1894EE0}"/>
          </ac:cxnSpMkLst>
        </pc:cxnChg>
        <pc:cxnChg chg="add">
          <ac:chgData name="Cristian Chilipirea" userId="34ab170da5908fc4" providerId="LiveId" clId="{657DC964-B470-42A9-AA52-9F1F849BFB76}" dt="2019-10-13T10:16:41.590" v="348"/>
          <ac:cxnSpMkLst>
            <pc:docMk/>
            <pc:sldMk cId="2419727947" sldId="522"/>
            <ac:cxnSpMk id="137" creationId="{BC1CE422-2103-4B1E-A2ED-D2597A6D631A}"/>
          </ac:cxnSpMkLst>
        </pc:cxnChg>
        <pc:cxnChg chg="add">
          <ac:chgData name="Cristian Chilipirea" userId="34ab170da5908fc4" providerId="LiveId" clId="{657DC964-B470-42A9-AA52-9F1F849BFB76}" dt="2019-10-13T10:16:41.590" v="348"/>
          <ac:cxnSpMkLst>
            <pc:docMk/>
            <pc:sldMk cId="2419727947" sldId="522"/>
            <ac:cxnSpMk id="140" creationId="{7D356A5C-5722-45A8-886D-AE4765200540}"/>
          </ac:cxnSpMkLst>
        </pc:cxnChg>
        <pc:cxnChg chg="add">
          <ac:chgData name="Cristian Chilipirea" userId="34ab170da5908fc4" providerId="LiveId" clId="{657DC964-B470-42A9-AA52-9F1F849BFB76}" dt="2019-10-13T10:16:41.590" v="348"/>
          <ac:cxnSpMkLst>
            <pc:docMk/>
            <pc:sldMk cId="2419727947" sldId="522"/>
            <ac:cxnSpMk id="141" creationId="{097D4D43-FAD9-4C40-A7B2-4763BBB3D5B4}"/>
          </ac:cxnSpMkLst>
        </pc:cxnChg>
        <pc:cxnChg chg="add">
          <ac:chgData name="Cristian Chilipirea" userId="34ab170da5908fc4" providerId="LiveId" clId="{657DC964-B470-42A9-AA52-9F1F849BFB76}" dt="2019-10-13T10:16:41.590" v="348"/>
          <ac:cxnSpMkLst>
            <pc:docMk/>
            <pc:sldMk cId="2419727947" sldId="522"/>
            <ac:cxnSpMk id="142" creationId="{87729FF8-F817-4C04-8E9D-921D69A6B7FE}"/>
          </ac:cxnSpMkLst>
        </pc:cxnChg>
        <pc:cxnChg chg="add">
          <ac:chgData name="Cristian Chilipirea" userId="34ab170da5908fc4" providerId="LiveId" clId="{657DC964-B470-42A9-AA52-9F1F849BFB76}" dt="2019-10-13T10:16:41.590" v="348"/>
          <ac:cxnSpMkLst>
            <pc:docMk/>
            <pc:sldMk cId="2419727947" sldId="522"/>
            <ac:cxnSpMk id="148" creationId="{F5559F48-5666-4715-B892-0236F0C69EDC}"/>
          </ac:cxnSpMkLst>
        </pc:cxnChg>
        <pc:cxnChg chg="add">
          <ac:chgData name="Cristian Chilipirea" userId="34ab170da5908fc4" providerId="LiveId" clId="{657DC964-B470-42A9-AA52-9F1F849BFB76}" dt="2019-10-13T10:16:41.590" v="348"/>
          <ac:cxnSpMkLst>
            <pc:docMk/>
            <pc:sldMk cId="2419727947" sldId="522"/>
            <ac:cxnSpMk id="149" creationId="{3FC22D49-BF4E-4F89-8AB5-F130F885EAE8}"/>
          </ac:cxnSpMkLst>
        </pc:cxnChg>
        <pc:cxnChg chg="add">
          <ac:chgData name="Cristian Chilipirea" userId="34ab170da5908fc4" providerId="LiveId" clId="{657DC964-B470-42A9-AA52-9F1F849BFB76}" dt="2019-10-13T10:16:41.590" v="348"/>
          <ac:cxnSpMkLst>
            <pc:docMk/>
            <pc:sldMk cId="2419727947" sldId="522"/>
            <ac:cxnSpMk id="159" creationId="{C91E759F-BFC3-43F4-AAD0-0EA330886DEC}"/>
          </ac:cxnSpMkLst>
        </pc:cxnChg>
        <pc:cxnChg chg="add">
          <ac:chgData name="Cristian Chilipirea" userId="34ab170da5908fc4" providerId="LiveId" clId="{657DC964-B470-42A9-AA52-9F1F849BFB76}" dt="2019-10-13T10:16:41.590" v="348"/>
          <ac:cxnSpMkLst>
            <pc:docMk/>
            <pc:sldMk cId="2419727947" sldId="522"/>
            <ac:cxnSpMk id="160" creationId="{3DF1686B-C794-4474-8F52-4E2FA4DE35AF}"/>
          </ac:cxnSpMkLst>
        </pc:cxnChg>
        <pc:cxnChg chg="add">
          <ac:chgData name="Cristian Chilipirea" userId="34ab170da5908fc4" providerId="LiveId" clId="{657DC964-B470-42A9-AA52-9F1F849BFB76}" dt="2019-10-13T10:16:41.590" v="348"/>
          <ac:cxnSpMkLst>
            <pc:docMk/>
            <pc:sldMk cId="2419727947" sldId="522"/>
            <ac:cxnSpMk id="161" creationId="{1D2E4C59-27B3-4FD6-AB0B-A3415E3CBD91}"/>
          </ac:cxnSpMkLst>
        </pc:cxnChg>
        <pc:cxnChg chg="add">
          <ac:chgData name="Cristian Chilipirea" userId="34ab170da5908fc4" providerId="LiveId" clId="{657DC964-B470-42A9-AA52-9F1F849BFB76}" dt="2019-10-13T10:16:41.590" v="348"/>
          <ac:cxnSpMkLst>
            <pc:docMk/>
            <pc:sldMk cId="2419727947" sldId="522"/>
            <ac:cxnSpMk id="162" creationId="{A2CB86A2-2C99-4E75-B5BD-25644DAE4677}"/>
          </ac:cxnSpMkLst>
        </pc:cxnChg>
        <pc:cxnChg chg="add">
          <ac:chgData name="Cristian Chilipirea" userId="34ab170da5908fc4" providerId="LiveId" clId="{657DC964-B470-42A9-AA52-9F1F849BFB76}" dt="2019-10-13T10:16:41.590" v="348"/>
          <ac:cxnSpMkLst>
            <pc:docMk/>
            <pc:sldMk cId="2419727947" sldId="522"/>
            <ac:cxnSpMk id="163" creationId="{EFB89878-8CD7-4352-A158-F5A038284E71}"/>
          </ac:cxnSpMkLst>
        </pc:cxnChg>
      </pc:sldChg>
      <pc:sldChg chg="addSp delSp modSp add">
        <pc:chgData name="Cristian Chilipirea" userId="34ab170da5908fc4" providerId="LiveId" clId="{657DC964-B470-42A9-AA52-9F1F849BFB76}" dt="2019-10-13T10:17:02.857" v="355" actId="1076"/>
        <pc:sldMkLst>
          <pc:docMk/>
          <pc:sldMk cId="568674813" sldId="523"/>
        </pc:sldMkLst>
        <pc:spChg chg="mod">
          <ac:chgData name="Cristian Chilipirea" userId="34ab170da5908fc4" providerId="LiveId" clId="{657DC964-B470-42A9-AA52-9F1F849BFB76}" dt="2019-10-13T10:16:50.102" v="350"/>
          <ac:spMkLst>
            <pc:docMk/>
            <pc:sldMk cId="568674813" sldId="523"/>
            <ac:spMk id="2" creationId="{EB66310C-427B-4F58-8EA0-73C5C5F2423B}"/>
          </ac:spMkLst>
        </pc:spChg>
        <pc:spChg chg="del">
          <ac:chgData name="Cristian Chilipirea" userId="34ab170da5908fc4" providerId="LiveId" clId="{657DC964-B470-42A9-AA52-9F1F849BFB76}" dt="2019-10-13T10:16:52.111" v="351" actId="478"/>
          <ac:spMkLst>
            <pc:docMk/>
            <pc:sldMk cId="568674813" sldId="523"/>
            <ac:spMk id="3" creationId="{F39AB96C-DE42-48CA-90FE-63CC431DB49D}"/>
          </ac:spMkLst>
        </pc:spChg>
        <pc:graphicFrameChg chg="add mod">
          <ac:chgData name="Cristian Chilipirea" userId="34ab170da5908fc4" providerId="LiveId" clId="{657DC964-B470-42A9-AA52-9F1F849BFB76}" dt="2019-10-13T10:17:02.857" v="355" actId="1076"/>
          <ac:graphicFrameMkLst>
            <pc:docMk/>
            <pc:sldMk cId="568674813" sldId="523"/>
            <ac:graphicFrameMk id="4" creationId="{537A0AFD-A8A3-4531-9847-77E36BECE0CF}"/>
          </ac:graphicFrameMkLst>
        </pc:graphicFrameChg>
      </pc:sldChg>
      <pc:sldChg chg="addSp delSp modSp add">
        <pc:chgData name="Cristian Chilipirea" userId="34ab170da5908fc4" providerId="LiveId" clId="{657DC964-B470-42A9-AA52-9F1F849BFB76}" dt="2019-10-13T10:17:21.821" v="362" actId="1076"/>
        <pc:sldMkLst>
          <pc:docMk/>
          <pc:sldMk cId="1987589617" sldId="524"/>
        </pc:sldMkLst>
        <pc:spChg chg="mod">
          <ac:chgData name="Cristian Chilipirea" userId="34ab170da5908fc4" providerId="LiveId" clId="{657DC964-B470-42A9-AA52-9F1F849BFB76}" dt="2019-10-13T10:17:09.966" v="357"/>
          <ac:spMkLst>
            <pc:docMk/>
            <pc:sldMk cId="1987589617" sldId="524"/>
            <ac:spMk id="2" creationId="{C6BD3D02-7CA8-4625-B651-F4DA6A7C633C}"/>
          </ac:spMkLst>
        </pc:spChg>
        <pc:spChg chg="del">
          <ac:chgData name="Cristian Chilipirea" userId="34ab170da5908fc4" providerId="LiveId" clId="{657DC964-B470-42A9-AA52-9F1F849BFB76}" dt="2019-10-13T10:17:11.799" v="358" actId="478"/>
          <ac:spMkLst>
            <pc:docMk/>
            <pc:sldMk cId="1987589617" sldId="524"/>
            <ac:spMk id="3" creationId="{BA25FF93-3651-4922-B730-702FB1DA2594}"/>
          </ac:spMkLst>
        </pc:spChg>
        <pc:graphicFrameChg chg="add mod">
          <ac:chgData name="Cristian Chilipirea" userId="34ab170da5908fc4" providerId="LiveId" clId="{657DC964-B470-42A9-AA52-9F1F849BFB76}" dt="2019-10-13T10:17:21.821" v="362" actId="1076"/>
          <ac:graphicFrameMkLst>
            <pc:docMk/>
            <pc:sldMk cId="1987589617" sldId="524"/>
            <ac:graphicFrameMk id="4" creationId="{4308753F-69F7-4370-9939-659B3F7FF29E}"/>
          </ac:graphicFrameMkLst>
        </pc:graphicFrameChg>
      </pc:sldChg>
      <pc:sldChg chg="addSp delSp modSp add">
        <pc:chgData name="Cristian Chilipirea" userId="34ab170da5908fc4" providerId="LiveId" clId="{657DC964-B470-42A9-AA52-9F1F849BFB76}" dt="2019-10-13T10:17:36.894" v="369" actId="1076"/>
        <pc:sldMkLst>
          <pc:docMk/>
          <pc:sldMk cId="674383854" sldId="525"/>
        </pc:sldMkLst>
        <pc:spChg chg="mod">
          <ac:chgData name="Cristian Chilipirea" userId="34ab170da5908fc4" providerId="LiveId" clId="{657DC964-B470-42A9-AA52-9F1F849BFB76}" dt="2019-10-13T10:17:27.131" v="364"/>
          <ac:spMkLst>
            <pc:docMk/>
            <pc:sldMk cId="674383854" sldId="525"/>
            <ac:spMk id="2" creationId="{53E58071-1271-4BE4-8075-9A2B19211FBC}"/>
          </ac:spMkLst>
        </pc:spChg>
        <pc:spChg chg="del">
          <ac:chgData name="Cristian Chilipirea" userId="34ab170da5908fc4" providerId="LiveId" clId="{657DC964-B470-42A9-AA52-9F1F849BFB76}" dt="2019-10-13T10:17:28.883" v="365" actId="478"/>
          <ac:spMkLst>
            <pc:docMk/>
            <pc:sldMk cId="674383854" sldId="525"/>
            <ac:spMk id="3" creationId="{130458EF-474F-4FC2-AF9F-1E543E14E52D}"/>
          </ac:spMkLst>
        </pc:spChg>
        <pc:spChg chg="add del">
          <ac:chgData name="Cristian Chilipirea" userId="34ab170da5908fc4" providerId="LiveId" clId="{657DC964-B470-42A9-AA52-9F1F849BFB76}" dt="2019-10-13T10:17:33.848" v="367"/>
          <ac:spMkLst>
            <pc:docMk/>
            <pc:sldMk cId="674383854" sldId="525"/>
            <ac:spMk id="4" creationId="{FCF7AA83-CCE6-4A0A-951D-B5E72E564155}"/>
          </ac:spMkLst>
        </pc:spChg>
        <pc:spChg chg="add mod">
          <ac:chgData name="Cristian Chilipirea" userId="34ab170da5908fc4" providerId="LiveId" clId="{657DC964-B470-42A9-AA52-9F1F849BFB76}" dt="2019-10-13T10:17:36.894" v="369" actId="1076"/>
          <ac:spMkLst>
            <pc:docMk/>
            <pc:sldMk cId="674383854" sldId="525"/>
            <ac:spMk id="5" creationId="{617EF81E-2F86-480A-9173-9ED94517D6FA}"/>
          </ac:spMkLst>
        </pc:spChg>
      </pc:sldChg>
      <pc:sldChg chg="addSp delSp modSp add">
        <pc:chgData name="Cristian Chilipirea" userId="34ab170da5908fc4" providerId="LiveId" clId="{657DC964-B470-42A9-AA52-9F1F849BFB76}" dt="2019-10-13T10:17:50.424" v="375"/>
        <pc:sldMkLst>
          <pc:docMk/>
          <pc:sldMk cId="3106075938" sldId="526"/>
        </pc:sldMkLst>
        <pc:spChg chg="mod">
          <ac:chgData name="Cristian Chilipirea" userId="34ab170da5908fc4" providerId="LiveId" clId="{657DC964-B470-42A9-AA52-9F1F849BFB76}" dt="2019-10-13T10:17:42.443" v="371"/>
          <ac:spMkLst>
            <pc:docMk/>
            <pc:sldMk cId="3106075938" sldId="526"/>
            <ac:spMk id="2" creationId="{31D87FE4-F8D5-4FA2-98C7-1F321DD924CD}"/>
          </ac:spMkLst>
        </pc:spChg>
        <pc:spChg chg="del">
          <ac:chgData name="Cristian Chilipirea" userId="34ab170da5908fc4" providerId="LiveId" clId="{657DC964-B470-42A9-AA52-9F1F849BFB76}" dt="2019-10-13T10:17:45.031" v="372" actId="478"/>
          <ac:spMkLst>
            <pc:docMk/>
            <pc:sldMk cId="3106075938" sldId="526"/>
            <ac:spMk id="3" creationId="{2B0BD7F7-7A5E-4BE2-AEF2-DD3B73ED966A}"/>
          </ac:spMkLst>
        </pc:spChg>
        <pc:spChg chg="add del">
          <ac:chgData name="Cristian Chilipirea" userId="34ab170da5908fc4" providerId="LiveId" clId="{657DC964-B470-42A9-AA52-9F1F849BFB76}" dt="2019-10-13T10:17:50.416" v="374"/>
          <ac:spMkLst>
            <pc:docMk/>
            <pc:sldMk cId="3106075938" sldId="526"/>
            <ac:spMk id="4" creationId="{062F837C-0528-4C85-9F34-2C4589048D64}"/>
          </ac:spMkLst>
        </pc:spChg>
        <pc:spChg chg="add">
          <ac:chgData name="Cristian Chilipirea" userId="34ab170da5908fc4" providerId="LiveId" clId="{657DC964-B470-42A9-AA52-9F1F849BFB76}" dt="2019-10-13T10:17:50.424" v="375"/>
          <ac:spMkLst>
            <pc:docMk/>
            <pc:sldMk cId="3106075938" sldId="526"/>
            <ac:spMk id="5" creationId="{1EE4395D-D8E6-431D-A2B4-C16A1C48BC6F}"/>
          </ac:spMkLst>
        </pc:spChg>
      </pc:sldChg>
      <pc:sldChg chg="addSp delSp modSp add">
        <pc:chgData name="Cristian Chilipirea" userId="34ab170da5908fc4" providerId="LiveId" clId="{657DC964-B470-42A9-AA52-9F1F849BFB76}" dt="2019-10-13T10:18:16.875" v="387" actId="1076"/>
        <pc:sldMkLst>
          <pc:docMk/>
          <pc:sldMk cId="2086232142" sldId="527"/>
        </pc:sldMkLst>
        <pc:spChg chg="mod">
          <ac:chgData name="Cristian Chilipirea" userId="34ab170da5908fc4" providerId="LiveId" clId="{657DC964-B470-42A9-AA52-9F1F849BFB76}" dt="2019-10-13T10:18:14.835" v="386" actId="1076"/>
          <ac:spMkLst>
            <pc:docMk/>
            <pc:sldMk cId="2086232142" sldId="527"/>
            <ac:spMk id="2" creationId="{E082EF3C-728E-4957-89F3-82F4374394E5}"/>
          </ac:spMkLst>
        </pc:spChg>
        <pc:spChg chg="del">
          <ac:chgData name="Cristian Chilipirea" userId="34ab170da5908fc4" providerId="LiveId" clId="{657DC964-B470-42A9-AA52-9F1F849BFB76}" dt="2019-10-13T10:17:59.543" v="378" actId="478"/>
          <ac:spMkLst>
            <pc:docMk/>
            <pc:sldMk cId="2086232142" sldId="527"/>
            <ac:spMk id="3" creationId="{5E3AED7A-715D-4AC1-8BCE-A7E8596451DE}"/>
          </ac:spMkLst>
        </pc:spChg>
        <pc:spChg chg="add del">
          <ac:chgData name="Cristian Chilipirea" userId="34ab170da5908fc4" providerId="LiveId" clId="{657DC964-B470-42A9-AA52-9F1F849BFB76}" dt="2019-10-13T10:18:04.952" v="380"/>
          <ac:spMkLst>
            <pc:docMk/>
            <pc:sldMk cId="2086232142" sldId="527"/>
            <ac:spMk id="4" creationId="{E89DDB27-AF18-405C-9B95-5AAB72C32ACD}"/>
          </ac:spMkLst>
        </pc:spChg>
        <pc:spChg chg="add del">
          <ac:chgData name="Cristian Chilipirea" userId="34ab170da5908fc4" providerId="LiveId" clId="{657DC964-B470-42A9-AA52-9F1F849BFB76}" dt="2019-10-13T10:18:07.023" v="382"/>
          <ac:spMkLst>
            <pc:docMk/>
            <pc:sldMk cId="2086232142" sldId="527"/>
            <ac:spMk id="5" creationId="{51299681-BA4E-4AEC-858D-CCC20AD82B27}"/>
          </ac:spMkLst>
        </pc:spChg>
        <pc:spChg chg="add mod">
          <ac:chgData name="Cristian Chilipirea" userId="34ab170da5908fc4" providerId="LiveId" clId="{657DC964-B470-42A9-AA52-9F1F849BFB76}" dt="2019-10-13T10:18:16.875" v="387" actId="1076"/>
          <ac:spMkLst>
            <pc:docMk/>
            <pc:sldMk cId="2086232142" sldId="527"/>
            <ac:spMk id="6" creationId="{DD3ADD17-1077-47FB-AF1B-957501E71C88}"/>
          </ac:spMkLst>
        </pc:spChg>
      </pc:sldChg>
      <pc:sldChg chg="addSp delSp modSp add modAnim">
        <pc:chgData name="Cristian Chilipirea" userId="34ab170da5908fc4" providerId="LiveId" clId="{657DC964-B470-42A9-AA52-9F1F849BFB76}" dt="2019-10-13T10:19:03.879" v="393"/>
        <pc:sldMkLst>
          <pc:docMk/>
          <pc:sldMk cId="724292230" sldId="528"/>
        </pc:sldMkLst>
        <pc:spChg chg="mod">
          <ac:chgData name="Cristian Chilipirea" userId="34ab170da5908fc4" providerId="LiveId" clId="{657DC964-B470-42A9-AA52-9F1F849BFB76}" dt="2019-10-13T10:18:55.747" v="389"/>
          <ac:spMkLst>
            <pc:docMk/>
            <pc:sldMk cId="724292230" sldId="528"/>
            <ac:spMk id="2" creationId="{FD80E915-DB82-4A54-A3F0-0028BF888C73}"/>
          </ac:spMkLst>
        </pc:spChg>
        <pc:spChg chg="del">
          <ac:chgData name="Cristian Chilipirea" userId="34ab170da5908fc4" providerId="LiveId" clId="{657DC964-B470-42A9-AA52-9F1F849BFB76}" dt="2019-10-13T10:18:58.292" v="390" actId="478"/>
          <ac:spMkLst>
            <pc:docMk/>
            <pc:sldMk cId="724292230" sldId="528"/>
            <ac:spMk id="3" creationId="{574E5438-DDCA-42C0-9359-A89A2CCCDE22}"/>
          </ac:spMkLst>
        </pc:spChg>
        <pc:spChg chg="add del">
          <ac:chgData name="Cristian Chilipirea" userId="34ab170da5908fc4" providerId="LiveId" clId="{657DC964-B470-42A9-AA52-9F1F849BFB76}" dt="2019-10-13T10:19:03.855" v="392"/>
          <ac:spMkLst>
            <pc:docMk/>
            <pc:sldMk cId="724292230" sldId="528"/>
            <ac:spMk id="15" creationId="{D9F37F29-4F5F-4921-BE0B-9458880A9C6D}"/>
          </ac:spMkLst>
        </pc:spChg>
        <pc:spChg chg="add del">
          <ac:chgData name="Cristian Chilipirea" userId="34ab170da5908fc4" providerId="LiveId" clId="{657DC964-B470-42A9-AA52-9F1F849BFB76}" dt="2019-10-13T10:19:03.855" v="392"/>
          <ac:spMkLst>
            <pc:docMk/>
            <pc:sldMk cId="724292230" sldId="528"/>
            <ac:spMk id="16" creationId="{450701D9-D0C4-489D-AAF9-F8D674082628}"/>
          </ac:spMkLst>
        </pc:spChg>
        <pc:spChg chg="add del">
          <ac:chgData name="Cristian Chilipirea" userId="34ab170da5908fc4" providerId="LiveId" clId="{657DC964-B470-42A9-AA52-9F1F849BFB76}" dt="2019-10-13T10:19:03.855" v="392"/>
          <ac:spMkLst>
            <pc:docMk/>
            <pc:sldMk cId="724292230" sldId="528"/>
            <ac:spMk id="23" creationId="{62CC1D6F-65D0-4953-8E69-884DB4332777}"/>
          </ac:spMkLst>
        </pc:spChg>
        <pc:spChg chg="add del">
          <ac:chgData name="Cristian Chilipirea" userId="34ab170da5908fc4" providerId="LiveId" clId="{657DC964-B470-42A9-AA52-9F1F849BFB76}" dt="2019-10-13T10:19:03.855" v="392"/>
          <ac:spMkLst>
            <pc:docMk/>
            <pc:sldMk cId="724292230" sldId="528"/>
            <ac:spMk id="24" creationId="{62BA4EB7-D03F-4D44-A1EF-5E4E2BF4D96E}"/>
          </ac:spMkLst>
        </pc:spChg>
        <pc:spChg chg="add del">
          <ac:chgData name="Cristian Chilipirea" userId="34ab170da5908fc4" providerId="LiveId" clId="{657DC964-B470-42A9-AA52-9F1F849BFB76}" dt="2019-10-13T10:19:03.855" v="392"/>
          <ac:spMkLst>
            <pc:docMk/>
            <pc:sldMk cId="724292230" sldId="528"/>
            <ac:spMk id="39" creationId="{B76511C2-3365-4195-8703-4241364B9A20}"/>
          </ac:spMkLst>
        </pc:spChg>
        <pc:spChg chg="add del">
          <ac:chgData name="Cristian Chilipirea" userId="34ab170da5908fc4" providerId="LiveId" clId="{657DC964-B470-42A9-AA52-9F1F849BFB76}" dt="2019-10-13T10:19:03.855" v="392"/>
          <ac:spMkLst>
            <pc:docMk/>
            <pc:sldMk cId="724292230" sldId="528"/>
            <ac:spMk id="40" creationId="{A78FD600-57BB-40F1-A249-A90D04E254A0}"/>
          </ac:spMkLst>
        </pc:spChg>
        <pc:spChg chg="add">
          <ac:chgData name="Cristian Chilipirea" userId="34ab170da5908fc4" providerId="LiveId" clId="{657DC964-B470-42A9-AA52-9F1F849BFB76}" dt="2019-10-13T10:19:03.879" v="393"/>
          <ac:spMkLst>
            <pc:docMk/>
            <pc:sldMk cId="724292230" sldId="528"/>
            <ac:spMk id="60" creationId="{C52D5C85-8B39-48CE-AA17-6C5AAA677152}"/>
          </ac:spMkLst>
        </pc:spChg>
        <pc:spChg chg="add">
          <ac:chgData name="Cristian Chilipirea" userId="34ab170da5908fc4" providerId="LiveId" clId="{657DC964-B470-42A9-AA52-9F1F849BFB76}" dt="2019-10-13T10:19:03.879" v="393"/>
          <ac:spMkLst>
            <pc:docMk/>
            <pc:sldMk cId="724292230" sldId="528"/>
            <ac:spMk id="61" creationId="{C64EC3A6-0721-4159-83E1-38AFDC3DC2B0}"/>
          </ac:spMkLst>
        </pc:spChg>
        <pc:spChg chg="add">
          <ac:chgData name="Cristian Chilipirea" userId="34ab170da5908fc4" providerId="LiveId" clId="{657DC964-B470-42A9-AA52-9F1F849BFB76}" dt="2019-10-13T10:19:03.879" v="393"/>
          <ac:spMkLst>
            <pc:docMk/>
            <pc:sldMk cId="724292230" sldId="528"/>
            <ac:spMk id="68" creationId="{9EE6B487-7EF4-44B3-823A-FE2B1E6ADCA8}"/>
          </ac:spMkLst>
        </pc:spChg>
        <pc:spChg chg="add">
          <ac:chgData name="Cristian Chilipirea" userId="34ab170da5908fc4" providerId="LiveId" clId="{657DC964-B470-42A9-AA52-9F1F849BFB76}" dt="2019-10-13T10:19:03.879" v="393"/>
          <ac:spMkLst>
            <pc:docMk/>
            <pc:sldMk cId="724292230" sldId="528"/>
            <ac:spMk id="69" creationId="{E0834108-A7AC-4E5A-8637-4D831A902689}"/>
          </ac:spMkLst>
        </pc:spChg>
        <pc:spChg chg="add">
          <ac:chgData name="Cristian Chilipirea" userId="34ab170da5908fc4" providerId="LiveId" clId="{657DC964-B470-42A9-AA52-9F1F849BFB76}" dt="2019-10-13T10:19:03.879" v="393"/>
          <ac:spMkLst>
            <pc:docMk/>
            <pc:sldMk cId="724292230" sldId="528"/>
            <ac:spMk id="84" creationId="{60F15DC5-692E-4CF2-8B8D-256919AE987B}"/>
          </ac:spMkLst>
        </pc:spChg>
        <pc:spChg chg="add">
          <ac:chgData name="Cristian Chilipirea" userId="34ab170da5908fc4" providerId="LiveId" clId="{657DC964-B470-42A9-AA52-9F1F849BFB76}" dt="2019-10-13T10:19:03.879" v="393"/>
          <ac:spMkLst>
            <pc:docMk/>
            <pc:sldMk cId="724292230" sldId="528"/>
            <ac:spMk id="85" creationId="{A00C354D-C52A-4658-A8E1-99B8DED7DABE}"/>
          </ac:spMkLst>
        </pc:spChg>
        <pc:grpChg chg="add del">
          <ac:chgData name="Cristian Chilipirea" userId="34ab170da5908fc4" providerId="LiveId" clId="{657DC964-B470-42A9-AA52-9F1F849BFB76}" dt="2019-10-13T10:19:03.855" v="392"/>
          <ac:grpSpMkLst>
            <pc:docMk/>
            <pc:sldMk cId="724292230" sldId="528"/>
            <ac:grpSpMk id="5" creationId="{FA74CE4D-9BDC-4EE2-8DA0-7BDB04F3CF8C}"/>
          </ac:grpSpMkLst>
        </pc:grpChg>
        <pc:grpChg chg="add del">
          <ac:chgData name="Cristian Chilipirea" userId="34ab170da5908fc4" providerId="LiveId" clId="{657DC964-B470-42A9-AA52-9F1F849BFB76}" dt="2019-10-13T10:19:03.855" v="392"/>
          <ac:grpSpMkLst>
            <pc:docMk/>
            <pc:sldMk cId="724292230" sldId="528"/>
            <ac:grpSpMk id="10" creationId="{BD9755EC-8736-432C-9CC0-5F28BDA5937E}"/>
          </ac:grpSpMkLst>
        </pc:grpChg>
        <pc:grpChg chg="add del">
          <ac:chgData name="Cristian Chilipirea" userId="34ab170da5908fc4" providerId="LiveId" clId="{657DC964-B470-42A9-AA52-9F1F849BFB76}" dt="2019-10-13T10:19:03.855" v="392"/>
          <ac:grpSpMkLst>
            <pc:docMk/>
            <pc:sldMk cId="724292230" sldId="528"/>
            <ac:grpSpMk id="18" creationId="{EEA054D2-C850-47B9-A948-AC52D267F38C}"/>
          </ac:grpSpMkLst>
        </pc:grpChg>
        <pc:grpChg chg="add del">
          <ac:chgData name="Cristian Chilipirea" userId="34ab170da5908fc4" providerId="LiveId" clId="{657DC964-B470-42A9-AA52-9F1F849BFB76}" dt="2019-10-13T10:19:03.855" v="392"/>
          <ac:grpSpMkLst>
            <pc:docMk/>
            <pc:sldMk cId="724292230" sldId="528"/>
            <ac:grpSpMk id="25" creationId="{3AE2112C-1AA2-4761-A24E-E3F0D5699444}"/>
          </ac:grpSpMkLst>
        </pc:grpChg>
        <pc:grpChg chg="add del">
          <ac:chgData name="Cristian Chilipirea" userId="34ab170da5908fc4" providerId="LiveId" clId="{657DC964-B470-42A9-AA52-9F1F849BFB76}" dt="2019-10-13T10:19:03.855" v="392"/>
          <ac:grpSpMkLst>
            <pc:docMk/>
            <pc:sldMk cId="724292230" sldId="528"/>
            <ac:grpSpMk id="29" creationId="{BC3B35DB-F488-491E-A582-406E55580A66}"/>
          </ac:grpSpMkLst>
        </pc:grpChg>
        <pc:grpChg chg="add del">
          <ac:chgData name="Cristian Chilipirea" userId="34ab170da5908fc4" providerId="LiveId" clId="{657DC964-B470-42A9-AA52-9F1F849BFB76}" dt="2019-10-13T10:19:03.855" v="392"/>
          <ac:grpSpMkLst>
            <pc:docMk/>
            <pc:sldMk cId="724292230" sldId="528"/>
            <ac:grpSpMk id="34" creationId="{A44478D8-E0F5-485E-82AF-1AC61CBE2153}"/>
          </ac:grpSpMkLst>
        </pc:grpChg>
        <pc:grpChg chg="add del">
          <ac:chgData name="Cristian Chilipirea" userId="34ab170da5908fc4" providerId="LiveId" clId="{657DC964-B470-42A9-AA52-9F1F849BFB76}" dt="2019-10-13T10:19:03.855" v="392"/>
          <ac:grpSpMkLst>
            <pc:docMk/>
            <pc:sldMk cId="724292230" sldId="528"/>
            <ac:grpSpMk id="41" creationId="{75066997-F9D7-4832-A601-8AA63CB79C0B}"/>
          </ac:grpSpMkLst>
        </pc:grpChg>
        <pc:grpChg chg="add del">
          <ac:chgData name="Cristian Chilipirea" userId="34ab170da5908fc4" providerId="LiveId" clId="{657DC964-B470-42A9-AA52-9F1F849BFB76}" dt="2019-10-13T10:19:03.855" v="392"/>
          <ac:grpSpMkLst>
            <pc:docMk/>
            <pc:sldMk cId="724292230" sldId="528"/>
            <ac:grpSpMk id="45" creationId="{6106CA8E-19D1-42DA-B685-CBD5C3EB3571}"/>
          </ac:grpSpMkLst>
        </pc:grpChg>
        <pc:grpChg chg="add">
          <ac:chgData name="Cristian Chilipirea" userId="34ab170da5908fc4" providerId="LiveId" clId="{657DC964-B470-42A9-AA52-9F1F849BFB76}" dt="2019-10-13T10:19:03.879" v="393"/>
          <ac:grpSpMkLst>
            <pc:docMk/>
            <pc:sldMk cId="724292230" sldId="528"/>
            <ac:grpSpMk id="50" creationId="{4C66FA82-AFBD-4C11-BB55-782236DB2125}"/>
          </ac:grpSpMkLst>
        </pc:grpChg>
        <pc:grpChg chg="add">
          <ac:chgData name="Cristian Chilipirea" userId="34ab170da5908fc4" providerId="LiveId" clId="{657DC964-B470-42A9-AA52-9F1F849BFB76}" dt="2019-10-13T10:19:03.879" v="393"/>
          <ac:grpSpMkLst>
            <pc:docMk/>
            <pc:sldMk cId="724292230" sldId="528"/>
            <ac:grpSpMk id="55" creationId="{E774B464-C171-40E1-8BAD-D8199818DAE0}"/>
          </ac:grpSpMkLst>
        </pc:grpChg>
        <pc:grpChg chg="add">
          <ac:chgData name="Cristian Chilipirea" userId="34ab170da5908fc4" providerId="LiveId" clId="{657DC964-B470-42A9-AA52-9F1F849BFB76}" dt="2019-10-13T10:19:03.879" v="393"/>
          <ac:grpSpMkLst>
            <pc:docMk/>
            <pc:sldMk cId="724292230" sldId="528"/>
            <ac:grpSpMk id="63" creationId="{37AC1257-4252-4356-BAAE-1ABFBA9263A3}"/>
          </ac:grpSpMkLst>
        </pc:grpChg>
        <pc:grpChg chg="add">
          <ac:chgData name="Cristian Chilipirea" userId="34ab170da5908fc4" providerId="LiveId" clId="{657DC964-B470-42A9-AA52-9F1F849BFB76}" dt="2019-10-13T10:19:03.879" v="393"/>
          <ac:grpSpMkLst>
            <pc:docMk/>
            <pc:sldMk cId="724292230" sldId="528"/>
            <ac:grpSpMk id="70" creationId="{56FADEAE-2093-4E8D-BF45-D3F251274F88}"/>
          </ac:grpSpMkLst>
        </pc:grpChg>
        <pc:grpChg chg="add">
          <ac:chgData name="Cristian Chilipirea" userId="34ab170da5908fc4" providerId="LiveId" clId="{657DC964-B470-42A9-AA52-9F1F849BFB76}" dt="2019-10-13T10:19:03.879" v="393"/>
          <ac:grpSpMkLst>
            <pc:docMk/>
            <pc:sldMk cId="724292230" sldId="528"/>
            <ac:grpSpMk id="74" creationId="{3FB5BB27-D1EF-40DD-9FF6-AB6A6C636BCB}"/>
          </ac:grpSpMkLst>
        </pc:grpChg>
        <pc:grpChg chg="add">
          <ac:chgData name="Cristian Chilipirea" userId="34ab170da5908fc4" providerId="LiveId" clId="{657DC964-B470-42A9-AA52-9F1F849BFB76}" dt="2019-10-13T10:19:03.879" v="393"/>
          <ac:grpSpMkLst>
            <pc:docMk/>
            <pc:sldMk cId="724292230" sldId="528"/>
            <ac:grpSpMk id="79" creationId="{460DE859-4C8C-4258-9C34-781A5CD2DAFA}"/>
          </ac:grpSpMkLst>
        </pc:grpChg>
        <pc:grpChg chg="add">
          <ac:chgData name="Cristian Chilipirea" userId="34ab170da5908fc4" providerId="LiveId" clId="{657DC964-B470-42A9-AA52-9F1F849BFB76}" dt="2019-10-13T10:19:03.879" v="393"/>
          <ac:grpSpMkLst>
            <pc:docMk/>
            <pc:sldMk cId="724292230" sldId="528"/>
            <ac:grpSpMk id="86" creationId="{B84A0EAC-7B1E-4892-ABF0-5676BC5813BA}"/>
          </ac:grpSpMkLst>
        </pc:grpChg>
        <pc:grpChg chg="add">
          <ac:chgData name="Cristian Chilipirea" userId="34ab170da5908fc4" providerId="LiveId" clId="{657DC964-B470-42A9-AA52-9F1F849BFB76}" dt="2019-10-13T10:19:03.879" v="393"/>
          <ac:grpSpMkLst>
            <pc:docMk/>
            <pc:sldMk cId="724292230" sldId="528"/>
            <ac:grpSpMk id="90" creationId="{E439FA5D-4041-477B-AAA8-B59CC3B50AE7}"/>
          </ac:grpSpMkLst>
        </pc:grpChg>
        <pc:graphicFrameChg chg="add del">
          <ac:chgData name="Cristian Chilipirea" userId="34ab170da5908fc4" providerId="LiveId" clId="{657DC964-B470-42A9-AA52-9F1F849BFB76}" dt="2019-10-13T10:19:03.855" v="392"/>
          <ac:graphicFrameMkLst>
            <pc:docMk/>
            <pc:sldMk cId="724292230" sldId="528"/>
            <ac:graphicFrameMk id="4" creationId="{E71491FA-0D61-453E-9181-E46338C577FB}"/>
          </ac:graphicFrameMkLst>
        </pc:graphicFrameChg>
        <pc:graphicFrameChg chg="add del">
          <ac:chgData name="Cristian Chilipirea" userId="34ab170da5908fc4" providerId="LiveId" clId="{657DC964-B470-42A9-AA52-9F1F849BFB76}" dt="2019-10-13T10:19:03.855" v="392"/>
          <ac:graphicFrameMkLst>
            <pc:docMk/>
            <pc:sldMk cId="724292230" sldId="528"/>
            <ac:graphicFrameMk id="17" creationId="{82AB75A1-F044-47EC-B225-A47ABF1CE7A4}"/>
          </ac:graphicFrameMkLst>
        </pc:graphicFrameChg>
        <pc:graphicFrameChg chg="add del">
          <ac:chgData name="Cristian Chilipirea" userId="34ab170da5908fc4" providerId="LiveId" clId="{657DC964-B470-42A9-AA52-9F1F849BFB76}" dt="2019-10-13T10:19:03.855" v="392"/>
          <ac:graphicFrameMkLst>
            <pc:docMk/>
            <pc:sldMk cId="724292230" sldId="528"/>
            <ac:graphicFrameMk id="33" creationId="{11DE89A4-DB86-4AC7-968E-F11C22854489}"/>
          </ac:graphicFrameMkLst>
        </pc:graphicFrameChg>
        <pc:graphicFrameChg chg="add">
          <ac:chgData name="Cristian Chilipirea" userId="34ab170da5908fc4" providerId="LiveId" clId="{657DC964-B470-42A9-AA52-9F1F849BFB76}" dt="2019-10-13T10:19:03.879" v="393"/>
          <ac:graphicFrameMkLst>
            <pc:docMk/>
            <pc:sldMk cId="724292230" sldId="528"/>
            <ac:graphicFrameMk id="49" creationId="{382B69C0-26F1-482F-B49C-415C1FFB6523}"/>
          </ac:graphicFrameMkLst>
        </pc:graphicFrameChg>
        <pc:graphicFrameChg chg="add">
          <ac:chgData name="Cristian Chilipirea" userId="34ab170da5908fc4" providerId="LiveId" clId="{657DC964-B470-42A9-AA52-9F1F849BFB76}" dt="2019-10-13T10:19:03.879" v="393"/>
          <ac:graphicFrameMkLst>
            <pc:docMk/>
            <pc:sldMk cId="724292230" sldId="528"/>
            <ac:graphicFrameMk id="62" creationId="{2BF052B6-7B57-412D-950E-6D39F1814568}"/>
          </ac:graphicFrameMkLst>
        </pc:graphicFrameChg>
        <pc:graphicFrameChg chg="add">
          <ac:chgData name="Cristian Chilipirea" userId="34ab170da5908fc4" providerId="LiveId" clId="{657DC964-B470-42A9-AA52-9F1F849BFB76}" dt="2019-10-13T10:19:03.879" v="393"/>
          <ac:graphicFrameMkLst>
            <pc:docMk/>
            <pc:sldMk cId="724292230" sldId="528"/>
            <ac:graphicFrameMk id="78" creationId="{D73D79F0-EF56-4066-9178-C2505821ECFF}"/>
          </ac:graphicFrameMkLst>
        </pc:graphicFrameChg>
      </pc:sldChg>
      <pc:sldChg chg="addSp delSp modSp add modAnim">
        <pc:chgData name="Cristian Chilipirea" userId="34ab170da5908fc4" providerId="LiveId" clId="{657DC964-B470-42A9-AA52-9F1F849BFB76}" dt="2019-10-13T10:19:21.801" v="399"/>
        <pc:sldMkLst>
          <pc:docMk/>
          <pc:sldMk cId="443805341" sldId="529"/>
        </pc:sldMkLst>
        <pc:spChg chg="mod">
          <ac:chgData name="Cristian Chilipirea" userId="34ab170da5908fc4" providerId="LiveId" clId="{657DC964-B470-42A9-AA52-9F1F849BFB76}" dt="2019-10-13T10:19:14.058" v="395"/>
          <ac:spMkLst>
            <pc:docMk/>
            <pc:sldMk cId="443805341" sldId="529"/>
            <ac:spMk id="2" creationId="{458A1A50-7D7B-420F-A923-6DE1320A3ACD}"/>
          </ac:spMkLst>
        </pc:spChg>
        <pc:spChg chg="del">
          <ac:chgData name="Cristian Chilipirea" userId="34ab170da5908fc4" providerId="LiveId" clId="{657DC964-B470-42A9-AA52-9F1F849BFB76}" dt="2019-10-13T10:19:16.023" v="396" actId="478"/>
          <ac:spMkLst>
            <pc:docMk/>
            <pc:sldMk cId="443805341" sldId="529"/>
            <ac:spMk id="3" creationId="{7DADC66A-8EC1-4621-9BB6-015AC6B731E2}"/>
          </ac:spMkLst>
        </pc:spChg>
        <pc:spChg chg="add del">
          <ac:chgData name="Cristian Chilipirea" userId="34ab170da5908fc4" providerId="LiveId" clId="{657DC964-B470-42A9-AA52-9F1F849BFB76}" dt="2019-10-13T10:19:21.771" v="398"/>
          <ac:spMkLst>
            <pc:docMk/>
            <pc:sldMk cId="443805341" sldId="529"/>
            <ac:spMk id="10" creationId="{F30515B6-D31D-4D44-95EC-2458E06CE344}"/>
          </ac:spMkLst>
        </pc:spChg>
        <pc:spChg chg="add del">
          <ac:chgData name="Cristian Chilipirea" userId="34ab170da5908fc4" providerId="LiveId" clId="{657DC964-B470-42A9-AA52-9F1F849BFB76}" dt="2019-10-13T10:19:21.771" v="398"/>
          <ac:spMkLst>
            <pc:docMk/>
            <pc:sldMk cId="443805341" sldId="529"/>
            <ac:spMk id="17" creationId="{39677283-6FBF-48DD-A7B8-A88BDFF5E87B}"/>
          </ac:spMkLst>
        </pc:spChg>
        <pc:spChg chg="add">
          <ac:chgData name="Cristian Chilipirea" userId="34ab170da5908fc4" providerId="LiveId" clId="{657DC964-B470-42A9-AA52-9F1F849BFB76}" dt="2019-10-13T10:19:21.801" v="399"/>
          <ac:spMkLst>
            <pc:docMk/>
            <pc:sldMk cId="443805341" sldId="529"/>
            <ac:spMk id="84" creationId="{8E3B24E2-E028-4C3C-9ACA-264C8CF23A9C}"/>
          </ac:spMkLst>
        </pc:spChg>
        <pc:spChg chg="add">
          <ac:chgData name="Cristian Chilipirea" userId="34ab170da5908fc4" providerId="LiveId" clId="{657DC964-B470-42A9-AA52-9F1F849BFB76}" dt="2019-10-13T10:19:21.801" v="399"/>
          <ac:spMkLst>
            <pc:docMk/>
            <pc:sldMk cId="443805341" sldId="529"/>
            <ac:spMk id="91" creationId="{B09D0879-A413-4DC7-A5C8-E3D9C1485C26}"/>
          </ac:spMkLst>
        </pc:spChg>
        <pc:grpChg chg="add del">
          <ac:chgData name="Cristian Chilipirea" userId="34ab170da5908fc4" providerId="LiveId" clId="{657DC964-B470-42A9-AA52-9F1F849BFB76}" dt="2019-10-13T10:19:21.771" v="398"/>
          <ac:grpSpMkLst>
            <pc:docMk/>
            <pc:sldMk cId="443805341" sldId="529"/>
            <ac:grpSpMk id="5" creationId="{2E756902-564B-4724-BAF7-C64DDFC2F5B6}"/>
          </ac:grpSpMkLst>
        </pc:grpChg>
        <pc:grpChg chg="add del">
          <ac:chgData name="Cristian Chilipirea" userId="34ab170da5908fc4" providerId="LiveId" clId="{657DC964-B470-42A9-AA52-9F1F849BFB76}" dt="2019-10-13T10:19:21.771" v="398"/>
          <ac:grpSpMkLst>
            <pc:docMk/>
            <pc:sldMk cId="443805341" sldId="529"/>
            <ac:grpSpMk id="12" creationId="{AACDB00B-4500-40F7-A9AD-042DA6C04B03}"/>
          </ac:grpSpMkLst>
        </pc:grpChg>
        <pc:grpChg chg="add del">
          <ac:chgData name="Cristian Chilipirea" userId="34ab170da5908fc4" providerId="LiveId" clId="{657DC964-B470-42A9-AA52-9F1F849BFB76}" dt="2019-10-13T10:19:21.771" v="398"/>
          <ac:grpSpMkLst>
            <pc:docMk/>
            <pc:sldMk cId="443805341" sldId="529"/>
            <ac:grpSpMk id="18" creationId="{CB0AB139-8B61-4E22-9161-1703A907098C}"/>
          </ac:grpSpMkLst>
        </pc:grpChg>
        <pc:grpChg chg="add del">
          <ac:chgData name="Cristian Chilipirea" userId="34ab170da5908fc4" providerId="LiveId" clId="{657DC964-B470-42A9-AA52-9F1F849BFB76}" dt="2019-10-13T10:19:21.771" v="398"/>
          <ac:grpSpMkLst>
            <pc:docMk/>
            <pc:sldMk cId="443805341" sldId="529"/>
            <ac:grpSpMk id="24" creationId="{E22D1BB0-A633-41A0-BCA6-2492617BBEA1}"/>
          </ac:grpSpMkLst>
        </pc:grpChg>
        <pc:grpChg chg="add del">
          <ac:chgData name="Cristian Chilipirea" userId="34ab170da5908fc4" providerId="LiveId" clId="{657DC964-B470-42A9-AA52-9F1F849BFB76}" dt="2019-10-13T10:19:21.771" v="398"/>
          <ac:grpSpMkLst>
            <pc:docMk/>
            <pc:sldMk cId="443805341" sldId="529"/>
            <ac:grpSpMk id="28" creationId="{3AC42E5D-0FEE-4986-8D8C-9BD5A699E92E}"/>
          </ac:grpSpMkLst>
        </pc:grpChg>
        <pc:grpChg chg="add del">
          <ac:chgData name="Cristian Chilipirea" userId="34ab170da5908fc4" providerId="LiveId" clId="{657DC964-B470-42A9-AA52-9F1F849BFB76}" dt="2019-10-13T10:19:21.771" v="398"/>
          <ac:grpSpMkLst>
            <pc:docMk/>
            <pc:sldMk cId="443805341" sldId="529"/>
            <ac:grpSpMk id="32" creationId="{10FB93E1-2409-482E-B7EF-32F360113C4F}"/>
          </ac:grpSpMkLst>
        </pc:grpChg>
        <pc:grpChg chg="add del">
          <ac:chgData name="Cristian Chilipirea" userId="34ab170da5908fc4" providerId="LiveId" clId="{657DC964-B470-42A9-AA52-9F1F849BFB76}" dt="2019-10-13T10:19:21.771" v="398"/>
          <ac:grpSpMkLst>
            <pc:docMk/>
            <pc:sldMk cId="443805341" sldId="529"/>
            <ac:grpSpMk id="36" creationId="{96CF18EC-15D2-4000-9FFC-68A5D4B54C58}"/>
          </ac:grpSpMkLst>
        </pc:grpChg>
        <pc:grpChg chg="add del">
          <ac:chgData name="Cristian Chilipirea" userId="34ab170da5908fc4" providerId="LiveId" clId="{657DC964-B470-42A9-AA52-9F1F849BFB76}" dt="2019-10-13T10:19:21.771" v="398"/>
          <ac:grpSpMkLst>
            <pc:docMk/>
            <pc:sldMk cId="443805341" sldId="529"/>
            <ac:grpSpMk id="40" creationId="{784182EE-ECFE-429D-9985-1EB2434BF65E}"/>
          </ac:grpSpMkLst>
        </pc:grpChg>
        <pc:grpChg chg="add del">
          <ac:chgData name="Cristian Chilipirea" userId="34ab170da5908fc4" providerId="LiveId" clId="{657DC964-B470-42A9-AA52-9F1F849BFB76}" dt="2019-10-13T10:19:21.771" v="398"/>
          <ac:grpSpMkLst>
            <pc:docMk/>
            <pc:sldMk cId="443805341" sldId="529"/>
            <ac:grpSpMk id="61" creationId="{76E020D7-3AF4-48C7-A9F8-1EB2B2F2025B}"/>
          </ac:grpSpMkLst>
        </pc:grpChg>
        <pc:grpChg chg="add">
          <ac:chgData name="Cristian Chilipirea" userId="34ab170da5908fc4" providerId="LiveId" clId="{657DC964-B470-42A9-AA52-9F1F849BFB76}" dt="2019-10-13T10:19:21.801" v="399"/>
          <ac:grpSpMkLst>
            <pc:docMk/>
            <pc:sldMk cId="443805341" sldId="529"/>
            <ac:grpSpMk id="79" creationId="{D68286FA-65F0-4C21-BB23-A9277E9D8777}"/>
          </ac:grpSpMkLst>
        </pc:grpChg>
        <pc:grpChg chg="add">
          <ac:chgData name="Cristian Chilipirea" userId="34ab170da5908fc4" providerId="LiveId" clId="{657DC964-B470-42A9-AA52-9F1F849BFB76}" dt="2019-10-13T10:19:21.801" v="399"/>
          <ac:grpSpMkLst>
            <pc:docMk/>
            <pc:sldMk cId="443805341" sldId="529"/>
            <ac:grpSpMk id="86" creationId="{64206850-01D7-4096-B3B8-85819A67D852}"/>
          </ac:grpSpMkLst>
        </pc:grpChg>
        <pc:grpChg chg="add">
          <ac:chgData name="Cristian Chilipirea" userId="34ab170da5908fc4" providerId="LiveId" clId="{657DC964-B470-42A9-AA52-9F1F849BFB76}" dt="2019-10-13T10:19:21.801" v="399"/>
          <ac:grpSpMkLst>
            <pc:docMk/>
            <pc:sldMk cId="443805341" sldId="529"/>
            <ac:grpSpMk id="92" creationId="{22BC6928-6C73-4889-91C8-A56721016CDD}"/>
          </ac:grpSpMkLst>
        </pc:grpChg>
        <pc:grpChg chg="add">
          <ac:chgData name="Cristian Chilipirea" userId="34ab170da5908fc4" providerId="LiveId" clId="{657DC964-B470-42A9-AA52-9F1F849BFB76}" dt="2019-10-13T10:19:21.801" v="399"/>
          <ac:grpSpMkLst>
            <pc:docMk/>
            <pc:sldMk cId="443805341" sldId="529"/>
            <ac:grpSpMk id="98" creationId="{C512B6D4-01BE-4EAE-A26E-ADD7F4BC0D9A}"/>
          </ac:grpSpMkLst>
        </pc:grpChg>
        <pc:grpChg chg="add">
          <ac:chgData name="Cristian Chilipirea" userId="34ab170da5908fc4" providerId="LiveId" clId="{657DC964-B470-42A9-AA52-9F1F849BFB76}" dt="2019-10-13T10:19:21.801" v="399"/>
          <ac:grpSpMkLst>
            <pc:docMk/>
            <pc:sldMk cId="443805341" sldId="529"/>
            <ac:grpSpMk id="102" creationId="{7C0BBA36-5DC8-43E2-8389-8DA38733B1DC}"/>
          </ac:grpSpMkLst>
        </pc:grpChg>
        <pc:grpChg chg="add">
          <ac:chgData name="Cristian Chilipirea" userId="34ab170da5908fc4" providerId="LiveId" clId="{657DC964-B470-42A9-AA52-9F1F849BFB76}" dt="2019-10-13T10:19:21.801" v="399"/>
          <ac:grpSpMkLst>
            <pc:docMk/>
            <pc:sldMk cId="443805341" sldId="529"/>
            <ac:grpSpMk id="106" creationId="{522B99B3-9310-41DA-9C1A-1F390E32E803}"/>
          </ac:grpSpMkLst>
        </pc:grpChg>
        <pc:grpChg chg="add">
          <ac:chgData name="Cristian Chilipirea" userId="34ab170da5908fc4" providerId="LiveId" clId="{657DC964-B470-42A9-AA52-9F1F849BFB76}" dt="2019-10-13T10:19:21.801" v="399"/>
          <ac:grpSpMkLst>
            <pc:docMk/>
            <pc:sldMk cId="443805341" sldId="529"/>
            <ac:grpSpMk id="110" creationId="{78E82CCD-4B2A-41BD-8FFE-1A3D4A45E336}"/>
          </ac:grpSpMkLst>
        </pc:grpChg>
        <pc:grpChg chg="add">
          <ac:chgData name="Cristian Chilipirea" userId="34ab170da5908fc4" providerId="LiveId" clId="{657DC964-B470-42A9-AA52-9F1F849BFB76}" dt="2019-10-13T10:19:21.801" v="399"/>
          <ac:grpSpMkLst>
            <pc:docMk/>
            <pc:sldMk cId="443805341" sldId="529"/>
            <ac:grpSpMk id="114" creationId="{E880D71A-D608-467A-A197-FB880B0FE80E}"/>
          </ac:grpSpMkLst>
        </pc:grpChg>
        <pc:grpChg chg="add">
          <ac:chgData name="Cristian Chilipirea" userId="34ab170da5908fc4" providerId="LiveId" clId="{657DC964-B470-42A9-AA52-9F1F849BFB76}" dt="2019-10-13T10:19:21.801" v="399"/>
          <ac:grpSpMkLst>
            <pc:docMk/>
            <pc:sldMk cId="443805341" sldId="529"/>
            <ac:grpSpMk id="135" creationId="{D0D5F34B-BE44-4B0A-A151-16096B34D681}"/>
          </ac:grpSpMkLst>
        </pc:grpChg>
        <pc:graphicFrameChg chg="add del">
          <ac:chgData name="Cristian Chilipirea" userId="34ab170da5908fc4" providerId="LiveId" clId="{657DC964-B470-42A9-AA52-9F1F849BFB76}" dt="2019-10-13T10:19:21.771" v="398"/>
          <ac:graphicFrameMkLst>
            <pc:docMk/>
            <pc:sldMk cId="443805341" sldId="529"/>
            <ac:graphicFrameMk id="4" creationId="{5D29F2DA-74D3-45C3-A6EC-9203413F6B4B}"/>
          </ac:graphicFrameMkLst>
        </pc:graphicFrameChg>
        <pc:graphicFrameChg chg="add del">
          <ac:chgData name="Cristian Chilipirea" userId="34ab170da5908fc4" providerId="LiveId" clId="{657DC964-B470-42A9-AA52-9F1F849BFB76}" dt="2019-10-13T10:19:21.771" v="398"/>
          <ac:graphicFrameMkLst>
            <pc:docMk/>
            <pc:sldMk cId="443805341" sldId="529"/>
            <ac:graphicFrameMk id="11" creationId="{8A9E3353-6198-4E74-A3CC-FA74E2CB1D87}"/>
          </ac:graphicFrameMkLst>
        </pc:graphicFrameChg>
        <pc:graphicFrameChg chg="add">
          <ac:chgData name="Cristian Chilipirea" userId="34ab170da5908fc4" providerId="LiveId" clId="{657DC964-B470-42A9-AA52-9F1F849BFB76}" dt="2019-10-13T10:19:21.801" v="399"/>
          <ac:graphicFrameMkLst>
            <pc:docMk/>
            <pc:sldMk cId="443805341" sldId="529"/>
            <ac:graphicFrameMk id="78" creationId="{244C6B89-79F6-4AF6-A20B-C0DE5D4D93AD}"/>
          </ac:graphicFrameMkLst>
        </pc:graphicFrameChg>
        <pc:graphicFrameChg chg="add">
          <ac:chgData name="Cristian Chilipirea" userId="34ab170da5908fc4" providerId="LiveId" clId="{657DC964-B470-42A9-AA52-9F1F849BFB76}" dt="2019-10-13T10:19:21.801" v="399"/>
          <ac:graphicFrameMkLst>
            <pc:docMk/>
            <pc:sldMk cId="443805341" sldId="529"/>
            <ac:graphicFrameMk id="85" creationId="{CFF96F15-6030-4CAD-8F0F-2410F9614F24}"/>
          </ac:graphicFrameMkLst>
        </pc:graphicFrameChg>
      </pc:sldChg>
      <pc:sldChg chg="addSp delSp modSp add modAnim">
        <pc:chgData name="Cristian Chilipirea" userId="34ab170da5908fc4" providerId="LiveId" clId="{657DC964-B470-42A9-AA52-9F1F849BFB76}" dt="2019-10-13T10:19:44.900" v="406" actId="1076"/>
        <pc:sldMkLst>
          <pc:docMk/>
          <pc:sldMk cId="1533201253" sldId="530"/>
        </pc:sldMkLst>
        <pc:spChg chg="mod">
          <ac:chgData name="Cristian Chilipirea" userId="34ab170da5908fc4" providerId="LiveId" clId="{657DC964-B470-42A9-AA52-9F1F849BFB76}" dt="2019-10-13T10:19:29.336" v="401"/>
          <ac:spMkLst>
            <pc:docMk/>
            <pc:sldMk cId="1533201253" sldId="530"/>
            <ac:spMk id="2" creationId="{5A2F8766-B310-44D5-9CC0-E65643C0E083}"/>
          </ac:spMkLst>
        </pc:spChg>
        <pc:spChg chg="del">
          <ac:chgData name="Cristian Chilipirea" userId="34ab170da5908fc4" providerId="LiveId" clId="{657DC964-B470-42A9-AA52-9F1F849BFB76}" dt="2019-10-13T10:19:31.591" v="402" actId="478"/>
          <ac:spMkLst>
            <pc:docMk/>
            <pc:sldMk cId="1533201253" sldId="530"/>
            <ac:spMk id="3" creationId="{41B57168-2599-4417-A459-17F68F0FAC59}"/>
          </ac:spMkLst>
        </pc:spChg>
        <pc:spChg chg="add del">
          <ac:chgData name="Cristian Chilipirea" userId="34ab170da5908fc4" providerId="LiveId" clId="{657DC964-B470-42A9-AA52-9F1F849BFB76}" dt="2019-10-13T10:19:42.570" v="404"/>
          <ac:spMkLst>
            <pc:docMk/>
            <pc:sldMk cId="1533201253" sldId="530"/>
            <ac:spMk id="5" creationId="{F58A16CB-EC3C-4726-8451-35388FA09168}"/>
          </ac:spMkLst>
        </pc:spChg>
        <pc:spChg chg="add del">
          <ac:chgData name="Cristian Chilipirea" userId="34ab170da5908fc4" providerId="LiveId" clId="{657DC964-B470-42A9-AA52-9F1F849BFB76}" dt="2019-10-13T10:19:42.570" v="404"/>
          <ac:spMkLst>
            <pc:docMk/>
            <pc:sldMk cId="1533201253" sldId="530"/>
            <ac:spMk id="23" creationId="{8FEFA6B2-9F55-4959-821A-74FB036A33A1}"/>
          </ac:spMkLst>
        </pc:spChg>
        <pc:spChg chg="add del">
          <ac:chgData name="Cristian Chilipirea" userId="34ab170da5908fc4" providerId="LiveId" clId="{657DC964-B470-42A9-AA52-9F1F849BFB76}" dt="2019-10-13T10:19:42.570" v="404"/>
          <ac:spMkLst>
            <pc:docMk/>
            <pc:sldMk cId="1533201253" sldId="530"/>
            <ac:spMk id="25" creationId="{BF16B15A-A656-415E-AC6D-9FD34FF03FDE}"/>
          </ac:spMkLst>
        </pc:spChg>
        <pc:spChg chg="add del">
          <ac:chgData name="Cristian Chilipirea" userId="34ab170da5908fc4" providerId="LiveId" clId="{657DC964-B470-42A9-AA52-9F1F849BFB76}" dt="2019-10-13T10:19:42.570" v="404"/>
          <ac:spMkLst>
            <pc:docMk/>
            <pc:sldMk cId="1533201253" sldId="530"/>
            <ac:spMk id="26" creationId="{0475F1C5-F0A3-4F56-B268-DF4748804CD1}"/>
          </ac:spMkLst>
        </pc:spChg>
        <pc:spChg chg="add del">
          <ac:chgData name="Cristian Chilipirea" userId="34ab170da5908fc4" providerId="LiveId" clId="{657DC964-B470-42A9-AA52-9F1F849BFB76}" dt="2019-10-13T10:19:42.570" v="404"/>
          <ac:spMkLst>
            <pc:docMk/>
            <pc:sldMk cId="1533201253" sldId="530"/>
            <ac:spMk id="27" creationId="{CEFBBB29-DFB6-4CB5-979E-E42BE7CBA544}"/>
          </ac:spMkLst>
        </pc:spChg>
        <pc:spChg chg="add del">
          <ac:chgData name="Cristian Chilipirea" userId="34ab170da5908fc4" providerId="LiveId" clId="{657DC964-B470-42A9-AA52-9F1F849BFB76}" dt="2019-10-13T10:19:42.570" v="404"/>
          <ac:spMkLst>
            <pc:docMk/>
            <pc:sldMk cId="1533201253" sldId="530"/>
            <ac:spMk id="33" creationId="{FA615566-FAB5-43C0-B4C6-277AE70A6CBA}"/>
          </ac:spMkLst>
        </pc:spChg>
        <pc:spChg chg="add del">
          <ac:chgData name="Cristian Chilipirea" userId="34ab170da5908fc4" providerId="LiveId" clId="{657DC964-B470-42A9-AA52-9F1F849BFB76}" dt="2019-10-13T10:19:42.570" v="404"/>
          <ac:spMkLst>
            <pc:docMk/>
            <pc:sldMk cId="1533201253" sldId="530"/>
            <ac:spMk id="34" creationId="{B017E82A-D0E7-4861-86E4-539F9207DAA5}"/>
          </ac:spMkLst>
        </pc:spChg>
        <pc:spChg chg="add del">
          <ac:chgData name="Cristian Chilipirea" userId="34ab170da5908fc4" providerId="LiveId" clId="{657DC964-B470-42A9-AA52-9F1F849BFB76}" dt="2019-10-13T10:19:42.570" v="404"/>
          <ac:spMkLst>
            <pc:docMk/>
            <pc:sldMk cId="1533201253" sldId="530"/>
            <ac:spMk id="35" creationId="{64476AC9-6F28-44B2-B814-831F2506DF64}"/>
          </ac:spMkLst>
        </pc:spChg>
        <pc:spChg chg="add del">
          <ac:chgData name="Cristian Chilipirea" userId="34ab170da5908fc4" providerId="LiveId" clId="{657DC964-B470-42A9-AA52-9F1F849BFB76}" dt="2019-10-13T10:19:42.570" v="404"/>
          <ac:spMkLst>
            <pc:docMk/>
            <pc:sldMk cId="1533201253" sldId="530"/>
            <ac:spMk id="36" creationId="{1E597B58-7E99-4191-BABA-51F7102933C1}"/>
          </ac:spMkLst>
        </pc:spChg>
        <pc:spChg chg="add del">
          <ac:chgData name="Cristian Chilipirea" userId="34ab170da5908fc4" providerId="LiveId" clId="{657DC964-B470-42A9-AA52-9F1F849BFB76}" dt="2019-10-13T10:19:42.570" v="404"/>
          <ac:spMkLst>
            <pc:docMk/>
            <pc:sldMk cId="1533201253" sldId="530"/>
            <ac:spMk id="37" creationId="{9BFA451C-687A-4FD5-9AAD-2604158F0257}"/>
          </ac:spMkLst>
        </pc:spChg>
        <pc:spChg chg="add del">
          <ac:chgData name="Cristian Chilipirea" userId="34ab170da5908fc4" providerId="LiveId" clId="{657DC964-B470-42A9-AA52-9F1F849BFB76}" dt="2019-10-13T10:19:42.570" v="404"/>
          <ac:spMkLst>
            <pc:docMk/>
            <pc:sldMk cId="1533201253" sldId="530"/>
            <ac:spMk id="38" creationId="{4E94AFD1-3525-47BA-AD9F-8C87B8DCCCC2}"/>
          </ac:spMkLst>
        </pc:spChg>
        <pc:spChg chg="add mod">
          <ac:chgData name="Cristian Chilipirea" userId="34ab170da5908fc4" providerId="LiveId" clId="{657DC964-B470-42A9-AA52-9F1F849BFB76}" dt="2019-10-13T10:19:44.900" v="406" actId="1076"/>
          <ac:spMkLst>
            <pc:docMk/>
            <pc:sldMk cId="1533201253" sldId="530"/>
            <ac:spMk id="40" creationId="{5BD80494-81CB-4324-A1CF-55CE792D6094}"/>
          </ac:spMkLst>
        </pc:spChg>
        <pc:spChg chg="add mod">
          <ac:chgData name="Cristian Chilipirea" userId="34ab170da5908fc4" providerId="LiveId" clId="{657DC964-B470-42A9-AA52-9F1F849BFB76}" dt="2019-10-13T10:19:44.900" v="406" actId="1076"/>
          <ac:spMkLst>
            <pc:docMk/>
            <pc:sldMk cId="1533201253" sldId="530"/>
            <ac:spMk id="58" creationId="{71CCA1BD-0BB1-4264-9774-8ECC6B91AB03}"/>
          </ac:spMkLst>
        </pc:spChg>
        <pc:spChg chg="add mod">
          <ac:chgData name="Cristian Chilipirea" userId="34ab170da5908fc4" providerId="LiveId" clId="{657DC964-B470-42A9-AA52-9F1F849BFB76}" dt="2019-10-13T10:19:44.900" v="406" actId="1076"/>
          <ac:spMkLst>
            <pc:docMk/>
            <pc:sldMk cId="1533201253" sldId="530"/>
            <ac:spMk id="60" creationId="{BE8F49CA-A0B6-4C73-B54B-48E9181316DA}"/>
          </ac:spMkLst>
        </pc:spChg>
        <pc:spChg chg="add mod">
          <ac:chgData name="Cristian Chilipirea" userId="34ab170da5908fc4" providerId="LiveId" clId="{657DC964-B470-42A9-AA52-9F1F849BFB76}" dt="2019-10-13T10:19:44.900" v="406" actId="1076"/>
          <ac:spMkLst>
            <pc:docMk/>
            <pc:sldMk cId="1533201253" sldId="530"/>
            <ac:spMk id="61" creationId="{461F2A57-92FE-405B-ABEC-08C3F260844A}"/>
          </ac:spMkLst>
        </pc:spChg>
        <pc:spChg chg="add mod">
          <ac:chgData name="Cristian Chilipirea" userId="34ab170da5908fc4" providerId="LiveId" clId="{657DC964-B470-42A9-AA52-9F1F849BFB76}" dt="2019-10-13T10:19:44.900" v="406" actId="1076"/>
          <ac:spMkLst>
            <pc:docMk/>
            <pc:sldMk cId="1533201253" sldId="530"/>
            <ac:spMk id="62" creationId="{143E36BA-3876-4AE6-8C1E-B07C357DE96F}"/>
          </ac:spMkLst>
        </pc:spChg>
        <pc:spChg chg="add mod">
          <ac:chgData name="Cristian Chilipirea" userId="34ab170da5908fc4" providerId="LiveId" clId="{657DC964-B470-42A9-AA52-9F1F849BFB76}" dt="2019-10-13T10:19:44.900" v="406" actId="1076"/>
          <ac:spMkLst>
            <pc:docMk/>
            <pc:sldMk cId="1533201253" sldId="530"/>
            <ac:spMk id="68" creationId="{966BB3E2-8F1E-438D-8566-259DF2593279}"/>
          </ac:spMkLst>
        </pc:spChg>
        <pc:spChg chg="add mod">
          <ac:chgData name="Cristian Chilipirea" userId="34ab170da5908fc4" providerId="LiveId" clId="{657DC964-B470-42A9-AA52-9F1F849BFB76}" dt="2019-10-13T10:19:44.900" v="406" actId="1076"/>
          <ac:spMkLst>
            <pc:docMk/>
            <pc:sldMk cId="1533201253" sldId="530"/>
            <ac:spMk id="69" creationId="{D9CECC35-69C2-41A5-B2BB-28D9B3E8A0EC}"/>
          </ac:spMkLst>
        </pc:spChg>
        <pc:spChg chg="add mod">
          <ac:chgData name="Cristian Chilipirea" userId="34ab170da5908fc4" providerId="LiveId" clId="{657DC964-B470-42A9-AA52-9F1F849BFB76}" dt="2019-10-13T10:19:44.900" v="406" actId="1076"/>
          <ac:spMkLst>
            <pc:docMk/>
            <pc:sldMk cId="1533201253" sldId="530"/>
            <ac:spMk id="70" creationId="{D93EA19E-7A3C-426B-B8EF-AB275C4BBF0C}"/>
          </ac:spMkLst>
        </pc:spChg>
        <pc:spChg chg="add mod">
          <ac:chgData name="Cristian Chilipirea" userId="34ab170da5908fc4" providerId="LiveId" clId="{657DC964-B470-42A9-AA52-9F1F849BFB76}" dt="2019-10-13T10:19:44.900" v="406" actId="1076"/>
          <ac:spMkLst>
            <pc:docMk/>
            <pc:sldMk cId="1533201253" sldId="530"/>
            <ac:spMk id="71" creationId="{8D40D94B-CC68-4D1C-875F-31B419BFAB72}"/>
          </ac:spMkLst>
        </pc:spChg>
        <pc:spChg chg="add mod">
          <ac:chgData name="Cristian Chilipirea" userId="34ab170da5908fc4" providerId="LiveId" clId="{657DC964-B470-42A9-AA52-9F1F849BFB76}" dt="2019-10-13T10:19:44.900" v="406" actId="1076"/>
          <ac:spMkLst>
            <pc:docMk/>
            <pc:sldMk cId="1533201253" sldId="530"/>
            <ac:spMk id="72" creationId="{5B4B1C86-7BEC-4CB8-A66A-C6AAEE11A4E9}"/>
          </ac:spMkLst>
        </pc:spChg>
        <pc:spChg chg="add mod">
          <ac:chgData name="Cristian Chilipirea" userId="34ab170da5908fc4" providerId="LiveId" clId="{657DC964-B470-42A9-AA52-9F1F849BFB76}" dt="2019-10-13T10:19:44.900" v="406" actId="1076"/>
          <ac:spMkLst>
            <pc:docMk/>
            <pc:sldMk cId="1533201253" sldId="530"/>
            <ac:spMk id="73" creationId="{4ABEE27C-A375-46FF-B4C7-1142DA0D0DD4}"/>
          </ac:spMkLst>
        </pc:spChg>
        <pc:grpChg chg="add del">
          <ac:chgData name="Cristian Chilipirea" userId="34ab170da5908fc4" providerId="LiveId" clId="{657DC964-B470-42A9-AA52-9F1F849BFB76}" dt="2019-10-13T10:19:42.570" v="404"/>
          <ac:grpSpMkLst>
            <pc:docMk/>
            <pc:sldMk cId="1533201253" sldId="530"/>
            <ac:grpSpMk id="6" creationId="{D91FCF70-F535-40AC-9D31-0BF07F52E514}"/>
          </ac:grpSpMkLst>
        </pc:grpChg>
        <pc:grpChg chg="add del">
          <ac:chgData name="Cristian Chilipirea" userId="34ab170da5908fc4" providerId="LiveId" clId="{657DC964-B470-42A9-AA52-9F1F849BFB76}" dt="2019-10-13T10:19:42.570" v="404"/>
          <ac:grpSpMkLst>
            <pc:docMk/>
            <pc:sldMk cId="1533201253" sldId="530"/>
            <ac:grpSpMk id="28" creationId="{37F15261-5607-496E-A64E-7BA7FEEAA896}"/>
          </ac:grpSpMkLst>
        </pc:grpChg>
        <pc:grpChg chg="add mod">
          <ac:chgData name="Cristian Chilipirea" userId="34ab170da5908fc4" providerId="LiveId" clId="{657DC964-B470-42A9-AA52-9F1F849BFB76}" dt="2019-10-13T10:19:44.900" v="406" actId="1076"/>
          <ac:grpSpMkLst>
            <pc:docMk/>
            <pc:sldMk cId="1533201253" sldId="530"/>
            <ac:grpSpMk id="41" creationId="{DFF3F105-8914-4F50-85DB-2647AA782673}"/>
          </ac:grpSpMkLst>
        </pc:grpChg>
        <pc:grpChg chg="add mod">
          <ac:chgData name="Cristian Chilipirea" userId="34ab170da5908fc4" providerId="LiveId" clId="{657DC964-B470-42A9-AA52-9F1F849BFB76}" dt="2019-10-13T10:19:44.900" v="406" actId="1076"/>
          <ac:grpSpMkLst>
            <pc:docMk/>
            <pc:sldMk cId="1533201253" sldId="530"/>
            <ac:grpSpMk id="63" creationId="{9807AF57-E9BA-4BCC-9CC9-C507A6A8B0B1}"/>
          </ac:grpSpMkLst>
        </pc:grpChg>
        <pc:graphicFrameChg chg="add del">
          <ac:chgData name="Cristian Chilipirea" userId="34ab170da5908fc4" providerId="LiveId" clId="{657DC964-B470-42A9-AA52-9F1F849BFB76}" dt="2019-10-13T10:19:42.570" v="404"/>
          <ac:graphicFrameMkLst>
            <pc:docMk/>
            <pc:sldMk cId="1533201253" sldId="530"/>
            <ac:graphicFrameMk id="4" creationId="{DAEC0AE3-3212-4785-8D2B-E4764CBB5218}"/>
          </ac:graphicFrameMkLst>
        </pc:graphicFrameChg>
        <pc:graphicFrameChg chg="add del">
          <ac:chgData name="Cristian Chilipirea" userId="34ab170da5908fc4" providerId="LiveId" clId="{657DC964-B470-42A9-AA52-9F1F849BFB76}" dt="2019-10-13T10:19:42.570" v="404"/>
          <ac:graphicFrameMkLst>
            <pc:docMk/>
            <pc:sldMk cId="1533201253" sldId="530"/>
            <ac:graphicFrameMk id="24" creationId="{1C3128A1-C1C7-4744-A31B-7D45469CB3FE}"/>
          </ac:graphicFrameMkLst>
        </pc:graphicFrameChg>
        <pc:graphicFrameChg chg="add mod">
          <ac:chgData name="Cristian Chilipirea" userId="34ab170da5908fc4" providerId="LiveId" clId="{657DC964-B470-42A9-AA52-9F1F849BFB76}" dt="2019-10-13T10:19:44.900" v="406" actId="1076"/>
          <ac:graphicFrameMkLst>
            <pc:docMk/>
            <pc:sldMk cId="1533201253" sldId="530"/>
            <ac:graphicFrameMk id="39" creationId="{98F722BF-CAF2-4E5C-98AE-A55DEF124D2A}"/>
          </ac:graphicFrameMkLst>
        </pc:graphicFrameChg>
        <pc:graphicFrameChg chg="add mod">
          <ac:chgData name="Cristian Chilipirea" userId="34ab170da5908fc4" providerId="LiveId" clId="{657DC964-B470-42A9-AA52-9F1F849BFB76}" dt="2019-10-13T10:19:44.900" v="406" actId="1076"/>
          <ac:graphicFrameMkLst>
            <pc:docMk/>
            <pc:sldMk cId="1533201253" sldId="530"/>
            <ac:graphicFrameMk id="59" creationId="{6991362A-8F9C-473A-BE7B-52F688269812}"/>
          </ac:graphicFrameMkLst>
        </pc:graphicFrameChg>
      </pc:sldChg>
      <pc:sldChg chg="addSp delSp modSp add">
        <pc:chgData name="Cristian Chilipirea" userId="34ab170da5908fc4" providerId="LiveId" clId="{657DC964-B470-42A9-AA52-9F1F849BFB76}" dt="2019-10-13T10:20:03.452" v="413" actId="1076"/>
        <pc:sldMkLst>
          <pc:docMk/>
          <pc:sldMk cId="3758586578" sldId="531"/>
        </pc:sldMkLst>
        <pc:spChg chg="mod">
          <ac:chgData name="Cristian Chilipirea" userId="34ab170da5908fc4" providerId="LiveId" clId="{657DC964-B470-42A9-AA52-9F1F849BFB76}" dt="2019-10-13T10:19:51.619" v="408"/>
          <ac:spMkLst>
            <pc:docMk/>
            <pc:sldMk cId="3758586578" sldId="531"/>
            <ac:spMk id="2" creationId="{9A0E4BC0-36F3-4F37-959C-AE87729AF85C}"/>
          </ac:spMkLst>
        </pc:spChg>
        <pc:spChg chg="del">
          <ac:chgData name="Cristian Chilipirea" userId="34ab170da5908fc4" providerId="LiveId" clId="{657DC964-B470-42A9-AA52-9F1F849BFB76}" dt="2019-10-13T10:19:55.155" v="409" actId="478"/>
          <ac:spMkLst>
            <pc:docMk/>
            <pc:sldMk cId="3758586578" sldId="531"/>
            <ac:spMk id="3" creationId="{9EA4FD81-5AB4-4826-A8AF-61278F76D3C7}"/>
          </ac:spMkLst>
        </pc:spChg>
        <pc:spChg chg="add del">
          <ac:chgData name="Cristian Chilipirea" userId="34ab170da5908fc4" providerId="LiveId" clId="{657DC964-B470-42A9-AA52-9F1F849BFB76}" dt="2019-10-13T10:20:01.302" v="411"/>
          <ac:spMkLst>
            <pc:docMk/>
            <pc:sldMk cId="3758586578" sldId="531"/>
            <ac:spMk id="4" creationId="{349E6B47-2B38-45E3-B195-735082CD713A}"/>
          </ac:spMkLst>
        </pc:spChg>
        <pc:spChg chg="add mod">
          <ac:chgData name="Cristian Chilipirea" userId="34ab170da5908fc4" providerId="LiveId" clId="{657DC964-B470-42A9-AA52-9F1F849BFB76}" dt="2019-10-13T10:20:03.452" v="413" actId="1076"/>
          <ac:spMkLst>
            <pc:docMk/>
            <pc:sldMk cId="3758586578" sldId="531"/>
            <ac:spMk id="5" creationId="{72421378-C012-4724-9936-5C1DC583939E}"/>
          </ac:spMkLst>
        </pc:spChg>
      </pc:sldChg>
      <pc:sldChg chg="addSp delSp modSp add">
        <pc:chgData name="Cristian Chilipirea" userId="34ab170da5908fc4" providerId="LiveId" clId="{657DC964-B470-42A9-AA52-9F1F849BFB76}" dt="2019-10-13T10:20:23.288" v="422" actId="1076"/>
        <pc:sldMkLst>
          <pc:docMk/>
          <pc:sldMk cId="2994853658" sldId="532"/>
        </pc:sldMkLst>
        <pc:spChg chg="mod">
          <ac:chgData name="Cristian Chilipirea" userId="34ab170da5908fc4" providerId="LiveId" clId="{657DC964-B470-42A9-AA52-9F1F849BFB76}" dt="2019-10-13T10:20:19.688" v="419" actId="1076"/>
          <ac:spMkLst>
            <pc:docMk/>
            <pc:sldMk cId="2994853658" sldId="532"/>
            <ac:spMk id="2" creationId="{4599377C-984A-4393-9187-7689FACB30A5}"/>
          </ac:spMkLst>
        </pc:spChg>
        <pc:spChg chg="del">
          <ac:chgData name="Cristian Chilipirea" userId="34ab170da5908fc4" providerId="LiveId" clId="{657DC964-B470-42A9-AA52-9F1F849BFB76}" dt="2019-10-13T10:20:12.567" v="416" actId="478"/>
          <ac:spMkLst>
            <pc:docMk/>
            <pc:sldMk cId="2994853658" sldId="532"/>
            <ac:spMk id="3" creationId="{C9D0D9D8-7624-48B7-A27A-8DD44573690D}"/>
          </ac:spMkLst>
        </pc:spChg>
        <pc:graphicFrameChg chg="add mod">
          <ac:chgData name="Cristian Chilipirea" userId="34ab170da5908fc4" providerId="LiveId" clId="{657DC964-B470-42A9-AA52-9F1F849BFB76}" dt="2019-10-13T10:20:23.288" v="422" actId="1076"/>
          <ac:graphicFrameMkLst>
            <pc:docMk/>
            <pc:sldMk cId="2994853658" sldId="532"/>
            <ac:graphicFrameMk id="4" creationId="{6E2CF3C7-497C-45EF-B3F6-C7E67B44D2AB}"/>
          </ac:graphicFrameMkLst>
        </pc:graphicFrameChg>
      </pc:sldChg>
      <pc:sldChg chg="addSp delSp modSp add">
        <pc:chgData name="Cristian Chilipirea" userId="34ab170da5908fc4" providerId="LiveId" clId="{657DC964-B470-42A9-AA52-9F1F849BFB76}" dt="2019-10-13T10:20:38.113" v="429" actId="1076"/>
        <pc:sldMkLst>
          <pc:docMk/>
          <pc:sldMk cId="186630438" sldId="533"/>
        </pc:sldMkLst>
        <pc:spChg chg="mod">
          <ac:chgData name="Cristian Chilipirea" userId="34ab170da5908fc4" providerId="LiveId" clId="{657DC964-B470-42A9-AA52-9F1F849BFB76}" dt="2019-10-13T10:20:29.302" v="424"/>
          <ac:spMkLst>
            <pc:docMk/>
            <pc:sldMk cId="186630438" sldId="533"/>
            <ac:spMk id="2" creationId="{D479F450-B7E2-4F1E-B29B-185704B6C428}"/>
          </ac:spMkLst>
        </pc:spChg>
        <pc:spChg chg="del">
          <ac:chgData name="Cristian Chilipirea" userId="34ab170da5908fc4" providerId="LiveId" clId="{657DC964-B470-42A9-AA52-9F1F849BFB76}" dt="2019-10-13T10:20:31.479" v="425" actId="478"/>
          <ac:spMkLst>
            <pc:docMk/>
            <pc:sldMk cId="186630438" sldId="533"/>
            <ac:spMk id="3" creationId="{A5C2C538-7C6D-46F1-B5FF-273B4D531FD7}"/>
          </ac:spMkLst>
        </pc:spChg>
        <pc:spChg chg="add del">
          <ac:chgData name="Cristian Chilipirea" userId="34ab170da5908fc4" providerId="LiveId" clId="{657DC964-B470-42A9-AA52-9F1F849BFB76}" dt="2019-10-13T10:20:36.460" v="427"/>
          <ac:spMkLst>
            <pc:docMk/>
            <pc:sldMk cId="186630438" sldId="533"/>
            <ac:spMk id="4" creationId="{78AB5C41-9F57-436B-9D4C-AACF889E73E8}"/>
          </ac:spMkLst>
        </pc:spChg>
        <pc:spChg chg="add mod">
          <ac:chgData name="Cristian Chilipirea" userId="34ab170da5908fc4" providerId="LiveId" clId="{657DC964-B470-42A9-AA52-9F1F849BFB76}" dt="2019-10-13T10:20:38.113" v="429" actId="1076"/>
          <ac:spMkLst>
            <pc:docMk/>
            <pc:sldMk cId="186630438" sldId="533"/>
            <ac:spMk id="5" creationId="{981B1F7E-3A79-426B-8353-87DF16590883}"/>
          </ac:spMkLst>
        </pc:spChg>
      </pc:sldChg>
      <pc:sldChg chg="addSp delSp add">
        <pc:chgData name="Cristian Chilipirea" userId="34ab170da5908fc4" providerId="LiveId" clId="{657DC964-B470-42A9-AA52-9F1F849BFB76}" dt="2019-10-13T10:20:53.316" v="437"/>
        <pc:sldMkLst>
          <pc:docMk/>
          <pc:sldMk cId="174604596" sldId="534"/>
        </pc:sldMkLst>
        <pc:spChg chg="del">
          <ac:chgData name="Cristian Chilipirea" userId="34ab170da5908fc4" providerId="LiveId" clId="{657DC964-B470-42A9-AA52-9F1F849BFB76}" dt="2019-10-13T10:20:47.034" v="432" actId="478"/>
          <ac:spMkLst>
            <pc:docMk/>
            <pc:sldMk cId="174604596" sldId="534"/>
            <ac:spMk id="2" creationId="{211569F3-C98C-486A-9A5D-2F974CABB855}"/>
          </ac:spMkLst>
        </pc:spChg>
        <pc:spChg chg="del">
          <ac:chgData name="Cristian Chilipirea" userId="34ab170da5908fc4" providerId="LiveId" clId="{657DC964-B470-42A9-AA52-9F1F849BFB76}" dt="2019-10-13T10:20:45.914" v="431" actId="478"/>
          <ac:spMkLst>
            <pc:docMk/>
            <pc:sldMk cId="174604596" sldId="534"/>
            <ac:spMk id="3" creationId="{AF69AE23-165B-4D7A-BD62-10D49E29EEC8}"/>
          </ac:spMkLst>
        </pc:spChg>
        <pc:spChg chg="add del">
          <ac:chgData name="Cristian Chilipirea" userId="34ab170da5908fc4" providerId="LiveId" clId="{657DC964-B470-42A9-AA52-9F1F849BFB76}" dt="2019-10-13T10:20:49.013" v="434"/>
          <ac:spMkLst>
            <pc:docMk/>
            <pc:sldMk cId="174604596" sldId="534"/>
            <ac:spMk id="4" creationId="{C48DD42D-F17C-44A1-88A5-A13A6CF80893}"/>
          </ac:spMkLst>
        </pc:spChg>
        <pc:spChg chg="add del">
          <ac:chgData name="Cristian Chilipirea" userId="34ab170da5908fc4" providerId="LiveId" clId="{657DC964-B470-42A9-AA52-9F1F849BFB76}" dt="2019-10-13T10:20:53.310" v="436"/>
          <ac:spMkLst>
            <pc:docMk/>
            <pc:sldMk cId="174604596" sldId="534"/>
            <ac:spMk id="5" creationId="{AE06D71F-CC1C-4F99-AB70-09CDA3EBB7C8}"/>
          </ac:spMkLst>
        </pc:spChg>
        <pc:spChg chg="add">
          <ac:chgData name="Cristian Chilipirea" userId="34ab170da5908fc4" providerId="LiveId" clId="{657DC964-B470-42A9-AA52-9F1F849BFB76}" dt="2019-10-13T10:20:53.316" v="437"/>
          <ac:spMkLst>
            <pc:docMk/>
            <pc:sldMk cId="174604596" sldId="534"/>
            <ac:spMk id="6" creationId="{3683A6C7-F02D-470E-90BC-BF4580E38E50}"/>
          </ac:spMkLst>
        </pc:spChg>
      </pc:sldChg>
    </pc:docChg>
  </pc:docChgLst>
  <pc:docChgLst>
    <pc:chgData name="Cristian Chilipirea" userId="34ab170da5908fc4" providerId="LiveId" clId="{3FC1AD1A-0CD5-4685-A3F8-1E28A16C15C9}"/>
    <pc:docChg chg="undo custSel addSld delSld modSld sldOrd modSection modNotesMaster modHandout">
      <pc:chgData name="Cristian Chilipirea" userId="34ab170da5908fc4" providerId="LiveId" clId="{3FC1AD1A-0CD5-4685-A3F8-1E28A16C15C9}" dt="2019-09-30T13:16:17.198" v="8831"/>
      <pc:docMkLst>
        <pc:docMk/>
      </pc:docMkLst>
      <pc:sldChg chg="modNotes">
        <pc:chgData name="Cristian Chilipirea" userId="34ab170da5908fc4" providerId="LiveId" clId="{3FC1AD1A-0CD5-4685-A3F8-1E28A16C15C9}" dt="2019-09-24T17:19:27.629" v="8540"/>
        <pc:sldMkLst>
          <pc:docMk/>
          <pc:sldMk cId="0" sldId="485"/>
        </pc:sldMkLst>
      </pc:sldChg>
      <pc:sldChg chg="modSp">
        <pc:chgData name="Cristian Chilipirea" userId="34ab170da5908fc4" providerId="LiveId" clId="{3FC1AD1A-0CD5-4685-A3F8-1E28A16C15C9}" dt="2019-09-30T13:16:17.198" v="8831"/>
        <pc:sldMkLst>
          <pc:docMk/>
          <pc:sldMk cId="2850693201" sldId="498"/>
        </pc:sldMkLst>
        <pc:spChg chg="mod">
          <ac:chgData name="Cristian Chilipirea" userId="34ab170da5908fc4" providerId="LiveId" clId="{3FC1AD1A-0CD5-4685-A3F8-1E28A16C15C9}" dt="2019-09-24T15:40:02.507" v="8" actId="6549"/>
          <ac:spMkLst>
            <pc:docMk/>
            <pc:sldMk cId="2850693201" sldId="498"/>
            <ac:spMk id="2" creationId="{A2E1C21B-F1D3-4170-A890-B8691890E8EF}"/>
          </ac:spMkLst>
        </pc:spChg>
        <pc:spChg chg="mod">
          <ac:chgData name="Cristian Chilipirea" userId="34ab170da5908fc4" providerId="LiveId" clId="{3FC1AD1A-0CD5-4685-A3F8-1E28A16C15C9}" dt="2019-09-30T13:16:17.198" v="8831"/>
          <ac:spMkLst>
            <pc:docMk/>
            <pc:sldMk cId="2850693201" sldId="498"/>
            <ac:spMk id="6" creationId="{2C5AF5A1-152F-40ED-B651-F253C2928CAA}"/>
          </ac:spMkLst>
        </pc:spChg>
      </pc:sldChg>
      <pc:sldChg chg="add ord">
        <pc:chgData name="Cristian Chilipirea" userId="34ab170da5908fc4" providerId="LiveId" clId="{3FC1AD1A-0CD5-4685-A3F8-1E28A16C15C9}" dt="2019-09-30T12:47:17.747" v="8823"/>
        <pc:sldMkLst>
          <pc:docMk/>
          <pc:sldMk cId="1523895393" sldId="500"/>
        </pc:sldMkLst>
      </pc:sldChg>
      <pc:sldChg chg="add del">
        <pc:chgData name="Cristian Chilipirea" userId="34ab170da5908fc4" providerId="LiveId" clId="{3FC1AD1A-0CD5-4685-A3F8-1E28A16C15C9}" dt="2019-09-30T12:47:04.728" v="8821"/>
        <pc:sldMkLst>
          <pc:docMk/>
          <pc:sldMk cId="3294659851" sldId="500"/>
        </pc:sldMkLst>
      </pc:sldChg>
      <pc:sldChg chg="del">
        <pc:chgData name="Cristian Chilipirea" userId="34ab170da5908fc4" providerId="LiveId" clId="{3FC1AD1A-0CD5-4685-A3F8-1E28A16C15C9}" dt="2019-09-30T12:46:49.772" v="8814" actId="2696"/>
        <pc:sldMkLst>
          <pc:docMk/>
          <pc:sldMk cId="3805068390" sldId="500"/>
        </pc:sldMkLst>
      </pc:sldChg>
      <pc:sldChg chg="add ord">
        <pc:chgData name="Cristian Chilipirea" userId="34ab170da5908fc4" providerId="LiveId" clId="{3FC1AD1A-0CD5-4685-A3F8-1E28A16C15C9}" dt="2019-09-30T12:47:17.747" v="8823"/>
        <pc:sldMkLst>
          <pc:docMk/>
          <pc:sldMk cId="1501301851" sldId="501"/>
        </pc:sldMkLst>
      </pc:sldChg>
      <pc:sldChg chg="del modNotes">
        <pc:chgData name="Cristian Chilipirea" userId="34ab170da5908fc4" providerId="LiveId" clId="{3FC1AD1A-0CD5-4685-A3F8-1E28A16C15C9}" dt="2019-09-30T12:46:49.784" v="8815" actId="2696"/>
        <pc:sldMkLst>
          <pc:docMk/>
          <pc:sldMk cId="2240204320" sldId="501"/>
        </pc:sldMkLst>
      </pc:sldChg>
      <pc:sldChg chg="add del">
        <pc:chgData name="Cristian Chilipirea" userId="34ab170da5908fc4" providerId="LiveId" clId="{3FC1AD1A-0CD5-4685-A3F8-1E28A16C15C9}" dt="2019-09-30T12:47:04.728" v="8821"/>
        <pc:sldMkLst>
          <pc:docMk/>
          <pc:sldMk cId="3472965487" sldId="501"/>
        </pc:sldMkLst>
      </pc:sldChg>
      <pc:sldChg chg="modSp">
        <pc:chgData name="Cristian Chilipirea" userId="34ab170da5908fc4" providerId="LiveId" clId="{3FC1AD1A-0CD5-4685-A3F8-1E28A16C15C9}" dt="2019-09-24T15:41:53.126" v="18" actId="20577"/>
        <pc:sldMkLst>
          <pc:docMk/>
          <pc:sldMk cId="3057009429" sldId="502"/>
        </pc:sldMkLst>
        <pc:spChg chg="mod">
          <ac:chgData name="Cristian Chilipirea" userId="34ab170da5908fc4" providerId="LiveId" clId="{3FC1AD1A-0CD5-4685-A3F8-1E28A16C15C9}" dt="2019-09-24T15:41:53.126" v="18" actId="20577"/>
          <ac:spMkLst>
            <pc:docMk/>
            <pc:sldMk cId="3057009429" sldId="502"/>
            <ac:spMk id="3" creationId="{C6AC5461-4988-4C29-BC47-C5E3192A3CAC}"/>
          </ac:spMkLst>
        </pc:spChg>
      </pc:sldChg>
      <pc:sldChg chg="modNotesTx">
        <pc:chgData name="Cristian Chilipirea" userId="34ab170da5908fc4" providerId="LiveId" clId="{3FC1AD1A-0CD5-4685-A3F8-1E28A16C15C9}" dt="2019-09-24T15:53:28.079" v="673" actId="6549"/>
        <pc:sldMkLst>
          <pc:docMk/>
          <pc:sldMk cId="3381332427" sldId="506"/>
        </pc:sldMkLst>
      </pc:sldChg>
      <pc:sldChg chg="modNotes modNotesTx">
        <pc:chgData name="Cristian Chilipirea" userId="34ab170da5908fc4" providerId="LiveId" clId="{3FC1AD1A-0CD5-4685-A3F8-1E28A16C15C9}" dt="2019-09-24T17:27:27.663" v="8645" actId="403"/>
        <pc:sldMkLst>
          <pc:docMk/>
          <pc:sldMk cId="3608127337" sldId="510"/>
        </pc:sldMkLst>
      </pc:sldChg>
      <pc:sldChg chg="modSp ord">
        <pc:chgData name="Cristian Chilipirea" userId="34ab170da5908fc4" providerId="LiveId" clId="{3FC1AD1A-0CD5-4685-A3F8-1E28A16C15C9}" dt="2019-09-30T12:48:55.131" v="8828" actId="6549"/>
        <pc:sldMkLst>
          <pc:docMk/>
          <pc:sldMk cId="4042985229" sldId="511"/>
        </pc:sldMkLst>
        <pc:spChg chg="mod">
          <ac:chgData name="Cristian Chilipirea" userId="34ab170da5908fc4" providerId="LiveId" clId="{3FC1AD1A-0CD5-4685-A3F8-1E28A16C15C9}" dt="2019-09-30T12:48:55.131" v="8828" actId="6549"/>
          <ac:spMkLst>
            <pc:docMk/>
            <pc:sldMk cId="4042985229" sldId="511"/>
            <ac:spMk id="2" creationId="{2AC95419-3022-427B-A37A-0984E7167BD1}"/>
          </ac:spMkLst>
        </pc:spChg>
      </pc:sldChg>
      <pc:sldChg chg="ord">
        <pc:chgData name="Cristian Chilipirea" userId="34ab170da5908fc4" providerId="LiveId" clId="{3FC1AD1A-0CD5-4685-A3F8-1E28A16C15C9}" dt="2019-09-30T12:49:24.346" v="8830"/>
        <pc:sldMkLst>
          <pc:docMk/>
          <pc:sldMk cId="2727535347" sldId="512"/>
        </pc:sldMkLst>
      </pc:sldChg>
      <pc:sldChg chg="modNotesTx">
        <pc:chgData name="Cristian Chilipirea" userId="34ab170da5908fc4" providerId="LiveId" clId="{3FC1AD1A-0CD5-4685-A3F8-1E28A16C15C9}" dt="2019-09-24T16:12:34.159" v="1296" actId="20577"/>
        <pc:sldMkLst>
          <pc:docMk/>
          <pc:sldMk cId="3285445849" sldId="513"/>
        </pc:sldMkLst>
      </pc:sldChg>
      <pc:sldChg chg="modNotes modNotesTx">
        <pc:chgData name="Cristian Chilipirea" userId="34ab170da5908fc4" providerId="LiveId" clId="{3FC1AD1A-0CD5-4685-A3F8-1E28A16C15C9}" dt="2019-09-24T17:36:34.741" v="8774" actId="403"/>
        <pc:sldMkLst>
          <pc:docMk/>
          <pc:sldMk cId="650840403" sldId="514"/>
        </pc:sldMkLst>
      </pc:sldChg>
      <pc:sldChg chg="modNotes modNotesTx">
        <pc:chgData name="Cristian Chilipirea" userId="34ab170da5908fc4" providerId="LiveId" clId="{3FC1AD1A-0CD5-4685-A3F8-1E28A16C15C9}" dt="2019-09-24T17:38:22.281" v="8789" actId="403"/>
        <pc:sldMkLst>
          <pc:docMk/>
          <pc:sldMk cId="2095946675" sldId="515"/>
        </pc:sldMkLst>
      </pc:sldChg>
      <pc:sldChg chg="modNotes modNotesTx">
        <pc:chgData name="Cristian Chilipirea" userId="34ab170da5908fc4" providerId="LiveId" clId="{3FC1AD1A-0CD5-4685-A3F8-1E28A16C15C9}" dt="2019-09-24T17:38:29.637" v="8793" actId="403"/>
        <pc:sldMkLst>
          <pc:docMk/>
          <pc:sldMk cId="1633443332" sldId="516"/>
        </pc:sldMkLst>
      </pc:sldChg>
      <pc:sldChg chg="modNotesTx">
        <pc:chgData name="Cristian Chilipirea" userId="34ab170da5908fc4" providerId="LiveId" clId="{3FC1AD1A-0CD5-4685-A3F8-1E28A16C15C9}" dt="2019-09-24T16:24:32.296" v="2353" actId="6549"/>
        <pc:sldMkLst>
          <pc:docMk/>
          <pc:sldMk cId="3859228379" sldId="518"/>
        </pc:sldMkLst>
      </pc:sldChg>
      <pc:sldChg chg="modNotes modNotesTx">
        <pc:chgData name="Cristian Chilipirea" userId="34ab170da5908fc4" providerId="LiveId" clId="{3FC1AD1A-0CD5-4685-A3F8-1E28A16C15C9}" dt="2019-09-24T17:24:06.722" v="8561" actId="108"/>
        <pc:sldMkLst>
          <pc:docMk/>
          <pc:sldMk cId="1223463397" sldId="520"/>
        </pc:sldMkLst>
      </pc:sldChg>
      <pc:sldChg chg="modNotesTx">
        <pc:chgData name="Cristian Chilipirea" userId="34ab170da5908fc4" providerId="LiveId" clId="{3FC1AD1A-0CD5-4685-A3F8-1E28A16C15C9}" dt="2019-09-24T15:53:35.019" v="674" actId="6549"/>
        <pc:sldMkLst>
          <pc:docMk/>
          <pc:sldMk cId="193191226" sldId="523"/>
        </pc:sldMkLst>
      </pc:sldChg>
      <pc:sldChg chg="modNotesTx">
        <pc:chgData name="Cristian Chilipirea" userId="34ab170da5908fc4" providerId="LiveId" clId="{3FC1AD1A-0CD5-4685-A3F8-1E28A16C15C9}" dt="2019-09-24T15:54:05.167" v="675" actId="6549"/>
        <pc:sldMkLst>
          <pc:docMk/>
          <pc:sldMk cId="761323086" sldId="524"/>
        </pc:sldMkLst>
      </pc:sldChg>
      <pc:sldChg chg="modNotes modNotesTx">
        <pc:chgData name="Cristian Chilipirea" userId="34ab170da5908fc4" providerId="LiveId" clId="{3FC1AD1A-0CD5-4685-A3F8-1E28A16C15C9}" dt="2019-09-24T17:24:15.162" v="8563" actId="403"/>
        <pc:sldMkLst>
          <pc:docMk/>
          <pc:sldMk cId="2128174877" sldId="525"/>
        </pc:sldMkLst>
      </pc:sldChg>
      <pc:sldChg chg="modNotes modNotesTx">
        <pc:chgData name="Cristian Chilipirea" userId="34ab170da5908fc4" providerId="LiveId" clId="{3FC1AD1A-0CD5-4685-A3F8-1E28A16C15C9}" dt="2019-09-24T17:38:59.517" v="8797" actId="1076"/>
        <pc:sldMkLst>
          <pc:docMk/>
          <pc:sldMk cId="384922801" sldId="526"/>
        </pc:sldMkLst>
      </pc:sldChg>
      <pc:sldChg chg="modNotes modNotesTx">
        <pc:chgData name="Cristian Chilipirea" userId="34ab170da5908fc4" providerId="LiveId" clId="{3FC1AD1A-0CD5-4685-A3F8-1E28A16C15C9}" dt="2019-09-24T17:25:03.603" v="8576" actId="403"/>
        <pc:sldMkLst>
          <pc:docMk/>
          <pc:sldMk cId="3314915467" sldId="527"/>
        </pc:sldMkLst>
      </pc:sldChg>
      <pc:sldChg chg="modNotes modNotesTx">
        <pc:chgData name="Cristian Chilipirea" userId="34ab170da5908fc4" providerId="LiveId" clId="{3FC1AD1A-0CD5-4685-A3F8-1E28A16C15C9}" dt="2019-09-24T17:24:44.100" v="8570" actId="113"/>
        <pc:sldMkLst>
          <pc:docMk/>
          <pc:sldMk cId="2683223940" sldId="528"/>
        </pc:sldMkLst>
      </pc:sldChg>
      <pc:sldChg chg="modNotesTx">
        <pc:chgData name="Cristian Chilipirea" userId="34ab170da5908fc4" providerId="LiveId" clId="{3FC1AD1A-0CD5-4685-A3F8-1E28A16C15C9}" dt="2019-09-24T17:18:03.944" v="8538" actId="6549"/>
        <pc:sldMkLst>
          <pc:docMk/>
          <pc:sldMk cId="617174008" sldId="529"/>
        </pc:sldMkLst>
      </pc:sldChg>
      <pc:sldChg chg="modNotes modNotesTx">
        <pc:chgData name="Cristian Chilipirea" userId="34ab170da5908fc4" providerId="LiveId" clId="{3FC1AD1A-0CD5-4685-A3F8-1E28A16C15C9}" dt="2019-09-24T17:27:38.931" v="8647" actId="403"/>
        <pc:sldMkLst>
          <pc:docMk/>
          <pc:sldMk cId="2619967694" sldId="531"/>
        </pc:sldMkLst>
      </pc:sldChg>
      <pc:sldChg chg="del">
        <pc:chgData name="Cristian Chilipirea" userId="34ab170da5908fc4" providerId="LiveId" clId="{3FC1AD1A-0CD5-4685-A3F8-1E28A16C15C9}" dt="2019-09-30T12:46:49.793" v="8816" actId="2696"/>
        <pc:sldMkLst>
          <pc:docMk/>
          <pc:sldMk cId="238918458" sldId="533"/>
        </pc:sldMkLst>
      </pc:sldChg>
      <pc:sldChg chg="add">
        <pc:chgData name="Cristian Chilipirea" userId="34ab170da5908fc4" providerId="LiveId" clId="{3FC1AD1A-0CD5-4685-A3F8-1E28A16C15C9}" dt="2019-09-30T12:47:08.880" v="8822"/>
        <pc:sldMkLst>
          <pc:docMk/>
          <pc:sldMk cId="2286012924" sldId="533"/>
        </pc:sldMkLst>
      </pc:sldChg>
      <pc:sldChg chg="add del">
        <pc:chgData name="Cristian Chilipirea" userId="34ab170da5908fc4" providerId="LiveId" clId="{3FC1AD1A-0CD5-4685-A3F8-1E28A16C15C9}" dt="2019-09-30T12:47:04.728" v="8821"/>
        <pc:sldMkLst>
          <pc:docMk/>
          <pc:sldMk cId="3026372988" sldId="533"/>
        </pc:sldMkLst>
      </pc:sldChg>
      <pc:sldChg chg="del">
        <pc:chgData name="Cristian Chilipirea" userId="34ab170da5908fc4" providerId="LiveId" clId="{3FC1AD1A-0CD5-4685-A3F8-1E28A16C15C9}" dt="2019-09-30T12:46:49.801" v="8817" actId="2696"/>
        <pc:sldMkLst>
          <pc:docMk/>
          <pc:sldMk cId="162901516" sldId="534"/>
        </pc:sldMkLst>
      </pc:sldChg>
      <pc:sldChg chg="add">
        <pc:chgData name="Cristian Chilipirea" userId="34ab170da5908fc4" providerId="LiveId" clId="{3FC1AD1A-0CD5-4685-A3F8-1E28A16C15C9}" dt="2019-09-30T12:47:08.880" v="8822"/>
        <pc:sldMkLst>
          <pc:docMk/>
          <pc:sldMk cId="733346778" sldId="534"/>
        </pc:sldMkLst>
      </pc:sldChg>
      <pc:sldChg chg="add del">
        <pc:chgData name="Cristian Chilipirea" userId="34ab170da5908fc4" providerId="LiveId" clId="{3FC1AD1A-0CD5-4685-A3F8-1E28A16C15C9}" dt="2019-09-30T12:47:04.728" v="8821"/>
        <pc:sldMkLst>
          <pc:docMk/>
          <pc:sldMk cId="2232483699" sldId="534"/>
        </pc:sldMkLst>
      </pc:sldChg>
      <pc:sldChg chg="del">
        <pc:chgData name="Cristian Chilipirea" userId="34ab170da5908fc4" providerId="LiveId" clId="{3FC1AD1A-0CD5-4685-A3F8-1E28A16C15C9}" dt="2019-09-30T12:46:49.825" v="8819" actId="2696"/>
        <pc:sldMkLst>
          <pc:docMk/>
          <pc:sldMk cId="2632471956" sldId="535"/>
        </pc:sldMkLst>
      </pc:sldChg>
      <pc:sldChg chg="add del">
        <pc:chgData name="Cristian Chilipirea" userId="34ab170da5908fc4" providerId="LiveId" clId="{3FC1AD1A-0CD5-4685-A3F8-1E28A16C15C9}" dt="2019-09-30T12:47:04.728" v="8821"/>
        <pc:sldMkLst>
          <pc:docMk/>
          <pc:sldMk cId="2997100639" sldId="535"/>
        </pc:sldMkLst>
      </pc:sldChg>
      <pc:sldChg chg="add">
        <pc:chgData name="Cristian Chilipirea" userId="34ab170da5908fc4" providerId="LiveId" clId="{3FC1AD1A-0CD5-4685-A3F8-1E28A16C15C9}" dt="2019-09-30T12:47:08.880" v="8822"/>
        <pc:sldMkLst>
          <pc:docMk/>
          <pc:sldMk cId="3424030094" sldId="535"/>
        </pc:sldMkLst>
      </pc:sldChg>
      <pc:sldChg chg="add del">
        <pc:chgData name="Cristian Chilipirea" userId="34ab170da5908fc4" providerId="LiveId" clId="{3FC1AD1A-0CD5-4685-A3F8-1E28A16C15C9}" dt="2019-09-30T12:47:04.728" v="8821"/>
        <pc:sldMkLst>
          <pc:docMk/>
          <pc:sldMk cId="863235364" sldId="536"/>
        </pc:sldMkLst>
      </pc:sldChg>
      <pc:sldChg chg="add">
        <pc:chgData name="Cristian Chilipirea" userId="34ab170da5908fc4" providerId="LiveId" clId="{3FC1AD1A-0CD5-4685-A3F8-1E28A16C15C9}" dt="2019-09-30T12:47:08.880" v="8822"/>
        <pc:sldMkLst>
          <pc:docMk/>
          <pc:sldMk cId="1635445270" sldId="536"/>
        </pc:sldMkLst>
      </pc:sldChg>
      <pc:sldChg chg="del">
        <pc:chgData name="Cristian Chilipirea" userId="34ab170da5908fc4" providerId="LiveId" clId="{3FC1AD1A-0CD5-4685-A3F8-1E28A16C15C9}" dt="2019-09-30T12:46:49.812" v="8818" actId="2696"/>
        <pc:sldMkLst>
          <pc:docMk/>
          <pc:sldMk cId="2927050837" sldId="536"/>
        </pc:sldMkLst>
      </pc:sldChg>
      <pc:sldChg chg="addSp delSp modSp ord">
        <pc:chgData name="Cristian Chilipirea" userId="34ab170da5908fc4" providerId="LiveId" clId="{3FC1AD1A-0CD5-4685-A3F8-1E28A16C15C9}" dt="2019-09-30T12:47:41.092" v="8824"/>
        <pc:sldMkLst>
          <pc:docMk/>
          <pc:sldMk cId="1741540215" sldId="538"/>
        </pc:sldMkLst>
        <pc:spChg chg="add mod">
          <ac:chgData name="Cristian Chilipirea" userId="34ab170da5908fc4" providerId="LiveId" clId="{3FC1AD1A-0CD5-4685-A3F8-1E28A16C15C9}" dt="2019-09-24T15:53:09.996" v="667" actId="207"/>
          <ac:spMkLst>
            <pc:docMk/>
            <pc:sldMk cId="1741540215" sldId="538"/>
            <ac:spMk id="7" creationId="{99E00E50-CBD8-46EF-809B-D92379B3BFB9}"/>
          </ac:spMkLst>
        </pc:spChg>
        <pc:spChg chg="add mod">
          <ac:chgData name="Cristian Chilipirea" userId="34ab170da5908fc4" providerId="LiveId" clId="{3FC1AD1A-0CD5-4685-A3F8-1E28A16C15C9}" dt="2019-09-24T15:53:19.151" v="671" actId="20577"/>
          <ac:spMkLst>
            <pc:docMk/>
            <pc:sldMk cId="1741540215" sldId="538"/>
            <ac:spMk id="11" creationId="{360056B9-6E5E-4906-AA34-0757C0313507}"/>
          </ac:spMkLst>
        </pc:spChg>
        <pc:picChg chg="add del mod">
          <ac:chgData name="Cristian Chilipirea" userId="34ab170da5908fc4" providerId="LiveId" clId="{3FC1AD1A-0CD5-4685-A3F8-1E28A16C15C9}" dt="2019-09-24T15:52:11.286" v="644" actId="478"/>
          <ac:picMkLst>
            <pc:docMk/>
            <pc:sldMk cId="1741540215" sldId="538"/>
            <ac:picMk id="3" creationId="{C1690EC4-54BF-43AD-A358-45B619E4A916}"/>
          </ac:picMkLst>
        </pc:picChg>
        <pc:picChg chg="add mod">
          <ac:chgData name="Cristian Chilipirea" userId="34ab170da5908fc4" providerId="LiveId" clId="{3FC1AD1A-0CD5-4685-A3F8-1E28A16C15C9}" dt="2019-09-24T15:52:38.235" v="652" actId="1076"/>
          <ac:picMkLst>
            <pc:docMk/>
            <pc:sldMk cId="1741540215" sldId="538"/>
            <ac:picMk id="6" creationId="{EF5F908D-6009-4DEE-B529-81B9E7D722C7}"/>
          </ac:picMkLst>
        </pc:picChg>
        <pc:picChg chg="mod">
          <ac:chgData name="Cristian Chilipirea" userId="34ab170da5908fc4" providerId="LiveId" clId="{3FC1AD1A-0CD5-4685-A3F8-1E28A16C15C9}" dt="2019-09-24T15:52:48.441" v="656" actId="1076"/>
          <ac:picMkLst>
            <pc:docMk/>
            <pc:sldMk cId="1741540215" sldId="538"/>
            <ac:picMk id="10" creationId="{3F38ED30-6807-4C93-B632-3C556619CC34}"/>
          </ac:picMkLst>
        </pc:picChg>
      </pc:sldChg>
      <pc:sldChg chg="modSp">
        <pc:chgData name="Cristian Chilipirea" userId="34ab170da5908fc4" providerId="LiveId" clId="{3FC1AD1A-0CD5-4685-A3F8-1E28A16C15C9}" dt="2019-09-30T12:48:16.761" v="8826" actId="6549"/>
        <pc:sldMkLst>
          <pc:docMk/>
          <pc:sldMk cId="2002666867" sldId="540"/>
        </pc:sldMkLst>
        <pc:spChg chg="mod">
          <ac:chgData name="Cristian Chilipirea" userId="34ab170da5908fc4" providerId="LiveId" clId="{3FC1AD1A-0CD5-4685-A3F8-1E28A16C15C9}" dt="2019-09-30T12:48:16.761" v="8826" actId="6549"/>
          <ac:spMkLst>
            <pc:docMk/>
            <pc:sldMk cId="2002666867" sldId="540"/>
            <ac:spMk id="3" creationId="{D8E55A74-EA14-488A-A45A-25C1A867A44B}"/>
          </ac:spMkLst>
        </pc:spChg>
      </pc:sldChg>
      <pc:sldChg chg="modNotes modNotesTx">
        <pc:chgData name="Cristian Chilipirea" userId="34ab170da5908fc4" providerId="LiveId" clId="{3FC1AD1A-0CD5-4685-A3F8-1E28A16C15C9}" dt="2019-09-24T17:24:55.930" v="8574" actId="404"/>
        <pc:sldMkLst>
          <pc:docMk/>
          <pc:sldMk cId="1462569323" sldId="541"/>
        </pc:sldMkLst>
      </pc:sldChg>
      <pc:sldChg chg="modNotes">
        <pc:chgData name="Cristian Chilipirea" userId="34ab170da5908fc4" providerId="LiveId" clId="{3FC1AD1A-0CD5-4685-A3F8-1E28A16C15C9}" dt="2019-09-24T17:25:09.405" v="8578" actId="403"/>
        <pc:sldMkLst>
          <pc:docMk/>
          <pc:sldMk cId="3728125730" sldId="542"/>
        </pc:sldMkLst>
      </pc:sldChg>
      <pc:sldChg chg="modNotes modNotesTx">
        <pc:chgData name="Cristian Chilipirea" userId="34ab170da5908fc4" providerId="LiveId" clId="{3FC1AD1A-0CD5-4685-A3F8-1E28A16C15C9}" dt="2019-09-24T17:39:30.093" v="8799" actId="403"/>
        <pc:sldMkLst>
          <pc:docMk/>
          <pc:sldMk cId="1289218972" sldId="543"/>
        </pc:sldMkLst>
      </pc:sldChg>
      <pc:sldChg chg="modNotesTx">
        <pc:chgData name="Cristian Chilipirea" userId="34ab170da5908fc4" providerId="LiveId" clId="{3FC1AD1A-0CD5-4685-A3F8-1E28A16C15C9}" dt="2019-09-24T16:57:23.730" v="6850" actId="20577"/>
        <pc:sldMkLst>
          <pc:docMk/>
          <pc:sldMk cId="1882107523" sldId="546"/>
        </pc:sldMkLst>
      </pc:sldChg>
      <pc:sldChg chg="modSp modNotesTx">
        <pc:chgData name="Cristian Chilipirea" userId="34ab170da5908fc4" providerId="LiveId" clId="{3FC1AD1A-0CD5-4685-A3F8-1E28A16C15C9}" dt="2019-09-24T15:39:58.547" v="4" actId="20577"/>
        <pc:sldMkLst>
          <pc:docMk/>
          <pc:sldMk cId="2016561363" sldId="555"/>
        </pc:sldMkLst>
        <pc:spChg chg="mod">
          <ac:chgData name="Cristian Chilipirea" userId="34ab170da5908fc4" providerId="LiveId" clId="{3FC1AD1A-0CD5-4685-A3F8-1E28A16C15C9}" dt="2019-09-24T15:39:58.547" v="4" actId="20577"/>
          <ac:spMkLst>
            <pc:docMk/>
            <pc:sldMk cId="2016561363" sldId="555"/>
            <ac:spMk id="2" creationId="{E2184C26-7E72-43C1-B904-1CE15EE6D549}"/>
          </ac:spMkLst>
        </pc:spChg>
      </pc:sldChg>
      <pc:sldChg chg="modNotesTx">
        <pc:chgData name="Cristian Chilipirea" userId="34ab170da5908fc4" providerId="LiveId" clId="{3FC1AD1A-0CD5-4685-A3F8-1E28A16C15C9}" dt="2019-09-24T15:40:39.211" v="16" actId="6549"/>
        <pc:sldMkLst>
          <pc:docMk/>
          <pc:sldMk cId="278542565" sldId="556"/>
        </pc:sldMkLst>
      </pc:sldChg>
      <pc:sldChg chg="modSp modNotes modNotesTx">
        <pc:chgData name="Cristian Chilipirea" userId="34ab170da5908fc4" providerId="LiveId" clId="{3FC1AD1A-0CD5-4685-A3F8-1E28A16C15C9}" dt="2019-09-24T17:39:38.091" v="8800" actId="404"/>
        <pc:sldMkLst>
          <pc:docMk/>
          <pc:sldMk cId="3440455392" sldId="586"/>
        </pc:sldMkLst>
        <pc:spChg chg="mod">
          <ac:chgData name="Cristian Chilipirea" userId="34ab170da5908fc4" providerId="LiveId" clId="{3FC1AD1A-0CD5-4685-A3F8-1E28A16C15C9}" dt="2019-09-24T17:05:23.048" v="7631" actId="20577"/>
          <ac:spMkLst>
            <pc:docMk/>
            <pc:sldMk cId="3440455392" sldId="586"/>
            <ac:spMk id="12" creationId="{443D66CC-3E91-4403-9048-BA23C1B3ED8E}"/>
          </ac:spMkLst>
        </pc:spChg>
      </pc:sldChg>
      <pc:sldChg chg="modSp">
        <pc:chgData name="Cristian Chilipirea" userId="34ab170da5908fc4" providerId="LiveId" clId="{3FC1AD1A-0CD5-4685-A3F8-1E28A16C15C9}" dt="2019-09-24T16:28:16.742" v="2581" actId="790"/>
        <pc:sldMkLst>
          <pc:docMk/>
          <pc:sldMk cId="1004568210" sldId="587"/>
        </pc:sldMkLst>
        <pc:spChg chg="mod">
          <ac:chgData name="Cristian Chilipirea" userId="34ab170da5908fc4" providerId="LiveId" clId="{3FC1AD1A-0CD5-4685-A3F8-1E28A16C15C9}" dt="2019-09-24T16:28:16.742" v="2581" actId="790"/>
          <ac:spMkLst>
            <pc:docMk/>
            <pc:sldMk cId="1004568210" sldId="587"/>
            <ac:spMk id="2" creationId="{C77EA277-0F09-4B32-8D70-DF7DAF34BF19}"/>
          </ac:spMkLst>
        </pc:spChg>
        <pc:spChg chg="mod">
          <ac:chgData name="Cristian Chilipirea" userId="34ab170da5908fc4" providerId="LiveId" clId="{3FC1AD1A-0CD5-4685-A3F8-1E28A16C15C9}" dt="2019-09-24T16:26:39.366" v="2566" actId="1076"/>
          <ac:spMkLst>
            <pc:docMk/>
            <pc:sldMk cId="1004568210" sldId="587"/>
            <ac:spMk id="3" creationId="{339551E0-5B4F-468D-A5F2-74EA52B6C9FD}"/>
          </ac:spMkLst>
        </pc:spChg>
      </pc:sldChg>
      <pc:sldChg chg="addSp delSp modSp modNotes modNotesTx">
        <pc:chgData name="Cristian Chilipirea" userId="34ab170da5908fc4" providerId="LiveId" clId="{3FC1AD1A-0CD5-4685-A3F8-1E28A16C15C9}" dt="2019-09-24T17:38:35.308" v="8794" actId="404"/>
        <pc:sldMkLst>
          <pc:docMk/>
          <pc:sldMk cId="2844747525" sldId="588"/>
        </pc:sldMkLst>
        <pc:spChg chg="mod">
          <ac:chgData name="Cristian Chilipirea" userId="34ab170da5908fc4" providerId="LiveId" clId="{3FC1AD1A-0CD5-4685-A3F8-1E28A16C15C9}" dt="2019-09-24T16:28:20.292" v="2582"/>
          <ac:spMkLst>
            <pc:docMk/>
            <pc:sldMk cId="2844747525" sldId="588"/>
            <ac:spMk id="2" creationId="{C77EA277-0F09-4B32-8D70-DF7DAF34BF19}"/>
          </ac:spMkLst>
        </pc:spChg>
        <pc:spChg chg="del">
          <ac:chgData name="Cristian Chilipirea" userId="34ab170da5908fc4" providerId="LiveId" clId="{3FC1AD1A-0CD5-4685-A3F8-1E28A16C15C9}" dt="2019-09-24T16:26:04.128" v="2556" actId="478"/>
          <ac:spMkLst>
            <pc:docMk/>
            <pc:sldMk cId="2844747525" sldId="588"/>
            <ac:spMk id="3" creationId="{339551E0-5B4F-468D-A5F2-74EA52B6C9FD}"/>
          </ac:spMkLst>
        </pc:spChg>
        <pc:spChg chg="add del mod">
          <ac:chgData name="Cristian Chilipirea" userId="34ab170da5908fc4" providerId="LiveId" clId="{3FC1AD1A-0CD5-4685-A3F8-1E28A16C15C9}" dt="2019-09-24T16:26:10.609" v="2560" actId="478"/>
          <ac:spMkLst>
            <pc:docMk/>
            <pc:sldMk cId="2844747525" sldId="588"/>
            <ac:spMk id="5" creationId="{1BF94628-EAD7-40A3-AA02-65310483AFB3}"/>
          </ac:spMkLst>
        </pc:spChg>
        <pc:spChg chg="add del mod">
          <ac:chgData name="Cristian Chilipirea" userId="34ab170da5908fc4" providerId="LiveId" clId="{3FC1AD1A-0CD5-4685-A3F8-1E28A16C15C9}" dt="2019-09-24T16:26:20.288" v="2562" actId="478"/>
          <ac:spMkLst>
            <pc:docMk/>
            <pc:sldMk cId="2844747525" sldId="588"/>
            <ac:spMk id="29" creationId="{CD0097D9-F498-4D2D-9D4D-1E2633316BE8}"/>
          </ac:spMkLst>
        </pc:spChg>
        <pc:spChg chg="add mod">
          <ac:chgData name="Cristian Chilipirea" userId="34ab170da5908fc4" providerId="LiveId" clId="{3FC1AD1A-0CD5-4685-A3F8-1E28A16C15C9}" dt="2019-09-24T16:29:06.641" v="2592" actId="207"/>
          <ac:spMkLst>
            <pc:docMk/>
            <pc:sldMk cId="2844747525" sldId="588"/>
            <ac:spMk id="30" creationId="{C07107BC-7CE4-4821-8323-7B0291925005}"/>
          </ac:spMkLst>
        </pc:spChg>
      </pc:sldChg>
      <pc:sldChg chg="modSp">
        <pc:chgData name="Cristian Chilipirea" userId="34ab170da5908fc4" providerId="LiveId" clId="{3FC1AD1A-0CD5-4685-A3F8-1E28A16C15C9}" dt="2019-09-24T17:05:29.912" v="7632"/>
        <pc:sldMkLst>
          <pc:docMk/>
          <pc:sldMk cId="3229519859" sldId="589"/>
        </pc:sldMkLst>
        <pc:spChg chg="mod">
          <ac:chgData name="Cristian Chilipirea" userId="34ab170da5908fc4" providerId="LiveId" clId="{3FC1AD1A-0CD5-4685-A3F8-1E28A16C15C9}" dt="2019-09-24T17:05:29.912" v="7632"/>
          <ac:spMkLst>
            <pc:docMk/>
            <pc:sldMk cId="3229519859" sldId="589"/>
            <ac:spMk id="12" creationId="{443D66CC-3E91-4403-9048-BA23C1B3ED8E}"/>
          </ac:spMkLst>
        </pc:spChg>
      </pc:sldChg>
      <pc:sldChg chg="modNotes modNotesTx">
        <pc:chgData name="Cristian Chilipirea" userId="34ab170da5908fc4" providerId="LiveId" clId="{3FC1AD1A-0CD5-4685-A3F8-1E28A16C15C9}" dt="2019-09-24T17:39:42.791" v="8801" actId="404"/>
        <pc:sldMkLst>
          <pc:docMk/>
          <pc:sldMk cId="2934982308" sldId="590"/>
        </pc:sldMkLst>
      </pc:sldChg>
      <pc:sldChg chg="modSp modNotes">
        <pc:chgData name="Cristian Chilipirea" userId="34ab170da5908fc4" providerId="LiveId" clId="{3FC1AD1A-0CD5-4685-A3F8-1E28A16C15C9}" dt="2019-09-24T17:40:33.268" v="8811" actId="403"/>
        <pc:sldMkLst>
          <pc:docMk/>
          <pc:sldMk cId="1602396881" sldId="619"/>
        </pc:sldMkLst>
        <pc:spChg chg="mod">
          <ac:chgData name="Cristian Chilipirea" userId="34ab170da5908fc4" providerId="LiveId" clId="{3FC1AD1A-0CD5-4685-A3F8-1E28A16C15C9}" dt="2019-09-24T17:32:52.578" v="8681" actId="6549"/>
          <ac:spMkLst>
            <pc:docMk/>
            <pc:sldMk cId="1602396881" sldId="619"/>
            <ac:spMk id="2" creationId="{B0F8045F-D2E2-4E31-A51B-741DA9153BC1}"/>
          </ac:spMkLst>
        </pc:spChg>
      </pc:sldChg>
      <pc:sldChg chg="modSp modNotes">
        <pc:chgData name="Cristian Chilipirea" userId="34ab170da5908fc4" providerId="LiveId" clId="{3FC1AD1A-0CD5-4685-A3F8-1E28A16C15C9}" dt="2019-09-24T17:40:25.315" v="8807" actId="403"/>
        <pc:sldMkLst>
          <pc:docMk/>
          <pc:sldMk cId="983254241" sldId="620"/>
        </pc:sldMkLst>
        <pc:spChg chg="mod">
          <ac:chgData name="Cristian Chilipirea" userId="34ab170da5908fc4" providerId="LiveId" clId="{3FC1AD1A-0CD5-4685-A3F8-1E28A16C15C9}" dt="2019-09-24T17:33:05.509" v="8702" actId="6549"/>
          <ac:spMkLst>
            <pc:docMk/>
            <pc:sldMk cId="983254241" sldId="620"/>
            <ac:spMk id="2" creationId="{02B187E2-E616-44AA-8E0C-EB3ADDF9FE1C}"/>
          </ac:spMkLst>
        </pc:spChg>
      </pc:sldChg>
      <pc:sldChg chg="modSp modNotes modNotesTx">
        <pc:chgData name="Cristian Chilipirea" userId="34ab170da5908fc4" providerId="LiveId" clId="{3FC1AD1A-0CD5-4685-A3F8-1E28A16C15C9}" dt="2019-09-24T17:40:47.404" v="8812" actId="2711"/>
        <pc:sldMkLst>
          <pc:docMk/>
          <pc:sldMk cId="1693112902" sldId="621"/>
        </pc:sldMkLst>
        <pc:spChg chg="mod">
          <ac:chgData name="Cristian Chilipirea" userId="34ab170da5908fc4" providerId="LiveId" clId="{3FC1AD1A-0CD5-4685-A3F8-1E28A16C15C9}" dt="2019-09-24T17:33:02.460" v="8700" actId="20577"/>
          <ac:spMkLst>
            <pc:docMk/>
            <pc:sldMk cId="1693112902" sldId="621"/>
            <ac:spMk id="2" creationId="{677B85C4-3976-4151-B392-7DED9C4A96F0}"/>
          </ac:spMkLst>
        </pc:spChg>
        <pc:spChg chg="mod">
          <ac:chgData name="Cristian Chilipirea" userId="34ab170da5908fc4" providerId="LiveId" clId="{3FC1AD1A-0CD5-4685-A3F8-1E28A16C15C9}" dt="2019-09-24T17:12:21.327" v="8227" actId="207"/>
          <ac:spMkLst>
            <pc:docMk/>
            <pc:sldMk cId="1693112902" sldId="621"/>
            <ac:spMk id="3" creationId="{85B9BB59-F4D4-4C6D-8853-EF9A3D38746A}"/>
          </ac:spMkLst>
        </pc:spChg>
      </pc:sldChg>
      <pc:sldChg chg="modSp">
        <pc:chgData name="Cristian Chilipirea" userId="34ab170da5908fc4" providerId="LiveId" clId="{3FC1AD1A-0CD5-4685-A3F8-1E28A16C15C9}" dt="2019-09-24T17:33:16.513" v="8704" actId="20577"/>
        <pc:sldMkLst>
          <pc:docMk/>
          <pc:sldMk cId="3591667173" sldId="622"/>
        </pc:sldMkLst>
        <pc:spChg chg="mod">
          <ac:chgData name="Cristian Chilipirea" userId="34ab170da5908fc4" providerId="LiveId" clId="{3FC1AD1A-0CD5-4685-A3F8-1E28A16C15C9}" dt="2019-09-24T17:33:16.513" v="8704" actId="20577"/>
          <ac:spMkLst>
            <pc:docMk/>
            <pc:sldMk cId="3591667173" sldId="622"/>
            <ac:spMk id="2" creationId="{056CC90E-4F61-494B-ACAA-B5755CBE42F2}"/>
          </ac:spMkLst>
        </pc:spChg>
        <pc:spChg chg="mod">
          <ac:chgData name="Cristian Chilipirea" userId="34ab170da5908fc4" providerId="LiveId" clId="{3FC1AD1A-0CD5-4685-A3F8-1E28A16C15C9}" dt="2019-09-24T17:15:42.088" v="8443" actId="20577"/>
          <ac:spMkLst>
            <pc:docMk/>
            <pc:sldMk cId="3591667173" sldId="622"/>
            <ac:spMk id="27" creationId="{0CFE6B87-818E-4402-B9FE-24D2E21F15B4}"/>
          </ac:spMkLst>
        </pc:spChg>
        <pc:spChg chg="mod">
          <ac:chgData name="Cristian Chilipirea" userId="34ab170da5908fc4" providerId="LiveId" clId="{3FC1AD1A-0CD5-4685-A3F8-1E28A16C15C9}" dt="2019-09-24T17:15:32.928" v="8432" actId="20577"/>
          <ac:spMkLst>
            <pc:docMk/>
            <pc:sldMk cId="3591667173" sldId="622"/>
            <ac:spMk id="28" creationId="{93DB4A33-87D9-4939-A54F-2D384FABDFC2}"/>
          </ac:spMkLst>
        </pc:spChg>
      </pc:sldChg>
      <pc:sldChg chg="modSp">
        <pc:chgData name="Cristian Chilipirea" userId="34ab170da5908fc4" providerId="LiveId" clId="{3FC1AD1A-0CD5-4685-A3F8-1E28A16C15C9}" dt="2019-09-24T17:33:25.672" v="8717" actId="6549"/>
        <pc:sldMkLst>
          <pc:docMk/>
          <pc:sldMk cId="3871055158" sldId="623"/>
        </pc:sldMkLst>
        <pc:spChg chg="mod">
          <ac:chgData name="Cristian Chilipirea" userId="34ab170da5908fc4" providerId="LiveId" clId="{3FC1AD1A-0CD5-4685-A3F8-1E28A16C15C9}" dt="2019-09-24T17:33:25.672" v="8717" actId="6549"/>
          <ac:spMkLst>
            <pc:docMk/>
            <pc:sldMk cId="3871055158" sldId="623"/>
            <ac:spMk id="2" creationId="{52115EA3-378D-419B-BD59-46FA6FCA5D34}"/>
          </ac:spMkLst>
        </pc:spChg>
      </pc:sldChg>
      <pc:sldChg chg="modSp">
        <pc:chgData name="Cristian Chilipirea" userId="34ab170da5908fc4" providerId="LiveId" clId="{3FC1AD1A-0CD5-4685-A3F8-1E28A16C15C9}" dt="2019-09-24T17:33:45.686" v="8748" actId="6549"/>
        <pc:sldMkLst>
          <pc:docMk/>
          <pc:sldMk cId="1035402042" sldId="624"/>
        </pc:sldMkLst>
        <pc:spChg chg="mod">
          <ac:chgData name="Cristian Chilipirea" userId="34ab170da5908fc4" providerId="LiveId" clId="{3FC1AD1A-0CD5-4685-A3F8-1E28A16C15C9}" dt="2019-09-24T17:33:45.686" v="8748" actId="6549"/>
          <ac:spMkLst>
            <pc:docMk/>
            <pc:sldMk cId="1035402042" sldId="624"/>
            <ac:spMk id="2" creationId="{53B358CF-D4C1-47E6-AC13-13EBA8BA6221}"/>
          </ac:spMkLst>
        </pc:spChg>
      </pc:sldChg>
      <pc:sldChg chg="modSp">
        <pc:chgData name="Cristian Chilipirea" userId="34ab170da5908fc4" providerId="LiveId" clId="{3FC1AD1A-0CD5-4685-A3F8-1E28A16C15C9}" dt="2019-09-24T17:11:12.582" v="8208" actId="20577"/>
        <pc:sldMkLst>
          <pc:docMk/>
          <pc:sldMk cId="2430536616" sldId="625"/>
        </pc:sldMkLst>
        <pc:spChg chg="mod">
          <ac:chgData name="Cristian Chilipirea" userId="34ab170da5908fc4" providerId="LiveId" clId="{3FC1AD1A-0CD5-4685-A3F8-1E28A16C15C9}" dt="2019-09-24T17:11:12.582" v="8208" actId="20577"/>
          <ac:spMkLst>
            <pc:docMk/>
            <pc:sldMk cId="2430536616" sldId="625"/>
            <ac:spMk id="2" creationId="{F44AF469-0428-4B36-B337-459EB5267A8F}"/>
          </ac:spMkLst>
        </pc:spChg>
      </pc:sldChg>
      <pc:sldChg chg="modSp modNotes modNotesTx">
        <pc:chgData name="Cristian Chilipirea" userId="34ab170da5908fc4" providerId="LiveId" clId="{3FC1AD1A-0CD5-4685-A3F8-1E28A16C15C9}" dt="2019-09-24T17:40:54.479" v="8813" actId="404"/>
        <pc:sldMkLst>
          <pc:docMk/>
          <pc:sldMk cId="1092089267" sldId="626"/>
        </pc:sldMkLst>
        <pc:spChg chg="mod">
          <ac:chgData name="Cristian Chilipirea" userId="34ab170da5908fc4" providerId="LiveId" clId="{3FC1AD1A-0CD5-4685-A3F8-1E28A16C15C9}" dt="2019-09-24T17:33:55.491" v="8754" actId="20577"/>
          <ac:spMkLst>
            <pc:docMk/>
            <pc:sldMk cId="1092089267" sldId="626"/>
            <ac:spMk id="2" creationId="{F4212CFE-B372-4D06-B535-CD906B2AC07A}"/>
          </ac:spMkLst>
        </pc:spChg>
      </pc:sldChg>
      <pc:sldChg chg="modSp">
        <pc:chgData name="Cristian Chilipirea" userId="34ab170da5908fc4" providerId="LiveId" clId="{3FC1AD1A-0CD5-4685-A3F8-1E28A16C15C9}" dt="2019-09-24T17:33:59.116" v="8755"/>
        <pc:sldMkLst>
          <pc:docMk/>
          <pc:sldMk cId="2157519186" sldId="627"/>
        </pc:sldMkLst>
        <pc:spChg chg="mod">
          <ac:chgData name="Cristian Chilipirea" userId="34ab170da5908fc4" providerId="LiveId" clId="{3FC1AD1A-0CD5-4685-A3F8-1E28A16C15C9}" dt="2019-09-24T17:33:59.116" v="8755"/>
          <ac:spMkLst>
            <pc:docMk/>
            <pc:sldMk cId="2157519186" sldId="627"/>
            <ac:spMk id="2" creationId="{F4212CFE-B372-4D06-B535-CD906B2AC07A}"/>
          </ac:spMkLst>
        </pc:spChg>
      </pc:sldChg>
      <pc:sldChg chg="modSp">
        <pc:chgData name="Cristian Chilipirea" userId="34ab170da5908fc4" providerId="LiveId" clId="{3FC1AD1A-0CD5-4685-A3F8-1E28A16C15C9}" dt="2019-09-24T17:34:04.416" v="8757"/>
        <pc:sldMkLst>
          <pc:docMk/>
          <pc:sldMk cId="3475865016" sldId="628"/>
        </pc:sldMkLst>
        <pc:spChg chg="mod">
          <ac:chgData name="Cristian Chilipirea" userId="34ab170da5908fc4" providerId="LiveId" clId="{3FC1AD1A-0CD5-4685-A3F8-1E28A16C15C9}" dt="2019-09-24T17:34:04.416" v="8757"/>
          <ac:spMkLst>
            <pc:docMk/>
            <pc:sldMk cId="3475865016" sldId="628"/>
            <ac:spMk id="2" creationId="{F4212CFE-B372-4D06-B535-CD906B2AC07A}"/>
          </ac:spMkLst>
        </pc:spChg>
      </pc:sldChg>
      <pc:sldChg chg="modSp">
        <pc:chgData name="Cristian Chilipirea" userId="34ab170da5908fc4" providerId="LiveId" clId="{3FC1AD1A-0CD5-4685-A3F8-1E28A16C15C9}" dt="2019-09-24T17:34:10.648" v="8759"/>
        <pc:sldMkLst>
          <pc:docMk/>
          <pc:sldMk cId="399722945" sldId="629"/>
        </pc:sldMkLst>
        <pc:spChg chg="mod">
          <ac:chgData name="Cristian Chilipirea" userId="34ab170da5908fc4" providerId="LiveId" clId="{3FC1AD1A-0CD5-4685-A3F8-1E28A16C15C9}" dt="2019-09-24T17:34:10.648" v="8759"/>
          <ac:spMkLst>
            <pc:docMk/>
            <pc:sldMk cId="399722945" sldId="629"/>
            <ac:spMk id="2" creationId="{F4212CFE-B372-4D06-B535-CD906B2AC07A}"/>
          </ac:spMkLst>
        </pc:spChg>
      </pc:sldChg>
      <pc:sldChg chg="modSp">
        <pc:chgData name="Cristian Chilipirea" userId="34ab170da5908fc4" providerId="LiveId" clId="{3FC1AD1A-0CD5-4685-A3F8-1E28A16C15C9}" dt="2019-09-24T17:34:17.168" v="8761"/>
        <pc:sldMkLst>
          <pc:docMk/>
          <pc:sldMk cId="415877145" sldId="630"/>
        </pc:sldMkLst>
        <pc:spChg chg="mod">
          <ac:chgData name="Cristian Chilipirea" userId="34ab170da5908fc4" providerId="LiveId" clId="{3FC1AD1A-0CD5-4685-A3F8-1E28A16C15C9}" dt="2019-09-24T17:34:17.168" v="8761"/>
          <ac:spMkLst>
            <pc:docMk/>
            <pc:sldMk cId="415877145" sldId="630"/>
            <ac:spMk id="2" creationId="{F4212CFE-B372-4D06-B535-CD906B2AC07A}"/>
          </ac:spMkLst>
        </pc:spChg>
      </pc:sldChg>
      <pc:sldChg chg="modSp">
        <pc:chgData name="Cristian Chilipirea" userId="34ab170da5908fc4" providerId="LiveId" clId="{3FC1AD1A-0CD5-4685-A3F8-1E28A16C15C9}" dt="2019-09-24T17:35:08.393" v="8772" actId="1076"/>
        <pc:sldMkLst>
          <pc:docMk/>
          <pc:sldMk cId="2256760796" sldId="631"/>
        </pc:sldMkLst>
        <pc:spChg chg="mod">
          <ac:chgData name="Cristian Chilipirea" userId="34ab170da5908fc4" providerId="LiveId" clId="{3FC1AD1A-0CD5-4685-A3F8-1E28A16C15C9}" dt="2019-09-24T17:34:34.733" v="8766"/>
          <ac:spMkLst>
            <pc:docMk/>
            <pc:sldMk cId="2256760796" sldId="631"/>
            <ac:spMk id="2" creationId="{F4212CFE-B372-4D06-B535-CD906B2AC07A}"/>
          </ac:spMkLst>
        </pc:spChg>
        <pc:spChg chg="mod">
          <ac:chgData name="Cristian Chilipirea" userId="34ab170da5908fc4" providerId="LiveId" clId="{3FC1AD1A-0CD5-4685-A3F8-1E28A16C15C9}" dt="2019-09-24T17:35:08.393" v="8772" actId="1076"/>
          <ac:spMkLst>
            <pc:docMk/>
            <pc:sldMk cId="2256760796" sldId="631"/>
            <ac:spMk id="5" creationId="{07EBA214-5BF7-424C-81EF-F3445E9A9D6D}"/>
          </ac:spMkLst>
        </pc:spChg>
      </pc:sldChg>
      <pc:sldChg chg="modSp">
        <pc:chgData name="Cristian Chilipirea" userId="34ab170da5908fc4" providerId="LiveId" clId="{3FC1AD1A-0CD5-4685-A3F8-1E28A16C15C9}" dt="2019-09-24T17:34:31.498" v="8765"/>
        <pc:sldMkLst>
          <pc:docMk/>
          <pc:sldMk cId="3056894308" sldId="632"/>
        </pc:sldMkLst>
        <pc:spChg chg="mod">
          <ac:chgData name="Cristian Chilipirea" userId="34ab170da5908fc4" providerId="LiveId" clId="{3FC1AD1A-0CD5-4685-A3F8-1E28A16C15C9}" dt="2019-09-24T17:34:31.498" v="8765"/>
          <ac:spMkLst>
            <pc:docMk/>
            <pc:sldMk cId="3056894308" sldId="632"/>
            <ac:spMk id="2" creationId="{F4212CFE-B372-4D06-B535-CD906B2AC07A}"/>
          </ac:spMkLst>
        </pc:spChg>
      </pc:sldChg>
      <pc:sldChg chg="modSp">
        <pc:chgData name="Cristian Chilipirea" userId="34ab170da5908fc4" providerId="LiveId" clId="{3FC1AD1A-0CD5-4685-A3F8-1E28A16C15C9}" dt="2019-09-24T17:34:23.929" v="8763"/>
        <pc:sldMkLst>
          <pc:docMk/>
          <pc:sldMk cId="1561823746" sldId="633"/>
        </pc:sldMkLst>
        <pc:spChg chg="mod">
          <ac:chgData name="Cristian Chilipirea" userId="34ab170da5908fc4" providerId="LiveId" clId="{3FC1AD1A-0CD5-4685-A3F8-1E28A16C15C9}" dt="2019-09-24T17:34:23.929" v="8763"/>
          <ac:spMkLst>
            <pc:docMk/>
            <pc:sldMk cId="1561823746" sldId="633"/>
            <ac:spMk id="2" creationId="{F4212CFE-B372-4D06-B535-CD906B2AC07A}"/>
          </ac:spMkLst>
        </pc:spChg>
      </pc:sldChg>
      <pc:sldChg chg="modSp">
        <pc:chgData name="Cristian Chilipirea" userId="34ab170da5908fc4" providerId="LiveId" clId="{3FC1AD1A-0CD5-4685-A3F8-1E28A16C15C9}" dt="2019-09-24T17:34:02.060" v="8756"/>
        <pc:sldMkLst>
          <pc:docMk/>
          <pc:sldMk cId="696013976" sldId="634"/>
        </pc:sldMkLst>
        <pc:spChg chg="mod">
          <ac:chgData name="Cristian Chilipirea" userId="34ab170da5908fc4" providerId="LiveId" clId="{3FC1AD1A-0CD5-4685-A3F8-1E28A16C15C9}" dt="2019-09-24T17:34:02.060" v="8756"/>
          <ac:spMkLst>
            <pc:docMk/>
            <pc:sldMk cId="696013976" sldId="634"/>
            <ac:spMk id="2" creationId="{F4212CFE-B372-4D06-B535-CD906B2AC07A}"/>
          </ac:spMkLst>
        </pc:spChg>
      </pc:sldChg>
      <pc:sldChg chg="modSp">
        <pc:chgData name="Cristian Chilipirea" userId="34ab170da5908fc4" providerId="LiveId" clId="{3FC1AD1A-0CD5-4685-A3F8-1E28A16C15C9}" dt="2019-09-24T17:34:07.439" v="8758"/>
        <pc:sldMkLst>
          <pc:docMk/>
          <pc:sldMk cId="4191572566" sldId="635"/>
        </pc:sldMkLst>
        <pc:spChg chg="mod">
          <ac:chgData name="Cristian Chilipirea" userId="34ab170da5908fc4" providerId="LiveId" clId="{3FC1AD1A-0CD5-4685-A3F8-1E28A16C15C9}" dt="2019-09-24T17:34:07.439" v="8758"/>
          <ac:spMkLst>
            <pc:docMk/>
            <pc:sldMk cId="4191572566" sldId="635"/>
            <ac:spMk id="2" creationId="{F4212CFE-B372-4D06-B535-CD906B2AC07A}"/>
          </ac:spMkLst>
        </pc:spChg>
      </pc:sldChg>
      <pc:sldChg chg="modSp">
        <pc:chgData name="Cristian Chilipirea" userId="34ab170da5908fc4" providerId="LiveId" clId="{3FC1AD1A-0CD5-4685-A3F8-1E28A16C15C9}" dt="2019-09-24T17:34:13.593" v="8760"/>
        <pc:sldMkLst>
          <pc:docMk/>
          <pc:sldMk cId="807977974" sldId="636"/>
        </pc:sldMkLst>
        <pc:spChg chg="mod">
          <ac:chgData name="Cristian Chilipirea" userId="34ab170da5908fc4" providerId="LiveId" clId="{3FC1AD1A-0CD5-4685-A3F8-1E28A16C15C9}" dt="2019-09-24T17:34:13.593" v="8760"/>
          <ac:spMkLst>
            <pc:docMk/>
            <pc:sldMk cId="807977974" sldId="636"/>
            <ac:spMk id="2" creationId="{F4212CFE-B372-4D06-B535-CD906B2AC07A}"/>
          </ac:spMkLst>
        </pc:spChg>
      </pc:sldChg>
      <pc:sldChg chg="modSp">
        <pc:chgData name="Cristian Chilipirea" userId="34ab170da5908fc4" providerId="LiveId" clId="{3FC1AD1A-0CD5-4685-A3F8-1E28A16C15C9}" dt="2019-09-24T17:34:20.465" v="8762"/>
        <pc:sldMkLst>
          <pc:docMk/>
          <pc:sldMk cId="2574714365" sldId="637"/>
        </pc:sldMkLst>
        <pc:spChg chg="mod">
          <ac:chgData name="Cristian Chilipirea" userId="34ab170da5908fc4" providerId="LiveId" clId="{3FC1AD1A-0CD5-4685-A3F8-1E28A16C15C9}" dt="2019-09-24T17:34:20.465" v="8762"/>
          <ac:spMkLst>
            <pc:docMk/>
            <pc:sldMk cId="2574714365" sldId="637"/>
            <ac:spMk id="2" creationId="{F4212CFE-B372-4D06-B535-CD906B2AC07A}"/>
          </ac:spMkLst>
        </pc:spChg>
      </pc:sldChg>
      <pc:sldChg chg="modSp">
        <pc:chgData name="Cristian Chilipirea" userId="34ab170da5908fc4" providerId="LiveId" clId="{3FC1AD1A-0CD5-4685-A3F8-1E28A16C15C9}" dt="2019-09-24T17:34:27.393" v="8764"/>
        <pc:sldMkLst>
          <pc:docMk/>
          <pc:sldMk cId="3652549265" sldId="638"/>
        </pc:sldMkLst>
        <pc:spChg chg="mod">
          <ac:chgData name="Cristian Chilipirea" userId="34ab170da5908fc4" providerId="LiveId" clId="{3FC1AD1A-0CD5-4685-A3F8-1E28A16C15C9}" dt="2019-09-24T17:34:27.393" v="8764"/>
          <ac:spMkLst>
            <pc:docMk/>
            <pc:sldMk cId="3652549265" sldId="638"/>
            <ac:spMk id="2" creationId="{F4212CFE-B372-4D06-B535-CD906B2AC07A}"/>
          </ac:spMkLst>
        </pc:spChg>
      </pc:sldChg>
      <pc:sldChg chg="addSp delSp modSp modNotes modNotesTx">
        <pc:chgData name="Cristian Chilipirea" userId="34ab170da5908fc4" providerId="LiveId" clId="{3FC1AD1A-0CD5-4685-A3F8-1E28A16C15C9}" dt="2019-09-24T17:38:39.140" v="8795" actId="404"/>
        <pc:sldMkLst>
          <pc:docMk/>
          <pc:sldMk cId="2226103853" sldId="674"/>
        </pc:sldMkLst>
        <pc:spChg chg="mod">
          <ac:chgData name="Cristian Chilipirea" userId="34ab170da5908fc4" providerId="LiveId" clId="{3FC1AD1A-0CD5-4685-A3F8-1E28A16C15C9}" dt="2019-09-24T16:28:22.341" v="2583"/>
          <ac:spMkLst>
            <pc:docMk/>
            <pc:sldMk cId="2226103853" sldId="674"/>
            <ac:spMk id="2" creationId="{C77EA277-0F09-4B32-8D70-DF7DAF34BF19}"/>
          </ac:spMkLst>
        </pc:spChg>
        <pc:spChg chg="del">
          <ac:chgData name="Cristian Chilipirea" userId="34ab170da5908fc4" providerId="LiveId" clId="{3FC1AD1A-0CD5-4685-A3F8-1E28A16C15C9}" dt="2019-09-24T16:26:51.693" v="2567" actId="478"/>
          <ac:spMkLst>
            <pc:docMk/>
            <pc:sldMk cId="2226103853" sldId="674"/>
            <ac:spMk id="3" creationId="{339551E0-5B4F-468D-A5F2-74EA52B6C9FD}"/>
          </ac:spMkLst>
        </pc:spChg>
        <pc:spChg chg="add del mod">
          <ac:chgData name="Cristian Chilipirea" userId="34ab170da5908fc4" providerId="LiveId" clId="{3FC1AD1A-0CD5-4685-A3F8-1E28A16C15C9}" dt="2019-09-24T16:26:53.996" v="2568" actId="478"/>
          <ac:spMkLst>
            <pc:docMk/>
            <pc:sldMk cId="2226103853" sldId="674"/>
            <ac:spMk id="16" creationId="{68CC01C2-FCD1-4D33-9C0B-C08A0C8F4A6A}"/>
          </ac:spMkLst>
        </pc:spChg>
        <pc:spChg chg="add mod">
          <ac:chgData name="Cristian Chilipirea" userId="34ab170da5908fc4" providerId="LiveId" clId="{3FC1AD1A-0CD5-4685-A3F8-1E28A16C15C9}" dt="2019-09-24T16:29:01.218" v="2591" actId="207"/>
          <ac:spMkLst>
            <pc:docMk/>
            <pc:sldMk cId="2226103853" sldId="674"/>
            <ac:spMk id="17" creationId="{E5FB73C2-8DFF-415A-BA5E-2AF67DAC5EE0}"/>
          </ac:spMkLst>
        </pc:spChg>
      </pc:sldChg>
      <pc:sldChg chg="addSp delSp modSp">
        <pc:chgData name="Cristian Chilipirea" userId="34ab170da5908fc4" providerId="LiveId" clId="{3FC1AD1A-0CD5-4685-A3F8-1E28A16C15C9}" dt="2019-09-24T16:28:57.232" v="2590" actId="207"/>
        <pc:sldMkLst>
          <pc:docMk/>
          <pc:sldMk cId="3773405892" sldId="675"/>
        </pc:sldMkLst>
        <pc:spChg chg="mod">
          <ac:chgData name="Cristian Chilipirea" userId="34ab170da5908fc4" providerId="LiveId" clId="{3FC1AD1A-0CD5-4685-A3F8-1E28A16C15C9}" dt="2019-09-24T16:28:24.876" v="2584"/>
          <ac:spMkLst>
            <pc:docMk/>
            <pc:sldMk cId="3773405892" sldId="675"/>
            <ac:spMk id="2" creationId="{C77EA277-0F09-4B32-8D70-DF7DAF34BF19}"/>
          </ac:spMkLst>
        </pc:spChg>
        <pc:spChg chg="del mod">
          <ac:chgData name="Cristian Chilipirea" userId="34ab170da5908fc4" providerId="LiveId" clId="{3FC1AD1A-0CD5-4685-A3F8-1E28A16C15C9}" dt="2019-09-24T16:27:26.673" v="2573" actId="478"/>
          <ac:spMkLst>
            <pc:docMk/>
            <pc:sldMk cId="3773405892" sldId="675"/>
            <ac:spMk id="3" creationId="{339551E0-5B4F-468D-A5F2-74EA52B6C9FD}"/>
          </ac:spMkLst>
        </pc:spChg>
        <pc:spChg chg="add del mod">
          <ac:chgData name="Cristian Chilipirea" userId="34ab170da5908fc4" providerId="LiveId" clId="{3FC1AD1A-0CD5-4685-A3F8-1E28A16C15C9}" dt="2019-09-24T16:27:36.772" v="2574" actId="478"/>
          <ac:spMkLst>
            <pc:docMk/>
            <pc:sldMk cId="3773405892" sldId="675"/>
            <ac:spMk id="5" creationId="{54B2EB04-97B8-4E64-8527-8B741BCA4E52}"/>
          </ac:spMkLst>
        </pc:spChg>
        <pc:spChg chg="add mod">
          <ac:chgData name="Cristian Chilipirea" userId="34ab170da5908fc4" providerId="LiveId" clId="{3FC1AD1A-0CD5-4685-A3F8-1E28A16C15C9}" dt="2019-09-24T16:28:57.232" v="2590" actId="207"/>
          <ac:spMkLst>
            <pc:docMk/>
            <pc:sldMk cId="3773405892" sldId="675"/>
            <ac:spMk id="6" creationId="{5DAFDE3C-2EB9-472E-92BD-4E4FAF3E9091}"/>
          </ac:spMkLst>
        </pc:spChg>
      </pc:sldChg>
      <pc:sldChg chg="modSp modNotes modNotesTx">
        <pc:chgData name="Cristian Chilipirea" userId="34ab170da5908fc4" providerId="LiveId" clId="{3FC1AD1A-0CD5-4685-A3F8-1E28A16C15C9}" dt="2019-09-24T17:37:03.807" v="8776" actId="404"/>
        <pc:sldMkLst>
          <pc:docMk/>
          <pc:sldMk cId="1837309573" sldId="676"/>
        </pc:sldMkLst>
        <pc:spChg chg="mod">
          <ac:chgData name="Cristian Chilipirea" userId="34ab170da5908fc4" providerId="LiveId" clId="{3FC1AD1A-0CD5-4685-A3F8-1E28A16C15C9}" dt="2019-09-24T16:28:27.219" v="2585"/>
          <ac:spMkLst>
            <pc:docMk/>
            <pc:sldMk cId="1837309573" sldId="676"/>
            <ac:spMk id="2" creationId="{C77EA277-0F09-4B32-8D70-DF7DAF34BF19}"/>
          </ac:spMkLst>
        </pc:spChg>
        <pc:spChg chg="mod">
          <ac:chgData name="Cristian Chilipirea" userId="34ab170da5908fc4" providerId="LiveId" clId="{3FC1AD1A-0CD5-4685-A3F8-1E28A16C15C9}" dt="2019-09-24T16:29:17.712" v="2593" actId="1076"/>
          <ac:spMkLst>
            <pc:docMk/>
            <pc:sldMk cId="1837309573" sldId="676"/>
            <ac:spMk id="3" creationId="{339551E0-5B4F-468D-A5F2-74EA52B6C9FD}"/>
          </ac:spMkLst>
        </pc:spChg>
      </pc:sldChg>
      <pc:sldChg chg="modNotes modNotesTx">
        <pc:chgData name="Cristian Chilipirea" userId="34ab170da5908fc4" providerId="LiveId" clId="{3FC1AD1A-0CD5-4685-A3F8-1E28A16C15C9}" dt="2019-09-24T17:25:46.678" v="8589" actId="403"/>
        <pc:sldMkLst>
          <pc:docMk/>
          <pc:sldMk cId="1429318266" sldId="697"/>
        </pc:sldMkLst>
      </pc:sldChg>
      <pc:sldChg chg="modNotes modNotesTx">
        <pc:chgData name="Cristian Chilipirea" userId="34ab170da5908fc4" providerId="LiveId" clId="{3FC1AD1A-0CD5-4685-A3F8-1E28A16C15C9}" dt="2019-09-24T17:39:57.152" v="8802" actId="404"/>
        <pc:sldMkLst>
          <pc:docMk/>
          <pc:sldMk cId="656273675" sldId="698"/>
        </pc:sldMkLst>
      </pc:sldChg>
      <pc:sldChg chg="modSp modNotes modNotesTx">
        <pc:chgData name="Cristian Chilipirea" userId="34ab170da5908fc4" providerId="LiveId" clId="{3FC1AD1A-0CD5-4685-A3F8-1E28A16C15C9}" dt="2019-09-24T17:40:01.952" v="8803" actId="404"/>
        <pc:sldMkLst>
          <pc:docMk/>
          <pc:sldMk cId="3053016918" sldId="699"/>
        </pc:sldMkLst>
        <pc:spChg chg="mod">
          <ac:chgData name="Cristian Chilipirea" userId="34ab170da5908fc4" providerId="LiveId" clId="{3FC1AD1A-0CD5-4685-A3F8-1E28A16C15C9}" dt="2019-09-24T17:09:34.274" v="8066" actId="20577"/>
          <ac:spMkLst>
            <pc:docMk/>
            <pc:sldMk cId="3053016918" sldId="699"/>
            <ac:spMk id="3" creationId="{CDF460C6-039B-43E4-ADE4-1756021EA5EB}"/>
          </ac:spMkLst>
        </pc:spChg>
        <pc:spChg chg="mod">
          <ac:chgData name="Cristian Chilipirea" userId="34ab170da5908fc4" providerId="LiveId" clId="{3FC1AD1A-0CD5-4685-A3F8-1E28A16C15C9}" dt="2019-09-24T17:09:53.836" v="8076" actId="20577"/>
          <ac:spMkLst>
            <pc:docMk/>
            <pc:sldMk cId="3053016918" sldId="699"/>
            <ac:spMk id="6" creationId="{FFBD14EC-D791-488A-8EB7-EEDFC2A13D5F}"/>
          </ac:spMkLst>
        </pc:spChg>
        <pc:cxnChg chg="mod">
          <ac:chgData name="Cristian Chilipirea" userId="34ab170da5908fc4" providerId="LiveId" clId="{3FC1AD1A-0CD5-4685-A3F8-1E28A16C15C9}" dt="2019-09-24T17:10:50.540" v="8189" actId="692"/>
          <ac:cxnSpMkLst>
            <pc:docMk/>
            <pc:sldMk cId="3053016918" sldId="699"/>
            <ac:cxnSpMk id="7" creationId="{C49D712F-36CB-4EBD-BC32-73083F7A1E6A}"/>
          </ac:cxnSpMkLst>
        </pc:cxnChg>
        <pc:cxnChg chg="mod">
          <ac:chgData name="Cristian Chilipirea" userId="34ab170da5908fc4" providerId="LiveId" clId="{3FC1AD1A-0CD5-4685-A3F8-1E28A16C15C9}" dt="2019-09-24T17:10:50.540" v="8189" actId="692"/>
          <ac:cxnSpMkLst>
            <pc:docMk/>
            <pc:sldMk cId="3053016918" sldId="699"/>
            <ac:cxnSpMk id="9" creationId="{0CECAE2B-B1C7-4CD3-A733-7EE3399B3E77}"/>
          </ac:cxnSpMkLst>
        </pc:cxnChg>
        <pc:cxnChg chg="mod">
          <ac:chgData name="Cristian Chilipirea" userId="34ab170da5908fc4" providerId="LiveId" clId="{3FC1AD1A-0CD5-4685-A3F8-1E28A16C15C9}" dt="2019-09-24T17:10:50.540" v="8189" actId="692"/>
          <ac:cxnSpMkLst>
            <pc:docMk/>
            <pc:sldMk cId="3053016918" sldId="699"/>
            <ac:cxnSpMk id="10" creationId="{407BFCDF-CF91-49AD-A2C0-D066CE06FEB5}"/>
          </ac:cxnSpMkLst>
        </pc:cxnChg>
        <pc:cxnChg chg="mod">
          <ac:chgData name="Cristian Chilipirea" userId="34ab170da5908fc4" providerId="LiveId" clId="{3FC1AD1A-0CD5-4685-A3F8-1E28A16C15C9}" dt="2019-09-24T17:10:50.540" v="8189" actId="692"/>
          <ac:cxnSpMkLst>
            <pc:docMk/>
            <pc:sldMk cId="3053016918" sldId="699"/>
            <ac:cxnSpMk id="11" creationId="{B3E65BA6-8E51-4843-9A0F-93C2BD344EAE}"/>
          </ac:cxnSpMkLst>
        </pc:cxnChg>
      </pc:sldChg>
      <pc:sldChg chg="modSp">
        <pc:chgData name="Cristian Chilipirea" userId="34ab170da5908fc4" providerId="LiveId" clId="{3FC1AD1A-0CD5-4685-A3F8-1E28A16C15C9}" dt="2019-09-24T17:11:01.394" v="8190" actId="692"/>
        <pc:sldMkLst>
          <pc:docMk/>
          <pc:sldMk cId="4067465942" sldId="700"/>
        </pc:sldMkLst>
        <pc:spChg chg="mod">
          <ac:chgData name="Cristian Chilipirea" userId="34ab170da5908fc4" providerId="LiveId" clId="{3FC1AD1A-0CD5-4685-A3F8-1E28A16C15C9}" dt="2019-09-24T17:10:28.571" v="8188"/>
          <ac:spMkLst>
            <pc:docMk/>
            <pc:sldMk cId="4067465942" sldId="700"/>
            <ac:spMk id="3" creationId="{CDF460C6-039B-43E4-ADE4-1756021EA5EB}"/>
          </ac:spMkLst>
        </pc:spChg>
        <pc:cxnChg chg="mod">
          <ac:chgData name="Cristian Chilipirea" userId="34ab170da5908fc4" providerId="LiveId" clId="{3FC1AD1A-0CD5-4685-A3F8-1E28A16C15C9}" dt="2019-09-24T17:11:01.394" v="8190" actId="692"/>
          <ac:cxnSpMkLst>
            <pc:docMk/>
            <pc:sldMk cId="4067465942" sldId="700"/>
            <ac:cxnSpMk id="12" creationId="{798FB1BC-B407-49E8-8CC1-4C0B13E5490D}"/>
          </ac:cxnSpMkLst>
        </pc:cxnChg>
        <pc:cxnChg chg="mod">
          <ac:chgData name="Cristian Chilipirea" userId="34ab170da5908fc4" providerId="LiveId" clId="{3FC1AD1A-0CD5-4685-A3F8-1E28A16C15C9}" dt="2019-09-24T17:11:01.394" v="8190" actId="692"/>
          <ac:cxnSpMkLst>
            <pc:docMk/>
            <pc:sldMk cId="4067465942" sldId="700"/>
            <ac:cxnSpMk id="13" creationId="{2659945C-D509-4DD9-8106-2FCC0FA821D9}"/>
          </ac:cxnSpMkLst>
        </pc:cxnChg>
      </pc:sldChg>
      <pc:sldChg chg="modSp">
        <pc:chgData name="Cristian Chilipirea" userId="34ab170da5908fc4" providerId="LiveId" clId="{3FC1AD1A-0CD5-4685-A3F8-1E28A16C15C9}" dt="2019-09-24T16:37:25.369" v="3959" actId="20577"/>
        <pc:sldMkLst>
          <pc:docMk/>
          <pc:sldMk cId="2042151825" sldId="702"/>
        </pc:sldMkLst>
        <pc:spChg chg="mod">
          <ac:chgData name="Cristian Chilipirea" userId="34ab170da5908fc4" providerId="LiveId" clId="{3FC1AD1A-0CD5-4685-A3F8-1E28A16C15C9}" dt="2019-09-24T16:37:25.369" v="3959" actId="20577"/>
          <ac:spMkLst>
            <pc:docMk/>
            <pc:sldMk cId="2042151825" sldId="702"/>
            <ac:spMk id="2" creationId="{602CF468-4162-4F1C-899C-F51AB0C45CF3}"/>
          </ac:spMkLst>
        </pc:spChg>
      </pc:sldChg>
      <pc:sldChg chg="modSp">
        <pc:chgData name="Cristian Chilipirea" userId="34ab170da5908fc4" providerId="LiveId" clId="{3FC1AD1A-0CD5-4685-A3F8-1E28A16C15C9}" dt="2019-09-24T16:45:01.057" v="4589" actId="20577"/>
        <pc:sldMkLst>
          <pc:docMk/>
          <pc:sldMk cId="1836877158" sldId="703"/>
        </pc:sldMkLst>
        <pc:spChg chg="mod">
          <ac:chgData name="Cristian Chilipirea" userId="34ab170da5908fc4" providerId="LiveId" clId="{3FC1AD1A-0CD5-4685-A3F8-1E28A16C15C9}" dt="2019-09-24T16:45:01.057" v="4589" actId="20577"/>
          <ac:spMkLst>
            <pc:docMk/>
            <pc:sldMk cId="1836877158" sldId="703"/>
            <ac:spMk id="2" creationId="{24502244-D4E3-4B53-92A5-1D8E0E325BEA}"/>
          </ac:spMkLst>
        </pc:spChg>
      </pc:sldChg>
      <pc:sldChg chg="modSp modNotes modNotesTx">
        <pc:chgData name="Cristian Chilipirea" userId="34ab170da5908fc4" providerId="LiveId" clId="{3FC1AD1A-0CD5-4685-A3F8-1E28A16C15C9}" dt="2019-09-24T17:39:06.591" v="8798" actId="404"/>
        <pc:sldMkLst>
          <pc:docMk/>
          <pc:sldMk cId="3594135705" sldId="705"/>
        </pc:sldMkLst>
        <pc:spChg chg="mod">
          <ac:chgData name="Cristian Chilipirea" userId="34ab170da5908fc4" providerId="LiveId" clId="{3FC1AD1A-0CD5-4685-A3F8-1E28A16C15C9}" dt="2019-09-24T16:46:16.926" v="4608" actId="20577"/>
          <ac:spMkLst>
            <pc:docMk/>
            <pc:sldMk cId="3594135705" sldId="705"/>
            <ac:spMk id="82" creationId="{BB5A04D1-A5F3-4810-B8F0-97FE71D28633}"/>
          </ac:spMkLst>
        </pc:spChg>
        <pc:spChg chg="mod">
          <ac:chgData name="Cristian Chilipirea" userId="34ab170da5908fc4" providerId="LiveId" clId="{3FC1AD1A-0CD5-4685-A3F8-1E28A16C15C9}" dt="2019-09-24T16:46:27.721" v="4614" actId="20577"/>
          <ac:spMkLst>
            <pc:docMk/>
            <pc:sldMk cId="3594135705" sldId="705"/>
            <ac:spMk id="83" creationId="{752D0931-25E0-4127-82B1-C258751CCB4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59106" name="Rectangle 2">
            <a:extLst>
              <a:ext uri="{FF2B5EF4-FFF2-40B4-BE49-F238E27FC236}">
                <a16:creationId xmlns:a16="http://schemas.microsoft.com/office/drawing/2014/main" id="{C3F2AC8C-8735-EF44-A5B2-5ECDE2E9664D}"/>
              </a:ext>
            </a:extLst>
          </p:cNvPr>
          <p:cNvSpPr>
            <a:spLocks noGrp="1" noChangeArrowheads="1"/>
          </p:cNvSpPr>
          <p:nvPr>
            <p:ph type="hdr" sz="quarter"/>
          </p:nvPr>
        </p:nvSpPr>
        <p:spPr bwMode="auto">
          <a:xfrm>
            <a:off x="0" y="0"/>
            <a:ext cx="2878138" cy="522288"/>
          </a:xfrm>
          <a:prstGeom prst="rect">
            <a:avLst/>
          </a:prstGeom>
          <a:noFill/>
          <a:ln>
            <a:noFill/>
          </a:ln>
          <a:effectLst/>
          <a:extLst>
            <a:ext uri="{909E8E84-426E-40dd-AFC4-6F175D3DCCD1}"/>
            <a:ext uri="{91240B29-F687-4f45-9708-019B960494DF}"/>
            <a:ext uri="{AF507438-7753-43e0-B8FC-AC1667EBCBE1}"/>
          </a:extLst>
        </p:spPr>
        <p:txBody>
          <a:bodyPr vert="horz" wrap="square" lIns="89101" tIns="44550" rIns="89101" bIns="44550" numCol="1" anchor="t" anchorCtr="0" compatLnSpc="1">
            <a:prstTxWarp prst="textNoShape">
              <a:avLst/>
            </a:prstTxWarp>
          </a:bodyPr>
          <a:lstStyle>
            <a:lvl1pPr defTabSz="889000" eaLnBrk="1" hangingPunct="1">
              <a:defRPr sz="1200">
                <a:latin typeface="Arial" charset="0"/>
                <a:ea typeface="+mn-ea"/>
                <a:cs typeface="+mn-cs"/>
              </a:defRPr>
            </a:lvl1pPr>
          </a:lstStyle>
          <a:p>
            <a:pPr>
              <a:defRPr/>
            </a:pPr>
            <a:endParaRPr lang="en-GB"/>
          </a:p>
        </p:txBody>
      </p:sp>
      <p:sp>
        <p:nvSpPr>
          <p:cNvPr id="559107" name="Rectangle 3">
            <a:extLst>
              <a:ext uri="{FF2B5EF4-FFF2-40B4-BE49-F238E27FC236}">
                <a16:creationId xmlns:a16="http://schemas.microsoft.com/office/drawing/2014/main" id="{6A912965-B82C-E24D-9C3B-D0AF241523AC}"/>
              </a:ext>
            </a:extLst>
          </p:cNvPr>
          <p:cNvSpPr>
            <a:spLocks noGrp="1" noChangeArrowheads="1"/>
          </p:cNvSpPr>
          <p:nvPr>
            <p:ph type="dt" sz="quarter" idx="1"/>
          </p:nvPr>
        </p:nvSpPr>
        <p:spPr bwMode="auto">
          <a:xfrm>
            <a:off x="3762376" y="0"/>
            <a:ext cx="2952750" cy="522288"/>
          </a:xfrm>
          <a:prstGeom prst="rect">
            <a:avLst/>
          </a:prstGeom>
          <a:noFill/>
          <a:ln>
            <a:noFill/>
          </a:ln>
          <a:effectLst/>
          <a:extLst>
            <a:ext uri="{909E8E84-426E-40dd-AFC4-6F175D3DCCD1}"/>
            <a:ext uri="{91240B29-F687-4f45-9708-019B960494DF}"/>
            <a:ext uri="{AF507438-7753-43e0-B8FC-AC1667EBCBE1}"/>
          </a:extLst>
        </p:spPr>
        <p:txBody>
          <a:bodyPr vert="horz" wrap="square" lIns="89101" tIns="44550" rIns="89101" bIns="44550" numCol="1" anchor="t" anchorCtr="0" compatLnSpc="1">
            <a:prstTxWarp prst="textNoShape">
              <a:avLst/>
            </a:prstTxWarp>
          </a:bodyPr>
          <a:lstStyle>
            <a:lvl1pPr algn="r" defTabSz="889000" eaLnBrk="1" hangingPunct="1">
              <a:defRPr sz="1200">
                <a:latin typeface="Arial" charset="0"/>
                <a:ea typeface="+mn-ea"/>
                <a:cs typeface="+mn-cs"/>
              </a:defRPr>
            </a:lvl1pPr>
          </a:lstStyle>
          <a:p>
            <a:pPr>
              <a:defRPr/>
            </a:pPr>
            <a:endParaRPr lang="en-GB"/>
          </a:p>
        </p:txBody>
      </p:sp>
      <p:sp>
        <p:nvSpPr>
          <p:cNvPr id="559108" name="Rectangle 4">
            <a:extLst>
              <a:ext uri="{FF2B5EF4-FFF2-40B4-BE49-F238E27FC236}">
                <a16:creationId xmlns:a16="http://schemas.microsoft.com/office/drawing/2014/main" id="{3853EBF1-6178-4444-A8C6-3069AD37CE52}"/>
              </a:ext>
            </a:extLst>
          </p:cNvPr>
          <p:cNvSpPr>
            <a:spLocks noGrp="1" noChangeArrowheads="1"/>
          </p:cNvSpPr>
          <p:nvPr>
            <p:ph type="ftr" sz="quarter" idx="2"/>
          </p:nvPr>
        </p:nvSpPr>
        <p:spPr bwMode="auto">
          <a:xfrm>
            <a:off x="0" y="9323388"/>
            <a:ext cx="2878138" cy="522288"/>
          </a:xfrm>
          <a:prstGeom prst="rect">
            <a:avLst/>
          </a:prstGeom>
          <a:noFill/>
          <a:ln>
            <a:noFill/>
          </a:ln>
          <a:effectLst/>
          <a:extLst>
            <a:ext uri="{909E8E84-426E-40dd-AFC4-6F175D3DCCD1}"/>
            <a:ext uri="{91240B29-F687-4f45-9708-019B960494DF}"/>
            <a:ext uri="{AF507438-7753-43e0-B8FC-AC1667EBCBE1}"/>
          </a:extLst>
        </p:spPr>
        <p:txBody>
          <a:bodyPr vert="horz" wrap="square" lIns="89101" tIns="44550" rIns="89101" bIns="44550" numCol="1" anchor="b" anchorCtr="0" compatLnSpc="1">
            <a:prstTxWarp prst="textNoShape">
              <a:avLst/>
            </a:prstTxWarp>
          </a:bodyPr>
          <a:lstStyle>
            <a:lvl1pPr defTabSz="889000" eaLnBrk="1" hangingPunct="1">
              <a:defRPr sz="1200">
                <a:latin typeface="Arial" charset="0"/>
                <a:ea typeface="+mn-ea"/>
                <a:cs typeface="+mn-cs"/>
              </a:defRPr>
            </a:lvl1pPr>
          </a:lstStyle>
          <a:p>
            <a:pPr>
              <a:defRPr/>
            </a:pPr>
            <a:endParaRPr lang="en-GB"/>
          </a:p>
        </p:txBody>
      </p:sp>
      <p:sp>
        <p:nvSpPr>
          <p:cNvPr id="559109" name="Rectangle 5">
            <a:extLst>
              <a:ext uri="{FF2B5EF4-FFF2-40B4-BE49-F238E27FC236}">
                <a16:creationId xmlns:a16="http://schemas.microsoft.com/office/drawing/2014/main" id="{78E04CD7-A96F-D446-B767-FC53C6EDBD5E}"/>
              </a:ext>
            </a:extLst>
          </p:cNvPr>
          <p:cNvSpPr>
            <a:spLocks noGrp="1" noChangeArrowheads="1"/>
          </p:cNvSpPr>
          <p:nvPr>
            <p:ph type="sldNum" sz="quarter" idx="3"/>
          </p:nvPr>
        </p:nvSpPr>
        <p:spPr bwMode="auto">
          <a:xfrm>
            <a:off x="3762376" y="9323388"/>
            <a:ext cx="2952750" cy="522288"/>
          </a:xfrm>
          <a:prstGeom prst="rect">
            <a:avLst/>
          </a:prstGeom>
          <a:noFill/>
          <a:ln>
            <a:noFill/>
          </a:ln>
          <a:effectLst/>
          <a:extLst>
            <a:ext uri="{909E8E84-426E-40dd-AFC4-6F175D3DCCD1}"/>
            <a:ext uri="{91240B29-F687-4f45-9708-019B960494DF}"/>
            <a:ext uri="{AF507438-7753-43e0-B8FC-AC1667EBCBE1}"/>
          </a:extLst>
        </p:spPr>
        <p:txBody>
          <a:bodyPr vert="horz" wrap="square" lIns="89101" tIns="44550" rIns="89101" bIns="44550" numCol="1" anchor="b" anchorCtr="0" compatLnSpc="1">
            <a:prstTxWarp prst="textNoShape">
              <a:avLst/>
            </a:prstTxWarp>
          </a:bodyPr>
          <a:lstStyle>
            <a:lvl1pPr algn="r" defTabSz="889000" eaLnBrk="1" hangingPunct="1">
              <a:defRPr sz="1200">
                <a:latin typeface="Arial" charset="0"/>
                <a:ea typeface="ＭＳ Ｐゴシック" charset="-128"/>
              </a:defRPr>
            </a:lvl1pPr>
          </a:lstStyle>
          <a:p>
            <a:pPr>
              <a:defRPr/>
            </a:pPr>
            <a:fld id="{FAF4125F-9075-4FF1-89D1-08E1A766A3DA}" type="slidenum">
              <a:rPr lang="en-GB" altLang="en-US"/>
              <a:pPr>
                <a:defRPr/>
              </a:pPr>
              <a:t>‹#›</a:t>
            </a:fld>
            <a:endParaRPr lang="en-GB"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1DAFC31A-959A-894B-85AF-D4BC778BD3FA}"/>
              </a:ext>
            </a:extLst>
          </p:cNvPr>
          <p:cNvSpPr>
            <a:spLocks noGrp="1" noChangeArrowheads="1"/>
          </p:cNvSpPr>
          <p:nvPr>
            <p:ph type="hdr" sz="quarter"/>
          </p:nvPr>
        </p:nvSpPr>
        <p:spPr bwMode="auto">
          <a:xfrm>
            <a:off x="0" y="1"/>
            <a:ext cx="2901950" cy="492125"/>
          </a:xfrm>
          <a:prstGeom prst="rect">
            <a:avLst/>
          </a:prstGeom>
          <a:noFill/>
          <a:ln>
            <a:noFill/>
          </a:ln>
          <a:effectLst/>
          <a:extLst>
            <a:ext uri="{909E8E84-426E-40dd-AFC4-6F175D3DCCD1}"/>
            <a:ext uri="{91240B29-F687-4f45-9708-019B960494DF}"/>
            <a:ext uri="{AF507438-7753-43e0-B8FC-AC1667EBCBE1}"/>
          </a:extLst>
        </p:spPr>
        <p:txBody>
          <a:bodyPr vert="horz" wrap="square" lIns="94475" tIns="47239" rIns="94475" bIns="47239" numCol="1" anchor="t" anchorCtr="0" compatLnSpc="1">
            <a:prstTxWarp prst="textNoShape">
              <a:avLst/>
            </a:prstTxWarp>
          </a:bodyPr>
          <a:lstStyle>
            <a:lvl1pPr defTabSz="942975" eaLnBrk="1" hangingPunct="1">
              <a:defRPr sz="1300">
                <a:latin typeface="Arial" charset="0"/>
                <a:ea typeface="+mn-ea"/>
                <a:cs typeface="+mn-cs"/>
              </a:defRPr>
            </a:lvl1pPr>
          </a:lstStyle>
          <a:p>
            <a:pPr>
              <a:defRPr/>
            </a:pPr>
            <a:endParaRPr lang="en-GB"/>
          </a:p>
        </p:txBody>
      </p:sp>
      <p:sp>
        <p:nvSpPr>
          <p:cNvPr id="6147" name="Rectangle 3">
            <a:extLst>
              <a:ext uri="{FF2B5EF4-FFF2-40B4-BE49-F238E27FC236}">
                <a16:creationId xmlns:a16="http://schemas.microsoft.com/office/drawing/2014/main" id="{31D9279F-09F5-644B-B29E-2565EE893C6A}"/>
              </a:ext>
            </a:extLst>
          </p:cNvPr>
          <p:cNvSpPr>
            <a:spLocks noGrp="1" noChangeArrowheads="1"/>
          </p:cNvSpPr>
          <p:nvPr>
            <p:ph type="dt" idx="1"/>
          </p:nvPr>
        </p:nvSpPr>
        <p:spPr bwMode="auto">
          <a:xfrm>
            <a:off x="3797300" y="1"/>
            <a:ext cx="2901950" cy="492125"/>
          </a:xfrm>
          <a:prstGeom prst="rect">
            <a:avLst/>
          </a:prstGeom>
          <a:noFill/>
          <a:ln>
            <a:noFill/>
          </a:ln>
          <a:effectLst/>
          <a:extLst>
            <a:ext uri="{909E8E84-426E-40dd-AFC4-6F175D3DCCD1}"/>
            <a:ext uri="{91240B29-F687-4f45-9708-019B960494DF}"/>
            <a:ext uri="{AF507438-7753-43e0-B8FC-AC1667EBCBE1}"/>
          </a:extLst>
        </p:spPr>
        <p:txBody>
          <a:bodyPr vert="horz" wrap="square" lIns="94475" tIns="47239" rIns="94475" bIns="47239" numCol="1" anchor="t" anchorCtr="0" compatLnSpc="1">
            <a:prstTxWarp prst="textNoShape">
              <a:avLst/>
            </a:prstTxWarp>
          </a:bodyPr>
          <a:lstStyle>
            <a:lvl1pPr algn="r" defTabSz="942975" eaLnBrk="1" hangingPunct="1">
              <a:defRPr sz="1300">
                <a:latin typeface="Arial" charset="0"/>
                <a:ea typeface="+mn-ea"/>
                <a:cs typeface="+mn-cs"/>
              </a:defRPr>
            </a:lvl1pPr>
          </a:lstStyle>
          <a:p>
            <a:pPr>
              <a:defRPr/>
            </a:pPr>
            <a:endParaRPr lang="en-GB"/>
          </a:p>
        </p:txBody>
      </p:sp>
      <p:sp>
        <p:nvSpPr>
          <p:cNvPr id="13316" name="Rectangle 4">
            <a:extLst>
              <a:ext uri="{FF2B5EF4-FFF2-40B4-BE49-F238E27FC236}">
                <a16:creationId xmlns:a16="http://schemas.microsoft.com/office/drawing/2014/main" id="{0997C238-63AA-4742-8A35-398804C4E86E}"/>
              </a:ext>
            </a:extLst>
          </p:cNvPr>
          <p:cNvSpPr>
            <a:spLocks noGrp="1" noRot="1" noChangeAspect="1" noChangeArrowheads="1" noTextEdit="1"/>
          </p:cNvSpPr>
          <p:nvPr>
            <p:ph type="sldImg" idx="2"/>
          </p:nvPr>
        </p:nvSpPr>
        <p:spPr bwMode="auto">
          <a:xfrm>
            <a:off x="890588" y="738188"/>
            <a:ext cx="4919662" cy="369093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047204AC-23DA-4D49-9A6C-58E527EBD388}"/>
              </a:ext>
            </a:extLst>
          </p:cNvPr>
          <p:cNvSpPr>
            <a:spLocks noGrp="1" noChangeArrowheads="1"/>
          </p:cNvSpPr>
          <p:nvPr>
            <p:ph type="body" sz="quarter" idx="3"/>
          </p:nvPr>
        </p:nvSpPr>
        <p:spPr bwMode="auto">
          <a:xfrm>
            <a:off x="893764" y="4672013"/>
            <a:ext cx="4911725" cy="4425950"/>
          </a:xfrm>
          <a:prstGeom prst="rect">
            <a:avLst/>
          </a:prstGeom>
          <a:noFill/>
          <a:ln>
            <a:noFill/>
          </a:ln>
          <a:effectLst/>
          <a:extLst>
            <a:ext uri="{909E8E84-426E-40dd-AFC4-6F175D3DCCD1}"/>
            <a:ext uri="{91240B29-F687-4f45-9708-019B960494DF}"/>
            <a:ext uri="{AF507438-7753-43e0-B8FC-AC1667EBCBE1}"/>
          </a:extLst>
        </p:spPr>
        <p:txBody>
          <a:bodyPr vert="horz" wrap="square" lIns="94475" tIns="47239" rIns="94475" bIns="47239" numCol="1" anchor="t" anchorCtr="0" compatLnSpc="1">
            <a:prstTxWarp prst="textNoShape">
              <a:avLst/>
            </a:prstTxWarp>
          </a:bodyPr>
          <a:lstStyle/>
          <a:p>
            <a:pPr lvl="0"/>
            <a:r>
              <a:rPr lang="en-GB" altLang="en-US" noProof="0"/>
              <a:t>Klicken Sie, um die Formate des Vorlagentextes zu bearbeiten</a:t>
            </a:r>
          </a:p>
          <a:p>
            <a:pPr lvl="1"/>
            <a:r>
              <a:rPr lang="en-GB" altLang="en-US" noProof="0"/>
              <a:t>Zweite Ebene</a:t>
            </a:r>
          </a:p>
          <a:p>
            <a:pPr lvl="2"/>
            <a:r>
              <a:rPr lang="en-GB" altLang="en-US" noProof="0"/>
              <a:t>Dritte Ebene</a:t>
            </a:r>
          </a:p>
          <a:p>
            <a:pPr lvl="3"/>
            <a:r>
              <a:rPr lang="en-GB" altLang="en-US" noProof="0"/>
              <a:t>Vierte Ebene</a:t>
            </a:r>
          </a:p>
          <a:p>
            <a:pPr lvl="4"/>
            <a:r>
              <a:rPr lang="en-GB" altLang="en-US" noProof="0"/>
              <a:t>Fünfte Ebene</a:t>
            </a:r>
          </a:p>
        </p:txBody>
      </p:sp>
      <p:sp>
        <p:nvSpPr>
          <p:cNvPr id="6150" name="Rectangle 6">
            <a:extLst>
              <a:ext uri="{FF2B5EF4-FFF2-40B4-BE49-F238E27FC236}">
                <a16:creationId xmlns:a16="http://schemas.microsoft.com/office/drawing/2014/main" id="{E528FC1C-BEF6-2441-B20C-C8BA7028C761}"/>
              </a:ext>
            </a:extLst>
          </p:cNvPr>
          <p:cNvSpPr>
            <a:spLocks noGrp="1" noChangeArrowheads="1"/>
          </p:cNvSpPr>
          <p:nvPr>
            <p:ph type="ftr" sz="quarter" idx="4"/>
          </p:nvPr>
        </p:nvSpPr>
        <p:spPr bwMode="auto">
          <a:xfrm>
            <a:off x="0" y="9345614"/>
            <a:ext cx="2901950" cy="490537"/>
          </a:xfrm>
          <a:prstGeom prst="rect">
            <a:avLst/>
          </a:prstGeom>
          <a:noFill/>
          <a:ln>
            <a:noFill/>
          </a:ln>
          <a:effectLst/>
          <a:extLst>
            <a:ext uri="{909E8E84-426E-40dd-AFC4-6F175D3DCCD1}"/>
            <a:ext uri="{91240B29-F687-4f45-9708-019B960494DF}"/>
            <a:ext uri="{AF507438-7753-43e0-B8FC-AC1667EBCBE1}"/>
          </a:extLst>
        </p:spPr>
        <p:txBody>
          <a:bodyPr vert="horz" wrap="square" lIns="94475" tIns="47239" rIns="94475" bIns="47239" numCol="1" anchor="b" anchorCtr="0" compatLnSpc="1">
            <a:prstTxWarp prst="textNoShape">
              <a:avLst/>
            </a:prstTxWarp>
          </a:bodyPr>
          <a:lstStyle>
            <a:lvl1pPr defTabSz="942975" eaLnBrk="1" hangingPunct="1">
              <a:defRPr sz="1300">
                <a:latin typeface="Arial" charset="0"/>
                <a:ea typeface="+mn-ea"/>
                <a:cs typeface="+mn-cs"/>
              </a:defRPr>
            </a:lvl1pPr>
          </a:lstStyle>
          <a:p>
            <a:pPr>
              <a:defRPr/>
            </a:pPr>
            <a:endParaRPr lang="en-GB"/>
          </a:p>
        </p:txBody>
      </p:sp>
      <p:sp>
        <p:nvSpPr>
          <p:cNvPr id="6151" name="Rectangle 7">
            <a:extLst>
              <a:ext uri="{FF2B5EF4-FFF2-40B4-BE49-F238E27FC236}">
                <a16:creationId xmlns:a16="http://schemas.microsoft.com/office/drawing/2014/main" id="{35047CC7-2422-B34B-A33F-2BB7B819A712}"/>
              </a:ext>
            </a:extLst>
          </p:cNvPr>
          <p:cNvSpPr>
            <a:spLocks noGrp="1" noChangeArrowheads="1"/>
          </p:cNvSpPr>
          <p:nvPr>
            <p:ph type="sldNum" sz="quarter" idx="5"/>
          </p:nvPr>
        </p:nvSpPr>
        <p:spPr bwMode="auto">
          <a:xfrm>
            <a:off x="3797300" y="9345614"/>
            <a:ext cx="2901950" cy="490537"/>
          </a:xfrm>
          <a:prstGeom prst="rect">
            <a:avLst/>
          </a:prstGeom>
          <a:noFill/>
          <a:ln>
            <a:noFill/>
          </a:ln>
          <a:effectLst/>
          <a:extLst>
            <a:ext uri="{909E8E84-426E-40dd-AFC4-6F175D3DCCD1}"/>
            <a:ext uri="{91240B29-F687-4f45-9708-019B960494DF}"/>
            <a:ext uri="{AF507438-7753-43e0-B8FC-AC1667EBCBE1}"/>
          </a:extLst>
        </p:spPr>
        <p:txBody>
          <a:bodyPr vert="horz" wrap="square" lIns="94475" tIns="47239" rIns="94475" bIns="47239" numCol="1" anchor="b" anchorCtr="0" compatLnSpc="1">
            <a:prstTxWarp prst="textNoShape">
              <a:avLst/>
            </a:prstTxWarp>
          </a:bodyPr>
          <a:lstStyle>
            <a:lvl1pPr algn="r" defTabSz="942975" eaLnBrk="1" hangingPunct="1">
              <a:defRPr sz="1300">
                <a:latin typeface="Arial" charset="0"/>
                <a:ea typeface="ＭＳ Ｐゴシック" charset="-128"/>
              </a:defRPr>
            </a:lvl1pPr>
          </a:lstStyle>
          <a:p>
            <a:pPr>
              <a:defRPr/>
            </a:pPr>
            <a:fld id="{AB25B644-9825-4291-AFB4-44863C374B2B}"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en.wikipedia.org/wiki/Uncertainty" TargetMode="External"/><Relationship Id="rId2" Type="http://schemas.openxmlformats.org/officeDocument/2006/relationships/slide" Target="../slides/slide13.xml"/><Relationship Id="rId1" Type="http://schemas.openxmlformats.org/officeDocument/2006/relationships/notesMaster" Target="../notesMasters/notesMaster1.xml"/><Relationship Id="rId4" Type="http://schemas.openxmlformats.org/officeDocument/2006/relationships/hyperlink" Target="https://en.wikipedia.org/wiki/Communication" TargetMode="Externa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en.wikipedia.org/wiki/Rule_of_thumb" TargetMode="External"/><Relationship Id="rId2" Type="http://schemas.openxmlformats.org/officeDocument/2006/relationships/slide" Target="../slides/slide22.xml"/><Relationship Id="rId1" Type="http://schemas.openxmlformats.org/officeDocument/2006/relationships/notesMaster" Target="../notesMasters/notesMaster1.xml"/><Relationship Id="rId6" Type="http://schemas.openxmlformats.org/officeDocument/2006/relationships/hyperlink" Target="https://en.wikipedia.org/wiki/Simple_moving_average" TargetMode="External"/><Relationship Id="rId5" Type="http://schemas.openxmlformats.org/officeDocument/2006/relationships/hyperlink" Target="https://en.wikipedia.org/wiki/Window_function" TargetMode="External"/><Relationship Id="rId4" Type="http://schemas.openxmlformats.org/officeDocument/2006/relationships/hyperlink" Target="https://en.wikipedia.org/wiki/Time_series" TargetMode="Externa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1026">
            <a:extLst>
              <a:ext uri="{FF2B5EF4-FFF2-40B4-BE49-F238E27FC236}">
                <a16:creationId xmlns:a16="http://schemas.microsoft.com/office/drawing/2014/main" id="{C53935B0-DBB4-0144-ABBD-096EE49CD5C4}"/>
              </a:ext>
            </a:extLst>
          </p:cNvPr>
          <p:cNvSpPr>
            <a:spLocks noGrp="1" noChangeArrowheads="1"/>
          </p:cNvSpPr>
          <p:nvPr>
            <p:ph type="body" idx="1"/>
          </p:nvPr>
        </p:nvSpPr>
        <p:spPr>
          <a:xfrm>
            <a:off x="242889" y="5253038"/>
            <a:ext cx="6283325" cy="4051300"/>
          </a:xfrm>
          <a:extLst>
            <a:ext uri="{FAA26D3D-D897-4be2-8F04-BA451C77F1D7}"/>
            <a:ext uri="{AF507438-7753-43e0-B8FC-AC1667EBCBE1}"/>
          </a:extLst>
        </p:spPr>
        <p:txBody>
          <a:bodyPr lIns="89384" tIns="44694" rIns="89384" bIns="44694"/>
          <a:lstStyle/>
          <a:p>
            <a:pPr eaLnBrk="1" hangingPunct="1">
              <a:defRPr/>
            </a:pPr>
            <a:endParaRPr lang="en-GB" dirty="0">
              <a:cs typeface="+mn-cs"/>
            </a:endParaRPr>
          </a:p>
        </p:txBody>
      </p:sp>
      <p:sp>
        <p:nvSpPr>
          <p:cNvPr id="16387" name="Rectangle 1027">
            <a:extLst>
              <a:ext uri="{FF2B5EF4-FFF2-40B4-BE49-F238E27FC236}">
                <a16:creationId xmlns:a16="http://schemas.microsoft.com/office/drawing/2014/main" id="{B914E21E-0120-4DDA-A9B8-CA746B38F143}"/>
              </a:ext>
            </a:extLst>
          </p:cNvPr>
          <p:cNvSpPr>
            <a:spLocks noGrp="1" noRot="1" noChangeAspect="1" noChangeArrowheads="1" noTextEdit="1"/>
          </p:cNvSpPr>
          <p:nvPr>
            <p:ph type="sldImg"/>
          </p:nvPr>
        </p:nvSpPr>
        <p:spPr>
          <a:xfrm>
            <a:off x="1588" y="0"/>
            <a:ext cx="6696075" cy="5022850"/>
          </a:xfr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a:t>
            </a:r>
            <a:r>
              <a:rPr lang="en-RO" dirty="0"/>
              <a:t>efect </a:t>
            </a:r>
            <a:r>
              <a:rPr lang="en-RO" dirty="0">
                <a:sym typeface="Wingdings" pitchFamily="2" charset="2"/>
              </a:rPr>
              <a:t> eroare  greseala de functionare</a:t>
            </a:r>
            <a:endParaRPr lang="en-RO" dirty="0"/>
          </a:p>
        </p:txBody>
      </p:sp>
    </p:spTree>
    <p:extLst>
      <p:ext uri="{BB962C8B-B14F-4D97-AF65-F5344CB8AC3E}">
        <p14:creationId xmlns:p14="http://schemas.microsoft.com/office/powerpoint/2010/main" val="7455782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a:t>
            </a:r>
            <a:r>
              <a:rPr lang="en-RO" dirty="0"/>
              <a:t>rash = cadere</a:t>
            </a:r>
          </a:p>
        </p:txBody>
      </p:sp>
    </p:spTree>
    <p:extLst>
      <p:ext uri="{BB962C8B-B14F-4D97-AF65-F5344CB8AC3E}">
        <p14:creationId xmlns:p14="http://schemas.microsoft.com/office/powerpoint/2010/main" val="22523313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5">
            <a:extLst>
              <a:ext uri="{FF2B5EF4-FFF2-40B4-BE49-F238E27FC236}">
                <a16:creationId xmlns:a16="http://schemas.microsoft.com/office/drawing/2014/main" id="{AC44941E-792A-904D-B4BC-4D564F7A2F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a:defRPr sz="2400">
                <a:solidFill>
                  <a:schemeClr val="tx1"/>
                </a:solidFill>
                <a:latin typeface="Arial" panose="020B0604020202020204" pitchFamily="34" charset="0"/>
              </a:defRPr>
            </a:lvl1pPr>
            <a:lvl2pPr marL="742950" indent="-285750" defTabSz="762000">
              <a:defRPr sz="2400">
                <a:solidFill>
                  <a:schemeClr val="tx1"/>
                </a:solidFill>
                <a:latin typeface="Arial" panose="020B0604020202020204" pitchFamily="34" charset="0"/>
              </a:defRPr>
            </a:lvl2pPr>
            <a:lvl3pPr marL="1143000" indent="-228600" defTabSz="762000">
              <a:defRPr sz="2400">
                <a:solidFill>
                  <a:schemeClr val="tx1"/>
                </a:solidFill>
                <a:latin typeface="Arial" panose="020B0604020202020204" pitchFamily="34" charset="0"/>
              </a:defRPr>
            </a:lvl3pPr>
            <a:lvl4pPr marL="1600200" indent="-228600" defTabSz="762000">
              <a:defRPr sz="2400">
                <a:solidFill>
                  <a:schemeClr val="tx1"/>
                </a:solidFill>
                <a:latin typeface="Arial" panose="020B0604020202020204" pitchFamily="34" charset="0"/>
              </a:defRPr>
            </a:lvl4pPr>
            <a:lvl5pPr marL="2057400" indent="-228600" defTabSz="762000">
              <a:defRPr sz="2400">
                <a:solidFill>
                  <a:schemeClr val="tx1"/>
                </a:solidFill>
                <a:latin typeface="Arial" panose="020B0604020202020204" pitchFamily="34" charset="0"/>
              </a:defRPr>
            </a:lvl5pPr>
            <a:lvl6pPr marL="2514600" indent="-228600" algn="ctr" defTabSz="762000"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defTabSz="762000"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defTabSz="762000"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defTabSz="762000" eaLnBrk="0" fontAlgn="base" hangingPunct="0">
              <a:spcBef>
                <a:spcPct val="0"/>
              </a:spcBef>
              <a:spcAft>
                <a:spcPct val="0"/>
              </a:spcAft>
              <a:defRPr sz="2400">
                <a:solidFill>
                  <a:schemeClr val="tx1"/>
                </a:solidFill>
                <a:latin typeface="Arial" panose="020B0604020202020204" pitchFamily="34" charset="0"/>
              </a:defRPr>
            </a:lvl9pPr>
          </a:lstStyle>
          <a:p>
            <a:fld id="{7775275D-B652-1A4B-A424-3D5EFD0C309F}" type="slidenum">
              <a:rPr lang="en-US" altLang="ro-RO" sz="1000">
                <a:latin typeface="Times New Roman" panose="02020603050405020304" pitchFamily="18" charset="0"/>
              </a:rPr>
              <a:pPr/>
              <a:t>7</a:t>
            </a:fld>
            <a:endParaRPr lang="en-US" altLang="ro-RO" sz="1000">
              <a:latin typeface="Times New Roman" panose="02020603050405020304" pitchFamily="18" charset="0"/>
            </a:endParaRPr>
          </a:p>
        </p:txBody>
      </p:sp>
      <p:sp>
        <p:nvSpPr>
          <p:cNvPr id="32771" name="Rectangle 2">
            <a:extLst>
              <a:ext uri="{FF2B5EF4-FFF2-40B4-BE49-F238E27FC236}">
                <a16:creationId xmlns:a16="http://schemas.microsoft.com/office/drawing/2014/main" id="{6A905862-2689-3343-B99C-FD1C15F21C3F}"/>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E22CF121-4CAA-6849-9A0B-2A43A10690F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a:latin typeface="Arial" panose="020B0604020202020204" pitchFamily="34" charset="0"/>
            </a:endParaRPr>
          </a:p>
        </p:txBody>
      </p:sp>
    </p:spTree>
    <p:extLst>
      <p:ext uri="{BB962C8B-B14F-4D97-AF65-F5344CB8AC3E}">
        <p14:creationId xmlns:p14="http://schemas.microsoft.com/office/powerpoint/2010/main" val="20844603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5">
            <a:extLst>
              <a:ext uri="{FF2B5EF4-FFF2-40B4-BE49-F238E27FC236}">
                <a16:creationId xmlns:a16="http://schemas.microsoft.com/office/drawing/2014/main" id="{D4AAD7DD-396C-A543-8506-C1DB90BBD2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a:defRPr sz="2400">
                <a:solidFill>
                  <a:schemeClr val="tx1"/>
                </a:solidFill>
                <a:latin typeface="Arial" panose="020B0604020202020204" pitchFamily="34" charset="0"/>
              </a:defRPr>
            </a:lvl1pPr>
            <a:lvl2pPr marL="742950" indent="-285750" defTabSz="762000">
              <a:defRPr sz="2400">
                <a:solidFill>
                  <a:schemeClr val="tx1"/>
                </a:solidFill>
                <a:latin typeface="Arial" panose="020B0604020202020204" pitchFamily="34" charset="0"/>
              </a:defRPr>
            </a:lvl2pPr>
            <a:lvl3pPr marL="1143000" indent="-228600" defTabSz="762000">
              <a:defRPr sz="2400">
                <a:solidFill>
                  <a:schemeClr val="tx1"/>
                </a:solidFill>
                <a:latin typeface="Arial" panose="020B0604020202020204" pitchFamily="34" charset="0"/>
              </a:defRPr>
            </a:lvl3pPr>
            <a:lvl4pPr marL="1600200" indent="-228600" defTabSz="762000">
              <a:defRPr sz="2400">
                <a:solidFill>
                  <a:schemeClr val="tx1"/>
                </a:solidFill>
                <a:latin typeface="Arial" panose="020B0604020202020204" pitchFamily="34" charset="0"/>
              </a:defRPr>
            </a:lvl4pPr>
            <a:lvl5pPr marL="2057400" indent="-228600" defTabSz="762000">
              <a:defRPr sz="2400">
                <a:solidFill>
                  <a:schemeClr val="tx1"/>
                </a:solidFill>
                <a:latin typeface="Arial" panose="020B0604020202020204" pitchFamily="34" charset="0"/>
              </a:defRPr>
            </a:lvl5pPr>
            <a:lvl6pPr marL="2514600" indent="-228600" algn="ctr" defTabSz="762000"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defTabSz="762000"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defTabSz="762000"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defTabSz="762000" eaLnBrk="0" fontAlgn="base" hangingPunct="0">
              <a:spcBef>
                <a:spcPct val="0"/>
              </a:spcBef>
              <a:spcAft>
                <a:spcPct val="0"/>
              </a:spcAft>
              <a:defRPr sz="2400">
                <a:solidFill>
                  <a:schemeClr val="tx1"/>
                </a:solidFill>
                <a:latin typeface="Arial" panose="020B0604020202020204" pitchFamily="34" charset="0"/>
              </a:defRPr>
            </a:lvl9pPr>
          </a:lstStyle>
          <a:p>
            <a:fld id="{221BE99F-30BE-0649-92CA-655D432AD100}" type="slidenum">
              <a:rPr lang="en-US" altLang="ro-RO" sz="1000">
                <a:latin typeface="Times New Roman" panose="02020603050405020304" pitchFamily="18" charset="0"/>
              </a:rPr>
              <a:pPr/>
              <a:t>8</a:t>
            </a:fld>
            <a:endParaRPr lang="en-US" altLang="ro-RO" sz="1000">
              <a:latin typeface="Times New Roman" panose="02020603050405020304" pitchFamily="18" charset="0"/>
            </a:endParaRPr>
          </a:p>
        </p:txBody>
      </p:sp>
      <p:sp>
        <p:nvSpPr>
          <p:cNvPr id="33795" name="Rectangle 2">
            <a:extLst>
              <a:ext uri="{FF2B5EF4-FFF2-40B4-BE49-F238E27FC236}">
                <a16:creationId xmlns:a16="http://schemas.microsoft.com/office/drawing/2014/main" id="{1C3B52EB-0406-9B4F-987A-2D3F21031CFF}"/>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28C8B65D-1824-C74F-AA55-723FD9263DA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a:latin typeface="Arial" panose="020B0604020202020204" pitchFamily="34" charset="0"/>
            </a:endParaRPr>
          </a:p>
        </p:txBody>
      </p:sp>
    </p:spTree>
    <p:extLst>
      <p:ext uri="{BB962C8B-B14F-4D97-AF65-F5344CB8AC3E}">
        <p14:creationId xmlns:p14="http://schemas.microsoft.com/office/powerpoint/2010/main" val="2142697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5">
            <a:extLst>
              <a:ext uri="{FF2B5EF4-FFF2-40B4-BE49-F238E27FC236}">
                <a16:creationId xmlns:a16="http://schemas.microsoft.com/office/drawing/2014/main" id="{0956AA27-0753-F948-A59A-5A129CAAB04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a:defRPr sz="2400">
                <a:solidFill>
                  <a:schemeClr val="tx1"/>
                </a:solidFill>
                <a:latin typeface="Arial" panose="020B0604020202020204" pitchFamily="34" charset="0"/>
              </a:defRPr>
            </a:lvl1pPr>
            <a:lvl2pPr marL="742950" indent="-285750" defTabSz="762000">
              <a:defRPr sz="2400">
                <a:solidFill>
                  <a:schemeClr val="tx1"/>
                </a:solidFill>
                <a:latin typeface="Arial" panose="020B0604020202020204" pitchFamily="34" charset="0"/>
              </a:defRPr>
            </a:lvl2pPr>
            <a:lvl3pPr marL="1143000" indent="-228600" defTabSz="762000">
              <a:defRPr sz="2400">
                <a:solidFill>
                  <a:schemeClr val="tx1"/>
                </a:solidFill>
                <a:latin typeface="Arial" panose="020B0604020202020204" pitchFamily="34" charset="0"/>
              </a:defRPr>
            </a:lvl3pPr>
            <a:lvl4pPr marL="1600200" indent="-228600" defTabSz="762000">
              <a:defRPr sz="2400">
                <a:solidFill>
                  <a:schemeClr val="tx1"/>
                </a:solidFill>
                <a:latin typeface="Arial" panose="020B0604020202020204" pitchFamily="34" charset="0"/>
              </a:defRPr>
            </a:lvl4pPr>
            <a:lvl5pPr marL="2057400" indent="-228600" defTabSz="762000">
              <a:defRPr sz="2400">
                <a:solidFill>
                  <a:schemeClr val="tx1"/>
                </a:solidFill>
                <a:latin typeface="Arial" panose="020B0604020202020204" pitchFamily="34" charset="0"/>
              </a:defRPr>
            </a:lvl5pPr>
            <a:lvl6pPr marL="2514600" indent="-228600" algn="ctr" defTabSz="762000"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defTabSz="762000"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defTabSz="762000"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defTabSz="762000" eaLnBrk="0" fontAlgn="base" hangingPunct="0">
              <a:spcBef>
                <a:spcPct val="0"/>
              </a:spcBef>
              <a:spcAft>
                <a:spcPct val="0"/>
              </a:spcAft>
              <a:defRPr sz="2400">
                <a:solidFill>
                  <a:schemeClr val="tx1"/>
                </a:solidFill>
                <a:latin typeface="Arial" panose="020B0604020202020204" pitchFamily="34" charset="0"/>
              </a:defRPr>
            </a:lvl9pPr>
          </a:lstStyle>
          <a:p>
            <a:fld id="{D0E58277-02C5-EA4F-A291-92321EACF66C}" type="slidenum">
              <a:rPr lang="en-US" altLang="ro-RO" sz="1000">
                <a:latin typeface="Times New Roman" panose="02020603050405020304" pitchFamily="18" charset="0"/>
              </a:rPr>
              <a:pPr/>
              <a:t>9</a:t>
            </a:fld>
            <a:endParaRPr lang="en-US" altLang="ro-RO" sz="1000">
              <a:latin typeface="Times New Roman" panose="02020603050405020304" pitchFamily="18" charset="0"/>
            </a:endParaRPr>
          </a:p>
        </p:txBody>
      </p:sp>
      <p:sp>
        <p:nvSpPr>
          <p:cNvPr id="34819" name="Rectangle 2">
            <a:extLst>
              <a:ext uri="{FF2B5EF4-FFF2-40B4-BE49-F238E27FC236}">
                <a16:creationId xmlns:a16="http://schemas.microsoft.com/office/drawing/2014/main" id="{CB3B5301-618D-DA40-B27F-7836841AC745}"/>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F5ADA685-BB98-8A41-A053-8FC92926208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a:latin typeface="Arial" panose="020B0604020202020204" pitchFamily="34" charset="0"/>
            </a:endParaRPr>
          </a:p>
        </p:txBody>
      </p:sp>
    </p:spTree>
    <p:extLst>
      <p:ext uri="{BB962C8B-B14F-4D97-AF65-F5344CB8AC3E}">
        <p14:creationId xmlns:p14="http://schemas.microsoft.com/office/powerpoint/2010/main" val="28790586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5">
            <a:extLst>
              <a:ext uri="{FF2B5EF4-FFF2-40B4-BE49-F238E27FC236}">
                <a16:creationId xmlns:a16="http://schemas.microsoft.com/office/drawing/2014/main" id="{2276DEF2-5414-C140-B2A8-6733F2B6854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762000">
              <a:defRPr sz="2400">
                <a:solidFill>
                  <a:schemeClr val="tx1"/>
                </a:solidFill>
                <a:latin typeface="Arial" panose="020B0604020202020204" pitchFamily="34" charset="0"/>
              </a:defRPr>
            </a:lvl1pPr>
            <a:lvl2pPr marL="742950" indent="-285750" defTabSz="762000">
              <a:defRPr sz="2400">
                <a:solidFill>
                  <a:schemeClr val="tx1"/>
                </a:solidFill>
                <a:latin typeface="Arial" panose="020B0604020202020204" pitchFamily="34" charset="0"/>
              </a:defRPr>
            </a:lvl2pPr>
            <a:lvl3pPr marL="1143000" indent="-228600" defTabSz="762000">
              <a:defRPr sz="2400">
                <a:solidFill>
                  <a:schemeClr val="tx1"/>
                </a:solidFill>
                <a:latin typeface="Arial" panose="020B0604020202020204" pitchFamily="34" charset="0"/>
              </a:defRPr>
            </a:lvl3pPr>
            <a:lvl4pPr marL="1600200" indent="-228600" defTabSz="762000">
              <a:defRPr sz="2400">
                <a:solidFill>
                  <a:schemeClr val="tx1"/>
                </a:solidFill>
                <a:latin typeface="Arial" panose="020B0604020202020204" pitchFamily="34" charset="0"/>
              </a:defRPr>
            </a:lvl4pPr>
            <a:lvl5pPr marL="2057400" indent="-228600" defTabSz="762000">
              <a:defRPr sz="2400">
                <a:solidFill>
                  <a:schemeClr val="tx1"/>
                </a:solidFill>
                <a:latin typeface="Arial" panose="020B0604020202020204" pitchFamily="34" charset="0"/>
              </a:defRPr>
            </a:lvl5pPr>
            <a:lvl6pPr marL="2514600" indent="-228600" algn="ctr" defTabSz="762000" eaLnBrk="0" fontAlgn="base" hangingPunct="0">
              <a:spcBef>
                <a:spcPct val="0"/>
              </a:spcBef>
              <a:spcAft>
                <a:spcPct val="0"/>
              </a:spcAft>
              <a:defRPr sz="2400">
                <a:solidFill>
                  <a:schemeClr val="tx1"/>
                </a:solidFill>
                <a:latin typeface="Arial" panose="020B0604020202020204" pitchFamily="34" charset="0"/>
              </a:defRPr>
            </a:lvl6pPr>
            <a:lvl7pPr marL="2971800" indent="-228600" algn="ctr" defTabSz="762000" eaLnBrk="0" fontAlgn="base" hangingPunct="0">
              <a:spcBef>
                <a:spcPct val="0"/>
              </a:spcBef>
              <a:spcAft>
                <a:spcPct val="0"/>
              </a:spcAft>
              <a:defRPr sz="2400">
                <a:solidFill>
                  <a:schemeClr val="tx1"/>
                </a:solidFill>
                <a:latin typeface="Arial" panose="020B0604020202020204" pitchFamily="34" charset="0"/>
              </a:defRPr>
            </a:lvl7pPr>
            <a:lvl8pPr marL="3429000" indent="-228600" algn="ctr" defTabSz="762000" eaLnBrk="0" fontAlgn="base" hangingPunct="0">
              <a:spcBef>
                <a:spcPct val="0"/>
              </a:spcBef>
              <a:spcAft>
                <a:spcPct val="0"/>
              </a:spcAft>
              <a:defRPr sz="2400">
                <a:solidFill>
                  <a:schemeClr val="tx1"/>
                </a:solidFill>
                <a:latin typeface="Arial" panose="020B0604020202020204" pitchFamily="34" charset="0"/>
              </a:defRPr>
            </a:lvl8pPr>
            <a:lvl9pPr marL="3886200" indent="-228600" algn="ctr" defTabSz="762000" eaLnBrk="0" fontAlgn="base" hangingPunct="0">
              <a:spcBef>
                <a:spcPct val="0"/>
              </a:spcBef>
              <a:spcAft>
                <a:spcPct val="0"/>
              </a:spcAft>
              <a:defRPr sz="2400">
                <a:solidFill>
                  <a:schemeClr val="tx1"/>
                </a:solidFill>
                <a:latin typeface="Arial" panose="020B0604020202020204" pitchFamily="34" charset="0"/>
              </a:defRPr>
            </a:lvl9pPr>
          </a:lstStyle>
          <a:p>
            <a:fld id="{4B9FDDBA-A082-7F47-99B4-EEC18421E0C9}" type="slidenum">
              <a:rPr lang="en-US" altLang="ro-RO" sz="1000">
                <a:latin typeface="Times New Roman" panose="02020603050405020304" pitchFamily="18" charset="0"/>
              </a:rPr>
              <a:pPr/>
              <a:t>10</a:t>
            </a:fld>
            <a:endParaRPr lang="en-US" altLang="ro-RO" sz="1000">
              <a:latin typeface="Times New Roman" panose="02020603050405020304" pitchFamily="18" charset="0"/>
            </a:endParaRPr>
          </a:p>
        </p:txBody>
      </p:sp>
      <p:sp>
        <p:nvSpPr>
          <p:cNvPr id="35843" name="Rectangle 2">
            <a:extLst>
              <a:ext uri="{FF2B5EF4-FFF2-40B4-BE49-F238E27FC236}">
                <a16:creationId xmlns:a16="http://schemas.microsoft.com/office/drawing/2014/main" id="{F77770EE-540C-8741-8542-E626EC9A04F7}"/>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09297ECF-9546-7848-8357-44C89C78F2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ro-RO">
              <a:latin typeface="Arial" panose="020B0604020202020204" pitchFamily="34" charset="0"/>
            </a:endParaRPr>
          </a:p>
        </p:txBody>
      </p:sp>
    </p:spTree>
    <p:extLst>
      <p:ext uri="{BB962C8B-B14F-4D97-AF65-F5344CB8AC3E}">
        <p14:creationId xmlns:p14="http://schemas.microsoft.com/office/powerpoint/2010/main" val="30925768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a:t>
            </a:r>
            <a:r>
              <a:rPr lang="en-RO" dirty="0"/>
              <a:t>efect </a:t>
            </a:r>
            <a:r>
              <a:rPr lang="en-RO" dirty="0">
                <a:sym typeface="Wingdings" pitchFamily="2" charset="2"/>
              </a:rPr>
              <a:t> eroare </a:t>
            </a:r>
            <a:endParaRPr lang="en-RO" dirty="0"/>
          </a:p>
        </p:txBody>
      </p:sp>
    </p:spTree>
    <p:extLst>
      <p:ext uri="{BB962C8B-B14F-4D97-AF65-F5344CB8AC3E}">
        <p14:creationId xmlns:p14="http://schemas.microsoft.com/office/powerpoint/2010/main" val="1990576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3DB6B88-4B3B-7940-A27E-771A1D6584F2}"/>
              </a:ext>
            </a:extLst>
          </p:cNvPr>
          <p:cNvSpPr>
            <a:spLocks noGrp="1" noChangeArrowheads="1"/>
          </p:cNvSpPr>
          <p:nvPr>
            <p:ph type="sldNum" sz="quarter" idx="5"/>
          </p:nvPr>
        </p:nvSpPr>
        <p:spPr>
          <a:ln/>
        </p:spPr>
        <p:txBody>
          <a:bodyPr/>
          <a:lstStyle/>
          <a:p>
            <a:fld id="{DBE279A0-776F-C548-9623-7731C93FFAFE}" type="slidenum">
              <a:rPr lang="en-US" altLang="ro-RO"/>
              <a:pPr/>
              <a:t>13</a:t>
            </a:fld>
            <a:endParaRPr lang="en-US" altLang="ro-RO"/>
          </a:p>
        </p:txBody>
      </p:sp>
      <p:sp>
        <p:nvSpPr>
          <p:cNvPr id="1709058" name="Rectangle 2">
            <a:extLst>
              <a:ext uri="{FF2B5EF4-FFF2-40B4-BE49-F238E27FC236}">
                <a16:creationId xmlns:a16="http://schemas.microsoft.com/office/drawing/2014/main" id="{D62EFE84-73C9-964C-A8AE-8F00FE736C4E}"/>
              </a:ext>
            </a:extLst>
          </p:cNvPr>
          <p:cNvSpPr>
            <a:spLocks noGrp="1" noRot="1" noChangeAspect="1" noChangeArrowheads="1" noTextEdit="1"/>
          </p:cNvSpPr>
          <p:nvPr>
            <p:ph type="sldImg"/>
          </p:nvPr>
        </p:nvSpPr>
        <p:spPr>
          <a:ln/>
        </p:spPr>
      </p:sp>
      <p:sp>
        <p:nvSpPr>
          <p:cNvPr id="1709059" name="Rectangle 3">
            <a:extLst>
              <a:ext uri="{FF2B5EF4-FFF2-40B4-BE49-F238E27FC236}">
                <a16:creationId xmlns:a16="http://schemas.microsoft.com/office/drawing/2014/main" id="{7BFDD8A4-814B-7146-8EAA-2B4E5BD1CD29}"/>
              </a:ext>
            </a:extLst>
          </p:cNvPr>
          <p:cNvSpPr>
            <a:spLocks noGrp="1" noChangeArrowheads="1"/>
          </p:cNvSpPr>
          <p:nvPr>
            <p:ph type="body" idx="1"/>
          </p:nvPr>
        </p:nvSpPr>
        <p:spPr/>
        <p:txBody>
          <a:bodyPr/>
          <a:lstStyle/>
          <a:p>
            <a:pPr marL="171450" indent="-171450">
              <a:buFontTx/>
              <a:buChar char="-"/>
            </a:pPr>
            <a:r>
              <a:rPr lang="en-GB" sz="1200" b="0" i="0" kern="1200" dirty="0">
                <a:solidFill>
                  <a:schemeClr val="tx1"/>
                </a:solidFill>
                <a:effectLst/>
                <a:latin typeface="Arial" charset="0"/>
                <a:ea typeface="ＭＳ Ｐゴシック" charset="0"/>
                <a:cs typeface="ＭＳ Ｐゴシック" charset="0"/>
              </a:rPr>
              <a:t>the first computer communication problem to be proved to be unsolvable</a:t>
            </a:r>
          </a:p>
          <a:p>
            <a:pPr marL="171450" indent="-171450">
              <a:buFontTx/>
              <a:buChar char="-"/>
            </a:pPr>
            <a:r>
              <a:rPr lang="en-GB" sz="1200" b="0" i="0" kern="1200" dirty="0">
                <a:solidFill>
                  <a:schemeClr val="tx1"/>
                </a:solidFill>
                <a:effectLst/>
                <a:latin typeface="Arial" charset="0"/>
                <a:ea typeface="ＭＳ Ｐゴシック" charset="0"/>
                <a:cs typeface="ＭＳ Ｐゴシック" charset="0"/>
              </a:rPr>
              <a:t>they must communicate with each other to decide on a time to attack and to agree to attack at that time, and each general must know that the other general knows that they have agreed to the attack plan</a:t>
            </a:r>
          </a:p>
          <a:p>
            <a:pPr marL="171450" indent="-171450">
              <a:buFontTx/>
              <a:buChar char="-"/>
            </a:pPr>
            <a:r>
              <a:rPr lang="en-GB" b="0" i="0" dirty="0">
                <a:solidFill>
                  <a:srgbClr val="202122"/>
                </a:solidFill>
                <a:effectLst/>
                <a:latin typeface="Arial" panose="020B0604020202020204" pitchFamily="34" charset="0"/>
              </a:rPr>
              <a:t>illustrate the pitfalls and design challenges of attempting to coordinate an action by communicating over an unreliable link</a:t>
            </a:r>
          </a:p>
          <a:p>
            <a:pPr marL="171450" indent="-171450">
              <a:buFontTx/>
              <a:buChar char="-"/>
            </a:pPr>
            <a:r>
              <a:rPr lang="en-GB" b="0" i="0" dirty="0">
                <a:solidFill>
                  <a:srgbClr val="202122"/>
                </a:solidFill>
                <a:effectLst/>
                <a:latin typeface="Arial" panose="020B0604020202020204" pitchFamily="34" charset="0"/>
              </a:rPr>
              <a:t>a pragmatic approach to dealing with the Two Generals' Problem is to use schemes that accept the </a:t>
            </a:r>
            <a:r>
              <a:rPr lang="en-GB" b="0" i="0" u="none" strike="noStrike" dirty="0">
                <a:solidFill>
                  <a:srgbClr val="0645AD"/>
                </a:solidFill>
                <a:effectLst/>
                <a:latin typeface="Arial" panose="020B0604020202020204" pitchFamily="34" charset="0"/>
                <a:hlinkClick r:id="rId3" tooltip="Uncertainty"/>
              </a:rPr>
              <a:t>uncertainty</a:t>
            </a:r>
            <a:r>
              <a:rPr lang="en-GB" b="0" i="0" dirty="0">
                <a:solidFill>
                  <a:srgbClr val="202122"/>
                </a:solidFill>
                <a:effectLst/>
                <a:latin typeface="Arial" panose="020B0604020202020204" pitchFamily="34" charset="0"/>
              </a:rPr>
              <a:t> of the </a:t>
            </a:r>
            <a:r>
              <a:rPr lang="en-GB" b="0" i="0" u="none" strike="noStrike" dirty="0">
                <a:solidFill>
                  <a:srgbClr val="0645AD"/>
                </a:solidFill>
                <a:effectLst/>
                <a:latin typeface="Arial" panose="020B0604020202020204" pitchFamily="34" charset="0"/>
                <a:hlinkClick r:id="rId4" tooltip="Communication"/>
              </a:rPr>
              <a:t>communications</a:t>
            </a:r>
            <a:r>
              <a:rPr lang="en-GB" b="0" i="0" dirty="0">
                <a:solidFill>
                  <a:srgbClr val="202122"/>
                </a:solidFill>
                <a:effectLst/>
                <a:latin typeface="Arial" panose="020B0604020202020204" pitchFamily="34" charset="0"/>
              </a:rPr>
              <a:t> channel and not attempt to eliminate it, but rather mitigate it to an acceptable degree.</a:t>
            </a:r>
            <a:endParaRPr lang="ro-RO" altLang="ro-RO" dirty="0"/>
          </a:p>
        </p:txBody>
      </p:sp>
    </p:spTree>
    <p:extLst>
      <p:ext uri="{BB962C8B-B14F-4D97-AF65-F5344CB8AC3E}">
        <p14:creationId xmlns:p14="http://schemas.microsoft.com/office/powerpoint/2010/main" val="38150173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330983E5-1170-184B-8EE8-5412C620944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a:solidFill>
                  <a:schemeClr val="tx1"/>
                </a:solidFill>
                <a:latin typeface="Arial" panose="020B0604020202020204" pitchFamily="34" charset="0"/>
              </a:defRPr>
            </a:lvl1pPr>
            <a:lvl2pPr marL="742950" indent="-285750" defTabSz="990600" eaLnBrk="0" hangingPunct="0">
              <a:defRPr>
                <a:solidFill>
                  <a:schemeClr val="tx1"/>
                </a:solidFill>
                <a:latin typeface="Arial" panose="020B0604020202020204" pitchFamily="34" charset="0"/>
              </a:defRPr>
            </a:lvl2pPr>
            <a:lvl3pPr marL="1143000" indent="-228600" defTabSz="990600" eaLnBrk="0" hangingPunct="0">
              <a:defRPr>
                <a:solidFill>
                  <a:schemeClr val="tx1"/>
                </a:solidFill>
                <a:latin typeface="Arial" panose="020B0604020202020204" pitchFamily="34" charset="0"/>
              </a:defRPr>
            </a:lvl3pPr>
            <a:lvl4pPr marL="1600200" indent="-228600" defTabSz="990600" eaLnBrk="0" hangingPunct="0">
              <a:defRPr>
                <a:solidFill>
                  <a:schemeClr val="tx1"/>
                </a:solidFill>
                <a:latin typeface="Arial" panose="020B0604020202020204" pitchFamily="34" charset="0"/>
              </a:defRPr>
            </a:lvl4pPr>
            <a:lvl5pPr marL="2057400" indent="-228600" defTabSz="990600" eaLnBrk="0" hangingPunct="0">
              <a:defRPr>
                <a:solidFill>
                  <a:schemeClr val="tx1"/>
                </a:solidFill>
                <a:latin typeface="Arial" panose="020B0604020202020204" pitchFamily="34" charset="0"/>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1903491-B80C-1442-9A58-9E744DE0B2A5}" type="slidenum">
              <a:rPr lang="en-US" altLang="ro-RO"/>
              <a:pPr eaLnBrk="1" hangingPunct="1"/>
              <a:t>19</a:t>
            </a:fld>
            <a:endParaRPr lang="en-US" altLang="ro-RO"/>
          </a:p>
        </p:txBody>
      </p:sp>
      <p:sp>
        <p:nvSpPr>
          <p:cNvPr id="61443" name="Rectangle 2">
            <a:extLst>
              <a:ext uri="{FF2B5EF4-FFF2-40B4-BE49-F238E27FC236}">
                <a16:creationId xmlns:a16="http://schemas.microsoft.com/office/drawing/2014/main" id="{0442DA35-93AD-634E-9075-5728E8FDC2CB}"/>
              </a:ext>
            </a:extLst>
          </p:cNvPr>
          <p:cNvSpPr>
            <a:spLocks noGrp="1" noRot="1" noChangeAspect="1" noChangeArrowheads="1" noTextEdit="1"/>
          </p:cNvSpPr>
          <p:nvPr>
            <p:ph type="sldImg"/>
          </p:nvPr>
        </p:nvSpPr>
        <p:spPr>
          <a:xfrm>
            <a:off x="1258888" y="720725"/>
            <a:ext cx="4797425" cy="3598863"/>
          </a:xfrm>
          <a:ln/>
        </p:spPr>
      </p:sp>
      <p:sp>
        <p:nvSpPr>
          <p:cNvPr id="61444" name="Rectangle 3">
            <a:extLst>
              <a:ext uri="{FF2B5EF4-FFF2-40B4-BE49-F238E27FC236}">
                <a16:creationId xmlns:a16="http://schemas.microsoft.com/office/drawing/2014/main" id="{1B0EB98F-951B-054B-BEB0-441B3A0C0EA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ro-RO" dirty="0"/>
              <a:t>De </a:t>
            </a:r>
            <a:r>
              <a:rPr lang="en-US" altLang="ro-RO" dirty="0" err="1"/>
              <a:t>exemplu</a:t>
            </a:r>
            <a:r>
              <a:rPr lang="en-US" altLang="ro-RO" dirty="0"/>
              <a:t>, </a:t>
            </a:r>
            <a:r>
              <a:rPr lang="en-US" altLang="ro-RO" dirty="0" err="1"/>
              <a:t>dacă</a:t>
            </a:r>
            <a:r>
              <a:rPr lang="en-US" altLang="ro-RO" dirty="0"/>
              <a:t> </a:t>
            </a:r>
            <a:r>
              <a:rPr lang="en-US" altLang="ro-RO" dirty="0" err="1"/>
              <a:t>într</a:t>
            </a:r>
            <a:r>
              <a:rPr lang="en-US" altLang="ro-RO" dirty="0"/>
              <a:t>-o </a:t>
            </a:r>
            <a:r>
              <a:rPr lang="en-US" altLang="ro-RO" dirty="0" err="1"/>
              <a:t>anumită</a:t>
            </a:r>
            <a:r>
              <a:rPr lang="en-US" altLang="ro-RO" dirty="0"/>
              <a:t> </a:t>
            </a:r>
            <a:r>
              <a:rPr lang="en-US" altLang="ro-RO" dirty="0" err="1"/>
              <a:t>perioadă</a:t>
            </a:r>
            <a:r>
              <a:rPr lang="en-US" altLang="ro-RO" dirty="0"/>
              <a:t> de </a:t>
            </a:r>
            <a:r>
              <a:rPr lang="en-US" altLang="ro-RO" dirty="0" err="1"/>
              <a:t>timp</a:t>
            </a:r>
            <a:r>
              <a:rPr lang="en-US" altLang="ro-RO" dirty="0"/>
              <a:t> </a:t>
            </a:r>
            <a:r>
              <a:rPr lang="en-US" altLang="ro-RO" dirty="0" err="1"/>
              <a:t>procesul</a:t>
            </a:r>
            <a:r>
              <a:rPr lang="en-US" altLang="ro-RO" dirty="0"/>
              <a:t> </a:t>
            </a:r>
            <a:r>
              <a:rPr lang="en-US" altLang="ro-RO" i="1" dirty="0"/>
              <a:t>p</a:t>
            </a:r>
            <a:r>
              <a:rPr lang="en-US" altLang="ro-RO" dirty="0"/>
              <a:t> nu </a:t>
            </a:r>
            <a:r>
              <a:rPr lang="en-US" altLang="ro-RO" dirty="0" err="1"/>
              <a:t>este</a:t>
            </a:r>
            <a:r>
              <a:rPr lang="en-US" altLang="ro-RO" dirty="0"/>
              <a:t> </a:t>
            </a:r>
            <a:r>
              <a:rPr lang="en-US" altLang="ro-RO" dirty="0" err="1"/>
              <a:t>monitorizat</a:t>
            </a:r>
            <a:r>
              <a:rPr lang="en-US" altLang="ro-RO" dirty="0"/>
              <a:t> de </a:t>
            </a:r>
            <a:r>
              <a:rPr lang="en-US" altLang="ro-RO" dirty="0" err="1"/>
              <a:t>nici</a:t>
            </a:r>
            <a:r>
              <a:rPr lang="en-US" altLang="ro-RO" dirty="0"/>
              <a:t> un </a:t>
            </a:r>
            <a:r>
              <a:rPr lang="en-US" altLang="ro-RO" dirty="0" err="1"/>
              <a:t>proces</a:t>
            </a:r>
            <a:r>
              <a:rPr lang="en-US" altLang="ro-RO" dirty="0"/>
              <a:t> din </a:t>
            </a:r>
            <a:r>
              <a:rPr lang="en-US" altLang="ro-RO" dirty="0" err="1"/>
              <a:t>sistem</a:t>
            </a:r>
            <a:r>
              <a:rPr lang="en-US" altLang="ro-RO" dirty="0"/>
              <a:t>, </a:t>
            </a:r>
            <a:r>
              <a:rPr lang="en-US" altLang="ro-RO" dirty="0" err="1"/>
              <a:t>este</a:t>
            </a:r>
            <a:r>
              <a:rPr lang="en-US" altLang="ro-RO" dirty="0"/>
              <a:t> </a:t>
            </a:r>
            <a:r>
              <a:rPr lang="en-US" altLang="ro-RO" dirty="0" err="1"/>
              <a:t>convenabil</a:t>
            </a:r>
            <a:r>
              <a:rPr lang="en-US" altLang="ro-RO" dirty="0"/>
              <a:t> ca </a:t>
            </a:r>
            <a:r>
              <a:rPr lang="en-US" altLang="ro-RO" dirty="0" err="1"/>
              <a:t>procesul</a:t>
            </a:r>
            <a:r>
              <a:rPr lang="en-US" altLang="ro-RO" dirty="0"/>
              <a:t> </a:t>
            </a:r>
            <a:r>
              <a:rPr lang="en-US" altLang="ro-RO" i="1" dirty="0"/>
              <a:t>p</a:t>
            </a:r>
            <a:r>
              <a:rPr lang="en-US" altLang="ro-RO" dirty="0"/>
              <a:t> </a:t>
            </a:r>
            <a:r>
              <a:rPr lang="en-US" altLang="ro-RO" dirty="0" err="1"/>
              <a:t>să</a:t>
            </a:r>
            <a:r>
              <a:rPr lang="en-US" altLang="ro-RO" dirty="0"/>
              <a:t> nu </a:t>
            </a:r>
            <a:r>
              <a:rPr lang="en-US" altLang="ro-RO" dirty="0" err="1"/>
              <a:t>trimită</a:t>
            </a:r>
            <a:r>
              <a:rPr lang="en-US" altLang="ro-RO" dirty="0"/>
              <a:t>, </a:t>
            </a:r>
            <a:r>
              <a:rPr lang="en-US" altLang="ro-RO" dirty="0" err="1"/>
              <a:t>în</a:t>
            </a:r>
            <a:r>
              <a:rPr lang="en-US" altLang="ro-RO" dirty="0"/>
              <a:t> </a:t>
            </a:r>
            <a:r>
              <a:rPr lang="en-US" altLang="ro-RO" dirty="0" err="1"/>
              <a:t>acest</a:t>
            </a:r>
            <a:r>
              <a:rPr lang="en-US" altLang="ro-RO" dirty="0"/>
              <a:t> </a:t>
            </a:r>
            <a:r>
              <a:rPr lang="en-US" altLang="ro-RO" dirty="0" err="1"/>
              <a:t>timp</a:t>
            </a:r>
            <a:r>
              <a:rPr lang="en-US" altLang="ro-RO" dirty="0"/>
              <a:t>, </a:t>
            </a:r>
            <a:r>
              <a:rPr lang="en-US" altLang="ro-RO" dirty="0" err="1"/>
              <a:t>mesaje</a:t>
            </a:r>
            <a:r>
              <a:rPr lang="en-US" altLang="ro-RO" dirty="0"/>
              <a:t> heartbeat. </a:t>
            </a:r>
          </a:p>
          <a:p>
            <a:endParaRPr lang="en-US" altLang="ro-RO" dirty="0"/>
          </a:p>
          <a:p>
            <a:r>
              <a:rPr lang="en-US" altLang="ro-RO" dirty="0"/>
              <a:t>O </a:t>
            </a:r>
            <a:r>
              <a:rPr lang="en-US" altLang="ro-RO" dirty="0" err="1"/>
              <a:t>aplicatie</a:t>
            </a:r>
            <a:r>
              <a:rPr lang="en-US" altLang="ro-RO" dirty="0"/>
              <a:t> </a:t>
            </a:r>
            <a:r>
              <a:rPr lang="en-US" altLang="ro-RO" dirty="0" err="1"/>
              <a:t>poate</a:t>
            </a:r>
            <a:r>
              <a:rPr lang="en-US" altLang="ro-RO" dirty="0"/>
              <a:t> </a:t>
            </a:r>
            <a:r>
              <a:rPr lang="en-US" altLang="ro-RO" dirty="0" err="1"/>
              <a:t>folosi</a:t>
            </a:r>
            <a:r>
              <a:rPr lang="en-US" altLang="ro-RO" dirty="0"/>
              <a:t> 3 primitive </a:t>
            </a:r>
            <a:r>
              <a:rPr lang="en-US" altLang="ro-RO" dirty="0" err="1"/>
              <a:t>pentru</a:t>
            </a:r>
            <a:r>
              <a:rPr lang="en-US" altLang="ro-RO" dirty="0"/>
              <a:t> a </a:t>
            </a:r>
            <a:r>
              <a:rPr lang="en-US" altLang="ro-RO" dirty="0" err="1"/>
              <a:t>obtine</a:t>
            </a:r>
            <a:r>
              <a:rPr lang="en-US" altLang="ro-RO" dirty="0"/>
              <a:t> </a:t>
            </a:r>
            <a:r>
              <a:rPr lang="en-US" altLang="ro-RO" dirty="0" err="1"/>
              <a:t>informatii</a:t>
            </a:r>
            <a:r>
              <a:rPr lang="en-US" altLang="ro-RO" dirty="0"/>
              <a:t> </a:t>
            </a:r>
            <a:r>
              <a:rPr lang="en-US" altLang="ro-RO" dirty="0" err="1"/>
              <a:t>despre</a:t>
            </a:r>
            <a:r>
              <a:rPr lang="en-US" altLang="ro-RO" dirty="0"/>
              <a:t> </a:t>
            </a:r>
            <a:r>
              <a:rPr lang="en-US" altLang="ro-RO" dirty="0" err="1"/>
              <a:t>procesele</a:t>
            </a:r>
            <a:r>
              <a:rPr lang="en-US" altLang="ro-RO" dirty="0"/>
              <a:t> </a:t>
            </a:r>
            <a:r>
              <a:rPr lang="en-US" altLang="ro-RO" dirty="0" err="1"/>
              <a:t>monitorizate</a:t>
            </a:r>
            <a:endParaRPr lang="en-US" altLang="ro-RO" dirty="0"/>
          </a:p>
          <a:p>
            <a:pPr>
              <a:buFontTx/>
              <a:buChar char="-"/>
            </a:pPr>
            <a:r>
              <a:rPr lang="en-US" altLang="ro-RO" dirty="0"/>
              <a:t>SEND un </a:t>
            </a:r>
            <a:r>
              <a:rPr lang="en-US" altLang="ro-RO" dirty="0" err="1"/>
              <a:t>proces</a:t>
            </a:r>
            <a:r>
              <a:rPr lang="en-US" altLang="ro-RO" dirty="0"/>
              <a:t> </a:t>
            </a:r>
            <a:r>
              <a:rPr lang="en-US" altLang="ro-RO" dirty="0" err="1"/>
              <a:t>trimite</a:t>
            </a:r>
            <a:r>
              <a:rPr lang="en-US" altLang="ro-RO" dirty="0"/>
              <a:t> un </a:t>
            </a:r>
            <a:r>
              <a:rPr lang="en-US" altLang="ro-RO" dirty="0" err="1"/>
              <a:t>mesaje</a:t>
            </a:r>
            <a:r>
              <a:rPr lang="en-US" altLang="ro-RO" dirty="0"/>
              <a:t> </a:t>
            </a:r>
            <a:r>
              <a:rPr lang="en-US" altLang="ro-RO" dirty="0" err="1"/>
              <a:t>aplicatie</a:t>
            </a:r>
            <a:r>
              <a:rPr lang="en-US" altLang="ro-RO" dirty="0"/>
              <a:t> </a:t>
            </a:r>
            <a:r>
              <a:rPr lang="en-US" altLang="ro-RO" dirty="0" err="1"/>
              <a:t>unui</a:t>
            </a:r>
            <a:r>
              <a:rPr lang="en-US" altLang="ro-RO" dirty="0"/>
              <a:t> alt </a:t>
            </a:r>
            <a:r>
              <a:rPr lang="en-US" altLang="ro-RO" dirty="0" err="1"/>
              <a:t>proces</a:t>
            </a:r>
            <a:endParaRPr lang="en-US" altLang="ro-RO" dirty="0"/>
          </a:p>
          <a:p>
            <a:pPr>
              <a:buFontTx/>
              <a:buChar char="-"/>
            </a:pPr>
            <a:r>
              <a:rPr lang="en-US" altLang="ro-RO" dirty="0"/>
              <a:t>RECEIVE </a:t>
            </a:r>
            <a:r>
              <a:rPr lang="en-US" altLang="ro-RO" dirty="0" err="1"/>
              <a:t>pentru</a:t>
            </a:r>
            <a:r>
              <a:rPr lang="en-US" altLang="ro-RO" dirty="0"/>
              <a:t> a </a:t>
            </a:r>
            <a:r>
              <a:rPr lang="en-US" altLang="ro-RO" dirty="0" err="1"/>
              <a:t>receptiona</a:t>
            </a:r>
            <a:r>
              <a:rPr lang="en-US" altLang="ro-RO" dirty="0"/>
              <a:t> un </a:t>
            </a:r>
            <a:r>
              <a:rPr lang="en-US" altLang="ro-RO" dirty="0" err="1"/>
              <a:t>mesaj</a:t>
            </a:r>
            <a:r>
              <a:rPr lang="en-US" altLang="ro-RO" dirty="0"/>
              <a:t> </a:t>
            </a:r>
            <a:r>
              <a:rPr lang="en-US" altLang="ro-RO" dirty="0" err="1"/>
              <a:t>aplicatie</a:t>
            </a:r>
            <a:endParaRPr lang="en-US" altLang="ro-RO" dirty="0"/>
          </a:p>
          <a:p>
            <a:pPr>
              <a:buFontTx/>
              <a:buChar char="-"/>
            </a:pPr>
            <a:r>
              <a:rPr lang="en-US" altLang="ro-RO" dirty="0"/>
              <a:t>QUERY </a:t>
            </a:r>
            <a:r>
              <a:rPr lang="en-US" altLang="ro-RO" dirty="0" err="1"/>
              <a:t>metoda</a:t>
            </a:r>
            <a:r>
              <a:rPr lang="en-US" altLang="ro-RO" dirty="0"/>
              <a:t> de a </a:t>
            </a:r>
            <a:r>
              <a:rPr lang="en-US" altLang="ro-RO" dirty="0" err="1"/>
              <a:t>afla</a:t>
            </a:r>
            <a:r>
              <a:rPr lang="en-US" altLang="ro-RO" dirty="0"/>
              <a:t> </a:t>
            </a:r>
            <a:r>
              <a:rPr lang="en-US" altLang="ro-RO" dirty="0" err="1"/>
              <a:t>daca</a:t>
            </a:r>
            <a:r>
              <a:rPr lang="en-US" altLang="ro-RO" dirty="0"/>
              <a:t> un </a:t>
            </a:r>
            <a:r>
              <a:rPr lang="en-US" altLang="ro-RO" dirty="0" err="1"/>
              <a:t>proces</a:t>
            </a:r>
            <a:r>
              <a:rPr lang="en-US" altLang="ro-RO" dirty="0"/>
              <a:t> </a:t>
            </a:r>
            <a:r>
              <a:rPr lang="en-US" altLang="ro-RO" dirty="0" err="1"/>
              <a:t>functioneaza</a:t>
            </a:r>
            <a:r>
              <a:rPr lang="en-US" altLang="ro-RO" dirty="0"/>
              <a:t> </a:t>
            </a:r>
            <a:r>
              <a:rPr lang="en-US" altLang="ro-RO" dirty="0" err="1"/>
              <a:t>sau</a:t>
            </a:r>
            <a:r>
              <a:rPr lang="en-US" altLang="ro-RO" dirty="0"/>
              <a:t> nu</a:t>
            </a:r>
          </a:p>
          <a:p>
            <a:endParaRPr lang="en-US" altLang="ro-RO" dirty="0"/>
          </a:p>
          <a:p>
            <a:r>
              <a:rPr lang="en-US" altLang="ro-RO" dirty="0" err="1"/>
              <a:t>Protocolul</a:t>
            </a:r>
            <a:r>
              <a:rPr lang="en-US" altLang="ro-RO" dirty="0"/>
              <a:t> reduce </a:t>
            </a:r>
            <a:r>
              <a:rPr lang="en-US" altLang="ro-RO" dirty="0" err="1"/>
              <a:t>numarul</a:t>
            </a:r>
            <a:r>
              <a:rPr lang="en-US" altLang="ro-RO" dirty="0"/>
              <a:t> de </a:t>
            </a:r>
            <a:r>
              <a:rPr lang="en-US" altLang="ro-RO" dirty="0" err="1"/>
              <a:t>mesaje</a:t>
            </a:r>
            <a:r>
              <a:rPr lang="en-US" altLang="ro-RO" dirty="0"/>
              <a:t> de </a:t>
            </a:r>
            <a:r>
              <a:rPr lang="en-US" altLang="ro-RO" dirty="0" err="1"/>
              <a:t>detectie</a:t>
            </a:r>
            <a:r>
              <a:rPr lang="en-US" altLang="ro-RO" dirty="0"/>
              <a:t>, </a:t>
            </a:r>
            <a:r>
              <a:rPr lang="en-US" altLang="ro-RO" dirty="0" err="1"/>
              <a:t>intrucat</a:t>
            </a:r>
            <a:r>
              <a:rPr lang="en-US" altLang="ro-RO" dirty="0"/>
              <a:t> se </a:t>
            </a:r>
            <a:r>
              <a:rPr lang="en-US" altLang="ro-RO" dirty="0" err="1"/>
              <a:t>incearca</a:t>
            </a:r>
            <a:r>
              <a:rPr lang="en-US" altLang="ro-RO" dirty="0"/>
              <a:t> </a:t>
            </a:r>
            <a:r>
              <a:rPr lang="en-US" altLang="ro-RO" dirty="0" err="1"/>
              <a:t>folosirea</a:t>
            </a:r>
            <a:r>
              <a:rPr lang="en-US" altLang="ro-RO" dirty="0"/>
              <a:t> cat </a:t>
            </a:r>
            <a:r>
              <a:rPr lang="en-US" altLang="ro-RO" dirty="0" err="1"/>
              <a:t>mai</a:t>
            </a:r>
            <a:r>
              <a:rPr lang="en-US" altLang="ro-RO" dirty="0"/>
              <a:t> </a:t>
            </a:r>
            <a:r>
              <a:rPr lang="en-US" altLang="ro-RO" dirty="0" err="1"/>
              <a:t>eficienta</a:t>
            </a:r>
            <a:r>
              <a:rPr lang="en-US" altLang="ro-RO" dirty="0"/>
              <a:t> a </a:t>
            </a:r>
            <a:r>
              <a:rPr lang="en-US" altLang="ro-RO" dirty="0" err="1"/>
              <a:t>mesajelor</a:t>
            </a:r>
            <a:r>
              <a:rPr lang="en-US" altLang="ro-RO" dirty="0"/>
              <a:t> </a:t>
            </a:r>
            <a:r>
              <a:rPr lang="en-US" altLang="ro-RO" dirty="0" err="1"/>
              <a:t>trimise</a:t>
            </a:r>
            <a:r>
              <a:rPr lang="en-US" altLang="ro-RO" dirty="0"/>
              <a:t> </a:t>
            </a:r>
            <a:r>
              <a:rPr lang="en-US" altLang="ro-RO" dirty="0" err="1"/>
              <a:t>intre</a:t>
            </a:r>
            <a:r>
              <a:rPr lang="en-US" altLang="ro-RO" dirty="0"/>
              <a:t> </a:t>
            </a:r>
            <a:r>
              <a:rPr lang="en-US" altLang="ro-RO" dirty="0" err="1"/>
              <a:t>procese</a:t>
            </a:r>
            <a:r>
              <a:rPr lang="en-US" altLang="ro-RO" dirty="0"/>
              <a:t>. Se </a:t>
            </a:r>
            <a:r>
              <a:rPr lang="en-US" altLang="ro-RO" dirty="0" err="1"/>
              <a:t>impune</a:t>
            </a:r>
            <a:r>
              <a:rPr lang="en-US" altLang="ro-RO" dirty="0"/>
              <a:t>, </a:t>
            </a:r>
            <a:r>
              <a:rPr lang="en-US" altLang="ro-RO" dirty="0" err="1"/>
              <a:t>astfel</a:t>
            </a:r>
            <a:r>
              <a:rPr lang="en-US" altLang="ro-RO" dirty="0"/>
              <a:t>, ca </a:t>
            </a:r>
            <a:r>
              <a:rPr lang="en-US" altLang="ro-RO" dirty="0" err="1"/>
              <a:t>fiecare</a:t>
            </a:r>
            <a:r>
              <a:rPr lang="en-US" altLang="ro-RO" dirty="0"/>
              <a:t> </a:t>
            </a:r>
            <a:r>
              <a:rPr lang="en-US" altLang="ro-RO" dirty="0" err="1"/>
              <a:t>mesaj</a:t>
            </a:r>
            <a:r>
              <a:rPr lang="en-US" altLang="ro-RO" dirty="0"/>
              <a:t> </a:t>
            </a:r>
            <a:r>
              <a:rPr lang="en-US" altLang="ro-RO" dirty="0" err="1"/>
              <a:t>sa</a:t>
            </a:r>
            <a:r>
              <a:rPr lang="en-US" altLang="ro-RO" dirty="0"/>
              <a:t> fie </a:t>
            </a:r>
            <a:r>
              <a:rPr lang="en-US" altLang="ro-RO" dirty="0" err="1"/>
              <a:t>confirmat</a:t>
            </a:r>
            <a:r>
              <a:rPr lang="en-US" altLang="ro-RO" dirty="0"/>
              <a:t>.</a:t>
            </a:r>
          </a:p>
          <a:p>
            <a:endParaRPr lang="en-US" altLang="ro-RO" dirty="0"/>
          </a:p>
          <a:p>
            <a:r>
              <a:rPr lang="en-US" altLang="ro-RO" dirty="0"/>
              <a:t>De </a:t>
            </a:r>
            <a:r>
              <a:rPr lang="en-US" altLang="ro-RO" dirty="0" err="1"/>
              <a:t>exemplu</a:t>
            </a:r>
            <a:r>
              <a:rPr lang="en-US" altLang="ro-RO" dirty="0"/>
              <a:t>, </a:t>
            </a:r>
            <a:r>
              <a:rPr lang="en-US" altLang="ro-RO" dirty="0" err="1"/>
              <a:t>daca</a:t>
            </a:r>
            <a:r>
              <a:rPr lang="en-US" altLang="ro-RO" dirty="0"/>
              <a:t> un </a:t>
            </a:r>
            <a:r>
              <a:rPr lang="en-US" altLang="ro-RO" dirty="0" err="1"/>
              <a:t>proces</a:t>
            </a:r>
            <a:r>
              <a:rPr lang="en-US" altLang="ro-RO" dirty="0"/>
              <a:t> pi </a:t>
            </a:r>
            <a:r>
              <a:rPr lang="en-US" altLang="ro-RO" dirty="0" err="1"/>
              <a:t>interogheaza</a:t>
            </a:r>
            <a:r>
              <a:rPr lang="en-US" altLang="ro-RO" dirty="0"/>
              <a:t> un </a:t>
            </a:r>
            <a:r>
              <a:rPr lang="en-US" altLang="ro-RO" dirty="0" err="1"/>
              <a:t>proces</a:t>
            </a:r>
            <a:r>
              <a:rPr lang="en-US" altLang="ro-RO" dirty="0"/>
              <a:t> </a:t>
            </a:r>
            <a:r>
              <a:rPr lang="en-US" altLang="ro-RO" dirty="0" err="1"/>
              <a:t>pj</a:t>
            </a:r>
            <a:r>
              <a:rPr lang="en-US" altLang="ro-RO" dirty="0"/>
              <a:t> cat </a:t>
            </a:r>
            <a:r>
              <a:rPr lang="en-US" altLang="ro-RO" dirty="0" err="1"/>
              <a:t>timp</a:t>
            </a:r>
            <a:r>
              <a:rPr lang="en-US" altLang="ro-RO" dirty="0"/>
              <a:t> </a:t>
            </a:r>
            <a:r>
              <a:rPr lang="en-US" altLang="ro-RO" dirty="0" err="1"/>
              <a:t>comunica</a:t>
            </a:r>
            <a:r>
              <a:rPr lang="en-US" altLang="ro-RO" dirty="0"/>
              <a:t> cu </a:t>
            </a:r>
            <a:r>
              <a:rPr lang="en-US" altLang="ro-RO" dirty="0" err="1"/>
              <a:t>acesta</a:t>
            </a:r>
            <a:r>
              <a:rPr lang="en-US" altLang="ro-RO" dirty="0"/>
              <a:t>, </a:t>
            </a:r>
            <a:r>
              <a:rPr lang="en-US" altLang="ro-RO" dirty="0" err="1"/>
              <a:t>raspunsul</a:t>
            </a:r>
            <a:r>
              <a:rPr lang="en-US" altLang="ro-RO" dirty="0"/>
              <a:t> </a:t>
            </a:r>
            <a:r>
              <a:rPr lang="en-US" altLang="ro-RO" dirty="0" err="1"/>
              <a:t>depinde</a:t>
            </a:r>
            <a:r>
              <a:rPr lang="en-US" altLang="ro-RO" dirty="0"/>
              <a:t> de RTT-ul </a:t>
            </a:r>
            <a:r>
              <a:rPr lang="en-US" altLang="ro-RO" dirty="0" err="1"/>
              <a:t>mesajelor</a:t>
            </a:r>
            <a:r>
              <a:rPr lang="en-US" altLang="ro-RO" dirty="0"/>
              <a:t> </a:t>
            </a:r>
            <a:r>
              <a:rPr lang="en-US" altLang="ro-RO" dirty="0" err="1"/>
              <a:t>deja</a:t>
            </a:r>
            <a:r>
              <a:rPr lang="en-US" altLang="ro-RO" dirty="0"/>
              <a:t> </a:t>
            </a:r>
            <a:r>
              <a:rPr lang="en-US" altLang="ro-RO" dirty="0" err="1"/>
              <a:t>confirmate</a:t>
            </a:r>
            <a:r>
              <a:rPr lang="en-US" altLang="ro-RO" dirty="0"/>
              <a:t>. </a:t>
            </a:r>
            <a:r>
              <a:rPr lang="en-US" altLang="ro-RO" dirty="0" err="1"/>
              <a:t>Altfel</a:t>
            </a:r>
            <a:r>
              <a:rPr lang="en-US" altLang="ro-RO" dirty="0"/>
              <a:t>, se </a:t>
            </a:r>
            <a:r>
              <a:rPr lang="en-US" altLang="ro-RO" dirty="0" err="1"/>
              <a:t>trimit</a:t>
            </a:r>
            <a:r>
              <a:rPr lang="en-US" altLang="ro-RO" dirty="0"/>
              <a:t> </a:t>
            </a:r>
            <a:r>
              <a:rPr lang="en-US" altLang="ro-RO" dirty="0" err="1"/>
              <a:t>mesaje</a:t>
            </a:r>
            <a:r>
              <a:rPr lang="en-US" altLang="ro-RO" dirty="0"/>
              <a:t> de control </a:t>
            </a:r>
            <a:r>
              <a:rPr lang="en-US" altLang="ro-RO" dirty="0" err="1"/>
              <a:t>pentru</a:t>
            </a:r>
            <a:r>
              <a:rPr lang="en-US" altLang="ro-RO" dirty="0"/>
              <a:t> a </a:t>
            </a:r>
            <a:r>
              <a:rPr lang="en-US" altLang="ro-RO" dirty="0" err="1"/>
              <a:t>compensa</a:t>
            </a:r>
            <a:r>
              <a:rPr lang="en-US" altLang="ro-RO" dirty="0"/>
              <a:t> </a:t>
            </a:r>
            <a:r>
              <a:rPr lang="en-US" altLang="ro-RO" dirty="0" err="1"/>
              <a:t>lipsa</a:t>
            </a:r>
            <a:r>
              <a:rPr lang="en-US" altLang="ro-RO" dirty="0"/>
              <a:t> </a:t>
            </a:r>
            <a:r>
              <a:rPr lang="en-US" altLang="ro-RO" dirty="0" err="1"/>
              <a:t>mesajelor</a:t>
            </a:r>
            <a:r>
              <a:rPr lang="en-US" altLang="ro-RO" dirty="0"/>
              <a:t> </a:t>
            </a:r>
            <a:r>
              <a:rPr lang="en-US" altLang="ro-RO" dirty="0" err="1"/>
              <a:t>aplicatie</a:t>
            </a:r>
            <a:r>
              <a:rPr lang="en-US" altLang="ro-RO" dirty="0"/>
              <a:t>.</a:t>
            </a:r>
          </a:p>
          <a:p>
            <a:endParaRPr lang="en-US" altLang="ro-RO" dirty="0"/>
          </a:p>
          <a:p>
            <a:r>
              <a:rPr lang="en-US" altLang="ro-RO" dirty="0"/>
              <a:t>Daca un </a:t>
            </a:r>
            <a:r>
              <a:rPr lang="en-US" altLang="ro-RO" dirty="0" err="1"/>
              <a:t>proces</a:t>
            </a:r>
            <a:r>
              <a:rPr lang="en-US" altLang="ro-RO" dirty="0"/>
              <a:t> pi </a:t>
            </a:r>
            <a:r>
              <a:rPr lang="en-US" altLang="ro-RO" dirty="0" err="1"/>
              <a:t>trimite</a:t>
            </a:r>
            <a:r>
              <a:rPr lang="en-US" altLang="ro-RO" dirty="0"/>
              <a:t> un </a:t>
            </a:r>
            <a:r>
              <a:rPr lang="en-US" altLang="ro-RO" dirty="0" err="1"/>
              <a:t>mesaj</a:t>
            </a:r>
            <a:r>
              <a:rPr lang="en-US" altLang="ro-RO" dirty="0"/>
              <a:t> </a:t>
            </a:r>
            <a:r>
              <a:rPr lang="en-US" altLang="ro-RO" dirty="0" err="1"/>
              <a:t>aplicatie</a:t>
            </a:r>
            <a:r>
              <a:rPr lang="en-US" altLang="ro-RO" dirty="0"/>
              <a:t> </a:t>
            </a:r>
            <a:r>
              <a:rPr lang="en-US" altLang="ro-RO" dirty="0" err="1"/>
              <a:t>unui</a:t>
            </a:r>
            <a:r>
              <a:rPr lang="en-US" altLang="ro-RO" dirty="0"/>
              <a:t> </a:t>
            </a:r>
            <a:r>
              <a:rPr lang="en-US" altLang="ro-RO" dirty="0" err="1"/>
              <a:t>proces</a:t>
            </a:r>
            <a:r>
              <a:rPr lang="en-US" altLang="ro-RO" dirty="0"/>
              <a:t> </a:t>
            </a:r>
            <a:r>
              <a:rPr lang="en-US" altLang="ro-RO" dirty="0" err="1"/>
              <a:t>pj</a:t>
            </a:r>
            <a:r>
              <a:rPr lang="en-US" altLang="ro-RO" dirty="0"/>
              <a:t>, </a:t>
            </a:r>
            <a:r>
              <a:rPr lang="en-US" altLang="ro-RO" dirty="0" err="1"/>
              <a:t>va</a:t>
            </a:r>
            <a:r>
              <a:rPr lang="en-US" altLang="ro-RO" dirty="0"/>
              <a:t> </a:t>
            </a:r>
            <a:r>
              <a:rPr lang="en-US" altLang="ro-RO" dirty="0" err="1"/>
              <a:t>calcula</a:t>
            </a:r>
            <a:r>
              <a:rPr lang="en-US" altLang="ro-RO" dirty="0"/>
              <a:t> la </a:t>
            </a:r>
            <a:r>
              <a:rPr lang="en-US" altLang="ro-RO" dirty="0" err="1"/>
              <a:t>primirea</a:t>
            </a:r>
            <a:r>
              <a:rPr lang="en-US" altLang="ro-RO" dirty="0"/>
              <a:t> acknowledge-</a:t>
            </a:r>
            <a:r>
              <a:rPr lang="en-US" altLang="ro-RO" dirty="0" err="1"/>
              <a:t>ului</a:t>
            </a:r>
            <a:r>
              <a:rPr lang="en-US" altLang="ro-RO" dirty="0"/>
              <a:t> RTD. In plus </a:t>
            </a:r>
            <a:r>
              <a:rPr lang="en-US" altLang="ro-RO" dirty="0" err="1"/>
              <a:t>pentru</a:t>
            </a:r>
            <a:r>
              <a:rPr lang="en-US" altLang="ro-RO" dirty="0"/>
              <a:t> </a:t>
            </a:r>
            <a:r>
              <a:rPr lang="en-US" altLang="ro-RO" dirty="0" err="1"/>
              <a:t>fiecare</a:t>
            </a:r>
            <a:r>
              <a:rPr lang="en-US" altLang="ro-RO" dirty="0"/>
              <a:t> </a:t>
            </a:r>
            <a:r>
              <a:rPr lang="en-US" altLang="ro-RO" dirty="0" err="1"/>
              <a:t>proces</a:t>
            </a:r>
            <a:r>
              <a:rPr lang="en-US" altLang="ro-RO" dirty="0"/>
              <a:t> </a:t>
            </a:r>
            <a:r>
              <a:rPr lang="en-US" altLang="ro-RO" dirty="0" err="1"/>
              <a:t>destinatie</a:t>
            </a:r>
            <a:r>
              <a:rPr lang="en-US" altLang="ro-RO" dirty="0"/>
              <a:t> </a:t>
            </a:r>
            <a:r>
              <a:rPr lang="en-US" altLang="ro-RO" dirty="0" err="1"/>
              <a:t>pj</a:t>
            </a:r>
            <a:r>
              <a:rPr lang="en-US" altLang="ro-RO" dirty="0"/>
              <a:t>, pi </a:t>
            </a:r>
            <a:r>
              <a:rPr lang="en-US" altLang="ro-RO" dirty="0" err="1"/>
              <a:t>va</a:t>
            </a:r>
            <a:r>
              <a:rPr lang="en-US" altLang="ro-RO" dirty="0"/>
              <a:t> </a:t>
            </a:r>
            <a:r>
              <a:rPr lang="en-US" altLang="ro-RO" dirty="0" err="1"/>
              <a:t>calcula</a:t>
            </a:r>
            <a:r>
              <a:rPr lang="en-US" altLang="ro-RO" dirty="0"/>
              <a:t> RTD maxim </a:t>
            </a:r>
            <a:r>
              <a:rPr lang="en-US" altLang="ro-RO" dirty="0" err="1"/>
              <a:t>pentru</a:t>
            </a:r>
            <a:r>
              <a:rPr lang="en-US" altLang="ro-RO" dirty="0"/>
              <a:t> </a:t>
            </a:r>
            <a:r>
              <a:rPr lang="en-US" altLang="ro-RO" dirty="0" err="1"/>
              <a:t>mesajele</a:t>
            </a:r>
            <a:r>
              <a:rPr lang="en-US" altLang="ro-RO" dirty="0"/>
              <a:t> </a:t>
            </a:r>
            <a:r>
              <a:rPr lang="en-US" altLang="ro-RO" dirty="0" err="1"/>
              <a:t>pentru</a:t>
            </a:r>
            <a:r>
              <a:rPr lang="en-US" altLang="ro-RO" dirty="0"/>
              <a:t> care a </a:t>
            </a:r>
            <a:r>
              <a:rPr lang="en-US" altLang="ro-RO" dirty="0" err="1"/>
              <a:t>primit</a:t>
            </a:r>
            <a:r>
              <a:rPr lang="en-US" altLang="ro-RO" dirty="0"/>
              <a:t> </a:t>
            </a:r>
            <a:r>
              <a:rPr lang="en-US" altLang="ro-RO" dirty="0" err="1"/>
              <a:t>confirmare</a:t>
            </a:r>
            <a:r>
              <a:rPr lang="en-US" altLang="ro-RO" dirty="0"/>
              <a:t>.</a:t>
            </a:r>
          </a:p>
        </p:txBody>
      </p:sp>
    </p:spTree>
    <p:extLst>
      <p:ext uri="{BB962C8B-B14F-4D97-AF65-F5344CB8AC3E}">
        <p14:creationId xmlns:p14="http://schemas.microsoft.com/office/powerpoint/2010/main" val="39314887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513E22D2-DD16-6044-ABDF-95266861581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a:solidFill>
                  <a:schemeClr val="tx1"/>
                </a:solidFill>
                <a:latin typeface="Arial" panose="020B0604020202020204" pitchFamily="34" charset="0"/>
              </a:defRPr>
            </a:lvl1pPr>
            <a:lvl2pPr marL="742950" indent="-285750" defTabSz="990600" eaLnBrk="0" hangingPunct="0">
              <a:defRPr>
                <a:solidFill>
                  <a:schemeClr val="tx1"/>
                </a:solidFill>
                <a:latin typeface="Arial" panose="020B0604020202020204" pitchFamily="34" charset="0"/>
              </a:defRPr>
            </a:lvl2pPr>
            <a:lvl3pPr marL="1143000" indent="-228600" defTabSz="990600" eaLnBrk="0" hangingPunct="0">
              <a:defRPr>
                <a:solidFill>
                  <a:schemeClr val="tx1"/>
                </a:solidFill>
                <a:latin typeface="Arial" panose="020B0604020202020204" pitchFamily="34" charset="0"/>
              </a:defRPr>
            </a:lvl3pPr>
            <a:lvl4pPr marL="1600200" indent="-228600" defTabSz="990600" eaLnBrk="0" hangingPunct="0">
              <a:defRPr>
                <a:solidFill>
                  <a:schemeClr val="tx1"/>
                </a:solidFill>
                <a:latin typeface="Arial" panose="020B0604020202020204" pitchFamily="34" charset="0"/>
              </a:defRPr>
            </a:lvl4pPr>
            <a:lvl5pPr marL="2057400" indent="-228600" defTabSz="990600" eaLnBrk="0" hangingPunct="0">
              <a:defRPr>
                <a:solidFill>
                  <a:schemeClr val="tx1"/>
                </a:solidFill>
                <a:latin typeface="Arial" panose="020B0604020202020204" pitchFamily="34" charset="0"/>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236CBDB-6DF8-4247-BE0E-18CED3AA8EE8}" type="slidenum">
              <a:rPr lang="en-US" altLang="ro-RO"/>
              <a:pPr eaLnBrk="1" hangingPunct="1"/>
              <a:t>20</a:t>
            </a:fld>
            <a:endParaRPr lang="en-US" altLang="ro-RO"/>
          </a:p>
        </p:txBody>
      </p:sp>
      <p:sp>
        <p:nvSpPr>
          <p:cNvPr id="62467" name="Rectangle 2">
            <a:extLst>
              <a:ext uri="{FF2B5EF4-FFF2-40B4-BE49-F238E27FC236}">
                <a16:creationId xmlns:a16="http://schemas.microsoft.com/office/drawing/2014/main" id="{BD64436E-1535-F043-9BF2-10DC6C67F719}"/>
              </a:ext>
            </a:extLst>
          </p:cNvPr>
          <p:cNvSpPr>
            <a:spLocks noGrp="1" noRot="1" noChangeAspect="1" noChangeArrowheads="1" noTextEdit="1"/>
          </p:cNvSpPr>
          <p:nvPr>
            <p:ph type="sldImg"/>
          </p:nvPr>
        </p:nvSpPr>
        <p:spPr>
          <a:xfrm>
            <a:off x="1258888" y="720725"/>
            <a:ext cx="4797425" cy="3598863"/>
          </a:xfrm>
          <a:ln/>
        </p:spPr>
      </p:sp>
      <p:sp>
        <p:nvSpPr>
          <p:cNvPr id="62468" name="Rectangle 3">
            <a:extLst>
              <a:ext uri="{FF2B5EF4-FFF2-40B4-BE49-F238E27FC236}">
                <a16:creationId xmlns:a16="http://schemas.microsoft.com/office/drawing/2014/main" id="{58D7A9C7-6689-E449-B56C-A4ACB91E947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ro-RO"/>
              <a:t>Unele aplicaţii pot alege o valoare scăzută pentru prag pentru a obţine o detecţie a erorilor cât mai rapidă, însă cu costul preciziei, crescând astfel probabilitatea suspiciunilor greşite. Aplicaţii cu cerinţe stricte vor opta totuşi pentru o valoare mare a pragului, necesitând o acurateţe cât mai ridicată a suspiciunilor. Această abordare rezolvă problema flexibilităţii, pentru că valoarea pragului este stabilită pe aplicaţie (sau pe canalul de comunicaţie din cadrul aplicaţiei). Pe de altă parte, scala folosită asigură că valoarea de prag este specifică aplicaţiei. În practică, valoarea progresiva asociata fiecarui proces este calculată pe baza intervalelor de recepţie a celor mai recente mesaje </a:t>
            </a:r>
            <a:r>
              <a:rPr lang="en-US" altLang="ro-RO" i="1"/>
              <a:t>heartbeat</a:t>
            </a:r>
            <a:r>
              <a:rPr lang="en-US" altLang="ro-RO"/>
              <a:t>. </a:t>
            </a:r>
          </a:p>
          <a:p>
            <a:endParaRPr lang="en-US" altLang="ro-RO"/>
          </a:p>
          <a:p>
            <a:endParaRPr lang="en-US" altLang="ro-RO"/>
          </a:p>
        </p:txBody>
      </p:sp>
    </p:spTree>
    <p:extLst>
      <p:ext uri="{BB962C8B-B14F-4D97-AF65-F5344CB8AC3E}">
        <p14:creationId xmlns:p14="http://schemas.microsoft.com/office/powerpoint/2010/main" val="23087848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AFB87727-0AC1-FA4E-AEC3-021C6FDC4028}"/>
              </a:ext>
            </a:extLst>
          </p:cNvPr>
          <p:cNvSpPr>
            <a:spLocks noGrp="1" noRot="1" noChangeAspect="1" noChangeArrowheads="1" noTextEdit="1"/>
          </p:cNvSpPr>
          <p:nvPr>
            <p:ph type="sldImg"/>
          </p:nvPr>
        </p:nvSpPr>
        <p:spPr>
          <a:xfrm>
            <a:off x="1260475" y="720725"/>
            <a:ext cx="4797425" cy="3598863"/>
          </a:xfrm>
          <a:ln/>
        </p:spPr>
      </p:sp>
      <p:sp>
        <p:nvSpPr>
          <p:cNvPr id="65539" name="Rectangle 3">
            <a:extLst>
              <a:ext uri="{FF2B5EF4-FFF2-40B4-BE49-F238E27FC236}">
                <a16:creationId xmlns:a16="http://schemas.microsoft.com/office/drawing/2014/main" id="{5C8D81EF-DC7E-774F-B5C9-7A640C1FCE9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ro-RO" altLang="ro-RO" dirty="0">
                <a:solidFill>
                  <a:schemeClr val="accent2"/>
                </a:solidFill>
              </a:rPr>
              <a:t>Problemă</a:t>
            </a:r>
          </a:p>
          <a:p>
            <a:pPr lvl="1"/>
            <a:r>
              <a:rPr lang="ro-RO" altLang="ro-RO" dirty="0"/>
              <a:t>pentru un număr foarte mare de </a:t>
            </a:r>
            <a:r>
              <a:rPr lang="ro-RO" altLang="ro-RO" dirty="0" err="1"/>
              <a:t>agenţi</a:t>
            </a:r>
            <a:r>
              <a:rPr lang="ro-RO" altLang="ro-RO" dirty="0"/>
              <a:t> monitorizarea reciprocă este ineficientă </a:t>
            </a:r>
            <a:r>
              <a:rPr lang="ro-RO" altLang="ro-RO" dirty="0" err="1"/>
              <a:t>şi</a:t>
            </a:r>
            <a:r>
              <a:rPr lang="ro-RO" altLang="ro-RO" dirty="0"/>
              <a:t> foarte complexă, iar resursele </a:t>
            </a:r>
            <a:r>
              <a:rPr lang="ro-RO" altLang="ro-RO" dirty="0" err="1"/>
              <a:t>staţiilor</a:t>
            </a:r>
            <a:r>
              <a:rPr lang="ro-RO" altLang="ro-RO" dirty="0"/>
              <a:t> pe care rulează </a:t>
            </a:r>
            <a:r>
              <a:rPr lang="ro-RO" altLang="ro-RO" dirty="0" err="1"/>
              <a:t>agenţii</a:t>
            </a:r>
            <a:r>
              <a:rPr lang="ro-RO" altLang="ro-RO" dirty="0"/>
              <a:t> sunt limitate</a:t>
            </a:r>
          </a:p>
          <a:p>
            <a:r>
              <a:rPr lang="ro-RO" altLang="ro-RO" dirty="0" err="1">
                <a:solidFill>
                  <a:schemeClr val="accent2"/>
                </a:solidFill>
              </a:rPr>
              <a:t>Soluţie</a:t>
            </a:r>
            <a:r>
              <a:rPr lang="ro-RO" altLang="ro-RO" dirty="0"/>
              <a:t> </a:t>
            </a:r>
          </a:p>
          <a:p>
            <a:pPr lvl="1"/>
            <a:r>
              <a:rPr lang="ro-RO" altLang="ro-RO" dirty="0"/>
              <a:t>gruparea modulelor de </a:t>
            </a:r>
            <a:r>
              <a:rPr lang="ro-RO" altLang="ro-RO" dirty="0" err="1"/>
              <a:t>detecţie</a:t>
            </a:r>
            <a:r>
              <a:rPr lang="ro-RO" altLang="ro-RO" dirty="0"/>
              <a:t> în clustere în </a:t>
            </a:r>
            <a:r>
              <a:rPr lang="ro-RO" altLang="ro-RO" dirty="0" err="1"/>
              <a:t>funcţie</a:t>
            </a:r>
            <a:r>
              <a:rPr lang="ro-RO" altLang="ro-RO" dirty="0"/>
              <a:t> de </a:t>
            </a:r>
            <a:r>
              <a:rPr lang="ro-RO" altLang="ro-RO" dirty="0" err="1"/>
              <a:t>poziţia</a:t>
            </a:r>
            <a:r>
              <a:rPr lang="ro-RO" altLang="ro-RO" dirty="0"/>
              <a:t> geografică</a:t>
            </a:r>
          </a:p>
          <a:p>
            <a:r>
              <a:rPr lang="ro-RO" altLang="ro-RO" dirty="0">
                <a:solidFill>
                  <a:schemeClr val="accent2"/>
                </a:solidFill>
              </a:rPr>
              <a:t>Obiectiv</a:t>
            </a:r>
            <a:r>
              <a:rPr lang="ro-RO" altLang="ro-RO" dirty="0"/>
              <a:t> </a:t>
            </a:r>
          </a:p>
          <a:p>
            <a:pPr lvl="1"/>
            <a:r>
              <a:rPr lang="ro-RO" altLang="ro-RO" dirty="0"/>
              <a:t>de a </a:t>
            </a:r>
            <a:r>
              <a:rPr lang="ro-RO" altLang="ro-RO" dirty="0" err="1"/>
              <a:t>menţine</a:t>
            </a:r>
            <a:r>
              <a:rPr lang="ro-RO" altLang="ro-RO" dirty="0"/>
              <a:t> local o parte cât mai mare din trafic </a:t>
            </a:r>
            <a:r>
              <a:rPr lang="ro-RO" altLang="ro-RO" dirty="0" err="1"/>
              <a:t>şi</a:t>
            </a:r>
            <a:r>
              <a:rPr lang="ro-RO" altLang="ro-RO" dirty="0"/>
              <a:t> de a face posibilă adaptarea cât mai rapidă la reconfigurări</a:t>
            </a:r>
          </a:p>
          <a:p>
            <a:r>
              <a:rPr lang="ro-RO" altLang="ro-RO" dirty="0">
                <a:solidFill>
                  <a:schemeClr val="accent2"/>
                </a:solidFill>
              </a:rPr>
              <a:t>Caracteristici </a:t>
            </a:r>
          </a:p>
          <a:p>
            <a:pPr lvl="1"/>
            <a:r>
              <a:rPr lang="ro-RO" altLang="ro-RO" dirty="0"/>
              <a:t>în fiecare cluster există un agent cu rol suplimentar de coordonator, care </a:t>
            </a:r>
            <a:r>
              <a:rPr lang="ro-RO" altLang="ro-RO" dirty="0" err="1"/>
              <a:t>cunoaşte</a:t>
            </a:r>
            <a:r>
              <a:rPr lang="ro-RO" altLang="ro-RO" dirty="0"/>
              <a:t> </a:t>
            </a:r>
            <a:r>
              <a:rPr lang="ro-RO" altLang="ro-RO" dirty="0" err="1"/>
              <a:t>şi</a:t>
            </a:r>
            <a:r>
              <a:rPr lang="ro-RO" altLang="ro-RO" dirty="0"/>
              <a:t> gestionează </a:t>
            </a:r>
            <a:r>
              <a:rPr lang="en-US" altLang="ro-RO" dirty="0" err="1"/>
              <a:t>topologia</a:t>
            </a:r>
            <a:r>
              <a:rPr lang="ro-RO" altLang="ro-RO" dirty="0"/>
              <a:t> locală </a:t>
            </a:r>
            <a:r>
              <a:rPr lang="ro-RO" altLang="ro-RO" dirty="0" err="1"/>
              <a:t>şi</a:t>
            </a:r>
            <a:r>
              <a:rPr lang="ro-RO" altLang="ro-RO" dirty="0"/>
              <a:t> mediază </a:t>
            </a:r>
            <a:r>
              <a:rPr lang="ro-RO" altLang="ro-RO" dirty="0" err="1"/>
              <a:t>comunicaţia</a:t>
            </a:r>
            <a:r>
              <a:rPr lang="en-US" altLang="ro-RO" dirty="0"/>
              <a:t> intern</a:t>
            </a:r>
            <a:r>
              <a:rPr lang="ro-RO" altLang="ro-RO" dirty="0"/>
              <a:t>ă </a:t>
            </a:r>
            <a:r>
              <a:rPr lang="ro-RO" altLang="ro-RO" dirty="0" err="1"/>
              <a:t>şi</a:t>
            </a:r>
            <a:r>
              <a:rPr lang="ro-RO" altLang="ro-RO" dirty="0"/>
              <a:t> externă, </a:t>
            </a:r>
            <a:r>
              <a:rPr lang="ro-RO" altLang="ro-RO" dirty="0" err="1"/>
              <a:t>şi</a:t>
            </a:r>
            <a:r>
              <a:rPr lang="ro-RO" altLang="ro-RO" dirty="0"/>
              <a:t> o replică care </a:t>
            </a:r>
            <a:r>
              <a:rPr lang="ro-RO" altLang="ro-RO" dirty="0" err="1"/>
              <a:t>deţine</a:t>
            </a:r>
            <a:r>
              <a:rPr lang="ro-RO" altLang="ro-RO" dirty="0"/>
              <a:t> o copie a topologiei </a:t>
            </a:r>
            <a:r>
              <a:rPr lang="ro-RO" altLang="ro-RO" dirty="0" err="1"/>
              <a:t>şi</a:t>
            </a:r>
            <a:r>
              <a:rPr lang="ro-RO" altLang="ro-RO" dirty="0"/>
              <a:t> poate prelua sarcinile coordonatorului în cazul defectării acestuia</a:t>
            </a:r>
          </a:p>
          <a:p>
            <a:pPr lvl="1"/>
            <a:r>
              <a:rPr lang="ro-RO" altLang="ro-RO" dirty="0"/>
              <a:t>între clustere </a:t>
            </a:r>
            <a:r>
              <a:rPr lang="ro-RO" altLang="ro-RO" dirty="0" err="1"/>
              <a:t>informaţia</a:t>
            </a:r>
            <a:r>
              <a:rPr lang="ro-RO" altLang="ro-RO" dirty="0"/>
              <a:t> este propagată ierarhic, de la un coordonator la altul, pe principiul </a:t>
            </a:r>
            <a:r>
              <a:rPr lang="ro-RO" altLang="ro-RO" dirty="0" err="1"/>
              <a:t>proximităţii</a:t>
            </a:r>
            <a:r>
              <a:rPr lang="ro-RO" altLang="ro-RO" dirty="0"/>
              <a:t> </a:t>
            </a:r>
            <a:r>
              <a:rPr lang="ro-RO" altLang="ro-RO" dirty="0" err="1"/>
              <a:t>şi</a:t>
            </a:r>
            <a:r>
              <a:rPr lang="ro-RO" altLang="ro-RO" dirty="0"/>
              <a:t> doar la solicitarea </a:t>
            </a:r>
            <a:r>
              <a:rPr lang="ro-RO" altLang="ro-RO" dirty="0" err="1"/>
              <a:t>aplicaţiilor</a:t>
            </a:r>
            <a:endParaRPr lang="ro-RO" altLang="ro-RO" dirty="0"/>
          </a:p>
          <a:p>
            <a:pPr lvl="1"/>
            <a:r>
              <a:rPr lang="ro-RO" altLang="ro-RO" dirty="0"/>
              <a:t>în </a:t>
            </a:r>
            <a:r>
              <a:rPr lang="ro-RO" altLang="ro-RO" dirty="0" err="1"/>
              <a:t>funcţie</a:t>
            </a:r>
            <a:r>
              <a:rPr lang="ro-RO" altLang="ro-RO" dirty="0"/>
              <a:t> de numărul de </a:t>
            </a:r>
            <a:r>
              <a:rPr lang="ro-RO" altLang="ro-RO" dirty="0" err="1"/>
              <a:t>agenţi</a:t>
            </a:r>
            <a:r>
              <a:rPr lang="ro-RO" altLang="ro-RO" dirty="0"/>
              <a:t> din cadrul clusterului este posibilă fragmentarea sau fuziunea cu alt cluster</a:t>
            </a:r>
          </a:p>
          <a:p>
            <a:pPr lvl="1"/>
            <a:endParaRPr lang="ro-RO" altLang="ro-RO" dirty="0"/>
          </a:p>
          <a:p>
            <a:endParaRPr lang="en-US" altLang="ro-RO" dirty="0"/>
          </a:p>
        </p:txBody>
      </p:sp>
    </p:spTree>
    <p:extLst>
      <p:ext uri="{BB962C8B-B14F-4D97-AF65-F5344CB8AC3E}">
        <p14:creationId xmlns:p14="http://schemas.microsoft.com/office/powerpoint/2010/main" val="2454456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7EA86029-CE03-2043-B027-8FA33FF05531}"/>
              </a:ext>
            </a:extLst>
          </p:cNvPr>
          <p:cNvSpPr>
            <a:spLocks noGrp="1" noRot="1" noChangeAspect="1" noChangeArrowheads="1" noTextEdit="1"/>
          </p:cNvSpPr>
          <p:nvPr>
            <p:ph type="sldImg"/>
          </p:nvPr>
        </p:nvSpPr>
        <p:spPr>
          <a:xfrm>
            <a:off x="1260475" y="720725"/>
            <a:ext cx="4797425" cy="3598863"/>
          </a:xfrm>
          <a:ln/>
        </p:spPr>
      </p:sp>
      <p:sp>
        <p:nvSpPr>
          <p:cNvPr id="66563" name="Rectangle 3">
            <a:extLst>
              <a:ext uri="{FF2B5EF4-FFF2-40B4-BE49-F238E27FC236}">
                <a16:creationId xmlns:a16="http://schemas.microsoft.com/office/drawing/2014/main" id="{0A360996-F43E-8B4E-8AB6-422F0FF43C4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 typeface="Wingdings" pitchFamily="2" charset="2"/>
              <a:buNone/>
            </a:pPr>
            <a:r>
              <a:rPr lang="ro-RO" altLang="ro-RO" dirty="0"/>
              <a:t>La </a:t>
            </a:r>
            <a:r>
              <a:rPr lang="ro-RO" altLang="ro-RO" dirty="0" err="1"/>
              <a:t>recepţia</a:t>
            </a:r>
            <a:r>
              <a:rPr lang="ro-RO" altLang="ro-RO" dirty="0"/>
              <a:t> unui mesaj </a:t>
            </a:r>
            <a:r>
              <a:rPr lang="ro-RO" altLang="ro-RO" i="1" dirty="0" err="1"/>
              <a:t>heartbeat</a:t>
            </a:r>
            <a:r>
              <a:rPr lang="ro-RO" altLang="ro-RO" dirty="0"/>
              <a:t> se corectează factorul de netezire pe baza celor mai recente n valori actuale </a:t>
            </a:r>
            <a:r>
              <a:rPr lang="ro-RO" altLang="ro-RO" dirty="0" err="1"/>
              <a:t>şi</a:t>
            </a:r>
            <a:r>
              <a:rPr lang="ro-RO" altLang="ro-RO" dirty="0"/>
              <a:t> se estimează timpul de sosire al următorului mesaj </a:t>
            </a:r>
            <a:r>
              <a:rPr lang="ro-RO" altLang="ro-RO" i="1" dirty="0" err="1"/>
              <a:t>heartbeat</a:t>
            </a:r>
            <a:r>
              <a:rPr lang="ro-RO" altLang="ro-RO" i="1" dirty="0"/>
              <a:t>.</a:t>
            </a:r>
          </a:p>
          <a:p>
            <a:pPr>
              <a:buFont typeface="Wingdings" pitchFamily="2" charset="2"/>
              <a:buNone/>
            </a:pPr>
            <a:endParaRPr lang="ro-RO" altLang="ro-RO" i="1" dirty="0"/>
          </a:p>
          <a:p>
            <a:pPr>
              <a:buFont typeface="Wingdings" pitchFamily="2" charset="2"/>
              <a:buNone/>
            </a:pPr>
            <a:r>
              <a:rPr lang="en-GB" sz="1200" b="1" i="0" kern="1200" dirty="0">
                <a:solidFill>
                  <a:schemeClr val="tx1"/>
                </a:solidFill>
                <a:effectLst/>
                <a:latin typeface="Arial" charset="0"/>
                <a:ea typeface="ＭＳ Ｐゴシック" charset="0"/>
                <a:cs typeface="ＭＳ Ｐゴシック" charset="0"/>
              </a:rPr>
              <a:t>Exponential smoothing</a:t>
            </a:r>
            <a:r>
              <a:rPr lang="en-GB" sz="1200" b="0" i="0" kern="1200" dirty="0">
                <a:solidFill>
                  <a:schemeClr val="tx1"/>
                </a:solidFill>
                <a:effectLst/>
                <a:latin typeface="Arial" charset="0"/>
                <a:ea typeface="ＭＳ Ｐゴシック" charset="0"/>
                <a:cs typeface="ＭＳ Ｐゴシック" charset="0"/>
              </a:rPr>
              <a:t> is a </a:t>
            </a:r>
            <a:r>
              <a:rPr lang="en-GB" sz="1200" b="0" i="0" u="none" strike="noStrike" kern="1200" dirty="0">
                <a:solidFill>
                  <a:schemeClr val="tx1"/>
                </a:solidFill>
                <a:effectLst/>
                <a:latin typeface="Arial" charset="0"/>
                <a:ea typeface="ＭＳ Ｐゴシック" charset="0"/>
                <a:cs typeface="ＭＳ Ｐゴシック" charset="0"/>
                <a:hlinkClick r:id="rId3" tooltip="Rule of thumb"/>
              </a:rPr>
              <a:t>rule of thumb</a:t>
            </a:r>
            <a:r>
              <a:rPr lang="en-GB" sz="1200" b="0" i="0" kern="1200" dirty="0">
                <a:solidFill>
                  <a:schemeClr val="tx1"/>
                </a:solidFill>
                <a:effectLst/>
                <a:latin typeface="Arial" charset="0"/>
                <a:ea typeface="ＭＳ Ｐゴシック" charset="0"/>
                <a:cs typeface="ＭＳ Ｐゴシック" charset="0"/>
              </a:rPr>
              <a:t> technique for smoothing </a:t>
            </a:r>
            <a:r>
              <a:rPr lang="en-GB" sz="1200" b="0" i="0" u="none" strike="noStrike" kern="1200" dirty="0">
                <a:solidFill>
                  <a:schemeClr val="tx1"/>
                </a:solidFill>
                <a:effectLst/>
                <a:latin typeface="Arial" charset="0"/>
                <a:ea typeface="ＭＳ Ｐゴシック" charset="0"/>
                <a:cs typeface="ＭＳ Ｐゴシック" charset="0"/>
                <a:hlinkClick r:id="rId4" tooltip="Time series"/>
              </a:rPr>
              <a:t>time series</a:t>
            </a:r>
            <a:r>
              <a:rPr lang="en-GB" sz="1200" b="0" i="0" kern="1200" dirty="0">
                <a:solidFill>
                  <a:schemeClr val="tx1"/>
                </a:solidFill>
                <a:effectLst/>
                <a:latin typeface="Arial" charset="0"/>
                <a:ea typeface="ＭＳ Ｐゴシック" charset="0"/>
                <a:cs typeface="ＭＳ Ｐゴシック" charset="0"/>
              </a:rPr>
              <a:t> data using the exponential </a:t>
            </a:r>
            <a:r>
              <a:rPr lang="en-GB" sz="1200" b="0" i="0" u="none" strike="noStrike" kern="1200" dirty="0">
                <a:solidFill>
                  <a:schemeClr val="tx1"/>
                </a:solidFill>
                <a:effectLst/>
                <a:latin typeface="Arial" charset="0"/>
                <a:ea typeface="ＭＳ Ｐゴシック" charset="0"/>
                <a:cs typeface="ＭＳ Ｐゴシック" charset="0"/>
                <a:hlinkClick r:id="rId5" tooltip="Window function"/>
              </a:rPr>
              <a:t>window function</a:t>
            </a:r>
            <a:r>
              <a:rPr lang="en-GB" sz="1200" b="0" i="0" kern="1200" dirty="0">
                <a:solidFill>
                  <a:schemeClr val="tx1"/>
                </a:solidFill>
                <a:effectLst/>
                <a:latin typeface="Arial" charset="0"/>
                <a:ea typeface="ＭＳ Ｐゴシック" charset="0"/>
                <a:cs typeface="ＭＳ Ｐゴシック" charset="0"/>
              </a:rPr>
              <a:t>. Whereas in the </a:t>
            </a:r>
            <a:r>
              <a:rPr lang="en-GB" sz="1200" b="0" i="0" u="none" strike="noStrike" kern="1200" dirty="0">
                <a:solidFill>
                  <a:schemeClr val="tx1"/>
                </a:solidFill>
                <a:effectLst/>
                <a:latin typeface="Arial" charset="0"/>
                <a:ea typeface="ＭＳ Ｐゴシック" charset="0"/>
                <a:cs typeface="ＭＳ Ｐゴシック" charset="0"/>
                <a:hlinkClick r:id="rId6" tooltip="Simple moving average"/>
              </a:rPr>
              <a:t>simple moving average</a:t>
            </a:r>
            <a:r>
              <a:rPr lang="en-GB" sz="1200" b="0" i="0" kern="1200" dirty="0">
                <a:solidFill>
                  <a:schemeClr val="tx1"/>
                </a:solidFill>
                <a:effectLst/>
                <a:latin typeface="Arial" charset="0"/>
                <a:ea typeface="ＭＳ Ｐゴシック" charset="0"/>
                <a:cs typeface="ＭＳ Ｐゴシック" charset="0"/>
              </a:rPr>
              <a:t> the past observations are weighted equally, exponential functions are used to assign exponentially decreasing weights over time. It is an easily learned and easily applied procedure for making some determination based on prior assumptions by the user, such as seasonality. Exponential smoothing is often used for analysis of time-series data.</a:t>
            </a:r>
            <a:endParaRPr lang="en-US" altLang="ro-RO" i="1" dirty="0"/>
          </a:p>
          <a:p>
            <a:endParaRPr lang="en-US" altLang="ro-RO" dirty="0"/>
          </a:p>
        </p:txBody>
      </p:sp>
    </p:spTree>
    <p:extLst>
      <p:ext uri="{BB962C8B-B14F-4D97-AF65-F5344CB8AC3E}">
        <p14:creationId xmlns:p14="http://schemas.microsoft.com/office/powerpoint/2010/main" val="26330912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979D7CBE-81B2-1C47-860A-9814BF4C83F7}"/>
              </a:ext>
            </a:extLst>
          </p:cNvPr>
          <p:cNvSpPr>
            <a:spLocks noGrp="1" noRot="1" noChangeAspect="1" noChangeArrowheads="1" noTextEdit="1"/>
          </p:cNvSpPr>
          <p:nvPr>
            <p:ph type="sldImg"/>
          </p:nvPr>
        </p:nvSpPr>
        <p:spPr>
          <a:xfrm>
            <a:off x="1260475" y="720725"/>
            <a:ext cx="4797425" cy="3598863"/>
          </a:xfrm>
          <a:ln/>
        </p:spPr>
      </p:sp>
      <p:sp>
        <p:nvSpPr>
          <p:cNvPr id="67587" name="Rectangle 3">
            <a:extLst>
              <a:ext uri="{FF2B5EF4-FFF2-40B4-BE49-F238E27FC236}">
                <a16:creationId xmlns:a16="http://schemas.microsoft.com/office/drawing/2014/main" id="{C01B488A-46C2-B643-BCB8-BA9E3A4CA56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ro-RO" altLang="ro-RO" sz="1600"/>
              <a:t>Calcul nivel de suspiciune</a:t>
            </a:r>
            <a:endParaRPr lang="ro-RO" altLang="ro-RO" sz="1500"/>
          </a:p>
          <a:p>
            <a:pPr>
              <a:buFont typeface="Wingdings" pitchFamily="2" charset="2"/>
              <a:buNone/>
            </a:pPr>
            <a:r>
              <a:rPr lang="ro-RO" altLang="ro-RO" b="1">
                <a:solidFill>
                  <a:schemeClr val="accent2"/>
                </a:solidFill>
              </a:rPr>
              <a:t>o valoare apropiată de 0 corespunde unui proces funcţional</a:t>
            </a:r>
          </a:p>
          <a:p>
            <a:pPr>
              <a:buFont typeface="Wingdings" pitchFamily="2" charset="2"/>
              <a:buNone/>
            </a:pPr>
            <a:r>
              <a:rPr lang="ro-RO" altLang="ro-RO" b="1">
                <a:solidFill>
                  <a:schemeClr val="accent2"/>
                </a:solidFill>
              </a:rPr>
              <a:t>pe măsură ce nu se primeşte nici un mesaj </a:t>
            </a:r>
            <a:r>
              <a:rPr lang="ro-RO" altLang="ro-RO" b="1" i="1">
                <a:solidFill>
                  <a:schemeClr val="accent2"/>
                </a:solidFill>
              </a:rPr>
              <a:t>heartbeat</a:t>
            </a:r>
            <a:r>
              <a:rPr lang="ro-RO" altLang="ro-RO" b="1">
                <a:solidFill>
                  <a:schemeClr val="accent2"/>
                </a:solidFill>
              </a:rPr>
              <a:t> de la obiectul monitorizat nivelul de suspiciune avansează spre 1</a:t>
            </a:r>
          </a:p>
          <a:p>
            <a:endParaRPr lang="en-US" altLang="ro-RO"/>
          </a:p>
        </p:txBody>
      </p:sp>
    </p:spTree>
    <p:extLst>
      <p:ext uri="{BB962C8B-B14F-4D97-AF65-F5344CB8AC3E}">
        <p14:creationId xmlns:p14="http://schemas.microsoft.com/office/powerpoint/2010/main" val="20369125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4C529467-F0D2-2D43-B124-7B0FE444D997}"/>
              </a:ext>
            </a:extLst>
          </p:cNvPr>
          <p:cNvSpPr>
            <a:spLocks noGrp="1" noRot="1" noChangeAspect="1" noChangeArrowheads="1" noTextEdit="1"/>
          </p:cNvSpPr>
          <p:nvPr>
            <p:ph type="sldImg"/>
          </p:nvPr>
        </p:nvSpPr>
        <p:spPr>
          <a:xfrm>
            <a:off x="1260475" y="720725"/>
            <a:ext cx="4797425" cy="3598863"/>
          </a:xfrm>
          <a:ln/>
        </p:spPr>
      </p:sp>
      <p:sp>
        <p:nvSpPr>
          <p:cNvPr id="68611" name="Rectangle 3">
            <a:extLst>
              <a:ext uri="{FF2B5EF4-FFF2-40B4-BE49-F238E27FC236}">
                <a16:creationId xmlns:a16="http://schemas.microsoft.com/office/drawing/2014/main" id="{362BE1DF-3FA3-C94F-8A70-1DA8BA8896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ro-RO" altLang="ro-RO" sz="2000" dirty="0"/>
              <a:t>Avantaje</a:t>
            </a:r>
          </a:p>
          <a:p>
            <a:pPr lvl="1">
              <a:buFont typeface="Wingdings" pitchFamily="2" charset="2"/>
              <a:buNone/>
            </a:pPr>
            <a:r>
              <a:rPr lang="en-US" altLang="ro-RO" dirty="0" err="1"/>
              <a:t>asigur</a:t>
            </a:r>
            <a:r>
              <a:rPr lang="ro-RO" altLang="ro-RO" dirty="0"/>
              <a:t>ă</a:t>
            </a:r>
            <a:r>
              <a:rPr lang="en-US" altLang="ro-RO" dirty="0"/>
              <a:t> o </a:t>
            </a:r>
            <a:r>
              <a:rPr lang="en-US" altLang="ro-RO" dirty="0" err="1"/>
              <a:t>diseminare</a:t>
            </a:r>
            <a:r>
              <a:rPr lang="en-US" altLang="ro-RO" dirty="0"/>
              <a:t> rapid</a:t>
            </a:r>
            <a:r>
              <a:rPr lang="ro-RO" altLang="ro-RO" dirty="0"/>
              <a:t>ă</a:t>
            </a:r>
            <a:r>
              <a:rPr lang="en-US" altLang="ro-RO" dirty="0"/>
              <a:t> a </a:t>
            </a:r>
            <a:r>
              <a:rPr lang="en-US" altLang="ro-RO" dirty="0" err="1"/>
              <a:t>informa</a:t>
            </a:r>
            <a:r>
              <a:rPr lang="ro-RO" altLang="ro-RO" dirty="0" err="1"/>
              <a:t>ţ</a:t>
            </a:r>
            <a:r>
              <a:rPr lang="en-US" altLang="ro-RO" dirty="0" err="1"/>
              <a:t>iei</a:t>
            </a:r>
            <a:r>
              <a:rPr lang="en-US" altLang="ro-RO" dirty="0"/>
              <a:t> de </a:t>
            </a:r>
            <a:r>
              <a:rPr lang="ro-RO" altLang="ro-RO" dirty="0" err="1"/>
              <a:t>detecţie</a:t>
            </a:r>
            <a:endParaRPr lang="ro-RO" altLang="ro-RO" dirty="0"/>
          </a:p>
          <a:p>
            <a:pPr lvl="1">
              <a:buFont typeface="Wingdings" pitchFamily="2" charset="2"/>
              <a:buNone/>
            </a:pPr>
            <a:r>
              <a:rPr lang="ro-RO" altLang="ro-RO" dirty="0"/>
              <a:t>nu depinde de un anumit agent sau de trimiterea</a:t>
            </a:r>
            <a:r>
              <a:rPr lang="en-US" altLang="ro-RO" dirty="0"/>
              <a:t>/</a:t>
            </a:r>
            <a:r>
              <a:rPr lang="ro-RO" altLang="ro-RO" dirty="0" err="1"/>
              <a:t>recepţia</a:t>
            </a:r>
            <a:r>
              <a:rPr lang="ro-RO" altLang="ro-RO" dirty="0"/>
              <a:t> unui anumit mesaj de informare</a:t>
            </a:r>
          </a:p>
          <a:p>
            <a:r>
              <a:rPr lang="ro-RO" altLang="ro-RO" sz="2000" dirty="0"/>
              <a:t>Problemă</a:t>
            </a:r>
          </a:p>
          <a:p>
            <a:pPr>
              <a:buFont typeface="Wingdings" pitchFamily="2" charset="2"/>
              <a:buNone/>
            </a:pPr>
            <a:r>
              <a:rPr lang="en-US" altLang="ro-RO" dirty="0"/>
              <a:t>    </a:t>
            </a:r>
            <a:r>
              <a:rPr lang="ro-RO" altLang="ro-RO" dirty="0"/>
              <a:t>Prin alegere arbitrară </a:t>
            </a:r>
            <a:r>
              <a:rPr lang="ro-RO" altLang="ro-RO" dirty="0" err="1"/>
              <a:t>informaţia</a:t>
            </a:r>
            <a:r>
              <a:rPr lang="ro-RO" altLang="ro-RO" dirty="0"/>
              <a:t> de </a:t>
            </a:r>
            <a:r>
              <a:rPr lang="ro-RO" altLang="ro-RO" dirty="0" err="1"/>
              <a:t>detecţie</a:t>
            </a:r>
            <a:r>
              <a:rPr lang="ro-RO" altLang="ro-RO" dirty="0"/>
              <a:t> este distribuită neuniform </a:t>
            </a:r>
          </a:p>
          <a:p>
            <a:r>
              <a:rPr lang="ro-RO" altLang="ro-RO" sz="2000" dirty="0" err="1"/>
              <a:t>Soluţie</a:t>
            </a:r>
            <a:endParaRPr lang="ro-RO" altLang="ro-RO" sz="2000" dirty="0"/>
          </a:p>
          <a:p>
            <a:pPr lvl="1">
              <a:buFont typeface="Wingdings" pitchFamily="2" charset="2"/>
              <a:buNone/>
            </a:pPr>
            <a:r>
              <a:rPr lang="ro-RO" altLang="ro-RO" dirty="0"/>
              <a:t>clusterul este </a:t>
            </a:r>
            <a:r>
              <a:rPr lang="ro-RO" altLang="ro-RO" dirty="0" err="1"/>
              <a:t>împărţit</a:t>
            </a:r>
            <a:r>
              <a:rPr lang="ro-RO" altLang="ro-RO" dirty="0"/>
              <a:t> în grupuri de </a:t>
            </a:r>
            <a:r>
              <a:rPr lang="ro-RO" altLang="ro-RO" dirty="0" err="1"/>
              <a:t>agenţi</a:t>
            </a:r>
            <a:r>
              <a:rPr lang="ro-RO" altLang="ro-RO" dirty="0"/>
              <a:t> de dimensiune fixă </a:t>
            </a:r>
            <a:endParaRPr lang="en-US" altLang="ro-RO" dirty="0"/>
          </a:p>
          <a:p>
            <a:pPr lvl="1">
              <a:buFont typeface="Wingdings" pitchFamily="2" charset="2"/>
              <a:buNone/>
            </a:pPr>
            <a:r>
              <a:rPr lang="ro-RO" altLang="ro-RO" dirty="0"/>
              <a:t>fiecare agent </a:t>
            </a:r>
            <a:r>
              <a:rPr lang="ro-RO" altLang="ro-RO" dirty="0" err="1"/>
              <a:t>deţine</a:t>
            </a:r>
            <a:r>
              <a:rPr lang="ro-RO" altLang="ro-RO" dirty="0"/>
              <a:t> o vedere locală care se modifică  în mod dinamic în </a:t>
            </a:r>
            <a:r>
              <a:rPr lang="ro-RO" altLang="ro-RO" dirty="0" err="1"/>
              <a:t>funcţie</a:t>
            </a:r>
            <a:r>
              <a:rPr lang="ro-RO" altLang="ro-RO" dirty="0"/>
              <a:t> de schimbările de topologie</a:t>
            </a:r>
          </a:p>
          <a:p>
            <a:pPr lvl="1">
              <a:buFont typeface="Wingdings" pitchFamily="2" charset="2"/>
              <a:buNone/>
            </a:pPr>
            <a:r>
              <a:rPr lang="ro-RO" altLang="ro-RO" dirty="0"/>
              <a:t>la nivel de grup se aplică un algoritm simplu de </a:t>
            </a:r>
            <a:r>
              <a:rPr lang="ro-RO" altLang="ro-RO" dirty="0" err="1"/>
              <a:t>gossiping</a:t>
            </a:r>
            <a:endParaRPr lang="ro-RO" altLang="ro-RO" dirty="0"/>
          </a:p>
          <a:p>
            <a:pPr lvl="1">
              <a:buFont typeface="Wingdings" pitchFamily="2" charset="2"/>
              <a:buNone/>
            </a:pPr>
            <a:r>
              <a:rPr lang="ro-RO" altLang="ro-RO" dirty="0"/>
              <a:t>periodic un agent trimite o cerere de </a:t>
            </a:r>
            <a:r>
              <a:rPr lang="ro-RO" altLang="ro-RO" dirty="0" err="1"/>
              <a:t>broadcast</a:t>
            </a:r>
            <a:r>
              <a:rPr lang="ro-RO" altLang="ro-RO" dirty="0"/>
              <a:t> către coordonator cu </a:t>
            </a:r>
            <a:r>
              <a:rPr lang="ro-RO" altLang="ro-RO" dirty="0" err="1"/>
              <a:t>informaţia</a:t>
            </a:r>
            <a:r>
              <a:rPr lang="ro-RO" altLang="ro-RO" dirty="0"/>
              <a:t> locală de </a:t>
            </a:r>
            <a:r>
              <a:rPr lang="ro-RO" altLang="ro-RO" dirty="0" err="1"/>
              <a:t>gossip</a:t>
            </a:r>
            <a:r>
              <a:rPr lang="ro-RO" altLang="ro-RO" dirty="0"/>
              <a:t>. Coordonatorul va face </a:t>
            </a:r>
            <a:r>
              <a:rPr lang="ro-RO" altLang="ro-RO" dirty="0" err="1"/>
              <a:t>broadcast</a:t>
            </a:r>
            <a:r>
              <a:rPr lang="ro-RO" altLang="ro-RO" dirty="0"/>
              <a:t> către </a:t>
            </a:r>
            <a:r>
              <a:rPr lang="ro-RO" altLang="ro-RO" dirty="0" err="1"/>
              <a:t>toţi</a:t>
            </a:r>
            <a:r>
              <a:rPr lang="ro-RO" altLang="ro-RO" dirty="0"/>
              <a:t> </a:t>
            </a:r>
            <a:r>
              <a:rPr lang="ro-RO" altLang="ro-RO" dirty="0" err="1"/>
              <a:t>agenţii</a:t>
            </a:r>
            <a:r>
              <a:rPr lang="ro-RO" altLang="ro-RO" dirty="0"/>
              <a:t> din celelalte grupuri</a:t>
            </a:r>
          </a:p>
          <a:p>
            <a:pPr lvl="1"/>
            <a:endParaRPr lang="en-US" altLang="ro-RO" dirty="0"/>
          </a:p>
        </p:txBody>
      </p:sp>
    </p:spTree>
    <p:extLst>
      <p:ext uri="{BB962C8B-B14F-4D97-AF65-F5344CB8AC3E}">
        <p14:creationId xmlns:p14="http://schemas.microsoft.com/office/powerpoint/2010/main" val="273241931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5" name="Picture 3" descr="D:\cipsm\Catedra\Logo CS\A&amp;C-logo-RO-gradient.png">
            <a:extLst>
              <a:ext uri="{FF2B5EF4-FFF2-40B4-BE49-F238E27FC236}">
                <a16:creationId xmlns:a16="http://schemas.microsoft.com/office/drawing/2014/main" id="{9B7288B3-909B-4A56-B161-6F651026131B}"/>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971675" y="4692651"/>
            <a:ext cx="2600325" cy="113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2" descr="D:\cipsm\Catedra\Logo CS\logo_upb_small.png">
            <a:extLst>
              <a:ext uri="{FF2B5EF4-FFF2-40B4-BE49-F238E27FC236}">
                <a16:creationId xmlns:a16="http://schemas.microsoft.com/office/drawing/2014/main" id="{49294E9D-0F88-479C-A040-55E58B694A68}"/>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7437438" y="42863"/>
            <a:ext cx="1265237" cy="1265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5506" name="Rectangle 2"/>
          <p:cNvSpPr>
            <a:spLocks noGrp="1" noChangeArrowheads="1"/>
          </p:cNvSpPr>
          <p:nvPr>
            <p:ph type="ctrTitle" sz="quarter"/>
          </p:nvPr>
        </p:nvSpPr>
        <p:spPr>
          <a:xfrm>
            <a:off x="2581275" y="1639888"/>
            <a:ext cx="6081713" cy="909637"/>
          </a:xfrm>
          <a:extLst>
            <a:ext uri="{AF507438-7753-43e0-B8FC-AC1667EBCBE1}"/>
          </a:extLst>
        </p:spPr>
        <p:txBody>
          <a:bodyPr lIns="91440" rIns="91440" anchor="b"/>
          <a:lstStyle>
            <a:lvl1pPr>
              <a:defRPr sz="2800">
                <a:solidFill>
                  <a:schemeClr val="bg1"/>
                </a:solidFill>
              </a:defRPr>
            </a:lvl1pPr>
          </a:lstStyle>
          <a:p>
            <a:pPr lvl="0"/>
            <a:r>
              <a:rPr lang="en-US" noProof="0" dirty="0"/>
              <a:t>Click to edit Master title style</a:t>
            </a:r>
            <a:endParaRPr lang="de-DE" noProof="0" dirty="0"/>
          </a:p>
        </p:txBody>
      </p:sp>
      <p:sp>
        <p:nvSpPr>
          <p:cNvPr id="1045507" name="Rectangle 3"/>
          <p:cNvSpPr>
            <a:spLocks noGrp="1" noChangeArrowheads="1"/>
          </p:cNvSpPr>
          <p:nvPr>
            <p:ph type="subTitle" sz="quarter" idx="1"/>
          </p:nvPr>
        </p:nvSpPr>
        <p:spPr>
          <a:xfrm>
            <a:off x="2581275" y="2547938"/>
            <a:ext cx="6088063" cy="904875"/>
          </a:xfrm>
        </p:spPr>
        <p:txBody>
          <a:bodyPr lIns="91440" rIns="91440" anchor="ctr"/>
          <a:lstStyle>
            <a:lvl1pPr marL="0" indent="0">
              <a:spcBef>
                <a:spcPct val="0"/>
              </a:spcBef>
              <a:buFont typeface="Wingdings" pitchFamily="2" charset="2"/>
              <a:buNone/>
              <a:defRPr b="1">
                <a:solidFill>
                  <a:schemeClr val="bg1"/>
                </a:solidFill>
              </a:defRPr>
            </a:lvl1pPr>
          </a:lstStyle>
          <a:p>
            <a:pPr lvl="0"/>
            <a:r>
              <a:rPr lang="en-US" noProof="0"/>
              <a:t>Click to edit Master text styles</a:t>
            </a:r>
          </a:p>
        </p:txBody>
      </p:sp>
      <p:sp>
        <p:nvSpPr>
          <p:cNvPr id="2" name="Footer Placeholder 1">
            <a:extLst>
              <a:ext uri="{FF2B5EF4-FFF2-40B4-BE49-F238E27FC236}">
                <a16:creationId xmlns:a16="http://schemas.microsoft.com/office/drawing/2014/main" id="{BC6058A1-5982-4551-B52D-9C5348179332}"/>
              </a:ext>
            </a:extLst>
          </p:cNvPr>
          <p:cNvSpPr>
            <a:spLocks noGrp="1"/>
          </p:cNvSpPr>
          <p:nvPr>
            <p:ph type="ftr" sz="quarter" idx="10"/>
          </p:nvPr>
        </p:nvSpPr>
        <p:spPr/>
        <p:txBody>
          <a:bodyPr/>
          <a:lstStyle/>
          <a:p>
            <a:r>
              <a:rPr lang="ro-RO"/>
              <a:t>Ciprian Dobre</a:t>
            </a:r>
            <a:endParaRPr lang="en-US" dirty="0"/>
          </a:p>
        </p:txBody>
      </p:sp>
    </p:spTree>
    <p:extLst>
      <p:ext uri="{BB962C8B-B14F-4D97-AF65-F5344CB8AC3E}">
        <p14:creationId xmlns:p14="http://schemas.microsoft.com/office/powerpoint/2010/main" val="22028675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Content Placeholder 2"/>
          <p:cNvSpPr>
            <a:spLocks noGrp="1"/>
          </p:cNvSpPr>
          <p:nvPr>
            <p:ph idx="1"/>
          </p:nvPr>
        </p:nvSpPr>
        <p:spPr/>
        <p:txBody>
          <a:bodyPr/>
          <a:lstStyle>
            <a:lvl2pPr marL="723900" indent="-361950">
              <a:defRPr/>
            </a:lvl2pPr>
            <a:lvl3pPr marL="982663" indent="-257175">
              <a:defRPr/>
            </a:lvl3pPr>
            <a:lvl4pPr marL="1433513" indent="-266700">
              <a:defRPr/>
            </a:lvl4pPr>
            <a:lvl5pPr marL="1787525" indent="-258763">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16">
            <a:extLst>
              <a:ext uri="{FF2B5EF4-FFF2-40B4-BE49-F238E27FC236}">
                <a16:creationId xmlns:a16="http://schemas.microsoft.com/office/drawing/2014/main" id="{DB0E9FB9-D240-4F74-AD38-54882D205CEF}"/>
              </a:ext>
            </a:extLst>
          </p:cNvPr>
          <p:cNvSpPr>
            <a:spLocks noGrp="1"/>
          </p:cNvSpPr>
          <p:nvPr>
            <p:ph type="ftr" sz="quarter" idx="12"/>
          </p:nvPr>
        </p:nvSpPr>
        <p:spPr>
          <a:xfrm>
            <a:off x="314325" y="6605587"/>
            <a:ext cx="6735763" cy="252413"/>
          </a:xfrm>
          <a:prstGeom prst="rect">
            <a:avLst/>
          </a:prstGeom>
        </p:spPr>
        <p:txBody>
          <a:bodyPr anchor="b"/>
          <a:lstStyle>
            <a:lvl1pPr>
              <a:defRPr>
                <a:solidFill>
                  <a:schemeClr val="bg1">
                    <a:lumMod val="50000"/>
                  </a:schemeClr>
                </a:solidFill>
              </a:defRPr>
            </a:lvl1pPr>
          </a:lstStyle>
          <a:p>
            <a:r>
              <a:rPr lang="ro-RO" altLang="ro-RO" dirty="0"/>
              <a:t>Ciprian Dobre</a:t>
            </a:r>
            <a:endParaRPr lang="en-US" altLang="ro-RO" dirty="0"/>
          </a:p>
        </p:txBody>
      </p:sp>
    </p:spTree>
    <p:extLst>
      <p:ext uri="{BB962C8B-B14F-4D97-AF65-F5344CB8AC3E}">
        <p14:creationId xmlns:p14="http://schemas.microsoft.com/office/powerpoint/2010/main" val="10795320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ctr">
              <a:defRPr sz="40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lgn="ctr">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sp>
        <p:nvSpPr>
          <p:cNvPr id="4" name="Date Placeholder 14">
            <a:extLst>
              <a:ext uri="{FF2B5EF4-FFF2-40B4-BE49-F238E27FC236}">
                <a16:creationId xmlns:a16="http://schemas.microsoft.com/office/drawing/2014/main" id="{6F7DAA30-0E9D-499C-B2A6-EB30323EE899}"/>
              </a:ext>
            </a:extLst>
          </p:cNvPr>
          <p:cNvSpPr>
            <a:spLocks noGrp="1"/>
          </p:cNvSpPr>
          <p:nvPr>
            <p:ph type="dt" sz="half" idx="10"/>
          </p:nvPr>
        </p:nvSpPr>
        <p:spPr>
          <a:xfrm>
            <a:off x="319088" y="6588125"/>
            <a:ext cx="944562" cy="252413"/>
          </a:xfrm>
          <a:prstGeom prst="rect">
            <a:avLst/>
          </a:prstGeom>
        </p:spPr>
        <p:txBody>
          <a:bodyPr/>
          <a:lstStyle>
            <a:lvl1pPr>
              <a:defRPr/>
            </a:lvl1pPr>
          </a:lstStyle>
          <a:p>
            <a:pPr>
              <a:defRPr/>
            </a:pPr>
            <a:endParaRPr lang="en-US" altLang="en-US"/>
          </a:p>
        </p:txBody>
      </p:sp>
      <p:sp>
        <p:nvSpPr>
          <p:cNvPr id="5" name="Slide Number Placeholder 15">
            <a:extLst>
              <a:ext uri="{FF2B5EF4-FFF2-40B4-BE49-F238E27FC236}">
                <a16:creationId xmlns:a16="http://schemas.microsoft.com/office/drawing/2014/main" id="{D0D79905-83A9-4AD0-A9EB-E6DA64A98C8E}"/>
              </a:ext>
            </a:extLst>
          </p:cNvPr>
          <p:cNvSpPr>
            <a:spLocks noGrp="1"/>
          </p:cNvSpPr>
          <p:nvPr>
            <p:ph type="sldNum" sz="quarter" idx="11"/>
          </p:nvPr>
        </p:nvSpPr>
        <p:spPr>
          <a:xfrm>
            <a:off x="1271588" y="6588125"/>
            <a:ext cx="827087" cy="252413"/>
          </a:xfrm>
          <a:prstGeom prst="rect">
            <a:avLst/>
          </a:prstGeom>
        </p:spPr>
        <p:txBody>
          <a:bodyPr/>
          <a:lstStyle>
            <a:lvl1pPr>
              <a:defRPr/>
            </a:lvl1pPr>
          </a:lstStyle>
          <a:p>
            <a:pPr>
              <a:defRPr/>
            </a:pPr>
            <a:r>
              <a:rPr lang="en-US" altLang="en-US"/>
              <a:t>Page </a:t>
            </a:r>
            <a:fld id="{B487737F-828E-42F8-8352-999A47AA8C4D}" type="slidenum">
              <a:rPr lang="en-US" altLang="en-US"/>
              <a:pPr>
                <a:defRPr/>
              </a:pPr>
              <a:t>‹#›</a:t>
            </a:fld>
            <a:endParaRPr lang="en-US" altLang="en-US"/>
          </a:p>
        </p:txBody>
      </p:sp>
      <p:sp>
        <p:nvSpPr>
          <p:cNvPr id="6" name="Footer Placeholder 16">
            <a:extLst>
              <a:ext uri="{FF2B5EF4-FFF2-40B4-BE49-F238E27FC236}">
                <a16:creationId xmlns:a16="http://schemas.microsoft.com/office/drawing/2014/main" id="{C677740B-9C14-4CC5-85B5-18B18CF13CDF}"/>
              </a:ext>
            </a:extLst>
          </p:cNvPr>
          <p:cNvSpPr>
            <a:spLocks noGrp="1"/>
          </p:cNvSpPr>
          <p:nvPr>
            <p:ph type="ftr" sz="quarter" idx="12"/>
          </p:nvPr>
        </p:nvSpPr>
        <p:spPr>
          <a:xfrm>
            <a:off x="314325" y="6595048"/>
            <a:ext cx="6735763" cy="252413"/>
          </a:xfrm>
          <a:prstGeom prst="rect">
            <a:avLst/>
          </a:prstGeom>
        </p:spPr>
        <p:txBody>
          <a:bodyPr/>
          <a:lstStyle>
            <a:lvl1pPr>
              <a:defRPr/>
            </a:lvl1pPr>
          </a:lstStyle>
          <a:p>
            <a:r>
              <a:rPr lang="ro-RO" altLang="ro-RO" dirty="0"/>
              <a:t>Ciprian Dobre</a:t>
            </a:r>
            <a:endParaRPr lang="en-US" altLang="ro-RO" dirty="0"/>
          </a:p>
        </p:txBody>
      </p:sp>
    </p:spTree>
    <p:extLst>
      <p:ext uri="{BB962C8B-B14F-4D97-AF65-F5344CB8AC3E}">
        <p14:creationId xmlns:p14="http://schemas.microsoft.com/office/powerpoint/2010/main" val="16353937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Content Placeholder 2"/>
          <p:cNvSpPr>
            <a:spLocks noGrp="1"/>
          </p:cNvSpPr>
          <p:nvPr>
            <p:ph sz="half" idx="1"/>
          </p:nvPr>
        </p:nvSpPr>
        <p:spPr>
          <a:xfrm>
            <a:off x="319088" y="1879600"/>
            <a:ext cx="4186237" cy="4029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57725" y="1879600"/>
            <a:ext cx="4186238" cy="4029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4">
            <a:extLst>
              <a:ext uri="{FF2B5EF4-FFF2-40B4-BE49-F238E27FC236}">
                <a16:creationId xmlns:a16="http://schemas.microsoft.com/office/drawing/2014/main" id="{661429C5-082A-4B1A-9A62-B6C4F06C4D8C}"/>
              </a:ext>
            </a:extLst>
          </p:cNvPr>
          <p:cNvSpPr>
            <a:spLocks noGrp="1"/>
          </p:cNvSpPr>
          <p:nvPr>
            <p:ph type="dt" sz="half" idx="10"/>
          </p:nvPr>
        </p:nvSpPr>
        <p:spPr>
          <a:xfrm>
            <a:off x="319088" y="6588125"/>
            <a:ext cx="944562" cy="252413"/>
          </a:xfrm>
          <a:prstGeom prst="rect">
            <a:avLst/>
          </a:prstGeom>
        </p:spPr>
        <p:txBody>
          <a:bodyPr/>
          <a:lstStyle>
            <a:lvl1pPr>
              <a:defRPr/>
            </a:lvl1pPr>
          </a:lstStyle>
          <a:p>
            <a:pPr>
              <a:defRPr/>
            </a:pPr>
            <a:endParaRPr lang="en-US" altLang="en-US"/>
          </a:p>
        </p:txBody>
      </p:sp>
      <p:sp>
        <p:nvSpPr>
          <p:cNvPr id="6" name="Slide Number Placeholder 15">
            <a:extLst>
              <a:ext uri="{FF2B5EF4-FFF2-40B4-BE49-F238E27FC236}">
                <a16:creationId xmlns:a16="http://schemas.microsoft.com/office/drawing/2014/main" id="{F523AE91-B2CC-423E-A33A-08CBD4EC106A}"/>
              </a:ext>
            </a:extLst>
          </p:cNvPr>
          <p:cNvSpPr>
            <a:spLocks noGrp="1"/>
          </p:cNvSpPr>
          <p:nvPr>
            <p:ph type="sldNum" sz="quarter" idx="11"/>
          </p:nvPr>
        </p:nvSpPr>
        <p:spPr>
          <a:xfrm>
            <a:off x="1271588" y="6588125"/>
            <a:ext cx="827087" cy="252413"/>
          </a:xfrm>
          <a:prstGeom prst="rect">
            <a:avLst/>
          </a:prstGeom>
        </p:spPr>
        <p:txBody>
          <a:bodyPr/>
          <a:lstStyle>
            <a:lvl1pPr>
              <a:defRPr/>
            </a:lvl1pPr>
          </a:lstStyle>
          <a:p>
            <a:pPr>
              <a:defRPr/>
            </a:pPr>
            <a:r>
              <a:rPr lang="en-US" altLang="en-US"/>
              <a:t>Page </a:t>
            </a:r>
            <a:fld id="{BEEC0E5F-C612-41A9-B4AD-9382D4CF68AF}" type="slidenum">
              <a:rPr lang="en-US" altLang="en-US"/>
              <a:pPr>
                <a:defRPr/>
              </a:pPr>
              <a:t>‹#›</a:t>
            </a:fld>
            <a:endParaRPr lang="en-US" altLang="en-US"/>
          </a:p>
        </p:txBody>
      </p:sp>
      <p:sp>
        <p:nvSpPr>
          <p:cNvPr id="7" name="Footer Placeholder 16">
            <a:extLst>
              <a:ext uri="{FF2B5EF4-FFF2-40B4-BE49-F238E27FC236}">
                <a16:creationId xmlns:a16="http://schemas.microsoft.com/office/drawing/2014/main" id="{CDCB65F7-BBEC-48CC-A3C1-BD1F22FB1179}"/>
              </a:ext>
            </a:extLst>
          </p:cNvPr>
          <p:cNvSpPr>
            <a:spLocks noGrp="1"/>
          </p:cNvSpPr>
          <p:nvPr>
            <p:ph type="ftr" sz="quarter" idx="12"/>
          </p:nvPr>
        </p:nvSpPr>
        <p:spPr>
          <a:xfrm>
            <a:off x="314325" y="6595048"/>
            <a:ext cx="6735763" cy="252413"/>
          </a:xfrm>
          <a:prstGeom prst="rect">
            <a:avLst/>
          </a:prstGeom>
        </p:spPr>
        <p:txBody>
          <a:bodyPr/>
          <a:lstStyle>
            <a:lvl1pPr>
              <a:defRPr/>
            </a:lvl1pPr>
          </a:lstStyle>
          <a:p>
            <a:r>
              <a:rPr lang="ro-RO" altLang="ro-RO" dirty="0"/>
              <a:t>Ciprian Dobre</a:t>
            </a:r>
            <a:endParaRPr lang="en-US" altLang="ro-RO" dirty="0"/>
          </a:p>
        </p:txBody>
      </p:sp>
    </p:spTree>
    <p:extLst>
      <p:ext uri="{BB962C8B-B14F-4D97-AF65-F5344CB8AC3E}">
        <p14:creationId xmlns:p14="http://schemas.microsoft.com/office/powerpoint/2010/main" val="3145457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691978"/>
            <a:ext cx="8229600" cy="725660"/>
          </a:xfrm>
        </p:spPr>
        <p:txBody>
          <a:bodyPr/>
          <a:lstStyle>
            <a:lvl1pPr algn="ctr">
              <a:defRPr/>
            </a:lvl1pPr>
          </a:lstStyle>
          <a:p>
            <a:r>
              <a:rPr lang="en-US" dirty="0"/>
              <a:t>Click to edit Master title style</a:t>
            </a:r>
          </a:p>
        </p:txBody>
      </p:sp>
      <p:sp>
        <p:nvSpPr>
          <p:cNvPr id="3" name="Text Placeholder 2"/>
          <p:cNvSpPr>
            <a:spLocks noGrp="1"/>
          </p:cNvSpPr>
          <p:nvPr>
            <p:ph type="body" idx="1"/>
          </p:nvPr>
        </p:nvSpPr>
        <p:spPr>
          <a:xfrm>
            <a:off x="148281" y="1535113"/>
            <a:ext cx="434910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35924" y="2174875"/>
            <a:ext cx="4361464"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32598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33833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14">
            <a:extLst>
              <a:ext uri="{FF2B5EF4-FFF2-40B4-BE49-F238E27FC236}">
                <a16:creationId xmlns:a16="http://schemas.microsoft.com/office/drawing/2014/main" id="{BCDCAFC2-D441-45E6-9803-49A5225BF27C}"/>
              </a:ext>
            </a:extLst>
          </p:cNvPr>
          <p:cNvSpPr>
            <a:spLocks noGrp="1"/>
          </p:cNvSpPr>
          <p:nvPr>
            <p:ph type="dt" sz="half" idx="10"/>
          </p:nvPr>
        </p:nvSpPr>
        <p:spPr>
          <a:xfrm>
            <a:off x="319088" y="6588125"/>
            <a:ext cx="944562" cy="252413"/>
          </a:xfrm>
          <a:prstGeom prst="rect">
            <a:avLst/>
          </a:prstGeom>
        </p:spPr>
        <p:txBody>
          <a:bodyPr/>
          <a:lstStyle>
            <a:lvl1pPr>
              <a:defRPr/>
            </a:lvl1pPr>
          </a:lstStyle>
          <a:p>
            <a:pPr>
              <a:defRPr/>
            </a:pPr>
            <a:endParaRPr lang="en-US" altLang="en-US"/>
          </a:p>
        </p:txBody>
      </p:sp>
      <p:sp>
        <p:nvSpPr>
          <p:cNvPr id="8" name="Slide Number Placeholder 15">
            <a:extLst>
              <a:ext uri="{FF2B5EF4-FFF2-40B4-BE49-F238E27FC236}">
                <a16:creationId xmlns:a16="http://schemas.microsoft.com/office/drawing/2014/main" id="{081349D3-F933-4408-BC43-402528464649}"/>
              </a:ext>
            </a:extLst>
          </p:cNvPr>
          <p:cNvSpPr>
            <a:spLocks noGrp="1"/>
          </p:cNvSpPr>
          <p:nvPr>
            <p:ph type="sldNum" sz="quarter" idx="11"/>
          </p:nvPr>
        </p:nvSpPr>
        <p:spPr>
          <a:xfrm>
            <a:off x="1271588" y="6588125"/>
            <a:ext cx="827087" cy="252413"/>
          </a:xfrm>
          <a:prstGeom prst="rect">
            <a:avLst/>
          </a:prstGeom>
        </p:spPr>
        <p:txBody>
          <a:bodyPr/>
          <a:lstStyle>
            <a:lvl1pPr>
              <a:defRPr/>
            </a:lvl1pPr>
          </a:lstStyle>
          <a:p>
            <a:pPr>
              <a:defRPr/>
            </a:pPr>
            <a:r>
              <a:rPr lang="en-US" altLang="en-US"/>
              <a:t>Page </a:t>
            </a:r>
            <a:fld id="{C5C1A466-F5E5-45AE-80A2-465FD01B06C1}" type="slidenum">
              <a:rPr lang="en-US" altLang="en-US"/>
              <a:pPr>
                <a:defRPr/>
              </a:pPr>
              <a:t>‹#›</a:t>
            </a:fld>
            <a:endParaRPr lang="en-US" altLang="en-US"/>
          </a:p>
        </p:txBody>
      </p:sp>
      <p:sp>
        <p:nvSpPr>
          <p:cNvPr id="9" name="Footer Placeholder 16">
            <a:extLst>
              <a:ext uri="{FF2B5EF4-FFF2-40B4-BE49-F238E27FC236}">
                <a16:creationId xmlns:a16="http://schemas.microsoft.com/office/drawing/2014/main" id="{C6F8C713-84F1-4360-A3D3-52DBC195D79D}"/>
              </a:ext>
            </a:extLst>
          </p:cNvPr>
          <p:cNvSpPr>
            <a:spLocks noGrp="1"/>
          </p:cNvSpPr>
          <p:nvPr>
            <p:ph type="ftr" sz="quarter" idx="12"/>
          </p:nvPr>
        </p:nvSpPr>
        <p:spPr>
          <a:xfrm>
            <a:off x="314325" y="6595048"/>
            <a:ext cx="6735763" cy="252413"/>
          </a:xfrm>
          <a:prstGeom prst="rect">
            <a:avLst/>
          </a:prstGeom>
        </p:spPr>
        <p:txBody>
          <a:bodyPr/>
          <a:lstStyle>
            <a:lvl1pPr>
              <a:defRPr/>
            </a:lvl1pPr>
          </a:lstStyle>
          <a:p>
            <a:r>
              <a:rPr lang="ro-RO" altLang="ro-RO" dirty="0"/>
              <a:t>Ciprian Dobre</a:t>
            </a:r>
            <a:endParaRPr lang="en-US" altLang="ro-RO" dirty="0"/>
          </a:p>
        </p:txBody>
      </p:sp>
    </p:spTree>
    <p:extLst>
      <p:ext uri="{BB962C8B-B14F-4D97-AF65-F5344CB8AC3E}">
        <p14:creationId xmlns:p14="http://schemas.microsoft.com/office/powerpoint/2010/main" val="17644564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Date Placeholder 14">
            <a:extLst>
              <a:ext uri="{FF2B5EF4-FFF2-40B4-BE49-F238E27FC236}">
                <a16:creationId xmlns:a16="http://schemas.microsoft.com/office/drawing/2014/main" id="{769B3FD0-AA29-4FC8-921F-E6A25D4E885C}"/>
              </a:ext>
            </a:extLst>
          </p:cNvPr>
          <p:cNvSpPr>
            <a:spLocks noGrp="1"/>
          </p:cNvSpPr>
          <p:nvPr>
            <p:ph type="dt" sz="half" idx="10"/>
          </p:nvPr>
        </p:nvSpPr>
        <p:spPr>
          <a:xfrm>
            <a:off x="319088" y="6588125"/>
            <a:ext cx="944562" cy="252413"/>
          </a:xfrm>
          <a:prstGeom prst="rect">
            <a:avLst/>
          </a:prstGeom>
        </p:spPr>
        <p:txBody>
          <a:bodyPr/>
          <a:lstStyle>
            <a:lvl1pPr>
              <a:defRPr/>
            </a:lvl1pPr>
          </a:lstStyle>
          <a:p>
            <a:pPr>
              <a:defRPr/>
            </a:pPr>
            <a:endParaRPr lang="en-US" altLang="en-US"/>
          </a:p>
        </p:txBody>
      </p:sp>
      <p:sp>
        <p:nvSpPr>
          <p:cNvPr id="4" name="Slide Number Placeholder 15">
            <a:extLst>
              <a:ext uri="{FF2B5EF4-FFF2-40B4-BE49-F238E27FC236}">
                <a16:creationId xmlns:a16="http://schemas.microsoft.com/office/drawing/2014/main" id="{D303C1A1-8869-4A59-A676-60455AB97646}"/>
              </a:ext>
            </a:extLst>
          </p:cNvPr>
          <p:cNvSpPr>
            <a:spLocks noGrp="1"/>
          </p:cNvSpPr>
          <p:nvPr>
            <p:ph type="sldNum" sz="quarter" idx="11"/>
          </p:nvPr>
        </p:nvSpPr>
        <p:spPr>
          <a:xfrm>
            <a:off x="1271588" y="6588125"/>
            <a:ext cx="827087" cy="252413"/>
          </a:xfrm>
          <a:prstGeom prst="rect">
            <a:avLst/>
          </a:prstGeom>
        </p:spPr>
        <p:txBody>
          <a:bodyPr/>
          <a:lstStyle>
            <a:lvl1pPr>
              <a:defRPr/>
            </a:lvl1pPr>
          </a:lstStyle>
          <a:p>
            <a:pPr>
              <a:defRPr/>
            </a:pPr>
            <a:r>
              <a:rPr lang="en-US" altLang="en-US"/>
              <a:t>Page </a:t>
            </a:r>
            <a:fld id="{7B15DC81-D1C3-478A-8F0B-944AE612CC6B}" type="slidenum">
              <a:rPr lang="en-US" altLang="en-US"/>
              <a:pPr>
                <a:defRPr/>
              </a:pPr>
              <a:t>‹#›</a:t>
            </a:fld>
            <a:endParaRPr lang="en-US" altLang="en-US"/>
          </a:p>
        </p:txBody>
      </p:sp>
      <p:sp>
        <p:nvSpPr>
          <p:cNvPr id="5" name="Footer Placeholder 16">
            <a:extLst>
              <a:ext uri="{FF2B5EF4-FFF2-40B4-BE49-F238E27FC236}">
                <a16:creationId xmlns:a16="http://schemas.microsoft.com/office/drawing/2014/main" id="{09A5BA45-717B-40BC-AAA8-ADCF0F1FB6D1}"/>
              </a:ext>
            </a:extLst>
          </p:cNvPr>
          <p:cNvSpPr>
            <a:spLocks noGrp="1"/>
          </p:cNvSpPr>
          <p:nvPr>
            <p:ph type="ftr" sz="quarter" idx="12"/>
          </p:nvPr>
        </p:nvSpPr>
        <p:spPr>
          <a:xfrm>
            <a:off x="314325" y="6595048"/>
            <a:ext cx="6735763" cy="252413"/>
          </a:xfrm>
          <a:prstGeom prst="rect">
            <a:avLst/>
          </a:prstGeom>
        </p:spPr>
        <p:txBody>
          <a:bodyPr/>
          <a:lstStyle>
            <a:lvl1pPr>
              <a:defRPr/>
            </a:lvl1pPr>
          </a:lstStyle>
          <a:p>
            <a:r>
              <a:rPr lang="ro-RO" altLang="ro-RO" dirty="0"/>
              <a:t>Ciprian Dobre</a:t>
            </a:r>
            <a:endParaRPr lang="en-US" altLang="ro-RO" dirty="0"/>
          </a:p>
        </p:txBody>
      </p:sp>
    </p:spTree>
    <p:extLst>
      <p:ext uri="{BB962C8B-B14F-4D97-AF65-F5344CB8AC3E}">
        <p14:creationId xmlns:p14="http://schemas.microsoft.com/office/powerpoint/2010/main" val="3109832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4">
            <a:extLst>
              <a:ext uri="{FF2B5EF4-FFF2-40B4-BE49-F238E27FC236}">
                <a16:creationId xmlns:a16="http://schemas.microsoft.com/office/drawing/2014/main" id="{4F3CC85F-B786-445A-AC59-4D66B28766B8}"/>
              </a:ext>
            </a:extLst>
          </p:cNvPr>
          <p:cNvSpPr>
            <a:spLocks noGrp="1"/>
          </p:cNvSpPr>
          <p:nvPr>
            <p:ph type="dt" sz="half" idx="10"/>
          </p:nvPr>
        </p:nvSpPr>
        <p:spPr>
          <a:xfrm>
            <a:off x="319088" y="6588125"/>
            <a:ext cx="944562" cy="252413"/>
          </a:xfrm>
          <a:prstGeom prst="rect">
            <a:avLst/>
          </a:prstGeom>
        </p:spPr>
        <p:txBody>
          <a:bodyPr/>
          <a:lstStyle>
            <a:lvl1pPr>
              <a:defRPr/>
            </a:lvl1pPr>
          </a:lstStyle>
          <a:p>
            <a:pPr>
              <a:defRPr/>
            </a:pPr>
            <a:endParaRPr lang="en-US" altLang="en-US"/>
          </a:p>
        </p:txBody>
      </p:sp>
      <p:sp>
        <p:nvSpPr>
          <p:cNvPr id="3" name="Slide Number Placeholder 15">
            <a:extLst>
              <a:ext uri="{FF2B5EF4-FFF2-40B4-BE49-F238E27FC236}">
                <a16:creationId xmlns:a16="http://schemas.microsoft.com/office/drawing/2014/main" id="{4949438A-F630-4A1E-90D6-314FDAE6242C}"/>
              </a:ext>
            </a:extLst>
          </p:cNvPr>
          <p:cNvSpPr>
            <a:spLocks noGrp="1"/>
          </p:cNvSpPr>
          <p:nvPr>
            <p:ph type="sldNum" sz="quarter" idx="11"/>
          </p:nvPr>
        </p:nvSpPr>
        <p:spPr>
          <a:xfrm>
            <a:off x="1271588" y="6588125"/>
            <a:ext cx="827087" cy="252413"/>
          </a:xfrm>
          <a:prstGeom prst="rect">
            <a:avLst/>
          </a:prstGeom>
        </p:spPr>
        <p:txBody>
          <a:bodyPr/>
          <a:lstStyle>
            <a:lvl1pPr>
              <a:defRPr/>
            </a:lvl1pPr>
          </a:lstStyle>
          <a:p>
            <a:pPr>
              <a:defRPr/>
            </a:pPr>
            <a:r>
              <a:rPr lang="en-US" altLang="en-US"/>
              <a:t>Page </a:t>
            </a:r>
            <a:fld id="{B5105C60-2918-4656-A4AF-CF1528B6F08F}" type="slidenum">
              <a:rPr lang="en-US" altLang="en-US"/>
              <a:pPr>
                <a:defRPr/>
              </a:pPr>
              <a:t>‹#›</a:t>
            </a:fld>
            <a:endParaRPr lang="en-US" altLang="en-US"/>
          </a:p>
        </p:txBody>
      </p:sp>
      <p:sp>
        <p:nvSpPr>
          <p:cNvPr id="4" name="Footer Placeholder 16">
            <a:extLst>
              <a:ext uri="{FF2B5EF4-FFF2-40B4-BE49-F238E27FC236}">
                <a16:creationId xmlns:a16="http://schemas.microsoft.com/office/drawing/2014/main" id="{FA49ED0D-0E3D-45FA-9ED4-D536ECA104E7}"/>
              </a:ext>
            </a:extLst>
          </p:cNvPr>
          <p:cNvSpPr>
            <a:spLocks noGrp="1"/>
          </p:cNvSpPr>
          <p:nvPr>
            <p:ph type="ftr" sz="quarter" idx="12"/>
          </p:nvPr>
        </p:nvSpPr>
        <p:spPr>
          <a:xfrm>
            <a:off x="314325" y="6595048"/>
            <a:ext cx="6735763" cy="252413"/>
          </a:xfrm>
          <a:prstGeom prst="rect">
            <a:avLst/>
          </a:prstGeom>
        </p:spPr>
        <p:txBody>
          <a:bodyPr/>
          <a:lstStyle>
            <a:lvl1pPr>
              <a:defRPr/>
            </a:lvl1pPr>
          </a:lstStyle>
          <a:p>
            <a:r>
              <a:rPr lang="ro-RO" altLang="ro-RO" dirty="0"/>
              <a:t>Ciprian Dobre</a:t>
            </a:r>
            <a:endParaRPr lang="en-US" altLang="ro-RO" dirty="0"/>
          </a:p>
        </p:txBody>
      </p:sp>
    </p:spTree>
    <p:extLst>
      <p:ext uri="{BB962C8B-B14F-4D97-AF65-F5344CB8AC3E}">
        <p14:creationId xmlns:p14="http://schemas.microsoft.com/office/powerpoint/2010/main" val="2750434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46010"/>
            <a:ext cx="3008313" cy="1162050"/>
          </a:xfrm>
        </p:spPr>
        <p:txBody>
          <a:bodyPr anchor="b"/>
          <a:lstStyle>
            <a:lvl1pPr algn="ctr">
              <a:defRPr sz="2000" b="1"/>
            </a:lvl1pPr>
          </a:lstStyle>
          <a:p>
            <a:r>
              <a:rPr lang="en-US" dirty="0"/>
              <a:t>Click to edit Master title style</a:t>
            </a:r>
          </a:p>
        </p:txBody>
      </p:sp>
      <p:sp>
        <p:nvSpPr>
          <p:cNvPr id="3" name="Content Placeholder 2"/>
          <p:cNvSpPr>
            <a:spLocks noGrp="1"/>
          </p:cNvSpPr>
          <p:nvPr>
            <p:ph idx="1"/>
          </p:nvPr>
        </p:nvSpPr>
        <p:spPr>
          <a:xfrm>
            <a:off x="3575050" y="546010"/>
            <a:ext cx="5111750" cy="5853113"/>
          </a:xfrm>
        </p:spPr>
        <p:txBody>
          <a:bodyPr/>
          <a:lstStyle>
            <a:lvl1pPr>
              <a:defRPr sz="28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70806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14">
            <a:extLst>
              <a:ext uri="{FF2B5EF4-FFF2-40B4-BE49-F238E27FC236}">
                <a16:creationId xmlns:a16="http://schemas.microsoft.com/office/drawing/2014/main" id="{A9CC3DB4-D3A3-41CB-860F-A34D005FD927}"/>
              </a:ext>
            </a:extLst>
          </p:cNvPr>
          <p:cNvSpPr>
            <a:spLocks noGrp="1"/>
          </p:cNvSpPr>
          <p:nvPr>
            <p:ph type="dt" sz="half" idx="10"/>
          </p:nvPr>
        </p:nvSpPr>
        <p:spPr>
          <a:xfrm>
            <a:off x="319088" y="6588125"/>
            <a:ext cx="944562" cy="252413"/>
          </a:xfrm>
          <a:prstGeom prst="rect">
            <a:avLst/>
          </a:prstGeom>
        </p:spPr>
        <p:txBody>
          <a:bodyPr/>
          <a:lstStyle>
            <a:lvl1pPr>
              <a:defRPr/>
            </a:lvl1pPr>
          </a:lstStyle>
          <a:p>
            <a:pPr>
              <a:defRPr/>
            </a:pPr>
            <a:endParaRPr lang="en-US" altLang="en-US"/>
          </a:p>
        </p:txBody>
      </p:sp>
      <p:sp>
        <p:nvSpPr>
          <p:cNvPr id="6" name="Slide Number Placeholder 15">
            <a:extLst>
              <a:ext uri="{FF2B5EF4-FFF2-40B4-BE49-F238E27FC236}">
                <a16:creationId xmlns:a16="http://schemas.microsoft.com/office/drawing/2014/main" id="{C21D99BB-788F-4698-A74E-8B06E14C3FBE}"/>
              </a:ext>
            </a:extLst>
          </p:cNvPr>
          <p:cNvSpPr>
            <a:spLocks noGrp="1"/>
          </p:cNvSpPr>
          <p:nvPr>
            <p:ph type="sldNum" sz="quarter" idx="11"/>
          </p:nvPr>
        </p:nvSpPr>
        <p:spPr>
          <a:xfrm>
            <a:off x="1271588" y="6588125"/>
            <a:ext cx="827087" cy="252413"/>
          </a:xfrm>
          <a:prstGeom prst="rect">
            <a:avLst/>
          </a:prstGeom>
        </p:spPr>
        <p:txBody>
          <a:bodyPr/>
          <a:lstStyle>
            <a:lvl1pPr>
              <a:defRPr/>
            </a:lvl1pPr>
          </a:lstStyle>
          <a:p>
            <a:pPr>
              <a:defRPr/>
            </a:pPr>
            <a:r>
              <a:rPr lang="en-US" altLang="en-US"/>
              <a:t>Page </a:t>
            </a:r>
            <a:fld id="{9514FFCA-AEF0-4746-9343-DFD1C2CA82CB}" type="slidenum">
              <a:rPr lang="en-US" altLang="en-US"/>
              <a:pPr>
                <a:defRPr/>
              </a:pPr>
              <a:t>‹#›</a:t>
            </a:fld>
            <a:endParaRPr lang="en-US" altLang="en-US"/>
          </a:p>
        </p:txBody>
      </p:sp>
      <p:sp>
        <p:nvSpPr>
          <p:cNvPr id="7" name="Footer Placeholder 16">
            <a:extLst>
              <a:ext uri="{FF2B5EF4-FFF2-40B4-BE49-F238E27FC236}">
                <a16:creationId xmlns:a16="http://schemas.microsoft.com/office/drawing/2014/main" id="{63FCD7DD-27B1-445B-AE77-0ADBE101C145}"/>
              </a:ext>
            </a:extLst>
          </p:cNvPr>
          <p:cNvSpPr>
            <a:spLocks noGrp="1"/>
          </p:cNvSpPr>
          <p:nvPr>
            <p:ph type="ftr" sz="quarter" idx="12"/>
          </p:nvPr>
        </p:nvSpPr>
        <p:spPr>
          <a:xfrm>
            <a:off x="314325" y="6595048"/>
            <a:ext cx="6735763" cy="252413"/>
          </a:xfrm>
          <a:prstGeom prst="rect">
            <a:avLst/>
          </a:prstGeom>
        </p:spPr>
        <p:txBody>
          <a:bodyPr/>
          <a:lstStyle>
            <a:lvl1pPr>
              <a:defRPr/>
            </a:lvl1pPr>
          </a:lstStyle>
          <a:p>
            <a:r>
              <a:rPr lang="ro-RO" altLang="ro-RO" dirty="0"/>
              <a:t>Ciprian Dobre</a:t>
            </a:r>
            <a:endParaRPr lang="en-US" altLang="ro-RO" dirty="0"/>
          </a:p>
        </p:txBody>
      </p:sp>
    </p:spTree>
    <p:extLst>
      <p:ext uri="{BB962C8B-B14F-4D97-AF65-F5344CB8AC3E}">
        <p14:creationId xmlns:p14="http://schemas.microsoft.com/office/powerpoint/2010/main" val="7401723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14">
            <a:extLst>
              <a:ext uri="{FF2B5EF4-FFF2-40B4-BE49-F238E27FC236}">
                <a16:creationId xmlns:a16="http://schemas.microsoft.com/office/drawing/2014/main" id="{426E0972-319E-4B30-AC70-D8E031C831F3}"/>
              </a:ext>
            </a:extLst>
          </p:cNvPr>
          <p:cNvSpPr>
            <a:spLocks noGrp="1"/>
          </p:cNvSpPr>
          <p:nvPr>
            <p:ph type="dt" sz="half" idx="10"/>
          </p:nvPr>
        </p:nvSpPr>
        <p:spPr>
          <a:xfrm>
            <a:off x="125413" y="6553200"/>
            <a:ext cx="1079500" cy="250825"/>
          </a:xfrm>
          <a:prstGeom prst="rect">
            <a:avLst/>
          </a:prstGeom>
        </p:spPr>
        <p:txBody>
          <a:bodyPr/>
          <a:lstStyle>
            <a:lvl1pPr>
              <a:defRPr/>
            </a:lvl1pPr>
          </a:lstStyle>
          <a:p>
            <a:pPr>
              <a:defRPr/>
            </a:pPr>
            <a:endParaRPr lang="en-US" altLang="en-US"/>
          </a:p>
        </p:txBody>
      </p:sp>
      <p:sp>
        <p:nvSpPr>
          <p:cNvPr id="6" name="Slide Number Placeholder 15">
            <a:extLst>
              <a:ext uri="{FF2B5EF4-FFF2-40B4-BE49-F238E27FC236}">
                <a16:creationId xmlns:a16="http://schemas.microsoft.com/office/drawing/2014/main" id="{1BCAFD84-DF86-48A0-993B-4C9EF272ADF5}"/>
              </a:ext>
            </a:extLst>
          </p:cNvPr>
          <p:cNvSpPr>
            <a:spLocks noGrp="1"/>
          </p:cNvSpPr>
          <p:nvPr>
            <p:ph type="sldNum" sz="quarter" idx="11"/>
          </p:nvPr>
        </p:nvSpPr>
        <p:spPr>
          <a:xfrm>
            <a:off x="1316038" y="6553200"/>
            <a:ext cx="900112" cy="250825"/>
          </a:xfrm>
          <a:prstGeom prst="rect">
            <a:avLst/>
          </a:prstGeom>
        </p:spPr>
        <p:txBody>
          <a:bodyPr/>
          <a:lstStyle>
            <a:lvl1pPr>
              <a:defRPr/>
            </a:lvl1pPr>
          </a:lstStyle>
          <a:p>
            <a:pPr>
              <a:defRPr/>
            </a:pPr>
            <a:r>
              <a:rPr lang="en-US" altLang="en-US"/>
              <a:t>Page </a:t>
            </a:r>
            <a:fld id="{3401A523-3B32-4D32-965E-00644C11B005}" type="slidenum">
              <a:rPr lang="en-US" altLang="en-US"/>
              <a:pPr>
                <a:defRPr/>
              </a:pPr>
              <a:t>‹#›</a:t>
            </a:fld>
            <a:endParaRPr lang="en-US" altLang="en-US"/>
          </a:p>
        </p:txBody>
      </p:sp>
      <p:sp>
        <p:nvSpPr>
          <p:cNvPr id="7" name="Footer Placeholder 16">
            <a:extLst>
              <a:ext uri="{FF2B5EF4-FFF2-40B4-BE49-F238E27FC236}">
                <a16:creationId xmlns:a16="http://schemas.microsoft.com/office/drawing/2014/main" id="{D4FD7209-FF8E-4E6A-9435-E5AC4A392483}"/>
              </a:ext>
            </a:extLst>
          </p:cNvPr>
          <p:cNvSpPr>
            <a:spLocks noGrp="1"/>
          </p:cNvSpPr>
          <p:nvPr>
            <p:ph type="ftr" sz="quarter" idx="12"/>
          </p:nvPr>
        </p:nvSpPr>
        <p:spPr>
          <a:xfrm>
            <a:off x="2339975" y="6553200"/>
            <a:ext cx="6048375" cy="250825"/>
          </a:xfrm>
          <a:prstGeom prst="rect">
            <a:avLst/>
          </a:prstGeom>
        </p:spPr>
        <p:txBody>
          <a:bodyPr/>
          <a:lstStyle>
            <a:lvl1pPr algn="ctr">
              <a:defRPr/>
            </a:lvl1pPr>
          </a:lstStyle>
          <a:p>
            <a:r>
              <a:rPr lang="ro-RO" altLang="ro-RO" dirty="0"/>
              <a:t>Ciprian Dobre</a:t>
            </a:r>
            <a:endParaRPr lang="en-US" altLang="ro-RO" dirty="0"/>
          </a:p>
        </p:txBody>
      </p:sp>
    </p:spTree>
    <p:extLst>
      <p:ext uri="{BB962C8B-B14F-4D97-AF65-F5344CB8AC3E}">
        <p14:creationId xmlns:p14="http://schemas.microsoft.com/office/powerpoint/2010/main" val="2886720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4">
            <a:extLst>
              <a:ext uri="{FF2B5EF4-FFF2-40B4-BE49-F238E27FC236}">
                <a16:creationId xmlns:a16="http://schemas.microsoft.com/office/drawing/2014/main" id="{64427FCC-A5E1-4E18-8B8C-FFDE3DBDD043}"/>
              </a:ext>
            </a:extLst>
          </p:cNvPr>
          <p:cNvSpPr>
            <a:spLocks noGrp="1"/>
          </p:cNvSpPr>
          <p:nvPr>
            <p:ph type="dt" sz="half" idx="10"/>
          </p:nvPr>
        </p:nvSpPr>
        <p:spPr>
          <a:xfrm>
            <a:off x="319088" y="6588125"/>
            <a:ext cx="944562" cy="252413"/>
          </a:xfrm>
          <a:prstGeom prst="rect">
            <a:avLst/>
          </a:prstGeom>
        </p:spPr>
        <p:txBody>
          <a:bodyPr/>
          <a:lstStyle>
            <a:lvl1pPr>
              <a:defRPr/>
            </a:lvl1pPr>
          </a:lstStyle>
          <a:p>
            <a:pPr>
              <a:defRPr/>
            </a:pPr>
            <a:endParaRPr lang="en-US" altLang="en-US"/>
          </a:p>
        </p:txBody>
      </p:sp>
      <p:sp>
        <p:nvSpPr>
          <p:cNvPr id="5" name="Slide Number Placeholder 15">
            <a:extLst>
              <a:ext uri="{FF2B5EF4-FFF2-40B4-BE49-F238E27FC236}">
                <a16:creationId xmlns:a16="http://schemas.microsoft.com/office/drawing/2014/main" id="{8A05BBEF-0D34-4682-8E56-19DFF9759578}"/>
              </a:ext>
            </a:extLst>
          </p:cNvPr>
          <p:cNvSpPr>
            <a:spLocks noGrp="1"/>
          </p:cNvSpPr>
          <p:nvPr>
            <p:ph type="sldNum" sz="quarter" idx="11"/>
          </p:nvPr>
        </p:nvSpPr>
        <p:spPr>
          <a:xfrm>
            <a:off x="1271588" y="6588125"/>
            <a:ext cx="827087" cy="252413"/>
          </a:xfrm>
          <a:prstGeom prst="rect">
            <a:avLst/>
          </a:prstGeom>
        </p:spPr>
        <p:txBody>
          <a:bodyPr/>
          <a:lstStyle>
            <a:lvl1pPr>
              <a:defRPr/>
            </a:lvl1pPr>
          </a:lstStyle>
          <a:p>
            <a:pPr>
              <a:defRPr/>
            </a:pPr>
            <a:r>
              <a:rPr lang="en-US" altLang="en-US"/>
              <a:t>Page </a:t>
            </a:r>
            <a:fld id="{74C52F37-73B2-48E3-82C2-D01839E16149}" type="slidenum">
              <a:rPr lang="en-US" altLang="en-US"/>
              <a:pPr>
                <a:defRPr/>
              </a:pPr>
              <a:t>‹#›</a:t>
            </a:fld>
            <a:endParaRPr lang="en-US" altLang="en-US"/>
          </a:p>
        </p:txBody>
      </p:sp>
      <p:sp>
        <p:nvSpPr>
          <p:cNvPr id="6" name="Footer Placeholder 16">
            <a:extLst>
              <a:ext uri="{FF2B5EF4-FFF2-40B4-BE49-F238E27FC236}">
                <a16:creationId xmlns:a16="http://schemas.microsoft.com/office/drawing/2014/main" id="{AC449D91-B717-469D-A189-C08E14F5A93B}"/>
              </a:ext>
            </a:extLst>
          </p:cNvPr>
          <p:cNvSpPr>
            <a:spLocks noGrp="1"/>
          </p:cNvSpPr>
          <p:nvPr>
            <p:ph type="ftr" sz="quarter" idx="12"/>
          </p:nvPr>
        </p:nvSpPr>
        <p:spPr>
          <a:xfrm>
            <a:off x="314325" y="6595048"/>
            <a:ext cx="6735763" cy="252413"/>
          </a:xfrm>
          <a:prstGeom prst="rect">
            <a:avLst/>
          </a:prstGeom>
        </p:spPr>
        <p:txBody>
          <a:bodyPr/>
          <a:lstStyle>
            <a:lvl1pPr>
              <a:defRPr/>
            </a:lvl1pPr>
          </a:lstStyle>
          <a:p>
            <a:r>
              <a:rPr lang="ro-RO" altLang="ro-RO" dirty="0"/>
              <a:t>Ciprian Dobre</a:t>
            </a:r>
            <a:endParaRPr lang="en-US" altLang="ro-RO" dirty="0"/>
          </a:p>
        </p:txBody>
      </p:sp>
    </p:spTree>
    <p:extLst>
      <p:ext uri="{BB962C8B-B14F-4D97-AF65-F5344CB8AC3E}">
        <p14:creationId xmlns:p14="http://schemas.microsoft.com/office/powerpoint/2010/main" val="2142609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11950" y="622300"/>
            <a:ext cx="2132013" cy="5286375"/>
          </a:xfrm>
        </p:spPr>
        <p:txBody>
          <a:bodyPr vert="eaVert"/>
          <a:lstStyle>
            <a:lvl1pPr algn="ctr">
              <a:defRPr/>
            </a:lvl1pPr>
          </a:lstStyle>
          <a:p>
            <a:r>
              <a:rPr lang="en-US" dirty="0"/>
              <a:t>Click to edit Master title style</a:t>
            </a:r>
          </a:p>
        </p:txBody>
      </p:sp>
      <p:sp>
        <p:nvSpPr>
          <p:cNvPr id="3" name="Vertical Text Placeholder 2"/>
          <p:cNvSpPr>
            <a:spLocks noGrp="1"/>
          </p:cNvSpPr>
          <p:nvPr>
            <p:ph type="body" orient="vert" idx="1"/>
          </p:nvPr>
        </p:nvSpPr>
        <p:spPr>
          <a:xfrm>
            <a:off x="314325" y="622300"/>
            <a:ext cx="6245225" cy="52863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4">
            <a:extLst>
              <a:ext uri="{FF2B5EF4-FFF2-40B4-BE49-F238E27FC236}">
                <a16:creationId xmlns:a16="http://schemas.microsoft.com/office/drawing/2014/main" id="{BBC09BB0-B688-4748-A099-6CC55356924D}"/>
              </a:ext>
            </a:extLst>
          </p:cNvPr>
          <p:cNvSpPr>
            <a:spLocks noGrp="1"/>
          </p:cNvSpPr>
          <p:nvPr>
            <p:ph type="dt" sz="half" idx="10"/>
          </p:nvPr>
        </p:nvSpPr>
        <p:spPr>
          <a:xfrm>
            <a:off x="319088" y="6588125"/>
            <a:ext cx="944562" cy="252413"/>
          </a:xfrm>
          <a:prstGeom prst="rect">
            <a:avLst/>
          </a:prstGeom>
        </p:spPr>
        <p:txBody>
          <a:bodyPr/>
          <a:lstStyle>
            <a:lvl1pPr>
              <a:defRPr/>
            </a:lvl1pPr>
          </a:lstStyle>
          <a:p>
            <a:pPr>
              <a:defRPr/>
            </a:pPr>
            <a:endParaRPr lang="en-US" altLang="en-US"/>
          </a:p>
        </p:txBody>
      </p:sp>
      <p:sp>
        <p:nvSpPr>
          <p:cNvPr id="5" name="Slide Number Placeholder 15">
            <a:extLst>
              <a:ext uri="{FF2B5EF4-FFF2-40B4-BE49-F238E27FC236}">
                <a16:creationId xmlns:a16="http://schemas.microsoft.com/office/drawing/2014/main" id="{582A7874-5F62-44C5-A127-E08B10319350}"/>
              </a:ext>
            </a:extLst>
          </p:cNvPr>
          <p:cNvSpPr>
            <a:spLocks noGrp="1"/>
          </p:cNvSpPr>
          <p:nvPr>
            <p:ph type="sldNum" sz="quarter" idx="11"/>
          </p:nvPr>
        </p:nvSpPr>
        <p:spPr>
          <a:xfrm>
            <a:off x="1271588" y="6588125"/>
            <a:ext cx="827087" cy="252413"/>
          </a:xfrm>
          <a:prstGeom prst="rect">
            <a:avLst/>
          </a:prstGeom>
        </p:spPr>
        <p:txBody>
          <a:bodyPr/>
          <a:lstStyle>
            <a:lvl1pPr>
              <a:defRPr/>
            </a:lvl1pPr>
          </a:lstStyle>
          <a:p>
            <a:pPr>
              <a:defRPr/>
            </a:pPr>
            <a:r>
              <a:rPr lang="en-US" altLang="en-US"/>
              <a:t>Page </a:t>
            </a:r>
            <a:fld id="{5E839B5C-3F47-49D2-BCF9-C38BBEBE0CF1}" type="slidenum">
              <a:rPr lang="en-US" altLang="en-US"/>
              <a:pPr>
                <a:defRPr/>
              </a:pPr>
              <a:t>‹#›</a:t>
            </a:fld>
            <a:endParaRPr lang="en-US" altLang="en-US"/>
          </a:p>
        </p:txBody>
      </p:sp>
      <p:sp>
        <p:nvSpPr>
          <p:cNvPr id="6" name="Footer Placeholder 16">
            <a:extLst>
              <a:ext uri="{FF2B5EF4-FFF2-40B4-BE49-F238E27FC236}">
                <a16:creationId xmlns:a16="http://schemas.microsoft.com/office/drawing/2014/main" id="{34E05DD7-4AB3-432F-BC84-E0EADC83BE42}"/>
              </a:ext>
            </a:extLst>
          </p:cNvPr>
          <p:cNvSpPr>
            <a:spLocks noGrp="1"/>
          </p:cNvSpPr>
          <p:nvPr>
            <p:ph type="ftr" sz="quarter" idx="12"/>
          </p:nvPr>
        </p:nvSpPr>
        <p:spPr>
          <a:xfrm>
            <a:off x="314325" y="6595048"/>
            <a:ext cx="6735763" cy="252413"/>
          </a:xfrm>
          <a:prstGeom prst="rect">
            <a:avLst/>
          </a:prstGeom>
        </p:spPr>
        <p:txBody>
          <a:bodyPr/>
          <a:lstStyle>
            <a:lvl1pPr>
              <a:defRPr/>
            </a:lvl1pPr>
          </a:lstStyle>
          <a:p>
            <a:r>
              <a:rPr lang="ro-RO" altLang="ro-RO" dirty="0"/>
              <a:t>Ciprian Dobre</a:t>
            </a:r>
            <a:endParaRPr lang="en-US" altLang="ro-RO" dirty="0"/>
          </a:p>
        </p:txBody>
      </p:sp>
    </p:spTree>
    <p:extLst>
      <p:ext uri="{BB962C8B-B14F-4D97-AF65-F5344CB8AC3E}">
        <p14:creationId xmlns:p14="http://schemas.microsoft.com/office/powerpoint/2010/main" val="23870538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Content Placeholder 2"/>
          <p:cNvSpPr>
            <a:spLocks noGrp="1"/>
          </p:cNvSpPr>
          <p:nvPr>
            <p:ph sz="half" idx="1"/>
          </p:nvPr>
        </p:nvSpPr>
        <p:spPr>
          <a:xfrm>
            <a:off x="457200" y="1600200"/>
            <a:ext cx="82296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3941763"/>
            <a:ext cx="82296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BCF2101-C403-9447-AE61-20A8057D0A8E}"/>
              </a:ext>
            </a:extLst>
          </p:cNvPr>
          <p:cNvSpPr>
            <a:spLocks noGrp="1"/>
          </p:cNvSpPr>
          <p:nvPr>
            <p:ph type="dt" sz="half" idx="10"/>
          </p:nvPr>
        </p:nvSpPr>
        <p:spPr>
          <a:xfrm>
            <a:off x="457200" y="6243638"/>
            <a:ext cx="2133600" cy="457200"/>
          </a:xfrm>
          <a:prstGeom prst="rect">
            <a:avLst/>
          </a:prstGeom>
        </p:spPr>
        <p:txBody>
          <a:bodyPr/>
          <a:lstStyle>
            <a:lvl1pPr>
              <a:defRPr>
                <a:latin typeface="Arial" charset="0"/>
              </a:defRPr>
            </a:lvl1pPr>
          </a:lstStyle>
          <a:p>
            <a:pPr>
              <a:defRPr/>
            </a:pPr>
            <a:endParaRPr lang="en-US" altLang="en-US"/>
          </a:p>
        </p:txBody>
      </p:sp>
      <p:sp>
        <p:nvSpPr>
          <p:cNvPr id="6" name="Footer Placeholder 5">
            <a:extLst>
              <a:ext uri="{FF2B5EF4-FFF2-40B4-BE49-F238E27FC236}">
                <a16:creationId xmlns:a16="http://schemas.microsoft.com/office/drawing/2014/main" id="{C684BBD3-ADDB-8641-8135-1D9C88A57968}"/>
              </a:ext>
            </a:extLst>
          </p:cNvPr>
          <p:cNvSpPr>
            <a:spLocks noGrp="1"/>
          </p:cNvSpPr>
          <p:nvPr>
            <p:ph type="ftr" sz="quarter" idx="11"/>
          </p:nvPr>
        </p:nvSpPr>
        <p:spPr>
          <a:xfrm>
            <a:off x="3124200" y="6248400"/>
            <a:ext cx="2895600" cy="457200"/>
          </a:xfrm>
        </p:spPr>
        <p:txBody>
          <a:bodyPr/>
          <a:lstStyle>
            <a:lvl1pPr>
              <a:defRPr/>
            </a:lvl1pPr>
          </a:lstStyle>
          <a:p>
            <a:pPr>
              <a:defRPr/>
            </a:pPr>
            <a:endParaRPr lang="en-US" altLang="en-US"/>
          </a:p>
        </p:txBody>
      </p:sp>
      <p:sp>
        <p:nvSpPr>
          <p:cNvPr id="7" name="Slide Number Placeholder 6">
            <a:extLst>
              <a:ext uri="{FF2B5EF4-FFF2-40B4-BE49-F238E27FC236}">
                <a16:creationId xmlns:a16="http://schemas.microsoft.com/office/drawing/2014/main" id="{2B68455B-CB3D-C84A-8987-A9E04A6045B9}"/>
              </a:ext>
            </a:extLst>
          </p:cNvPr>
          <p:cNvSpPr>
            <a:spLocks noGrp="1"/>
          </p:cNvSpPr>
          <p:nvPr>
            <p:ph type="sldNum" sz="quarter" idx="12"/>
          </p:nvPr>
        </p:nvSpPr>
        <p:spPr>
          <a:xfrm>
            <a:off x="6553200" y="6243638"/>
            <a:ext cx="2133600" cy="457200"/>
          </a:xfrm>
        </p:spPr>
        <p:txBody>
          <a:bodyPr/>
          <a:lstStyle>
            <a:lvl1pPr>
              <a:defRPr/>
            </a:lvl1pPr>
          </a:lstStyle>
          <a:p>
            <a:fld id="{F0594034-AAE5-CA41-A189-D3E85E3D1050}" type="slidenum">
              <a:rPr lang="en-US" altLang="en-US"/>
              <a:pPr/>
              <a:t>‹#›</a:t>
            </a:fld>
            <a:endParaRPr lang="en-US" altLang="en-US"/>
          </a:p>
        </p:txBody>
      </p:sp>
    </p:spTree>
    <p:extLst>
      <p:ext uri="{BB962C8B-B14F-4D97-AF65-F5344CB8AC3E}">
        <p14:creationId xmlns:p14="http://schemas.microsoft.com/office/powerpoint/2010/main" val="14424195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19CA246-6D90-ED41-BC55-796445DEDBFC}"/>
              </a:ext>
            </a:extLst>
          </p:cNvPr>
          <p:cNvSpPr>
            <a:spLocks noGrp="1"/>
          </p:cNvSpPr>
          <p:nvPr>
            <p:ph type="dt" sz="half" idx="10"/>
          </p:nvPr>
        </p:nvSpPr>
        <p:spPr>
          <a:xfrm>
            <a:off x="457200" y="6243638"/>
            <a:ext cx="2133600" cy="457200"/>
          </a:xfrm>
          <a:prstGeom prst="rect">
            <a:avLst/>
          </a:prstGeom>
        </p:spPr>
        <p:txBody>
          <a:bodyPr/>
          <a:lstStyle>
            <a:lvl1pPr>
              <a:defRPr>
                <a:latin typeface="Arial" charset="0"/>
              </a:defRPr>
            </a:lvl1pPr>
          </a:lstStyle>
          <a:p>
            <a:pPr>
              <a:defRPr/>
            </a:pPr>
            <a:endParaRPr lang="en-US" altLang="en-US"/>
          </a:p>
        </p:txBody>
      </p:sp>
      <p:sp>
        <p:nvSpPr>
          <p:cNvPr id="6" name="Footer Placeholder 5">
            <a:extLst>
              <a:ext uri="{FF2B5EF4-FFF2-40B4-BE49-F238E27FC236}">
                <a16:creationId xmlns:a16="http://schemas.microsoft.com/office/drawing/2014/main" id="{5F55AC66-CF06-CA47-BD17-2D9AFC37D936}"/>
              </a:ext>
            </a:extLst>
          </p:cNvPr>
          <p:cNvSpPr>
            <a:spLocks noGrp="1"/>
          </p:cNvSpPr>
          <p:nvPr>
            <p:ph type="ftr" sz="quarter" idx="11"/>
          </p:nvPr>
        </p:nvSpPr>
        <p:spPr>
          <a:xfrm>
            <a:off x="3124200" y="6248400"/>
            <a:ext cx="2895600" cy="457200"/>
          </a:xfrm>
        </p:spPr>
        <p:txBody>
          <a:bodyPr/>
          <a:lstStyle>
            <a:lvl1pPr>
              <a:defRPr/>
            </a:lvl1pPr>
          </a:lstStyle>
          <a:p>
            <a:pPr>
              <a:defRPr/>
            </a:pPr>
            <a:endParaRPr lang="en-US" altLang="en-US"/>
          </a:p>
        </p:txBody>
      </p:sp>
      <p:sp>
        <p:nvSpPr>
          <p:cNvPr id="7" name="Slide Number Placeholder 6">
            <a:extLst>
              <a:ext uri="{FF2B5EF4-FFF2-40B4-BE49-F238E27FC236}">
                <a16:creationId xmlns:a16="http://schemas.microsoft.com/office/drawing/2014/main" id="{B041600A-68CA-F04E-A8E9-098152780B95}"/>
              </a:ext>
            </a:extLst>
          </p:cNvPr>
          <p:cNvSpPr>
            <a:spLocks noGrp="1"/>
          </p:cNvSpPr>
          <p:nvPr>
            <p:ph type="sldNum" sz="quarter" idx="12"/>
          </p:nvPr>
        </p:nvSpPr>
        <p:spPr>
          <a:xfrm>
            <a:off x="6553200" y="6243638"/>
            <a:ext cx="2133600" cy="457200"/>
          </a:xfrm>
        </p:spPr>
        <p:txBody>
          <a:bodyPr/>
          <a:lstStyle>
            <a:lvl1pPr>
              <a:defRPr/>
            </a:lvl1pPr>
          </a:lstStyle>
          <a:p>
            <a:fld id="{CB2DB2CA-287A-E24E-B1D5-39D405464B7C}" type="slidenum">
              <a:rPr lang="en-US" altLang="en-US"/>
              <a:pPr/>
              <a:t>‹#›</a:t>
            </a:fld>
            <a:endParaRPr lang="en-US" altLang="en-US"/>
          </a:p>
        </p:txBody>
      </p:sp>
    </p:spTree>
    <p:extLst>
      <p:ext uri="{BB962C8B-B14F-4D97-AF65-F5344CB8AC3E}">
        <p14:creationId xmlns:p14="http://schemas.microsoft.com/office/powerpoint/2010/main" val="224522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EB5F58E-3512-4D78-8CBA-679E2BF2C110}"/>
              </a:ext>
            </a:extLst>
          </p:cNvPr>
          <p:cNvSpPr>
            <a:spLocks noGrp="1" noChangeArrowheads="1"/>
          </p:cNvSpPr>
          <p:nvPr>
            <p:ph type="title"/>
          </p:nvPr>
        </p:nvSpPr>
        <p:spPr bwMode="auto">
          <a:xfrm>
            <a:off x="314325" y="622300"/>
            <a:ext cx="851535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p>
            <a:pPr lvl="0"/>
            <a:r>
              <a:rPr lang="en-US" altLang="en-US" dirty="0"/>
              <a:t>Click to edit Master title style</a:t>
            </a:r>
            <a:endParaRPr lang="de-DE" altLang="en-US" dirty="0"/>
          </a:p>
        </p:txBody>
      </p:sp>
      <p:sp>
        <p:nvSpPr>
          <p:cNvPr id="1027" name="Rectangle 3">
            <a:extLst>
              <a:ext uri="{FF2B5EF4-FFF2-40B4-BE49-F238E27FC236}">
                <a16:creationId xmlns:a16="http://schemas.microsoft.com/office/drawing/2014/main" id="{BC7A20C1-6ADB-4EDE-9386-576EF4390DB8}"/>
              </a:ext>
            </a:extLst>
          </p:cNvPr>
          <p:cNvSpPr>
            <a:spLocks noGrp="1" noChangeArrowheads="1"/>
          </p:cNvSpPr>
          <p:nvPr>
            <p:ph type="body" idx="1"/>
          </p:nvPr>
        </p:nvSpPr>
        <p:spPr bwMode="auto">
          <a:xfrm>
            <a:off x="319088" y="1323975"/>
            <a:ext cx="8524875" cy="5091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endParaRPr lang="de-DE" altLang="en-US" dirty="0"/>
          </a:p>
        </p:txBody>
      </p:sp>
      <p:pic>
        <p:nvPicPr>
          <p:cNvPr id="1031" name="Picture 1">
            <a:extLst>
              <a:ext uri="{FF2B5EF4-FFF2-40B4-BE49-F238E27FC236}">
                <a16:creationId xmlns:a16="http://schemas.microsoft.com/office/drawing/2014/main" id="{3FE8B550-6A1C-4729-B0F5-8AFB17D3AB69}"/>
              </a:ext>
            </a:extLst>
          </p:cNvPr>
          <p:cNvPicPr>
            <a:picLocks noChangeAspect="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0" y="0"/>
            <a:ext cx="91440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2" name="Picture 2">
            <a:extLst>
              <a:ext uri="{FF2B5EF4-FFF2-40B4-BE49-F238E27FC236}">
                <a16:creationId xmlns:a16="http://schemas.microsoft.com/office/drawing/2014/main" id="{4FA901D7-D037-4E0B-9127-97234DD90F92}"/>
              </a:ext>
            </a:extLst>
          </p:cNvPr>
          <p:cNvPicPr>
            <a:picLocks noChangeAspect="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0" y="6523038"/>
            <a:ext cx="9144000" cy="4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3" name="Picture 2" descr="D:\cipsm\Catedra\Logo CS\logo_upb_small.png">
            <a:extLst>
              <a:ext uri="{FF2B5EF4-FFF2-40B4-BE49-F238E27FC236}">
                <a16:creationId xmlns:a16="http://schemas.microsoft.com/office/drawing/2014/main" id="{20CAB226-3914-49D2-99AC-E2E2AE63DAA1}"/>
              </a:ext>
            </a:extLst>
          </p:cNvPr>
          <p:cNvPicPr>
            <a:picLocks noChangeAspect="1" noChangeArrowheads="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50800" y="33338"/>
            <a:ext cx="682625"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Footer Placeholder 3">
            <a:extLst>
              <a:ext uri="{FF2B5EF4-FFF2-40B4-BE49-F238E27FC236}">
                <a16:creationId xmlns:a16="http://schemas.microsoft.com/office/drawing/2014/main" id="{A5D4AA22-7653-4814-8B8D-FDB5FE01941A}"/>
              </a:ext>
            </a:extLst>
          </p:cNvPr>
          <p:cNvSpPr>
            <a:spLocks noGrp="1"/>
          </p:cNvSpPr>
          <p:nvPr>
            <p:ph type="ftr" sz="quarter" idx="3"/>
          </p:nvPr>
        </p:nvSpPr>
        <p:spPr>
          <a:xfrm>
            <a:off x="314325" y="6500192"/>
            <a:ext cx="3086100" cy="410990"/>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ro-RO" dirty="0"/>
              <a:t>Ciprian Dobre</a:t>
            </a:r>
            <a:endParaRPr lang="en-US" dirty="0"/>
          </a:p>
        </p:txBody>
      </p:sp>
      <p:pic>
        <p:nvPicPr>
          <p:cNvPr id="8" name="Picture 7" descr="Logo&#10;&#10;Description automatically generated">
            <a:extLst>
              <a:ext uri="{FF2B5EF4-FFF2-40B4-BE49-F238E27FC236}">
                <a16:creationId xmlns:a16="http://schemas.microsoft.com/office/drawing/2014/main" id="{F9F36C8E-B0B0-FE49-BA69-5281ACC130C8}"/>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8113714" y="5094"/>
            <a:ext cx="1097827" cy="617206"/>
          </a:xfrm>
          <a:prstGeom prst="rect">
            <a:avLst/>
          </a:prstGeom>
        </p:spPr>
      </p:pic>
    </p:spTree>
  </p:cSld>
  <p:clrMap bg1="lt1" tx1="dk1" bg2="lt2" tx2="dk2" accent1="accent1" accent2="accent2" accent3="accent3" accent4="accent4" accent5="accent5" accent6="accent6" hlink="hlink" folHlink="folHlink"/>
  <p:sldLayoutIdLst>
    <p:sldLayoutId id="2147483984" r:id="rId1"/>
    <p:sldLayoutId id="2147483985" r:id="rId2"/>
    <p:sldLayoutId id="2147483976" r:id="rId3"/>
    <p:sldLayoutId id="2147483977" r:id="rId4"/>
    <p:sldLayoutId id="2147483978" r:id="rId5"/>
    <p:sldLayoutId id="2147483979" r:id="rId6"/>
    <p:sldLayoutId id="2147483980" r:id="rId7"/>
    <p:sldLayoutId id="2147483981" r:id="rId8"/>
    <p:sldLayoutId id="2147483986" r:id="rId9"/>
    <p:sldLayoutId id="2147483982" r:id="rId10"/>
    <p:sldLayoutId id="2147483983" r:id="rId11"/>
    <p:sldLayoutId id="2147483987" r:id="rId12"/>
    <p:sldLayoutId id="2147483988" r:id="rId13"/>
  </p:sldLayoutIdLst>
  <p:hf sldNum="0" hdr="0" ftr="0" dt="0"/>
  <p:txStyles>
    <p:titleStyle>
      <a:lvl1pPr algn="ctr" rtl="0" eaLnBrk="0" fontAlgn="base" hangingPunct="0">
        <a:lnSpc>
          <a:spcPct val="95000"/>
        </a:lnSpc>
        <a:spcBef>
          <a:spcPct val="0"/>
        </a:spcBef>
        <a:spcAft>
          <a:spcPct val="0"/>
        </a:spcAft>
        <a:defRPr sz="2800" b="1">
          <a:solidFill>
            <a:schemeClr val="accent2"/>
          </a:solidFill>
          <a:latin typeface="+mj-lt"/>
          <a:ea typeface="ＭＳ Ｐゴシック" charset="0"/>
          <a:cs typeface="ＭＳ Ｐゴシック" charset="0"/>
        </a:defRPr>
      </a:lvl1pPr>
      <a:lvl2pPr algn="ctr" rtl="0" eaLnBrk="0" fontAlgn="base" hangingPunct="0">
        <a:lnSpc>
          <a:spcPct val="95000"/>
        </a:lnSpc>
        <a:spcBef>
          <a:spcPct val="0"/>
        </a:spcBef>
        <a:spcAft>
          <a:spcPct val="0"/>
        </a:spcAft>
        <a:defRPr sz="2800" b="1">
          <a:solidFill>
            <a:schemeClr val="accent2"/>
          </a:solidFill>
          <a:latin typeface="Arial" charset="0"/>
          <a:ea typeface="ＭＳ Ｐゴシック" charset="0"/>
          <a:cs typeface="ＭＳ Ｐゴシック" charset="0"/>
        </a:defRPr>
      </a:lvl2pPr>
      <a:lvl3pPr algn="ctr" rtl="0" eaLnBrk="0" fontAlgn="base" hangingPunct="0">
        <a:lnSpc>
          <a:spcPct val="95000"/>
        </a:lnSpc>
        <a:spcBef>
          <a:spcPct val="0"/>
        </a:spcBef>
        <a:spcAft>
          <a:spcPct val="0"/>
        </a:spcAft>
        <a:defRPr sz="2800" b="1">
          <a:solidFill>
            <a:schemeClr val="accent2"/>
          </a:solidFill>
          <a:latin typeface="Arial" charset="0"/>
          <a:ea typeface="ＭＳ Ｐゴシック" charset="0"/>
          <a:cs typeface="ＭＳ Ｐゴシック" charset="0"/>
        </a:defRPr>
      </a:lvl3pPr>
      <a:lvl4pPr algn="ctr" rtl="0" eaLnBrk="0" fontAlgn="base" hangingPunct="0">
        <a:lnSpc>
          <a:spcPct val="95000"/>
        </a:lnSpc>
        <a:spcBef>
          <a:spcPct val="0"/>
        </a:spcBef>
        <a:spcAft>
          <a:spcPct val="0"/>
        </a:spcAft>
        <a:defRPr sz="2800" b="1">
          <a:solidFill>
            <a:schemeClr val="accent2"/>
          </a:solidFill>
          <a:latin typeface="Arial" charset="0"/>
          <a:ea typeface="ＭＳ Ｐゴシック" charset="0"/>
          <a:cs typeface="ＭＳ Ｐゴシック" charset="0"/>
        </a:defRPr>
      </a:lvl4pPr>
      <a:lvl5pPr algn="ctr" rtl="0" eaLnBrk="0" fontAlgn="base" hangingPunct="0">
        <a:lnSpc>
          <a:spcPct val="95000"/>
        </a:lnSpc>
        <a:spcBef>
          <a:spcPct val="0"/>
        </a:spcBef>
        <a:spcAft>
          <a:spcPct val="0"/>
        </a:spcAft>
        <a:defRPr sz="2800" b="1">
          <a:solidFill>
            <a:schemeClr val="accent2"/>
          </a:solidFill>
          <a:latin typeface="Arial" charset="0"/>
          <a:ea typeface="ＭＳ Ｐゴシック" charset="0"/>
          <a:cs typeface="ＭＳ Ｐゴシック" charset="0"/>
        </a:defRPr>
      </a:lvl5pPr>
      <a:lvl6pPr marL="457200" algn="l" rtl="0" fontAlgn="base">
        <a:lnSpc>
          <a:spcPct val="95000"/>
        </a:lnSpc>
        <a:spcBef>
          <a:spcPct val="0"/>
        </a:spcBef>
        <a:spcAft>
          <a:spcPct val="0"/>
        </a:spcAft>
        <a:defRPr sz="2400" b="1">
          <a:solidFill>
            <a:schemeClr val="accent2"/>
          </a:solidFill>
          <a:latin typeface="Arial" charset="0"/>
        </a:defRPr>
      </a:lvl6pPr>
      <a:lvl7pPr marL="914400" algn="l" rtl="0" fontAlgn="base">
        <a:lnSpc>
          <a:spcPct val="95000"/>
        </a:lnSpc>
        <a:spcBef>
          <a:spcPct val="0"/>
        </a:spcBef>
        <a:spcAft>
          <a:spcPct val="0"/>
        </a:spcAft>
        <a:defRPr sz="2400" b="1">
          <a:solidFill>
            <a:schemeClr val="accent2"/>
          </a:solidFill>
          <a:latin typeface="Arial" charset="0"/>
        </a:defRPr>
      </a:lvl7pPr>
      <a:lvl8pPr marL="1371600" algn="l" rtl="0" fontAlgn="base">
        <a:lnSpc>
          <a:spcPct val="95000"/>
        </a:lnSpc>
        <a:spcBef>
          <a:spcPct val="0"/>
        </a:spcBef>
        <a:spcAft>
          <a:spcPct val="0"/>
        </a:spcAft>
        <a:defRPr sz="2400" b="1">
          <a:solidFill>
            <a:schemeClr val="accent2"/>
          </a:solidFill>
          <a:latin typeface="Arial" charset="0"/>
        </a:defRPr>
      </a:lvl8pPr>
      <a:lvl9pPr marL="1828800" algn="l" rtl="0" fontAlgn="base">
        <a:lnSpc>
          <a:spcPct val="95000"/>
        </a:lnSpc>
        <a:spcBef>
          <a:spcPct val="0"/>
        </a:spcBef>
        <a:spcAft>
          <a:spcPct val="0"/>
        </a:spcAft>
        <a:defRPr sz="2400" b="1">
          <a:solidFill>
            <a:schemeClr val="accent2"/>
          </a:solidFill>
          <a:latin typeface="Arial" charset="0"/>
        </a:defRPr>
      </a:lvl9pPr>
    </p:titleStyle>
    <p:bodyStyle>
      <a:lvl1pPr marL="190500" indent="-190500" algn="l" rtl="0" eaLnBrk="0" fontAlgn="base" hangingPunct="0">
        <a:spcBef>
          <a:spcPct val="40000"/>
        </a:spcBef>
        <a:spcAft>
          <a:spcPct val="0"/>
        </a:spcAft>
        <a:buClr>
          <a:schemeClr val="accent1"/>
        </a:buClr>
        <a:buFont typeface="Wingdings" panose="05000000000000000000" pitchFamily="2" charset="2"/>
        <a:buChar char="§"/>
        <a:defRPr sz="2400">
          <a:solidFill>
            <a:schemeClr val="tx1"/>
          </a:solidFill>
          <a:latin typeface="+mn-lt"/>
          <a:ea typeface="ＭＳ Ｐゴシック" charset="0"/>
          <a:cs typeface="ＭＳ Ｐゴシック" charset="0"/>
        </a:defRPr>
      </a:lvl1pPr>
      <a:lvl2pPr marL="536575" indent="-174625" algn="l" rtl="0" eaLnBrk="0" fontAlgn="base" hangingPunct="0">
        <a:spcBef>
          <a:spcPct val="40000"/>
        </a:spcBef>
        <a:spcAft>
          <a:spcPct val="0"/>
        </a:spcAft>
        <a:buClr>
          <a:schemeClr val="bg2"/>
        </a:buClr>
        <a:buFont typeface="Arial" panose="020B0604020202020204" pitchFamily="34" charset="0"/>
        <a:buChar char="‒"/>
        <a:defRPr sz="2000">
          <a:solidFill>
            <a:schemeClr val="tx1"/>
          </a:solidFill>
          <a:latin typeface="+mn-lt"/>
          <a:ea typeface="ＭＳ Ｐゴシック" charset="0"/>
        </a:defRPr>
      </a:lvl2pPr>
      <a:lvl3pPr marL="898525" indent="-173038" algn="l" rtl="0" eaLnBrk="0" fontAlgn="base" hangingPunct="0">
        <a:spcBef>
          <a:spcPct val="40000"/>
        </a:spcBef>
        <a:spcAft>
          <a:spcPct val="0"/>
        </a:spcAft>
        <a:buClr>
          <a:schemeClr val="accent1"/>
        </a:buClr>
        <a:buFont typeface="Courier New" panose="02070309020205020404" pitchFamily="49" charset="0"/>
        <a:buChar char="o"/>
        <a:defRPr>
          <a:solidFill>
            <a:schemeClr val="tx1"/>
          </a:solidFill>
          <a:latin typeface="+mn-lt"/>
          <a:ea typeface="ＭＳ Ｐゴシック" charset="0"/>
        </a:defRPr>
      </a:lvl3pPr>
      <a:lvl4pPr marL="1339850" indent="-173038" algn="l" rtl="0" eaLnBrk="0" fontAlgn="base" hangingPunct="0">
        <a:spcBef>
          <a:spcPct val="40000"/>
        </a:spcBef>
        <a:spcAft>
          <a:spcPct val="0"/>
        </a:spcAft>
        <a:buClr>
          <a:schemeClr val="bg2"/>
        </a:buClr>
        <a:buFont typeface="Arial" panose="020B0604020202020204" pitchFamily="34" charset="0"/>
        <a:buChar char="‒"/>
        <a:defRPr sz="1600">
          <a:solidFill>
            <a:schemeClr val="tx1"/>
          </a:solidFill>
          <a:latin typeface="+mn-lt"/>
          <a:ea typeface="ＭＳ Ｐゴシック" charset="0"/>
        </a:defRPr>
      </a:lvl4pPr>
      <a:lvl5pPr marL="1703388" indent="-174625" algn="l" rtl="0" eaLnBrk="0" fontAlgn="base" hangingPunct="0">
        <a:spcBef>
          <a:spcPct val="40000"/>
        </a:spcBef>
        <a:spcAft>
          <a:spcPct val="0"/>
        </a:spcAft>
        <a:buClr>
          <a:schemeClr val="accent1"/>
        </a:buClr>
        <a:buFont typeface="Wingdings" panose="05000000000000000000" pitchFamily="2" charset="2"/>
        <a:buChar char="§"/>
        <a:defRPr sz="1600">
          <a:solidFill>
            <a:schemeClr val="tx1"/>
          </a:solidFill>
          <a:latin typeface="+mn-lt"/>
          <a:ea typeface="ＭＳ Ｐゴシック" charset="0"/>
        </a:defRPr>
      </a:lvl5pPr>
      <a:lvl6pPr marL="1419225" indent="-207963" algn="l" rtl="0" fontAlgn="base">
        <a:spcBef>
          <a:spcPct val="40000"/>
        </a:spcBef>
        <a:spcAft>
          <a:spcPct val="0"/>
        </a:spcAft>
        <a:buClr>
          <a:schemeClr val="accent1"/>
        </a:buClr>
        <a:buFont typeface="Wingdings" pitchFamily="2" charset="2"/>
        <a:buChar char="§"/>
        <a:defRPr>
          <a:solidFill>
            <a:schemeClr val="tx1"/>
          </a:solidFill>
          <a:latin typeface="+mn-lt"/>
        </a:defRPr>
      </a:lvl6pPr>
      <a:lvl7pPr marL="1876425" indent="-207963" algn="l" rtl="0" fontAlgn="base">
        <a:spcBef>
          <a:spcPct val="40000"/>
        </a:spcBef>
        <a:spcAft>
          <a:spcPct val="0"/>
        </a:spcAft>
        <a:buClr>
          <a:schemeClr val="accent1"/>
        </a:buClr>
        <a:buFont typeface="Wingdings" pitchFamily="2" charset="2"/>
        <a:buChar char="§"/>
        <a:defRPr>
          <a:solidFill>
            <a:schemeClr val="tx1"/>
          </a:solidFill>
          <a:latin typeface="+mn-lt"/>
        </a:defRPr>
      </a:lvl7pPr>
      <a:lvl8pPr marL="2333625" indent="-207963" algn="l" rtl="0" fontAlgn="base">
        <a:spcBef>
          <a:spcPct val="40000"/>
        </a:spcBef>
        <a:spcAft>
          <a:spcPct val="0"/>
        </a:spcAft>
        <a:buClr>
          <a:schemeClr val="accent1"/>
        </a:buClr>
        <a:buFont typeface="Wingdings" pitchFamily="2" charset="2"/>
        <a:buChar char="§"/>
        <a:defRPr>
          <a:solidFill>
            <a:schemeClr val="tx1"/>
          </a:solidFill>
          <a:latin typeface="+mn-lt"/>
        </a:defRPr>
      </a:lvl8pPr>
      <a:lvl9pPr marL="2790825" indent="-207963" algn="l" rtl="0" fontAlgn="base">
        <a:spcBef>
          <a:spcPct val="40000"/>
        </a:spcBef>
        <a:spcAft>
          <a:spcPct val="0"/>
        </a:spcAft>
        <a:buClr>
          <a:schemeClr val="accent1"/>
        </a:buClr>
        <a:buFont typeface="Wingdings" pitchFamily="2" charset="2"/>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1" name="Rectangle 14">
            <a:extLst>
              <a:ext uri="{FF2B5EF4-FFF2-40B4-BE49-F238E27FC236}">
                <a16:creationId xmlns:a16="http://schemas.microsoft.com/office/drawing/2014/main" id="{B7373C27-AE51-474E-BA1F-0C5F0233AACE}"/>
              </a:ext>
            </a:extLst>
          </p:cNvPr>
          <p:cNvSpPr>
            <a:spLocks noGrp="1" noChangeArrowheads="1"/>
          </p:cNvSpPr>
          <p:nvPr>
            <p:ph type="ctrTitle"/>
          </p:nvPr>
        </p:nvSpPr>
        <p:spPr>
          <a:xfrm>
            <a:off x="154717" y="1877167"/>
            <a:ext cx="8331200" cy="1014129"/>
          </a:xfrm>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eaLnBrk="1" hangingPunct="1"/>
            <a:r>
              <a:rPr lang="en-US" altLang="en-US" sz="3200" dirty="0" err="1">
                <a:ea typeface="ＭＳ Ｐゴシック" panose="020B0600070205080204" pitchFamily="34" charset="-128"/>
              </a:rPr>
              <a:t>Algoritmi</a:t>
            </a:r>
            <a:r>
              <a:rPr lang="en-US" altLang="en-US" sz="3200" dirty="0">
                <a:ea typeface="ＭＳ Ｐゴシック" panose="020B0600070205080204" pitchFamily="34" charset="-128"/>
              </a:rPr>
              <a:t> </a:t>
            </a:r>
            <a:r>
              <a:rPr lang="en-US" altLang="en-US" sz="3200" dirty="0" err="1">
                <a:ea typeface="ＭＳ Ｐゴシック" panose="020B0600070205080204" pitchFamily="34" charset="-128"/>
              </a:rPr>
              <a:t>Paraleli</a:t>
            </a:r>
            <a:r>
              <a:rPr lang="ro-RO" altLang="en-US" sz="3200" dirty="0">
                <a:ea typeface="ＭＳ Ｐゴシック" panose="020B0600070205080204" pitchFamily="34" charset="-128"/>
              </a:rPr>
              <a:t> și Distribuiți</a:t>
            </a:r>
            <a:r>
              <a:rPr lang="en-US" altLang="en-US" sz="3200" dirty="0">
                <a:ea typeface="ＭＳ Ｐゴシック" panose="020B0600070205080204" pitchFamily="34" charset="-128"/>
              </a:rPr>
              <a:t> </a:t>
            </a:r>
            <a:br>
              <a:rPr lang="ro-RO" altLang="en-US" sz="3200" dirty="0">
                <a:ea typeface="ＭＳ Ｐゴシック" panose="020B0600070205080204" pitchFamily="34" charset="-128"/>
              </a:rPr>
            </a:br>
            <a:r>
              <a:rPr lang="en-US" sz="3200" dirty="0" err="1"/>
              <a:t>Toleranta</a:t>
            </a:r>
            <a:r>
              <a:rPr lang="en-US" sz="3200" dirty="0"/>
              <a:t> la </a:t>
            </a:r>
            <a:r>
              <a:rPr lang="en-US" sz="3200" dirty="0" err="1"/>
              <a:t>defecte</a:t>
            </a:r>
            <a:endParaRPr lang="en-US" altLang="en-US" sz="3200" dirty="0">
              <a:ea typeface="ＭＳ Ｐゴシック" panose="020B0600070205080204" pitchFamily="34" charset="-128"/>
            </a:endParaRPr>
          </a:p>
        </p:txBody>
      </p:sp>
      <p:sp>
        <p:nvSpPr>
          <p:cNvPr id="15363" name="Rectangle 1">
            <a:extLst>
              <a:ext uri="{FF2B5EF4-FFF2-40B4-BE49-F238E27FC236}">
                <a16:creationId xmlns:a16="http://schemas.microsoft.com/office/drawing/2014/main" id="{8AD4A1D2-344F-4CD3-949B-26BEB5FF75C3}"/>
              </a:ext>
            </a:extLst>
          </p:cNvPr>
          <p:cNvSpPr>
            <a:spLocks noChangeArrowheads="1"/>
          </p:cNvSpPr>
          <p:nvPr/>
        </p:nvSpPr>
        <p:spPr bwMode="auto">
          <a:xfrm>
            <a:off x="2873058" y="3010793"/>
            <a:ext cx="5607050"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eaLnBrk="1" hangingPunct="1"/>
            <a:r>
              <a:rPr lang="en-US" altLang="en-US" sz="2800" b="1" dirty="0">
                <a:solidFill>
                  <a:schemeClr val="bg1"/>
                </a:solidFill>
              </a:rPr>
              <a:t>Radu-Ioan Ciobanu</a:t>
            </a:r>
          </a:p>
          <a:p>
            <a:pPr algn="r" eaLnBrk="1" hangingPunct="1"/>
            <a:r>
              <a:rPr lang="en-US" altLang="en-US" sz="2400" dirty="0" err="1">
                <a:solidFill>
                  <a:schemeClr val="bg1"/>
                </a:solidFill>
              </a:rPr>
              <a:t>radu.ciobanu</a:t>
            </a:r>
            <a:r>
              <a:rPr lang="ro-RO" altLang="en-US" sz="2400" dirty="0">
                <a:solidFill>
                  <a:schemeClr val="bg1"/>
                </a:solidFill>
              </a:rPr>
              <a:t>@</a:t>
            </a:r>
            <a:r>
              <a:rPr lang="ro-RO" altLang="en-US" sz="2400" dirty="0" err="1">
                <a:solidFill>
                  <a:schemeClr val="bg1"/>
                </a:solidFill>
              </a:rPr>
              <a:t>upb.ro</a:t>
            </a:r>
            <a:endParaRPr lang="de-DE" altLang="en-US" sz="2400" dirty="0">
              <a:solidFill>
                <a:schemeClr val="bg1"/>
              </a:solidFill>
            </a:endParaRPr>
          </a:p>
          <a:p>
            <a:pPr algn="r" eaLnBrk="1" hangingPunct="1"/>
            <a:endParaRPr lang="en-US" altLang="en-US" sz="2800" b="1" dirty="0">
              <a:solidFill>
                <a:schemeClr val="bg1"/>
              </a:solidFill>
            </a:endParaRPr>
          </a:p>
          <a:p>
            <a:pPr algn="r" eaLnBrk="1" hangingPunct="1"/>
            <a:endParaRPr lang="en-US" altLang="en-US" sz="2800" b="1" dirty="0">
              <a:solidFill>
                <a:schemeClr val="bg1"/>
              </a:solidFill>
            </a:endParaRPr>
          </a:p>
          <a:p>
            <a:pPr algn="r" eaLnBrk="1" hangingPunct="1"/>
            <a:endParaRPr lang="en-US" altLang="en-US" sz="2800" b="1" dirty="0">
              <a:solidFill>
                <a:schemeClr val="bg1"/>
              </a:solidFill>
            </a:endParaRPr>
          </a:p>
          <a:p>
            <a:pPr algn="r" eaLnBrk="1" hangingPunct="1"/>
            <a:endParaRPr lang="en-US" altLang="en-US" sz="2800" b="1" dirty="0">
              <a:solidFill>
                <a:schemeClr val="bg1"/>
              </a:solidFill>
            </a:endParaRPr>
          </a:p>
          <a:p>
            <a:pPr algn="r" eaLnBrk="1" hangingPunct="1"/>
            <a:endParaRPr lang="en-US" altLang="en-US" sz="2800" b="1" dirty="0">
              <a:solidFill>
                <a:schemeClr val="bg1"/>
              </a:solidFill>
            </a:endParaRPr>
          </a:p>
        </p:txBody>
      </p:sp>
      <p:pic>
        <p:nvPicPr>
          <p:cNvPr id="4" name="Picture 3" descr="Logo&#10;&#10;Description automatically generated">
            <a:extLst>
              <a:ext uri="{FF2B5EF4-FFF2-40B4-BE49-F238E27FC236}">
                <a16:creationId xmlns:a16="http://schemas.microsoft.com/office/drawing/2014/main" id="{D8842969-928D-F44D-AB3D-6BBE3B4652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66985" y="5084347"/>
            <a:ext cx="2497873" cy="140432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120AB-2E75-8D47-82FE-8CDC35F61D19}"/>
              </a:ext>
            </a:extLst>
          </p:cNvPr>
          <p:cNvSpPr>
            <a:spLocks noGrp="1"/>
          </p:cNvSpPr>
          <p:nvPr>
            <p:ph type="title"/>
          </p:nvPr>
        </p:nvSpPr>
        <p:spPr/>
        <p:txBody>
          <a:bodyPr/>
          <a:lstStyle/>
          <a:p>
            <a:pPr eaLnBrk="1" hangingPunct="1">
              <a:defRPr/>
            </a:pPr>
            <a:r>
              <a:rPr lang="en-US" dirty="0" err="1"/>
              <a:t>Obiectiv</a:t>
            </a:r>
            <a:endParaRPr lang="en-US" dirty="0"/>
          </a:p>
        </p:txBody>
      </p:sp>
      <p:sp>
        <p:nvSpPr>
          <p:cNvPr id="11267" name="Content Placeholder 2">
            <a:extLst>
              <a:ext uri="{FF2B5EF4-FFF2-40B4-BE49-F238E27FC236}">
                <a16:creationId xmlns:a16="http://schemas.microsoft.com/office/drawing/2014/main" id="{351AE165-8290-9F4F-A22B-26150CC1AEB8}"/>
              </a:ext>
            </a:extLst>
          </p:cNvPr>
          <p:cNvSpPr>
            <a:spLocks noGrp="1"/>
          </p:cNvSpPr>
          <p:nvPr>
            <p:ph idx="1"/>
          </p:nvPr>
        </p:nvSpPr>
        <p:spPr>
          <a:xfrm>
            <a:off x="304800" y="1447800"/>
            <a:ext cx="8610600" cy="5410200"/>
          </a:xfrm>
        </p:spPr>
        <p:txBody>
          <a:bodyPr/>
          <a:lstStyle/>
          <a:p>
            <a:pPr eaLnBrk="1" hangingPunct="1">
              <a:spcAft>
                <a:spcPts val="600"/>
              </a:spcAft>
            </a:pPr>
            <a:r>
              <a:rPr lang="en-US" altLang="ro-RO" sz="2800" dirty="0" err="1"/>
              <a:t>Asigurarea</a:t>
            </a:r>
            <a:r>
              <a:rPr lang="en-US" altLang="ro-RO" sz="2800" dirty="0"/>
              <a:t> </a:t>
            </a:r>
            <a:r>
              <a:rPr lang="en-US" altLang="ro-RO" sz="2800" dirty="0" err="1">
                <a:solidFill>
                  <a:srgbClr val="FF0000"/>
                </a:solidFill>
              </a:rPr>
              <a:t>tolerantei</a:t>
            </a:r>
            <a:r>
              <a:rPr lang="en-US" altLang="ro-RO" sz="2800" dirty="0">
                <a:solidFill>
                  <a:srgbClr val="FF0000"/>
                </a:solidFill>
              </a:rPr>
              <a:t> la </a:t>
            </a:r>
            <a:r>
              <a:rPr lang="en-US" altLang="ro-RO" sz="2800" dirty="0" err="1">
                <a:solidFill>
                  <a:srgbClr val="FF0000"/>
                </a:solidFill>
              </a:rPr>
              <a:t>defecte</a:t>
            </a:r>
            <a:endParaRPr lang="en-US" altLang="ro-RO" sz="2800" dirty="0"/>
          </a:p>
          <a:p>
            <a:pPr lvl="1" eaLnBrk="1" hangingPunct="1">
              <a:spcAft>
                <a:spcPts val="600"/>
              </a:spcAft>
            </a:pPr>
            <a:r>
              <a:rPr lang="en-US" altLang="ro-RO" sz="2400" dirty="0" err="1"/>
              <a:t>Solutii</a:t>
            </a:r>
            <a:r>
              <a:rPr lang="en-US" altLang="ro-RO" sz="2400" dirty="0"/>
              <a:t> de </a:t>
            </a:r>
            <a:r>
              <a:rPr lang="en-US" altLang="ro-RO" sz="2400" dirty="0" err="1"/>
              <a:t>detectie</a:t>
            </a:r>
            <a:r>
              <a:rPr lang="en-US" altLang="ro-RO" sz="2400" dirty="0"/>
              <a:t> a </a:t>
            </a:r>
            <a:r>
              <a:rPr lang="en-US" altLang="ro-RO" sz="2400" dirty="0" err="1"/>
              <a:t>erorilor</a:t>
            </a:r>
            <a:r>
              <a:rPr lang="en-US" altLang="ro-RO" sz="2400" dirty="0"/>
              <a:t> in SD</a:t>
            </a:r>
          </a:p>
          <a:p>
            <a:pPr lvl="1" eaLnBrk="1" hangingPunct="1">
              <a:spcAft>
                <a:spcPts val="600"/>
              </a:spcAft>
            </a:pPr>
            <a:r>
              <a:rPr lang="en-US" altLang="ro-RO" sz="2400" dirty="0" err="1"/>
              <a:t>Solutii</a:t>
            </a:r>
            <a:r>
              <a:rPr lang="en-US" altLang="ro-RO" sz="2400" dirty="0"/>
              <a:t> de </a:t>
            </a:r>
            <a:r>
              <a:rPr lang="en-US" altLang="ro-RO" sz="2400" dirty="0" err="1"/>
              <a:t>recuperare</a:t>
            </a:r>
            <a:r>
              <a:rPr lang="en-US" altLang="ro-RO" sz="2400" dirty="0"/>
              <a:t> din defect in SD</a:t>
            </a:r>
          </a:p>
        </p:txBody>
      </p:sp>
      <p:sp>
        <p:nvSpPr>
          <p:cNvPr id="11268" name="Footer Placeholder 4">
            <a:extLst>
              <a:ext uri="{FF2B5EF4-FFF2-40B4-BE49-F238E27FC236}">
                <a16:creationId xmlns:a16="http://schemas.microsoft.com/office/drawing/2014/main" id="{E8DBB798-672A-DF4E-B1F2-1878F1E83F6D}"/>
              </a:ext>
            </a:extLst>
          </p:cNvPr>
          <p:cNvSpPr>
            <a:spLocks noGrp="1"/>
          </p:cNvSpPr>
          <p:nvPr>
            <p:ph type="ftr" sz="quarter" idx="10"/>
          </p:nvPr>
        </p:nvSpPr>
        <p:spPr bwMode="auto">
          <a:xfrm>
            <a:off x="2362200" y="6610350"/>
            <a:ext cx="38862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ctr" rtl="0" fontAlgn="base">
              <a:spcBef>
                <a:spcPct val="0"/>
              </a:spcBef>
              <a:spcAft>
                <a:spcPct val="0"/>
              </a:spcAft>
              <a:defRPr sz="900" kern="1200">
                <a:solidFill>
                  <a:schemeClr val="bg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r>
              <a:rPr lang="en-US"/>
              <a:t>Toleranta la defecte in SD </a:t>
            </a:r>
            <a:endParaRPr lang="en-US" altLang="ro-RO">
              <a:solidFill>
                <a:schemeClr val="bg1"/>
              </a:solidFill>
            </a:endParaRPr>
          </a:p>
        </p:txBody>
      </p:sp>
      <p:sp>
        <p:nvSpPr>
          <p:cNvPr id="11269" name="Slide Number Placeholder 5">
            <a:extLst>
              <a:ext uri="{FF2B5EF4-FFF2-40B4-BE49-F238E27FC236}">
                <a16:creationId xmlns:a16="http://schemas.microsoft.com/office/drawing/2014/main" id="{93DB2CAA-87BB-6248-9BC9-510158BB7516}"/>
              </a:ext>
            </a:extLst>
          </p:cNvPr>
          <p:cNvSpPr>
            <a:spLocks noGrp="1"/>
          </p:cNvSpPr>
          <p:nvPr>
            <p:ph type="sldNum" sz="quarter" idx="11"/>
          </p:nvPr>
        </p:nvSpPr>
        <p:spPr bwMode="auto">
          <a:xfrm>
            <a:off x="7010400" y="6602413"/>
            <a:ext cx="2133600" cy="549275"/>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900" kern="1200">
                <a:solidFill>
                  <a:schemeClr val="bg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fld id="{F70614BC-944D-F346-86BD-32DC0AD8C607}" type="slidenum">
              <a:rPr lang="en-US" altLang="ro-RO" smtClean="0"/>
              <a:pPr eaLnBrk="1" hangingPunct="1"/>
              <a:t>2</a:t>
            </a:fld>
            <a:endParaRPr lang="en-US" altLang="ro-RO">
              <a:solidFill>
                <a:schemeClr val="bg1"/>
              </a:solidFill>
            </a:endParaRPr>
          </a:p>
        </p:txBody>
      </p:sp>
      <p:sp>
        <p:nvSpPr>
          <p:cNvPr id="11270" name="Rectangle 8">
            <a:extLst>
              <a:ext uri="{FF2B5EF4-FFF2-40B4-BE49-F238E27FC236}">
                <a16:creationId xmlns:a16="http://schemas.microsoft.com/office/drawing/2014/main" id="{32F7C105-3458-D24B-BCBB-13E8103204C0}"/>
              </a:ext>
            </a:extLst>
          </p:cNvPr>
          <p:cNvSpPr>
            <a:spLocks noChangeArrowheads="1"/>
          </p:cNvSpPr>
          <p:nvPr/>
        </p:nvSpPr>
        <p:spPr bwMode="auto">
          <a:xfrm>
            <a:off x="228600" y="4343400"/>
            <a:ext cx="83058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ja-JP" sz="2000">
                <a:latin typeface="Arial Unicode MS" panose="020B0604020202020204" pitchFamily="34" charset="-128"/>
                <a:ea typeface="Arial Unicode MS" panose="020B0604020202020204" pitchFamily="34" charset="-128"/>
                <a:cs typeface="Arial Unicode MS" panose="020B0604020202020204" pitchFamily="34" charset="-128"/>
              </a:rPr>
              <a:t> “You know you have one when the crash of a computer you’ve never heard of stops you from getting any work done.”</a:t>
            </a:r>
          </a:p>
          <a:p>
            <a:pPr algn="r"/>
            <a:r>
              <a:rPr lang="en-US" altLang="ja-JP" sz="2000">
                <a:latin typeface="Arial Unicode MS" panose="020B0604020202020204" pitchFamily="34" charset="-128"/>
                <a:ea typeface="Arial Unicode MS" panose="020B0604020202020204" pitchFamily="34" charset="-128"/>
                <a:cs typeface="Arial Unicode MS" panose="020B0604020202020204" pitchFamily="34" charset="-128"/>
              </a:rPr>
              <a:t>Leslie Lamport, 1993 – defectul in SD</a:t>
            </a:r>
          </a:p>
        </p:txBody>
      </p:sp>
    </p:spTree>
    <p:extLst>
      <p:ext uri="{BB962C8B-B14F-4D97-AF65-F5344CB8AC3E}">
        <p14:creationId xmlns:p14="http://schemas.microsoft.com/office/powerpoint/2010/main" val="12233981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9BCFE-6294-4F41-8DEF-34DE4A91AF2B}"/>
              </a:ext>
            </a:extLst>
          </p:cNvPr>
          <p:cNvSpPr>
            <a:spLocks noGrp="1"/>
          </p:cNvSpPr>
          <p:nvPr>
            <p:ph type="title"/>
          </p:nvPr>
        </p:nvSpPr>
        <p:spPr/>
        <p:txBody>
          <a:bodyPr/>
          <a:lstStyle/>
          <a:p>
            <a:pPr>
              <a:defRPr/>
            </a:pPr>
            <a:r>
              <a:rPr lang="en-US" dirty="0" err="1"/>
              <a:t>Introducere</a:t>
            </a:r>
            <a:endParaRPr lang="en-US" dirty="0"/>
          </a:p>
        </p:txBody>
      </p:sp>
      <p:sp>
        <p:nvSpPr>
          <p:cNvPr id="12291" name="Content Placeholder 2">
            <a:extLst>
              <a:ext uri="{FF2B5EF4-FFF2-40B4-BE49-F238E27FC236}">
                <a16:creationId xmlns:a16="http://schemas.microsoft.com/office/drawing/2014/main" id="{F0A79859-316C-3544-87ED-501CDE18CF6E}"/>
              </a:ext>
            </a:extLst>
          </p:cNvPr>
          <p:cNvSpPr>
            <a:spLocks noGrp="1"/>
          </p:cNvSpPr>
          <p:nvPr>
            <p:ph idx="1"/>
          </p:nvPr>
        </p:nvSpPr>
        <p:spPr/>
        <p:txBody>
          <a:bodyPr>
            <a:normAutofit fontScale="92500" lnSpcReduction="10000"/>
          </a:bodyPr>
          <a:lstStyle/>
          <a:p>
            <a:pPr>
              <a:lnSpc>
                <a:spcPct val="90000"/>
              </a:lnSpc>
              <a:spcAft>
                <a:spcPts val="600"/>
              </a:spcAft>
            </a:pPr>
            <a:r>
              <a:rPr lang="en-US" altLang="ro-RO" sz="2400"/>
              <a:t>Un sistem distribuit (SD) se defineste ca avand 6 caracteristici importante [Coulouris, et al, 1994] </a:t>
            </a:r>
          </a:p>
          <a:p>
            <a:pPr lvl="1">
              <a:lnSpc>
                <a:spcPct val="90000"/>
              </a:lnSpc>
              <a:spcAft>
                <a:spcPts val="600"/>
              </a:spcAft>
            </a:pPr>
            <a:r>
              <a:rPr lang="en-US" altLang="ro-RO" sz="2000"/>
              <a:t>Suportul pentru partajarea resurselor</a:t>
            </a:r>
          </a:p>
          <a:p>
            <a:pPr lvl="1">
              <a:lnSpc>
                <a:spcPct val="90000"/>
              </a:lnSpc>
              <a:spcAft>
                <a:spcPts val="600"/>
              </a:spcAft>
            </a:pPr>
            <a:r>
              <a:rPr lang="en-US" altLang="ro-RO" sz="2000"/>
              <a:t>Deschidere</a:t>
            </a:r>
          </a:p>
          <a:p>
            <a:pPr lvl="1">
              <a:lnSpc>
                <a:spcPct val="90000"/>
              </a:lnSpc>
              <a:spcAft>
                <a:spcPts val="600"/>
              </a:spcAft>
            </a:pPr>
            <a:r>
              <a:rPr lang="en-US" altLang="ro-RO" sz="2000"/>
              <a:t>Concurenta</a:t>
            </a:r>
          </a:p>
          <a:p>
            <a:pPr lvl="1">
              <a:lnSpc>
                <a:spcPct val="90000"/>
              </a:lnSpc>
              <a:spcAft>
                <a:spcPts val="600"/>
              </a:spcAft>
            </a:pPr>
            <a:r>
              <a:rPr lang="en-US" altLang="ro-RO" sz="2000"/>
              <a:t>Scalabilitate</a:t>
            </a:r>
          </a:p>
          <a:p>
            <a:pPr lvl="1">
              <a:lnSpc>
                <a:spcPct val="90000"/>
              </a:lnSpc>
              <a:spcAft>
                <a:spcPts val="600"/>
              </a:spcAft>
            </a:pPr>
            <a:r>
              <a:rPr lang="en-US" altLang="ro-RO" sz="2000">
                <a:solidFill>
                  <a:srgbClr val="FF0000"/>
                </a:solidFill>
              </a:rPr>
              <a:t>Toleranta la defecte</a:t>
            </a:r>
          </a:p>
          <a:p>
            <a:pPr lvl="1">
              <a:lnSpc>
                <a:spcPct val="90000"/>
              </a:lnSpc>
              <a:spcAft>
                <a:spcPts val="600"/>
              </a:spcAft>
            </a:pPr>
            <a:r>
              <a:rPr lang="en-US" altLang="ro-RO" sz="2000"/>
              <a:t>Transparenta</a:t>
            </a:r>
          </a:p>
          <a:p>
            <a:pPr>
              <a:lnSpc>
                <a:spcPct val="90000"/>
              </a:lnSpc>
              <a:spcAft>
                <a:spcPts val="600"/>
              </a:spcAft>
            </a:pPr>
            <a:r>
              <a:rPr lang="en-US" altLang="ro-RO" sz="2400" b="1">
                <a:solidFill>
                  <a:srgbClr val="000000"/>
                </a:solidFill>
              </a:rPr>
              <a:t>Problema: </a:t>
            </a:r>
            <a:r>
              <a:rPr lang="fr-FR" altLang="ro-RO" sz="2400">
                <a:solidFill>
                  <a:srgbClr val="000000"/>
                </a:solidFill>
              </a:rPr>
              <a:t>funcţionarea corectă în prezenţa unor defecţiuni ale sistemului </a:t>
            </a:r>
          </a:p>
          <a:p>
            <a:pPr>
              <a:lnSpc>
                <a:spcPct val="90000"/>
              </a:lnSpc>
              <a:spcAft>
                <a:spcPts val="600"/>
              </a:spcAft>
            </a:pPr>
            <a:r>
              <a:rPr lang="en-US" altLang="ro-RO" sz="2400"/>
              <a:t>Sistemele distribuite sunt compuse din </a:t>
            </a:r>
            <a:r>
              <a:rPr lang="en-US" altLang="ro-RO" sz="2400">
                <a:solidFill>
                  <a:srgbClr val="FF0000"/>
                </a:solidFill>
              </a:rPr>
              <a:t>multe</a:t>
            </a:r>
            <a:r>
              <a:rPr lang="en-US" altLang="ro-RO" sz="2400"/>
              <a:t> componente hardware si software =&gt; probabilitate mai mare de aparitie a unor defecte in diverse parti</a:t>
            </a:r>
          </a:p>
          <a:p>
            <a:pPr>
              <a:lnSpc>
                <a:spcPct val="90000"/>
              </a:lnSpc>
            </a:pPr>
            <a:endParaRPr lang="en-US" altLang="ro-RO" sz="2400"/>
          </a:p>
        </p:txBody>
      </p:sp>
      <p:sp>
        <p:nvSpPr>
          <p:cNvPr id="12292" name="Footer Placeholder 3">
            <a:extLst>
              <a:ext uri="{FF2B5EF4-FFF2-40B4-BE49-F238E27FC236}">
                <a16:creationId xmlns:a16="http://schemas.microsoft.com/office/drawing/2014/main" id="{F8E4D948-0075-E54D-AA48-1B845D97E7CE}"/>
              </a:ext>
            </a:extLst>
          </p:cNvPr>
          <p:cNvSpPr>
            <a:spLocks noGrp="1"/>
          </p:cNvSpPr>
          <p:nvPr>
            <p:ph type="ftr" sz="quarter" idx="10"/>
          </p:nvPr>
        </p:nvSpPr>
        <p:spPr bwMode="auto">
          <a:xfrm>
            <a:off x="2362200" y="6610350"/>
            <a:ext cx="38862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ctr" rtl="0" fontAlgn="base">
              <a:spcBef>
                <a:spcPct val="0"/>
              </a:spcBef>
              <a:spcAft>
                <a:spcPct val="0"/>
              </a:spcAft>
              <a:defRPr sz="900" kern="1200">
                <a:solidFill>
                  <a:schemeClr val="bg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r>
              <a:rPr lang="en-US"/>
              <a:t>Toleranta la defecte in SD </a:t>
            </a:r>
            <a:endParaRPr lang="en-US" altLang="ro-RO">
              <a:solidFill>
                <a:schemeClr val="bg1"/>
              </a:solidFill>
            </a:endParaRPr>
          </a:p>
        </p:txBody>
      </p:sp>
      <p:sp>
        <p:nvSpPr>
          <p:cNvPr id="12293" name="Slide Number Placeholder 4">
            <a:extLst>
              <a:ext uri="{FF2B5EF4-FFF2-40B4-BE49-F238E27FC236}">
                <a16:creationId xmlns:a16="http://schemas.microsoft.com/office/drawing/2014/main" id="{C0323458-0CD0-2044-8EA1-6975EC429686}"/>
              </a:ext>
            </a:extLst>
          </p:cNvPr>
          <p:cNvSpPr>
            <a:spLocks noGrp="1"/>
          </p:cNvSpPr>
          <p:nvPr>
            <p:ph type="sldNum" sz="quarter" idx="11"/>
          </p:nvPr>
        </p:nvSpPr>
        <p:spPr bwMode="auto">
          <a:xfrm>
            <a:off x="7010400" y="6602413"/>
            <a:ext cx="2133600" cy="549275"/>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900" kern="1200">
                <a:solidFill>
                  <a:schemeClr val="bg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fld id="{F70614BC-944D-F346-86BD-32DC0AD8C607}" type="slidenum">
              <a:rPr lang="en-US" altLang="ro-RO" smtClean="0"/>
              <a:pPr eaLnBrk="1" hangingPunct="1"/>
              <a:t>3</a:t>
            </a:fld>
            <a:endParaRPr lang="en-US" altLang="ro-RO">
              <a:solidFill>
                <a:schemeClr val="bg1"/>
              </a:solidFill>
            </a:endParaRPr>
          </a:p>
        </p:txBody>
      </p:sp>
    </p:spTree>
    <p:extLst>
      <p:ext uri="{BB962C8B-B14F-4D97-AF65-F5344CB8AC3E}">
        <p14:creationId xmlns:p14="http://schemas.microsoft.com/office/powerpoint/2010/main" val="7230322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7DFDD-D198-E44A-8153-EC60C99FD6CC}"/>
              </a:ext>
            </a:extLst>
          </p:cNvPr>
          <p:cNvSpPr>
            <a:spLocks noGrp="1"/>
          </p:cNvSpPr>
          <p:nvPr>
            <p:ph type="title"/>
          </p:nvPr>
        </p:nvSpPr>
        <p:spPr/>
        <p:txBody>
          <a:bodyPr/>
          <a:lstStyle/>
          <a:p>
            <a:pPr>
              <a:defRPr/>
            </a:pPr>
            <a:r>
              <a:rPr lang="en-US" dirty="0" err="1"/>
              <a:t>Toleranta</a:t>
            </a:r>
            <a:r>
              <a:rPr lang="en-US" dirty="0"/>
              <a:t> la </a:t>
            </a:r>
            <a:r>
              <a:rPr lang="en-US" dirty="0" err="1"/>
              <a:t>defecte</a:t>
            </a:r>
            <a:endParaRPr lang="en-US" dirty="0"/>
          </a:p>
        </p:txBody>
      </p:sp>
      <p:sp>
        <p:nvSpPr>
          <p:cNvPr id="14339" name="Content Placeholder 2">
            <a:extLst>
              <a:ext uri="{FF2B5EF4-FFF2-40B4-BE49-F238E27FC236}">
                <a16:creationId xmlns:a16="http://schemas.microsoft.com/office/drawing/2014/main" id="{712022CB-E94B-EF4C-B22D-E4CC6AF74D4A}"/>
              </a:ext>
            </a:extLst>
          </p:cNvPr>
          <p:cNvSpPr>
            <a:spLocks noGrp="1"/>
          </p:cNvSpPr>
          <p:nvPr>
            <p:ph idx="1"/>
          </p:nvPr>
        </p:nvSpPr>
        <p:spPr/>
        <p:txBody>
          <a:bodyPr>
            <a:normAutofit fontScale="92500" lnSpcReduction="10000"/>
          </a:bodyPr>
          <a:lstStyle/>
          <a:p>
            <a:pPr>
              <a:lnSpc>
                <a:spcPct val="80000"/>
              </a:lnSpc>
            </a:pPr>
            <a:r>
              <a:rPr lang="en-US" altLang="ro-RO" sz="2800" dirty="0" err="1"/>
              <a:t>Problemele</a:t>
            </a:r>
            <a:r>
              <a:rPr lang="en-US" altLang="ro-RO" sz="2800" dirty="0"/>
              <a:t>: </a:t>
            </a:r>
            <a:r>
              <a:rPr lang="en-US" altLang="ro-RO" sz="2800" dirty="0" err="1"/>
              <a:t>greseli</a:t>
            </a:r>
            <a:r>
              <a:rPr lang="en-US" altLang="ro-RO" sz="2800" dirty="0"/>
              <a:t> de </a:t>
            </a:r>
            <a:r>
              <a:rPr lang="en-US" altLang="ro-RO" sz="2800" dirty="0" err="1"/>
              <a:t>functionare</a:t>
            </a:r>
            <a:r>
              <a:rPr lang="en-US" altLang="ro-RO" sz="2800" dirty="0"/>
              <a:t>, </a:t>
            </a:r>
            <a:r>
              <a:rPr lang="en-US" altLang="ro-RO" sz="2800" dirty="0" err="1"/>
              <a:t>erori</a:t>
            </a:r>
            <a:r>
              <a:rPr lang="en-US" altLang="ro-RO" sz="2800" dirty="0"/>
              <a:t>, </a:t>
            </a:r>
            <a:r>
              <a:rPr lang="en-US" altLang="ro-RO" sz="2800" dirty="0" err="1"/>
              <a:t>defecte</a:t>
            </a:r>
            <a:endParaRPr lang="en-US" altLang="ro-RO" sz="2800" dirty="0"/>
          </a:p>
          <a:p>
            <a:pPr>
              <a:lnSpc>
                <a:spcPct val="80000"/>
              </a:lnSpc>
            </a:pPr>
            <a:endParaRPr lang="en-US" altLang="ro-RO" sz="2800" dirty="0"/>
          </a:p>
          <a:p>
            <a:pPr>
              <a:lnSpc>
                <a:spcPct val="80000"/>
              </a:lnSpc>
            </a:pPr>
            <a:endParaRPr lang="en-US" altLang="ro-RO" sz="2800" dirty="0"/>
          </a:p>
          <a:p>
            <a:pPr>
              <a:lnSpc>
                <a:spcPct val="80000"/>
              </a:lnSpc>
              <a:spcAft>
                <a:spcPts val="600"/>
              </a:spcAft>
            </a:pPr>
            <a:endParaRPr lang="en-US" altLang="ro-RO" sz="2800" b="1" dirty="0">
              <a:solidFill>
                <a:srgbClr val="CC0000"/>
              </a:solidFill>
            </a:endParaRPr>
          </a:p>
          <a:p>
            <a:pPr>
              <a:lnSpc>
                <a:spcPct val="80000"/>
              </a:lnSpc>
              <a:spcAft>
                <a:spcPts val="600"/>
              </a:spcAft>
            </a:pPr>
            <a:endParaRPr lang="en-US" altLang="ro-RO" sz="2800" b="1" dirty="0">
              <a:solidFill>
                <a:srgbClr val="CC0000"/>
              </a:solidFill>
            </a:endParaRPr>
          </a:p>
          <a:p>
            <a:pPr>
              <a:lnSpc>
                <a:spcPct val="80000"/>
              </a:lnSpc>
              <a:spcAft>
                <a:spcPts val="600"/>
              </a:spcAft>
            </a:pPr>
            <a:r>
              <a:rPr lang="en-US" altLang="ro-RO" sz="2800" b="1" dirty="0" err="1">
                <a:solidFill>
                  <a:srgbClr val="CC0000"/>
                </a:solidFill>
              </a:rPr>
              <a:t>Toleranta</a:t>
            </a:r>
            <a:r>
              <a:rPr lang="en-US" altLang="ro-RO" sz="2800" b="1" dirty="0">
                <a:solidFill>
                  <a:srgbClr val="CC0000"/>
                </a:solidFill>
              </a:rPr>
              <a:t> la </a:t>
            </a:r>
            <a:r>
              <a:rPr lang="en-US" altLang="ro-RO" sz="2800" b="1" dirty="0" err="1">
                <a:solidFill>
                  <a:srgbClr val="CC0000"/>
                </a:solidFill>
              </a:rPr>
              <a:t>defecte</a:t>
            </a:r>
            <a:r>
              <a:rPr lang="en-US" altLang="ro-RO" sz="2800" dirty="0"/>
              <a:t>: </a:t>
            </a:r>
          </a:p>
          <a:p>
            <a:pPr lvl="1">
              <a:lnSpc>
                <a:spcPct val="80000"/>
              </a:lnSpc>
              <a:spcAft>
                <a:spcPts val="600"/>
              </a:spcAft>
            </a:pPr>
            <a:r>
              <a:rPr lang="en-US" altLang="ro-RO" sz="2400" dirty="0" err="1"/>
              <a:t>Evitarea</a:t>
            </a:r>
            <a:r>
              <a:rPr lang="en-US" altLang="ro-RO" sz="2400" dirty="0"/>
              <a:t> </a:t>
            </a:r>
            <a:r>
              <a:rPr lang="en-US" altLang="ro-RO" sz="2400" dirty="0" err="1"/>
              <a:t>greselilor</a:t>
            </a:r>
            <a:r>
              <a:rPr lang="en-US" altLang="ro-RO" sz="2400" dirty="0"/>
              <a:t> in </a:t>
            </a:r>
            <a:r>
              <a:rPr lang="en-US" altLang="ro-RO" sz="2400" dirty="0" err="1"/>
              <a:t>functionare</a:t>
            </a:r>
            <a:r>
              <a:rPr lang="en-US" altLang="ro-RO" sz="2400" dirty="0"/>
              <a:t> </a:t>
            </a:r>
            <a:r>
              <a:rPr lang="en-US" altLang="ro-RO" sz="2400" dirty="0" err="1"/>
              <a:t>chiar</a:t>
            </a:r>
            <a:r>
              <a:rPr lang="en-US" altLang="ro-RO" sz="2400" dirty="0"/>
              <a:t> in </a:t>
            </a:r>
            <a:r>
              <a:rPr lang="en-US" altLang="ro-RO" sz="2400" dirty="0" err="1"/>
              <a:t>prezenta</a:t>
            </a:r>
            <a:r>
              <a:rPr lang="en-US" altLang="ro-RO" sz="2400" dirty="0"/>
              <a:t> </a:t>
            </a:r>
            <a:r>
              <a:rPr lang="en-US" altLang="ro-RO" sz="2400" dirty="0" err="1"/>
              <a:t>defectelor</a:t>
            </a:r>
            <a:endParaRPr lang="en-US" altLang="ro-RO" sz="2400" dirty="0"/>
          </a:p>
          <a:p>
            <a:pPr lvl="1">
              <a:lnSpc>
                <a:spcPct val="80000"/>
              </a:lnSpc>
              <a:spcAft>
                <a:spcPts val="600"/>
              </a:spcAft>
            </a:pPr>
            <a:r>
              <a:rPr lang="en-US" altLang="ro-RO" sz="2400" dirty="0" err="1"/>
              <a:t>Utillizatorii</a:t>
            </a:r>
            <a:r>
              <a:rPr lang="en-US" altLang="ro-RO" sz="2400" dirty="0"/>
              <a:t> nu </a:t>
            </a:r>
            <a:r>
              <a:rPr lang="en-US" altLang="ro-RO" sz="2400" dirty="0" err="1"/>
              <a:t>resimt</a:t>
            </a:r>
            <a:r>
              <a:rPr lang="en-US" altLang="ro-RO" sz="2400" dirty="0"/>
              <a:t> </a:t>
            </a:r>
            <a:r>
              <a:rPr lang="en-US" altLang="ro-RO" sz="2400" dirty="0" err="1"/>
              <a:t>defectarea</a:t>
            </a:r>
            <a:r>
              <a:rPr lang="en-US" altLang="ro-RO" sz="2400" dirty="0"/>
              <a:t> </a:t>
            </a:r>
            <a:r>
              <a:rPr lang="en-US" altLang="ro-RO" sz="2400" dirty="0" err="1"/>
              <a:t>unor</a:t>
            </a:r>
            <a:r>
              <a:rPr lang="en-US" altLang="ro-RO" sz="2400" dirty="0"/>
              <a:t> </a:t>
            </a:r>
            <a:r>
              <a:rPr lang="en-US" altLang="ro-RO" sz="2400" dirty="0" err="1"/>
              <a:t>componente</a:t>
            </a:r>
            <a:r>
              <a:rPr lang="en-US" altLang="ro-RO" sz="2400" dirty="0"/>
              <a:t>.</a:t>
            </a:r>
          </a:p>
          <a:p>
            <a:pPr>
              <a:lnSpc>
                <a:spcPct val="80000"/>
              </a:lnSpc>
              <a:spcAft>
                <a:spcPts val="600"/>
              </a:spcAft>
            </a:pPr>
            <a:r>
              <a:rPr lang="en-US" altLang="ro-RO" sz="2800" dirty="0" err="1"/>
              <a:t>Doua</a:t>
            </a:r>
            <a:r>
              <a:rPr lang="en-US" altLang="ro-RO" sz="2800" dirty="0"/>
              <a:t> </a:t>
            </a:r>
            <a:r>
              <a:rPr lang="en-US" altLang="ro-RO" sz="2800" dirty="0" err="1"/>
              <a:t>abordari</a:t>
            </a:r>
            <a:r>
              <a:rPr lang="en-US" altLang="ro-RO" sz="2800" dirty="0"/>
              <a:t> : </a:t>
            </a:r>
          </a:p>
          <a:p>
            <a:pPr lvl="1">
              <a:lnSpc>
                <a:spcPct val="80000"/>
              </a:lnSpc>
              <a:spcAft>
                <a:spcPts val="600"/>
              </a:spcAft>
            </a:pPr>
            <a:r>
              <a:rPr lang="en-US" altLang="ro-RO" sz="2400" dirty="0" err="1"/>
              <a:t>Redundanta</a:t>
            </a:r>
            <a:r>
              <a:rPr lang="en-US" altLang="ro-RO" sz="2400" dirty="0"/>
              <a:t> Hardware</a:t>
            </a:r>
          </a:p>
          <a:p>
            <a:pPr lvl="1">
              <a:lnSpc>
                <a:spcPct val="80000"/>
              </a:lnSpc>
              <a:spcAft>
                <a:spcPts val="600"/>
              </a:spcAft>
            </a:pPr>
            <a:r>
              <a:rPr lang="en-US" altLang="ro-RO" sz="2400" dirty="0" err="1">
                <a:solidFill>
                  <a:srgbClr val="FF0000"/>
                </a:solidFill>
              </a:rPr>
              <a:t>Recuperarea</a:t>
            </a:r>
            <a:r>
              <a:rPr lang="en-US" altLang="ro-RO" sz="2400" dirty="0">
                <a:solidFill>
                  <a:srgbClr val="FF0000"/>
                </a:solidFill>
              </a:rPr>
              <a:t> Software</a:t>
            </a:r>
            <a:endParaRPr lang="en-US" altLang="ro-RO" sz="3200" dirty="0">
              <a:solidFill>
                <a:srgbClr val="FF0000"/>
              </a:solidFill>
            </a:endParaRPr>
          </a:p>
        </p:txBody>
      </p:sp>
      <p:sp>
        <p:nvSpPr>
          <p:cNvPr id="14340" name="Footer Placeholder 3">
            <a:extLst>
              <a:ext uri="{FF2B5EF4-FFF2-40B4-BE49-F238E27FC236}">
                <a16:creationId xmlns:a16="http://schemas.microsoft.com/office/drawing/2014/main" id="{892BD3A6-88F4-584F-AEAE-152BBCF2A507}"/>
              </a:ext>
            </a:extLst>
          </p:cNvPr>
          <p:cNvSpPr>
            <a:spLocks noGrp="1"/>
          </p:cNvSpPr>
          <p:nvPr>
            <p:ph type="ftr" sz="quarter" idx="10"/>
          </p:nvPr>
        </p:nvSpPr>
        <p:spPr bwMode="auto">
          <a:xfrm>
            <a:off x="2362200" y="6610350"/>
            <a:ext cx="38862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ctr" rtl="0" fontAlgn="base">
              <a:spcBef>
                <a:spcPct val="0"/>
              </a:spcBef>
              <a:spcAft>
                <a:spcPct val="0"/>
              </a:spcAft>
              <a:defRPr sz="900" kern="1200">
                <a:solidFill>
                  <a:schemeClr val="bg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r>
              <a:rPr lang="en-US"/>
              <a:t>Toleranta la defecte in SD </a:t>
            </a:r>
            <a:endParaRPr lang="en-US" altLang="ro-RO">
              <a:solidFill>
                <a:schemeClr val="bg1"/>
              </a:solidFill>
            </a:endParaRPr>
          </a:p>
        </p:txBody>
      </p:sp>
      <p:sp>
        <p:nvSpPr>
          <p:cNvPr id="14341" name="Slide Number Placeholder 4">
            <a:extLst>
              <a:ext uri="{FF2B5EF4-FFF2-40B4-BE49-F238E27FC236}">
                <a16:creationId xmlns:a16="http://schemas.microsoft.com/office/drawing/2014/main" id="{1E6CB1EE-5059-B54F-AA78-5EE9EB84A5F9}"/>
              </a:ext>
            </a:extLst>
          </p:cNvPr>
          <p:cNvSpPr>
            <a:spLocks noGrp="1"/>
          </p:cNvSpPr>
          <p:nvPr>
            <p:ph type="sldNum" sz="quarter" idx="11"/>
          </p:nvPr>
        </p:nvSpPr>
        <p:spPr bwMode="auto">
          <a:xfrm>
            <a:off x="7010400" y="6602413"/>
            <a:ext cx="2133600" cy="549275"/>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900" kern="1200">
                <a:solidFill>
                  <a:schemeClr val="bg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fld id="{F70614BC-944D-F346-86BD-32DC0AD8C607}" type="slidenum">
              <a:rPr lang="en-US" altLang="ro-RO" smtClean="0"/>
              <a:pPr eaLnBrk="1" hangingPunct="1"/>
              <a:t>4</a:t>
            </a:fld>
            <a:endParaRPr lang="en-US" altLang="ro-RO">
              <a:solidFill>
                <a:schemeClr val="bg1"/>
              </a:solidFill>
            </a:endParaRPr>
          </a:p>
        </p:txBody>
      </p:sp>
      <p:sp>
        <p:nvSpPr>
          <p:cNvPr id="14342" name="Text Box 10">
            <a:extLst>
              <a:ext uri="{FF2B5EF4-FFF2-40B4-BE49-F238E27FC236}">
                <a16:creationId xmlns:a16="http://schemas.microsoft.com/office/drawing/2014/main" id="{768F09EF-0965-3143-B74F-7D997573618B}"/>
              </a:ext>
            </a:extLst>
          </p:cNvPr>
          <p:cNvSpPr txBox="1">
            <a:spLocks noChangeArrowheads="1"/>
          </p:cNvSpPr>
          <p:nvPr/>
        </p:nvSpPr>
        <p:spPr bwMode="auto">
          <a:xfrm>
            <a:off x="3867150" y="1806575"/>
            <a:ext cx="1390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i="1"/>
              <a:t>propagation</a:t>
            </a:r>
          </a:p>
        </p:txBody>
      </p:sp>
      <p:sp>
        <p:nvSpPr>
          <p:cNvPr id="14343" name="Text Box 7">
            <a:extLst>
              <a:ext uri="{FF2B5EF4-FFF2-40B4-BE49-F238E27FC236}">
                <a16:creationId xmlns:a16="http://schemas.microsoft.com/office/drawing/2014/main" id="{AF6A285C-B4AE-F44C-8955-136DFE7B4096}"/>
              </a:ext>
            </a:extLst>
          </p:cNvPr>
          <p:cNvSpPr txBox="1">
            <a:spLocks noChangeArrowheads="1"/>
          </p:cNvSpPr>
          <p:nvPr/>
        </p:nvSpPr>
        <p:spPr bwMode="auto">
          <a:xfrm>
            <a:off x="2041525" y="1820863"/>
            <a:ext cx="1149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i="1"/>
              <a:t>activation</a:t>
            </a:r>
          </a:p>
        </p:txBody>
      </p:sp>
      <p:sp>
        <p:nvSpPr>
          <p:cNvPr id="14344" name="Line 4">
            <a:extLst>
              <a:ext uri="{FF2B5EF4-FFF2-40B4-BE49-F238E27FC236}">
                <a16:creationId xmlns:a16="http://schemas.microsoft.com/office/drawing/2014/main" id="{8169CED2-E9C2-3C43-9765-A986610D7294}"/>
              </a:ext>
            </a:extLst>
          </p:cNvPr>
          <p:cNvSpPr>
            <a:spLocks noChangeShapeType="1"/>
          </p:cNvSpPr>
          <p:nvPr/>
        </p:nvSpPr>
        <p:spPr bwMode="auto">
          <a:xfrm>
            <a:off x="762000" y="2187575"/>
            <a:ext cx="533400" cy="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ro-RO"/>
          </a:p>
        </p:txBody>
      </p:sp>
      <p:sp>
        <p:nvSpPr>
          <p:cNvPr id="14345" name="Text Box 5">
            <a:extLst>
              <a:ext uri="{FF2B5EF4-FFF2-40B4-BE49-F238E27FC236}">
                <a16:creationId xmlns:a16="http://schemas.microsoft.com/office/drawing/2014/main" id="{3D956A04-A7AC-5544-AF98-A994CEA2D909}"/>
              </a:ext>
            </a:extLst>
          </p:cNvPr>
          <p:cNvSpPr txBox="1">
            <a:spLocks noChangeArrowheads="1"/>
          </p:cNvSpPr>
          <p:nvPr/>
        </p:nvSpPr>
        <p:spPr bwMode="auto">
          <a:xfrm>
            <a:off x="1355725" y="1995488"/>
            <a:ext cx="666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b="1"/>
              <a:t>fault</a:t>
            </a:r>
          </a:p>
        </p:txBody>
      </p:sp>
      <p:sp>
        <p:nvSpPr>
          <p:cNvPr id="14346" name="Line 6">
            <a:extLst>
              <a:ext uri="{FF2B5EF4-FFF2-40B4-BE49-F238E27FC236}">
                <a16:creationId xmlns:a16="http://schemas.microsoft.com/office/drawing/2014/main" id="{731AD66B-7079-DB49-BFC6-9C6FCBB1F1FF}"/>
              </a:ext>
            </a:extLst>
          </p:cNvPr>
          <p:cNvSpPr>
            <a:spLocks noChangeShapeType="1"/>
          </p:cNvSpPr>
          <p:nvPr/>
        </p:nvSpPr>
        <p:spPr bwMode="auto">
          <a:xfrm>
            <a:off x="2057400" y="2187575"/>
            <a:ext cx="1143000" cy="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ro-RO"/>
          </a:p>
        </p:txBody>
      </p:sp>
      <p:sp>
        <p:nvSpPr>
          <p:cNvPr id="14347" name="Text Box 8">
            <a:extLst>
              <a:ext uri="{FF2B5EF4-FFF2-40B4-BE49-F238E27FC236}">
                <a16:creationId xmlns:a16="http://schemas.microsoft.com/office/drawing/2014/main" id="{7CCB1640-8E5D-1842-9844-281FEE39B6B4}"/>
              </a:ext>
            </a:extLst>
          </p:cNvPr>
          <p:cNvSpPr txBox="1">
            <a:spLocks noChangeArrowheads="1"/>
          </p:cNvSpPr>
          <p:nvPr/>
        </p:nvSpPr>
        <p:spPr bwMode="auto">
          <a:xfrm>
            <a:off x="3200400" y="1973263"/>
            <a:ext cx="717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b="1"/>
              <a:t>error</a:t>
            </a:r>
          </a:p>
        </p:txBody>
      </p:sp>
      <p:sp>
        <p:nvSpPr>
          <p:cNvPr id="14348" name="Line 9">
            <a:extLst>
              <a:ext uri="{FF2B5EF4-FFF2-40B4-BE49-F238E27FC236}">
                <a16:creationId xmlns:a16="http://schemas.microsoft.com/office/drawing/2014/main" id="{F507DAB2-E26F-554A-8E2B-7F39ED28984A}"/>
              </a:ext>
            </a:extLst>
          </p:cNvPr>
          <p:cNvSpPr>
            <a:spLocks noChangeShapeType="1"/>
          </p:cNvSpPr>
          <p:nvPr/>
        </p:nvSpPr>
        <p:spPr bwMode="auto">
          <a:xfrm>
            <a:off x="3886200" y="2187575"/>
            <a:ext cx="1447800" cy="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ro-RO"/>
          </a:p>
        </p:txBody>
      </p:sp>
      <p:sp>
        <p:nvSpPr>
          <p:cNvPr id="14349" name="Text Box 11">
            <a:extLst>
              <a:ext uri="{FF2B5EF4-FFF2-40B4-BE49-F238E27FC236}">
                <a16:creationId xmlns:a16="http://schemas.microsoft.com/office/drawing/2014/main" id="{38536914-84C7-3147-92F6-F45471FE05C0}"/>
              </a:ext>
            </a:extLst>
          </p:cNvPr>
          <p:cNvSpPr txBox="1">
            <a:spLocks noChangeArrowheads="1"/>
          </p:cNvSpPr>
          <p:nvPr/>
        </p:nvSpPr>
        <p:spPr bwMode="auto">
          <a:xfrm>
            <a:off x="5302250" y="1973263"/>
            <a:ext cx="869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b="1"/>
              <a:t>failure</a:t>
            </a:r>
          </a:p>
        </p:txBody>
      </p:sp>
      <p:sp>
        <p:nvSpPr>
          <p:cNvPr id="14350" name="Line 12">
            <a:extLst>
              <a:ext uri="{FF2B5EF4-FFF2-40B4-BE49-F238E27FC236}">
                <a16:creationId xmlns:a16="http://schemas.microsoft.com/office/drawing/2014/main" id="{DA76FA2E-4F8F-8D40-B677-51CE8C837D1B}"/>
              </a:ext>
            </a:extLst>
          </p:cNvPr>
          <p:cNvSpPr>
            <a:spLocks noChangeShapeType="1"/>
          </p:cNvSpPr>
          <p:nvPr/>
        </p:nvSpPr>
        <p:spPr bwMode="auto">
          <a:xfrm>
            <a:off x="6172200" y="2187575"/>
            <a:ext cx="1219200" cy="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ro-RO"/>
          </a:p>
        </p:txBody>
      </p:sp>
      <p:sp>
        <p:nvSpPr>
          <p:cNvPr id="14351" name="Text Box 13">
            <a:extLst>
              <a:ext uri="{FF2B5EF4-FFF2-40B4-BE49-F238E27FC236}">
                <a16:creationId xmlns:a16="http://schemas.microsoft.com/office/drawing/2014/main" id="{B8415742-9034-664C-9C8A-FB78E3F0F3A4}"/>
              </a:ext>
            </a:extLst>
          </p:cNvPr>
          <p:cNvSpPr txBox="1">
            <a:spLocks noChangeArrowheads="1"/>
          </p:cNvSpPr>
          <p:nvPr/>
        </p:nvSpPr>
        <p:spPr bwMode="auto">
          <a:xfrm>
            <a:off x="6172200" y="1820863"/>
            <a:ext cx="1162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i="1"/>
              <a:t>causation</a:t>
            </a:r>
          </a:p>
        </p:txBody>
      </p:sp>
      <p:sp>
        <p:nvSpPr>
          <p:cNvPr id="14352" name="Text Box 14">
            <a:extLst>
              <a:ext uri="{FF2B5EF4-FFF2-40B4-BE49-F238E27FC236}">
                <a16:creationId xmlns:a16="http://schemas.microsoft.com/office/drawing/2014/main" id="{2170C502-897F-1C48-97AA-9B05A52B2957}"/>
              </a:ext>
            </a:extLst>
          </p:cNvPr>
          <p:cNvSpPr txBox="1">
            <a:spLocks noChangeArrowheads="1"/>
          </p:cNvSpPr>
          <p:nvPr/>
        </p:nvSpPr>
        <p:spPr bwMode="auto">
          <a:xfrm>
            <a:off x="7334250" y="1973263"/>
            <a:ext cx="666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b="1"/>
              <a:t>fault</a:t>
            </a:r>
          </a:p>
        </p:txBody>
      </p:sp>
      <p:sp>
        <p:nvSpPr>
          <p:cNvPr id="17" name="Rounded Rectangle 16">
            <a:extLst>
              <a:ext uri="{FF2B5EF4-FFF2-40B4-BE49-F238E27FC236}">
                <a16:creationId xmlns:a16="http://schemas.microsoft.com/office/drawing/2014/main" id="{74BE75B4-D75F-E744-8C95-641EFF239703}"/>
              </a:ext>
            </a:extLst>
          </p:cNvPr>
          <p:cNvSpPr/>
          <p:nvPr/>
        </p:nvSpPr>
        <p:spPr>
          <a:xfrm>
            <a:off x="2286000" y="2590800"/>
            <a:ext cx="2514600" cy="609600"/>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en-US" dirty="0" err="1"/>
              <a:t>Deviatia</a:t>
            </a:r>
            <a:r>
              <a:rPr lang="en-US" dirty="0"/>
              <a:t> de la </a:t>
            </a:r>
            <a:r>
              <a:rPr lang="en-US" dirty="0" err="1"/>
              <a:t>comportament</a:t>
            </a:r>
            <a:r>
              <a:rPr lang="en-US" dirty="0"/>
              <a:t> </a:t>
            </a:r>
            <a:r>
              <a:rPr lang="en-US" dirty="0" err="1"/>
              <a:t>corect</a:t>
            </a:r>
            <a:endParaRPr lang="en-US" dirty="0"/>
          </a:p>
        </p:txBody>
      </p:sp>
      <p:sp>
        <p:nvSpPr>
          <p:cNvPr id="18" name="Rounded Rectangle 17">
            <a:extLst>
              <a:ext uri="{FF2B5EF4-FFF2-40B4-BE49-F238E27FC236}">
                <a16:creationId xmlns:a16="http://schemas.microsoft.com/office/drawing/2014/main" id="{03D2DE2A-9CB0-CC44-A2A9-FCB990481A1D}"/>
              </a:ext>
            </a:extLst>
          </p:cNvPr>
          <p:cNvSpPr/>
          <p:nvPr/>
        </p:nvSpPr>
        <p:spPr>
          <a:xfrm>
            <a:off x="457200" y="2590800"/>
            <a:ext cx="1676400" cy="609600"/>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en-US" dirty="0" err="1"/>
              <a:t>Cauza</a:t>
            </a:r>
            <a:r>
              <a:rPr lang="en-US" dirty="0"/>
              <a:t> </a:t>
            </a:r>
            <a:r>
              <a:rPr lang="en-US" dirty="0" err="1"/>
              <a:t>erorii</a:t>
            </a:r>
            <a:endParaRPr lang="en-US" dirty="0"/>
          </a:p>
        </p:txBody>
      </p:sp>
      <p:sp>
        <p:nvSpPr>
          <p:cNvPr id="19" name="Rounded Rectangle 18">
            <a:extLst>
              <a:ext uri="{FF2B5EF4-FFF2-40B4-BE49-F238E27FC236}">
                <a16:creationId xmlns:a16="http://schemas.microsoft.com/office/drawing/2014/main" id="{3007E556-BE83-514A-A26F-C395B380EBDA}"/>
              </a:ext>
            </a:extLst>
          </p:cNvPr>
          <p:cNvSpPr/>
          <p:nvPr/>
        </p:nvSpPr>
        <p:spPr>
          <a:xfrm>
            <a:off x="4953000" y="2590800"/>
            <a:ext cx="2819400" cy="914400"/>
          </a:xfrm>
          <a:prstGeom prst="round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en-US" dirty="0" err="1"/>
              <a:t>Serviciul</a:t>
            </a:r>
            <a:r>
              <a:rPr lang="en-US" dirty="0"/>
              <a:t> nu </a:t>
            </a:r>
            <a:r>
              <a:rPr lang="en-US" dirty="0" err="1"/>
              <a:t>furnizeaza</a:t>
            </a:r>
            <a:r>
              <a:rPr lang="en-US" dirty="0"/>
              <a:t> </a:t>
            </a:r>
            <a:r>
              <a:rPr lang="en-US" dirty="0" err="1"/>
              <a:t>rezultatele</a:t>
            </a:r>
            <a:r>
              <a:rPr lang="en-US" dirty="0"/>
              <a:t> conform </a:t>
            </a:r>
            <a:r>
              <a:rPr lang="en-US" dirty="0" err="1"/>
              <a:t>specificaliilor</a:t>
            </a:r>
            <a:endParaRPr lang="en-US" dirty="0"/>
          </a:p>
        </p:txBody>
      </p:sp>
      <p:cxnSp>
        <p:nvCxnSpPr>
          <p:cNvPr id="21" name="Straight Arrow Connector 20">
            <a:extLst>
              <a:ext uri="{FF2B5EF4-FFF2-40B4-BE49-F238E27FC236}">
                <a16:creationId xmlns:a16="http://schemas.microsoft.com/office/drawing/2014/main" id="{56476CCB-5437-E649-9364-E8360B57A547}"/>
              </a:ext>
            </a:extLst>
          </p:cNvPr>
          <p:cNvCxnSpPr>
            <a:stCxn id="18" idx="0"/>
            <a:endCxn id="14345" idx="2"/>
          </p:cNvCxnSpPr>
          <p:nvPr/>
        </p:nvCxnSpPr>
        <p:spPr>
          <a:xfrm rot="5400000" flipH="1" flipV="1">
            <a:off x="1377950" y="2279650"/>
            <a:ext cx="228600" cy="39370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23" name="Straight Arrow Connector 22">
            <a:extLst>
              <a:ext uri="{FF2B5EF4-FFF2-40B4-BE49-F238E27FC236}">
                <a16:creationId xmlns:a16="http://schemas.microsoft.com/office/drawing/2014/main" id="{8E304146-D111-F544-A944-2E1F986475CA}"/>
              </a:ext>
            </a:extLst>
          </p:cNvPr>
          <p:cNvCxnSpPr>
            <a:stCxn id="17" idx="0"/>
            <a:endCxn id="14347" idx="2"/>
          </p:cNvCxnSpPr>
          <p:nvPr/>
        </p:nvCxnSpPr>
        <p:spPr>
          <a:xfrm rot="5400000" flipH="1" flipV="1">
            <a:off x="3425825" y="2457450"/>
            <a:ext cx="250825" cy="15875"/>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25" name="Straight Arrow Connector 24">
            <a:extLst>
              <a:ext uri="{FF2B5EF4-FFF2-40B4-BE49-F238E27FC236}">
                <a16:creationId xmlns:a16="http://schemas.microsoft.com/office/drawing/2014/main" id="{1623F5EE-E75A-DC4D-817A-3B18A58D750C}"/>
              </a:ext>
            </a:extLst>
          </p:cNvPr>
          <p:cNvCxnSpPr>
            <a:stCxn id="19" idx="0"/>
            <a:endCxn id="14349" idx="2"/>
          </p:cNvCxnSpPr>
          <p:nvPr/>
        </p:nvCxnSpPr>
        <p:spPr>
          <a:xfrm rot="16200000" flipV="1">
            <a:off x="5924550" y="2152650"/>
            <a:ext cx="250825" cy="625475"/>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968437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781B6-0E7D-C945-901A-14BFFAA2A704}"/>
              </a:ext>
            </a:extLst>
          </p:cNvPr>
          <p:cNvSpPr>
            <a:spLocks noGrp="1"/>
          </p:cNvSpPr>
          <p:nvPr>
            <p:ph type="title"/>
          </p:nvPr>
        </p:nvSpPr>
        <p:spPr/>
        <p:txBody>
          <a:bodyPr/>
          <a:lstStyle/>
          <a:p>
            <a:pPr>
              <a:defRPr/>
            </a:pPr>
            <a:r>
              <a:rPr lang="en-US" dirty="0" err="1"/>
              <a:t>Toleranta</a:t>
            </a:r>
            <a:r>
              <a:rPr lang="en-US" dirty="0"/>
              <a:t> la </a:t>
            </a:r>
            <a:r>
              <a:rPr lang="en-US" dirty="0" err="1"/>
              <a:t>defecte</a:t>
            </a:r>
            <a:endParaRPr lang="en-US" dirty="0"/>
          </a:p>
        </p:txBody>
      </p:sp>
      <p:sp>
        <p:nvSpPr>
          <p:cNvPr id="15363" name="Footer Placeholder 3">
            <a:extLst>
              <a:ext uri="{FF2B5EF4-FFF2-40B4-BE49-F238E27FC236}">
                <a16:creationId xmlns:a16="http://schemas.microsoft.com/office/drawing/2014/main" id="{868EC1B4-45C6-F046-8C30-6EDFD9516509}"/>
              </a:ext>
            </a:extLst>
          </p:cNvPr>
          <p:cNvSpPr>
            <a:spLocks noGrp="1"/>
          </p:cNvSpPr>
          <p:nvPr>
            <p:ph type="ftr" sz="quarter" idx="10"/>
          </p:nvPr>
        </p:nvSpPr>
        <p:spPr bwMode="auto">
          <a:xfrm>
            <a:off x="2362200" y="6610350"/>
            <a:ext cx="38862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ctr" rtl="0" fontAlgn="base">
              <a:spcBef>
                <a:spcPct val="0"/>
              </a:spcBef>
              <a:spcAft>
                <a:spcPct val="0"/>
              </a:spcAft>
              <a:defRPr sz="900" kern="1200">
                <a:solidFill>
                  <a:schemeClr val="bg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r>
              <a:rPr lang="en-US"/>
              <a:t>Toleranta la defecte in SD </a:t>
            </a:r>
            <a:endParaRPr lang="en-US" altLang="ro-RO">
              <a:solidFill>
                <a:schemeClr val="bg1"/>
              </a:solidFill>
            </a:endParaRPr>
          </a:p>
        </p:txBody>
      </p:sp>
      <p:sp>
        <p:nvSpPr>
          <p:cNvPr id="15364" name="Slide Number Placeholder 4">
            <a:extLst>
              <a:ext uri="{FF2B5EF4-FFF2-40B4-BE49-F238E27FC236}">
                <a16:creationId xmlns:a16="http://schemas.microsoft.com/office/drawing/2014/main" id="{66C68496-CE9C-6946-901D-4057084FDABA}"/>
              </a:ext>
            </a:extLst>
          </p:cNvPr>
          <p:cNvSpPr>
            <a:spLocks noGrp="1"/>
          </p:cNvSpPr>
          <p:nvPr>
            <p:ph type="sldNum" sz="quarter" idx="11"/>
          </p:nvPr>
        </p:nvSpPr>
        <p:spPr bwMode="auto">
          <a:xfrm>
            <a:off x="7010400" y="6602413"/>
            <a:ext cx="2133600" cy="549275"/>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900" kern="1200">
                <a:solidFill>
                  <a:schemeClr val="bg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fld id="{F70614BC-944D-F346-86BD-32DC0AD8C607}" type="slidenum">
              <a:rPr lang="en-US" altLang="ro-RO" smtClean="0"/>
              <a:pPr eaLnBrk="1" hangingPunct="1"/>
              <a:t>5</a:t>
            </a:fld>
            <a:endParaRPr lang="en-US" altLang="ro-RO">
              <a:solidFill>
                <a:schemeClr val="bg1"/>
              </a:solidFill>
            </a:endParaRPr>
          </a:p>
        </p:txBody>
      </p:sp>
      <p:sp>
        <p:nvSpPr>
          <p:cNvPr id="15365" name="Content Placeholder 2">
            <a:extLst>
              <a:ext uri="{FF2B5EF4-FFF2-40B4-BE49-F238E27FC236}">
                <a16:creationId xmlns:a16="http://schemas.microsoft.com/office/drawing/2014/main" id="{617BFBDB-0D41-F14A-A031-F5092C9BB4A8}"/>
              </a:ext>
            </a:extLst>
          </p:cNvPr>
          <p:cNvSpPr>
            <a:spLocks noGrp="1"/>
          </p:cNvSpPr>
          <p:nvPr>
            <p:ph idx="1"/>
          </p:nvPr>
        </p:nvSpPr>
        <p:spPr/>
        <p:txBody>
          <a:bodyPr/>
          <a:lstStyle/>
          <a:p>
            <a:pPr eaLnBrk="1" hangingPunct="1"/>
            <a:endParaRPr lang="fr-FR" altLang="ro-RO" sz="2000" dirty="0">
              <a:solidFill>
                <a:srgbClr val="000000"/>
              </a:solidFill>
            </a:endParaRPr>
          </a:p>
          <a:p>
            <a:pPr eaLnBrk="1" hangingPunct="1"/>
            <a:endParaRPr lang="fr-FR" altLang="ro-RO" sz="2000" dirty="0">
              <a:solidFill>
                <a:srgbClr val="000000"/>
              </a:solidFill>
            </a:endParaRPr>
          </a:p>
          <a:p>
            <a:pPr eaLnBrk="1" hangingPunct="1"/>
            <a:endParaRPr lang="fr-FR" altLang="ro-RO" sz="2000" dirty="0">
              <a:solidFill>
                <a:srgbClr val="000000"/>
              </a:solidFill>
            </a:endParaRPr>
          </a:p>
          <a:p>
            <a:pPr eaLnBrk="1" hangingPunct="1"/>
            <a:endParaRPr lang="fr-FR" altLang="ro-RO" sz="2000" dirty="0">
              <a:solidFill>
                <a:srgbClr val="000000"/>
              </a:solidFill>
            </a:endParaRPr>
          </a:p>
          <a:p>
            <a:pPr eaLnBrk="1" hangingPunct="1"/>
            <a:endParaRPr lang="fr-FR" altLang="ro-RO" sz="2000" dirty="0">
              <a:solidFill>
                <a:srgbClr val="000000"/>
              </a:solidFill>
            </a:endParaRPr>
          </a:p>
          <a:p>
            <a:pPr eaLnBrk="1" hangingPunct="1"/>
            <a:endParaRPr lang="fr-FR" altLang="ro-RO" sz="2000" dirty="0">
              <a:solidFill>
                <a:srgbClr val="000000"/>
              </a:solidFill>
            </a:endParaRPr>
          </a:p>
          <a:p>
            <a:pPr eaLnBrk="1" hangingPunct="1"/>
            <a:endParaRPr lang="fr-FR" altLang="ro-RO" sz="2000" dirty="0">
              <a:solidFill>
                <a:srgbClr val="000000"/>
              </a:solidFill>
            </a:endParaRPr>
          </a:p>
          <a:p>
            <a:pPr eaLnBrk="1" hangingPunct="1"/>
            <a:r>
              <a:rPr lang="fr-FR" altLang="ro-RO" sz="2800" dirty="0" err="1">
                <a:solidFill>
                  <a:srgbClr val="000000"/>
                </a:solidFill>
              </a:rPr>
              <a:t>Aceeaşi</a:t>
            </a:r>
            <a:r>
              <a:rPr lang="fr-FR" altLang="ro-RO" sz="2800" dirty="0">
                <a:solidFill>
                  <a:srgbClr val="000000"/>
                </a:solidFill>
              </a:rPr>
              <a:t> </a:t>
            </a:r>
            <a:r>
              <a:rPr lang="fr-FR" altLang="ro-RO" sz="2800" dirty="0" err="1">
                <a:solidFill>
                  <a:srgbClr val="000000"/>
                </a:solidFill>
              </a:rPr>
              <a:t>ieşire</a:t>
            </a:r>
            <a:r>
              <a:rPr lang="fr-FR" altLang="ro-RO" sz="2800" dirty="0">
                <a:solidFill>
                  <a:srgbClr val="000000"/>
                </a:solidFill>
              </a:rPr>
              <a:t> </a:t>
            </a:r>
            <a:r>
              <a:rPr lang="fr-FR" altLang="ro-RO" sz="2800" dirty="0" err="1">
                <a:solidFill>
                  <a:srgbClr val="000000"/>
                </a:solidFill>
              </a:rPr>
              <a:t>pentru</a:t>
            </a:r>
            <a:r>
              <a:rPr lang="fr-FR" altLang="ro-RO" sz="2800" dirty="0">
                <a:solidFill>
                  <a:srgbClr val="000000"/>
                </a:solidFill>
              </a:rPr>
              <a:t> </a:t>
            </a:r>
            <a:r>
              <a:rPr lang="fr-FR" altLang="ro-RO" sz="2800" dirty="0" err="1">
                <a:solidFill>
                  <a:srgbClr val="000000"/>
                </a:solidFill>
              </a:rPr>
              <a:t>aceleaşi</a:t>
            </a:r>
            <a:r>
              <a:rPr lang="fr-FR" altLang="ro-RO" sz="2800" dirty="0">
                <a:solidFill>
                  <a:srgbClr val="000000"/>
                </a:solidFill>
              </a:rPr>
              <a:t> </a:t>
            </a:r>
            <a:r>
              <a:rPr lang="fr-FR" altLang="ro-RO" sz="2800" dirty="0" err="1">
                <a:solidFill>
                  <a:srgbClr val="000000"/>
                </a:solidFill>
              </a:rPr>
              <a:t>valori</a:t>
            </a:r>
            <a:r>
              <a:rPr lang="fr-FR" altLang="ro-RO" sz="2800" dirty="0">
                <a:solidFill>
                  <a:srgbClr val="000000"/>
                </a:solidFill>
              </a:rPr>
              <a:t> de </a:t>
            </a:r>
            <a:r>
              <a:rPr lang="fr-FR" altLang="ro-RO" sz="2800" dirty="0" err="1">
                <a:solidFill>
                  <a:srgbClr val="000000"/>
                </a:solidFill>
              </a:rPr>
              <a:t>intrare</a:t>
            </a:r>
            <a:r>
              <a:rPr lang="fr-FR" altLang="ro-RO" sz="2800" dirty="0">
                <a:solidFill>
                  <a:srgbClr val="000000"/>
                </a:solidFill>
              </a:rPr>
              <a:t>, </a:t>
            </a:r>
          </a:p>
          <a:p>
            <a:pPr eaLnBrk="1" hangingPunct="1"/>
            <a:r>
              <a:rPr lang="fr-FR" altLang="ro-RO" sz="2800" dirty="0" err="1">
                <a:solidFill>
                  <a:srgbClr val="000000"/>
                </a:solidFill>
              </a:rPr>
              <a:t>Valori</a:t>
            </a:r>
            <a:r>
              <a:rPr lang="fr-FR" altLang="ro-RO" sz="2800" dirty="0">
                <a:solidFill>
                  <a:srgbClr val="000000"/>
                </a:solidFill>
              </a:rPr>
              <a:t> </a:t>
            </a:r>
            <a:r>
              <a:rPr lang="fr-FR" altLang="ro-RO" sz="2800" dirty="0" err="1">
                <a:solidFill>
                  <a:srgbClr val="000000"/>
                </a:solidFill>
              </a:rPr>
              <a:t>apropiate</a:t>
            </a:r>
            <a:r>
              <a:rPr lang="fr-FR" altLang="ro-RO" sz="2800" dirty="0">
                <a:solidFill>
                  <a:srgbClr val="000000"/>
                </a:solidFill>
              </a:rPr>
              <a:t> la </a:t>
            </a:r>
            <a:r>
              <a:rPr lang="fr-FR" altLang="ro-RO" sz="2800" dirty="0" err="1">
                <a:solidFill>
                  <a:srgbClr val="000000"/>
                </a:solidFill>
              </a:rPr>
              <a:t>ieşire</a:t>
            </a:r>
            <a:r>
              <a:rPr lang="fr-FR" altLang="ro-RO" sz="2800" dirty="0">
                <a:solidFill>
                  <a:srgbClr val="000000"/>
                </a:solidFill>
              </a:rPr>
              <a:t>, </a:t>
            </a:r>
            <a:r>
              <a:rPr lang="fr-FR" altLang="ro-RO" sz="2800" dirty="0" err="1">
                <a:solidFill>
                  <a:srgbClr val="000000"/>
                </a:solidFill>
              </a:rPr>
              <a:t>pentru</a:t>
            </a:r>
            <a:r>
              <a:rPr lang="fr-FR" altLang="ro-RO" sz="2800" dirty="0">
                <a:solidFill>
                  <a:srgbClr val="000000"/>
                </a:solidFill>
              </a:rPr>
              <a:t> </a:t>
            </a:r>
            <a:r>
              <a:rPr lang="fr-FR" altLang="ro-RO" sz="2800" dirty="0" err="1">
                <a:solidFill>
                  <a:srgbClr val="000000"/>
                </a:solidFill>
              </a:rPr>
              <a:t>valori</a:t>
            </a:r>
            <a:r>
              <a:rPr lang="fr-FR" altLang="ro-RO" sz="2800" dirty="0">
                <a:solidFill>
                  <a:srgbClr val="000000"/>
                </a:solidFill>
              </a:rPr>
              <a:t> de </a:t>
            </a:r>
            <a:r>
              <a:rPr lang="fr-FR" altLang="ro-RO" sz="2800" dirty="0" err="1">
                <a:solidFill>
                  <a:srgbClr val="000000"/>
                </a:solidFill>
              </a:rPr>
              <a:t>intrare</a:t>
            </a:r>
            <a:r>
              <a:rPr lang="fr-FR" altLang="ro-RO" sz="2800" dirty="0">
                <a:solidFill>
                  <a:srgbClr val="000000"/>
                </a:solidFill>
              </a:rPr>
              <a:t> </a:t>
            </a:r>
            <a:r>
              <a:rPr lang="fr-FR" altLang="ro-RO" sz="2800" dirty="0" err="1">
                <a:solidFill>
                  <a:srgbClr val="000000"/>
                </a:solidFill>
              </a:rPr>
              <a:t>apropiate</a:t>
            </a:r>
            <a:r>
              <a:rPr lang="en-US" altLang="ro-RO" sz="2800" dirty="0">
                <a:solidFill>
                  <a:srgbClr val="000000"/>
                </a:solidFill>
              </a:rPr>
              <a:t> </a:t>
            </a:r>
            <a:endParaRPr lang="fr-FR" altLang="ro-RO" sz="2800" dirty="0">
              <a:solidFill>
                <a:srgbClr val="000000"/>
              </a:solidFill>
            </a:endParaRPr>
          </a:p>
          <a:p>
            <a:pPr eaLnBrk="1" hangingPunct="1"/>
            <a:endParaRPr lang="en-US" altLang="ro-RO" dirty="0"/>
          </a:p>
        </p:txBody>
      </p:sp>
      <p:sp>
        <p:nvSpPr>
          <p:cNvPr id="7" name="Rectangle 6">
            <a:extLst>
              <a:ext uri="{FF2B5EF4-FFF2-40B4-BE49-F238E27FC236}">
                <a16:creationId xmlns:a16="http://schemas.microsoft.com/office/drawing/2014/main" id="{F242DD54-53EA-1A4E-8922-7AB4398F9595}"/>
              </a:ext>
            </a:extLst>
          </p:cNvPr>
          <p:cNvSpPr/>
          <p:nvPr/>
        </p:nvSpPr>
        <p:spPr>
          <a:xfrm>
            <a:off x="2667000" y="1447800"/>
            <a:ext cx="1219200" cy="609600"/>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en-US" b="1">
                <a:solidFill>
                  <a:srgbClr val="000000"/>
                </a:solidFill>
              </a:rPr>
              <a:t>Proces_1</a:t>
            </a:r>
          </a:p>
        </p:txBody>
      </p:sp>
      <p:sp>
        <p:nvSpPr>
          <p:cNvPr id="8" name="Rectangle 7">
            <a:extLst>
              <a:ext uri="{FF2B5EF4-FFF2-40B4-BE49-F238E27FC236}">
                <a16:creationId xmlns:a16="http://schemas.microsoft.com/office/drawing/2014/main" id="{D0FA30DB-C33E-1946-8359-9B378EB828BE}"/>
              </a:ext>
            </a:extLst>
          </p:cNvPr>
          <p:cNvSpPr/>
          <p:nvPr/>
        </p:nvSpPr>
        <p:spPr>
          <a:xfrm>
            <a:off x="2667000" y="2209800"/>
            <a:ext cx="1219200" cy="609600"/>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en-US" b="1">
                <a:solidFill>
                  <a:srgbClr val="000000"/>
                </a:solidFill>
              </a:rPr>
              <a:t>Proces_2</a:t>
            </a:r>
          </a:p>
        </p:txBody>
      </p:sp>
      <p:sp>
        <p:nvSpPr>
          <p:cNvPr id="9" name="Rectangle 8">
            <a:extLst>
              <a:ext uri="{FF2B5EF4-FFF2-40B4-BE49-F238E27FC236}">
                <a16:creationId xmlns:a16="http://schemas.microsoft.com/office/drawing/2014/main" id="{179B796A-5749-8248-A4F0-94E76E49C30E}"/>
              </a:ext>
            </a:extLst>
          </p:cNvPr>
          <p:cNvSpPr/>
          <p:nvPr/>
        </p:nvSpPr>
        <p:spPr>
          <a:xfrm>
            <a:off x="2667000" y="3429000"/>
            <a:ext cx="1219200" cy="609600"/>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en-US" sz="1700" b="1">
                <a:solidFill>
                  <a:srgbClr val="000000"/>
                </a:solidFill>
              </a:rPr>
              <a:t>Proces_n</a:t>
            </a:r>
          </a:p>
        </p:txBody>
      </p:sp>
      <p:sp>
        <p:nvSpPr>
          <p:cNvPr id="10" name="Rounded Rectangle 9">
            <a:extLst>
              <a:ext uri="{FF2B5EF4-FFF2-40B4-BE49-F238E27FC236}">
                <a16:creationId xmlns:a16="http://schemas.microsoft.com/office/drawing/2014/main" id="{73A7B088-5ACA-BF42-8400-48F82C34C571}"/>
              </a:ext>
            </a:extLst>
          </p:cNvPr>
          <p:cNvSpPr/>
          <p:nvPr/>
        </p:nvSpPr>
        <p:spPr>
          <a:xfrm>
            <a:off x="5029200" y="2209800"/>
            <a:ext cx="1524000" cy="609600"/>
          </a:xfrm>
          <a:prstGeom prst="roundRect">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b="1">
                <a:solidFill>
                  <a:srgbClr val="000000"/>
                </a:solidFill>
              </a:rPr>
              <a:t>comparator</a:t>
            </a:r>
          </a:p>
        </p:txBody>
      </p:sp>
      <p:sp>
        <p:nvSpPr>
          <p:cNvPr id="15370" name="TextBox 10">
            <a:extLst>
              <a:ext uri="{FF2B5EF4-FFF2-40B4-BE49-F238E27FC236}">
                <a16:creationId xmlns:a16="http://schemas.microsoft.com/office/drawing/2014/main" id="{C211FDA2-B989-CC4C-B68A-77F0866C81D3}"/>
              </a:ext>
            </a:extLst>
          </p:cNvPr>
          <p:cNvSpPr txBox="1">
            <a:spLocks noChangeArrowheads="1"/>
          </p:cNvSpPr>
          <p:nvPr/>
        </p:nvSpPr>
        <p:spPr bwMode="auto">
          <a:xfrm>
            <a:off x="381000" y="2590800"/>
            <a:ext cx="178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b="1"/>
              <a:t>Date de intrare</a:t>
            </a:r>
          </a:p>
        </p:txBody>
      </p:sp>
      <p:cxnSp>
        <p:nvCxnSpPr>
          <p:cNvPr id="15371" name="Elbow Connector 11">
            <a:extLst>
              <a:ext uri="{FF2B5EF4-FFF2-40B4-BE49-F238E27FC236}">
                <a16:creationId xmlns:a16="http://schemas.microsoft.com/office/drawing/2014/main" id="{1FB101FB-3BD6-D34F-A319-FD32B0F21A35}"/>
              </a:ext>
            </a:extLst>
          </p:cNvPr>
          <p:cNvCxnSpPr>
            <a:cxnSpLocks noChangeShapeType="1"/>
            <a:stCxn id="15370" idx="3"/>
            <a:endCxn id="7" idx="1"/>
          </p:cNvCxnSpPr>
          <p:nvPr/>
        </p:nvCxnSpPr>
        <p:spPr bwMode="auto">
          <a:xfrm flipV="1">
            <a:off x="2165350" y="1752600"/>
            <a:ext cx="501650" cy="1022350"/>
          </a:xfrm>
          <a:prstGeom prst="bentConnector3">
            <a:avLst>
              <a:gd name="adj1" fmla="val 50000"/>
            </a:avLst>
          </a:prstGeom>
          <a:noFill/>
          <a:ln w="9525" algn="ctr">
            <a:solidFill>
              <a:schemeClr val="tx1"/>
            </a:solidFill>
            <a:miter lim="800000"/>
            <a:headEnd/>
            <a:tailEnd type="arrow" w="med" len="med"/>
          </a:ln>
          <a:extLst>
            <a:ext uri="{909E8E84-426E-40DD-AFC4-6F175D3DCCD1}">
              <a14:hiddenFill xmlns:a14="http://schemas.microsoft.com/office/drawing/2010/main">
                <a:noFill/>
              </a14:hiddenFill>
            </a:ext>
          </a:extLst>
        </p:spPr>
      </p:cxnSp>
      <p:cxnSp>
        <p:nvCxnSpPr>
          <p:cNvPr id="15372" name="Elbow Connector 12">
            <a:extLst>
              <a:ext uri="{FF2B5EF4-FFF2-40B4-BE49-F238E27FC236}">
                <a16:creationId xmlns:a16="http://schemas.microsoft.com/office/drawing/2014/main" id="{7ECD90A5-EFDA-5A4E-8860-6F23E77550C8}"/>
              </a:ext>
            </a:extLst>
          </p:cNvPr>
          <p:cNvCxnSpPr>
            <a:cxnSpLocks noChangeShapeType="1"/>
            <a:stCxn id="15370" idx="3"/>
            <a:endCxn id="8" idx="1"/>
          </p:cNvCxnSpPr>
          <p:nvPr/>
        </p:nvCxnSpPr>
        <p:spPr bwMode="auto">
          <a:xfrm flipV="1">
            <a:off x="2165350" y="2514600"/>
            <a:ext cx="501650" cy="260350"/>
          </a:xfrm>
          <a:prstGeom prst="bentConnector3">
            <a:avLst>
              <a:gd name="adj1" fmla="val 50000"/>
            </a:avLst>
          </a:prstGeom>
          <a:noFill/>
          <a:ln w="9525" algn="ctr">
            <a:solidFill>
              <a:schemeClr val="tx1"/>
            </a:solidFill>
            <a:miter lim="800000"/>
            <a:headEnd/>
            <a:tailEnd type="arrow" w="med" len="med"/>
          </a:ln>
          <a:extLst>
            <a:ext uri="{909E8E84-426E-40DD-AFC4-6F175D3DCCD1}">
              <a14:hiddenFill xmlns:a14="http://schemas.microsoft.com/office/drawing/2010/main">
                <a:noFill/>
              </a14:hiddenFill>
            </a:ext>
          </a:extLst>
        </p:spPr>
      </p:cxnSp>
      <p:cxnSp>
        <p:nvCxnSpPr>
          <p:cNvPr id="15373" name="Elbow Connector 13">
            <a:extLst>
              <a:ext uri="{FF2B5EF4-FFF2-40B4-BE49-F238E27FC236}">
                <a16:creationId xmlns:a16="http://schemas.microsoft.com/office/drawing/2014/main" id="{8A86E864-7F28-B64A-A7F8-ED861AB8918F}"/>
              </a:ext>
            </a:extLst>
          </p:cNvPr>
          <p:cNvCxnSpPr>
            <a:cxnSpLocks noChangeShapeType="1"/>
            <a:stCxn id="15370" idx="3"/>
            <a:endCxn id="9" idx="1"/>
          </p:cNvCxnSpPr>
          <p:nvPr/>
        </p:nvCxnSpPr>
        <p:spPr bwMode="auto">
          <a:xfrm>
            <a:off x="2165350" y="2774950"/>
            <a:ext cx="501650" cy="958850"/>
          </a:xfrm>
          <a:prstGeom prst="bentConnector3">
            <a:avLst>
              <a:gd name="adj1" fmla="val 50000"/>
            </a:avLst>
          </a:prstGeom>
          <a:noFill/>
          <a:ln w="9525" algn="ctr">
            <a:solidFill>
              <a:schemeClr val="tx1"/>
            </a:solidFill>
            <a:miter lim="800000"/>
            <a:headEnd/>
            <a:tailEnd type="arrow" w="med" len="med"/>
          </a:ln>
          <a:extLst>
            <a:ext uri="{909E8E84-426E-40DD-AFC4-6F175D3DCCD1}">
              <a14:hiddenFill xmlns:a14="http://schemas.microsoft.com/office/drawing/2010/main">
                <a:noFill/>
              </a14:hiddenFill>
            </a:ext>
          </a:extLst>
        </p:spPr>
      </p:cxnSp>
      <p:cxnSp>
        <p:nvCxnSpPr>
          <p:cNvPr id="15374" name="Elbow Connector 14">
            <a:extLst>
              <a:ext uri="{FF2B5EF4-FFF2-40B4-BE49-F238E27FC236}">
                <a16:creationId xmlns:a16="http://schemas.microsoft.com/office/drawing/2014/main" id="{2EC89237-9D73-DA43-BDFA-BB8C070EFA0C}"/>
              </a:ext>
            </a:extLst>
          </p:cNvPr>
          <p:cNvCxnSpPr>
            <a:cxnSpLocks noChangeShapeType="1"/>
            <a:stCxn id="7" idx="3"/>
            <a:endCxn id="10" idx="1"/>
          </p:cNvCxnSpPr>
          <p:nvPr/>
        </p:nvCxnSpPr>
        <p:spPr bwMode="auto">
          <a:xfrm>
            <a:off x="3886200" y="1752600"/>
            <a:ext cx="1143000" cy="762000"/>
          </a:xfrm>
          <a:prstGeom prst="bentConnector3">
            <a:avLst>
              <a:gd name="adj1" fmla="val 50000"/>
            </a:avLst>
          </a:prstGeom>
          <a:noFill/>
          <a:ln w="9525" algn="ctr">
            <a:solidFill>
              <a:schemeClr val="tx1"/>
            </a:solidFill>
            <a:miter lim="800000"/>
            <a:headEnd/>
            <a:tailEnd type="arrow" w="med" len="med"/>
          </a:ln>
          <a:extLst>
            <a:ext uri="{909E8E84-426E-40DD-AFC4-6F175D3DCCD1}">
              <a14:hiddenFill xmlns:a14="http://schemas.microsoft.com/office/drawing/2010/main">
                <a:noFill/>
              </a14:hiddenFill>
            </a:ext>
          </a:extLst>
        </p:spPr>
      </p:cxnSp>
      <p:cxnSp>
        <p:nvCxnSpPr>
          <p:cNvPr id="15375" name="Elbow Connector 15">
            <a:extLst>
              <a:ext uri="{FF2B5EF4-FFF2-40B4-BE49-F238E27FC236}">
                <a16:creationId xmlns:a16="http://schemas.microsoft.com/office/drawing/2014/main" id="{91C3293A-95C3-E14B-AB61-57F24C721BDF}"/>
              </a:ext>
            </a:extLst>
          </p:cNvPr>
          <p:cNvCxnSpPr>
            <a:cxnSpLocks noChangeShapeType="1"/>
            <a:stCxn id="9" idx="3"/>
            <a:endCxn id="10" idx="1"/>
          </p:cNvCxnSpPr>
          <p:nvPr/>
        </p:nvCxnSpPr>
        <p:spPr bwMode="auto">
          <a:xfrm flipV="1">
            <a:off x="3886200" y="2514600"/>
            <a:ext cx="1143000" cy="1219200"/>
          </a:xfrm>
          <a:prstGeom prst="bentConnector3">
            <a:avLst>
              <a:gd name="adj1" fmla="val 50000"/>
            </a:avLst>
          </a:prstGeom>
          <a:noFill/>
          <a:ln w="9525" algn="ctr">
            <a:solidFill>
              <a:schemeClr val="tx1"/>
            </a:solidFill>
            <a:miter lim="800000"/>
            <a:headEnd/>
            <a:tailEnd type="arrow" w="med" len="med"/>
          </a:ln>
          <a:extLst>
            <a:ext uri="{909E8E84-426E-40DD-AFC4-6F175D3DCCD1}">
              <a14:hiddenFill xmlns:a14="http://schemas.microsoft.com/office/drawing/2010/main">
                <a:noFill/>
              </a14:hiddenFill>
            </a:ext>
          </a:extLst>
        </p:spPr>
      </p:cxnSp>
      <p:cxnSp>
        <p:nvCxnSpPr>
          <p:cNvPr id="15376" name="Elbow Connector 25">
            <a:extLst>
              <a:ext uri="{FF2B5EF4-FFF2-40B4-BE49-F238E27FC236}">
                <a16:creationId xmlns:a16="http://schemas.microsoft.com/office/drawing/2014/main" id="{FE7A0D11-8E50-4347-904C-13172A4C4C13}"/>
              </a:ext>
            </a:extLst>
          </p:cNvPr>
          <p:cNvCxnSpPr>
            <a:cxnSpLocks noChangeShapeType="1"/>
            <a:stCxn id="8" idx="3"/>
            <a:endCxn id="10" idx="1"/>
          </p:cNvCxnSpPr>
          <p:nvPr/>
        </p:nvCxnSpPr>
        <p:spPr bwMode="auto">
          <a:xfrm>
            <a:off x="3886200" y="2514600"/>
            <a:ext cx="1143000" cy="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5377" name="TextBox 26">
            <a:extLst>
              <a:ext uri="{FF2B5EF4-FFF2-40B4-BE49-F238E27FC236}">
                <a16:creationId xmlns:a16="http://schemas.microsoft.com/office/drawing/2014/main" id="{6F4D729C-380B-4149-8955-97773FC586C9}"/>
              </a:ext>
            </a:extLst>
          </p:cNvPr>
          <p:cNvSpPr txBox="1">
            <a:spLocks noChangeArrowheads="1"/>
          </p:cNvSpPr>
          <p:nvPr/>
        </p:nvSpPr>
        <p:spPr bwMode="auto">
          <a:xfrm>
            <a:off x="7315200" y="2330450"/>
            <a:ext cx="1200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b="1"/>
              <a:t>Rezultate</a:t>
            </a:r>
          </a:p>
        </p:txBody>
      </p:sp>
      <p:cxnSp>
        <p:nvCxnSpPr>
          <p:cNvPr id="15378" name="Straight Arrow Connector 18">
            <a:extLst>
              <a:ext uri="{FF2B5EF4-FFF2-40B4-BE49-F238E27FC236}">
                <a16:creationId xmlns:a16="http://schemas.microsoft.com/office/drawing/2014/main" id="{C0905E46-5D61-E742-B25D-CDDD212673A1}"/>
              </a:ext>
            </a:extLst>
          </p:cNvPr>
          <p:cNvCxnSpPr>
            <a:cxnSpLocks noChangeShapeType="1"/>
            <a:stCxn id="10" idx="3"/>
            <a:endCxn id="15377" idx="1"/>
          </p:cNvCxnSpPr>
          <p:nvPr/>
        </p:nvCxnSpPr>
        <p:spPr bwMode="auto">
          <a:xfrm>
            <a:off x="6553200" y="2514600"/>
            <a:ext cx="762000" cy="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0600006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82DB4-954B-AF4A-8E88-17E77FE35952}"/>
              </a:ext>
            </a:extLst>
          </p:cNvPr>
          <p:cNvSpPr>
            <a:spLocks noGrp="1"/>
          </p:cNvSpPr>
          <p:nvPr>
            <p:ph type="title"/>
          </p:nvPr>
        </p:nvSpPr>
        <p:spPr>
          <a:xfrm>
            <a:off x="381000" y="609600"/>
            <a:ext cx="8229600" cy="487363"/>
          </a:xfrm>
        </p:spPr>
        <p:txBody>
          <a:bodyPr/>
          <a:lstStyle/>
          <a:p>
            <a:pPr>
              <a:defRPr/>
            </a:pPr>
            <a:r>
              <a:rPr lang="en-US" dirty="0" err="1"/>
              <a:t>Tipuri</a:t>
            </a:r>
            <a:r>
              <a:rPr lang="en-US" dirty="0"/>
              <a:t> de </a:t>
            </a:r>
            <a:r>
              <a:rPr lang="en-US" dirty="0" err="1"/>
              <a:t>defecte</a:t>
            </a:r>
            <a:r>
              <a:rPr lang="en-US" dirty="0"/>
              <a:t> </a:t>
            </a:r>
            <a:r>
              <a:rPr lang="ro-RO" dirty="0"/>
              <a:t>în sistemele distribuite</a:t>
            </a:r>
            <a:endParaRPr lang="en-US" dirty="0"/>
          </a:p>
        </p:txBody>
      </p:sp>
      <p:sp>
        <p:nvSpPr>
          <p:cNvPr id="16387" name="Content Placeholder 2">
            <a:extLst>
              <a:ext uri="{FF2B5EF4-FFF2-40B4-BE49-F238E27FC236}">
                <a16:creationId xmlns:a16="http://schemas.microsoft.com/office/drawing/2014/main" id="{1180EEC4-884B-3647-8B73-F53E5879538A}"/>
              </a:ext>
            </a:extLst>
          </p:cNvPr>
          <p:cNvSpPr>
            <a:spLocks noGrp="1"/>
          </p:cNvSpPr>
          <p:nvPr>
            <p:ph idx="1"/>
          </p:nvPr>
        </p:nvSpPr>
        <p:spPr>
          <a:xfrm>
            <a:off x="381000" y="1676400"/>
            <a:ext cx="8382000" cy="4876800"/>
          </a:xfrm>
        </p:spPr>
        <p:txBody>
          <a:bodyPr/>
          <a:lstStyle/>
          <a:p>
            <a:pPr>
              <a:lnSpc>
                <a:spcPct val="130000"/>
              </a:lnSpc>
            </a:pPr>
            <a:r>
              <a:rPr lang="ro-RO" altLang="ro-RO" sz="2800">
                <a:solidFill>
                  <a:srgbClr val="FF0000"/>
                </a:solidFill>
              </a:rPr>
              <a:t>Crash</a:t>
            </a:r>
            <a:r>
              <a:rPr lang="ro-RO" altLang="ro-RO" sz="2800"/>
              <a:t>: la un moment dat un procesor devine nefuncţional</a:t>
            </a:r>
          </a:p>
          <a:p>
            <a:pPr lvl="1">
              <a:lnSpc>
                <a:spcPct val="130000"/>
              </a:lnSpc>
            </a:pPr>
            <a:r>
              <a:rPr lang="ro-RO" altLang="ro-RO" sz="2400"/>
              <a:t>În ultimul pas, înainte de a se defecta, se poate să fi trimis numai un subset din mesaje</a:t>
            </a:r>
          </a:p>
          <a:p>
            <a:pPr>
              <a:lnSpc>
                <a:spcPct val="130000"/>
              </a:lnSpc>
            </a:pPr>
            <a:r>
              <a:rPr lang="ro-RO" altLang="ro-RO" sz="2800">
                <a:solidFill>
                  <a:srgbClr val="FF0000"/>
                </a:solidFill>
              </a:rPr>
              <a:t>Byzantine</a:t>
            </a:r>
            <a:r>
              <a:rPr lang="ro-RO" altLang="ro-RO" sz="2800"/>
              <a:t>: procesorul intră în stări arbitrare şi trimite mesaje conţinând conţinut arbitrar</a:t>
            </a:r>
            <a:endParaRPr lang="en-US" altLang="ro-RO" sz="2800"/>
          </a:p>
          <a:p>
            <a:endParaRPr lang="en-US" altLang="ro-RO" sz="2800"/>
          </a:p>
        </p:txBody>
      </p:sp>
      <p:sp>
        <p:nvSpPr>
          <p:cNvPr id="16388" name="Footer Placeholder 3">
            <a:extLst>
              <a:ext uri="{FF2B5EF4-FFF2-40B4-BE49-F238E27FC236}">
                <a16:creationId xmlns:a16="http://schemas.microsoft.com/office/drawing/2014/main" id="{FBAEB7D4-34E2-7049-9B3E-12AF6BA7F1F4}"/>
              </a:ext>
            </a:extLst>
          </p:cNvPr>
          <p:cNvSpPr>
            <a:spLocks noGrp="1"/>
          </p:cNvSpPr>
          <p:nvPr>
            <p:ph type="ftr" sz="quarter" idx="10"/>
          </p:nvPr>
        </p:nvSpPr>
        <p:spPr bwMode="auto">
          <a:xfrm>
            <a:off x="2362200" y="6610350"/>
            <a:ext cx="38862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ctr" rtl="0" fontAlgn="base">
              <a:spcBef>
                <a:spcPct val="0"/>
              </a:spcBef>
              <a:spcAft>
                <a:spcPct val="0"/>
              </a:spcAft>
              <a:defRPr sz="900" kern="1200">
                <a:solidFill>
                  <a:schemeClr val="bg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r>
              <a:rPr lang="en-US"/>
              <a:t>Toleranta la defecte in SD </a:t>
            </a:r>
            <a:endParaRPr lang="en-US" altLang="ro-RO">
              <a:solidFill>
                <a:schemeClr val="bg1"/>
              </a:solidFill>
            </a:endParaRPr>
          </a:p>
        </p:txBody>
      </p:sp>
      <p:sp>
        <p:nvSpPr>
          <p:cNvPr id="16389" name="Slide Number Placeholder 4">
            <a:extLst>
              <a:ext uri="{FF2B5EF4-FFF2-40B4-BE49-F238E27FC236}">
                <a16:creationId xmlns:a16="http://schemas.microsoft.com/office/drawing/2014/main" id="{B0557690-3858-6E4F-B219-24A63546410E}"/>
              </a:ext>
            </a:extLst>
          </p:cNvPr>
          <p:cNvSpPr>
            <a:spLocks noGrp="1"/>
          </p:cNvSpPr>
          <p:nvPr>
            <p:ph type="sldNum" sz="quarter" idx="11"/>
          </p:nvPr>
        </p:nvSpPr>
        <p:spPr bwMode="auto">
          <a:xfrm>
            <a:off x="7010400" y="6602413"/>
            <a:ext cx="2133600" cy="549275"/>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900" kern="1200">
                <a:solidFill>
                  <a:schemeClr val="bg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fld id="{F70614BC-944D-F346-86BD-32DC0AD8C607}" type="slidenum">
              <a:rPr lang="en-US" altLang="ro-RO" smtClean="0"/>
              <a:pPr eaLnBrk="1" hangingPunct="1"/>
              <a:t>6</a:t>
            </a:fld>
            <a:endParaRPr lang="en-US" altLang="ro-RO">
              <a:solidFill>
                <a:schemeClr val="bg1"/>
              </a:solidFill>
            </a:endParaRPr>
          </a:p>
        </p:txBody>
      </p:sp>
    </p:spTree>
    <p:extLst>
      <p:ext uri="{BB962C8B-B14F-4D97-AF65-F5344CB8AC3E}">
        <p14:creationId xmlns:p14="http://schemas.microsoft.com/office/powerpoint/2010/main" val="3766622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2">
            <a:extLst>
              <a:ext uri="{FF2B5EF4-FFF2-40B4-BE49-F238E27FC236}">
                <a16:creationId xmlns:a16="http://schemas.microsoft.com/office/drawing/2014/main" id="{8EAFB03C-7959-B143-85F2-9831D3D100C5}"/>
              </a:ext>
            </a:extLst>
          </p:cNvPr>
          <p:cNvSpPr>
            <a:spLocks noGrp="1" noChangeArrowheads="1"/>
          </p:cNvSpPr>
          <p:nvPr>
            <p:ph type="title"/>
          </p:nvPr>
        </p:nvSpPr>
        <p:spPr/>
        <p:txBody>
          <a:bodyPr/>
          <a:lstStyle/>
          <a:p>
            <a:r>
              <a:rPr lang="en-US" altLang="ro-RO"/>
              <a:t>Clasificarea defectelor si anomaliilor</a:t>
            </a:r>
          </a:p>
        </p:txBody>
      </p:sp>
      <p:graphicFrame>
        <p:nvGraphicFramePr>
          <p:cNvPr id="4098" name="Object 4">
            <a:extLst>
              <a:ext uri="{FF2B5EF4-FFF2-40B4-BE49-F238E27FC236}">
                <a16:creationId xmlns:a16="http://schemas.microsoft.com/office/drawing/2014/main" id="{9DFBA971-8C64-D044-ABB5-CDAD741DBFCA}"/>
              </a:ext>
            </a:extLst>
          </p:cNvPr>
          <p:cNvGraphicFramePr>
            <a:graphicFrameLocks noGrp="1" noChangeAspect="1"/>
          </p:cNvGraphicFramePr>
          <p:nvPr>
            <p:ph idx="1"/>
          </p:nvPr>
        </p:nvGraphicFramePr>
        <p:xfrm>
          <a:off x="1285143" y="1367205"/>
          <a:ext cx="7674219" cy="4720003"/>
        </p:xfrm>
        <a:graphic>
          <a:graphicData uri="http://schemas.openxmlformats.org/presentationml/2006/ole">
            <mc:AlternateContent xmlns:mc="http://schemas.openxmlformats.org/markup-compatibility/2006">
              <mc:Choice xmlns:v="urn:schemas-microsoft-com:vml" Requires="v">
                <p:oleObj name="Visio" r:id="rId3" imgW="4102100" imgH="2171700" progId="Visio.Drawing.11">
                  <p:embed/>
                </p:oleObj>
              </mc:Choice>
              <mc:Fallback>
                <p:oleObj name="Visio" r:id="rId3" imgW="4102100" imgH="2171700" progId="Visio.Drawing.11">
                  <p:embed/>
                  <p:pic>
                    <p:nvPicPr>
                      <p:cNvPr id="4098" name="Object 4">
                        <a:extLst>
                          <a:ext uri="{FF2B5EF4-FFF2-40B4-BE49-F238E27FC236}">
                            <a16:creationId xmlns:a16="http://schemas.microsoft.com/office/drawing/2014/main" id="{9DFBA971-8C64-D044-ABB5-CDAD741DBF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5143" y="1367205"/>
                        <a:ext cx="7674219" cy="47200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7370043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2">
            <a:extLst>
              <a:ext uri="{FF2B5EF4-FFF2-40B4-BE49-F238E27FC236}">
                <a16:creationId xmlns:a16="http://schemas.microsoft.com/office/drawing/2014/main" id="{167BCE4C-000B-8D42-B664-13CB1F22221E}"/>
              </a:ext>
            </a:extLst>
          </p:cNvPr>
          <p:cNvSpPr>
            <a:spLocks noGrp="1" noChangeArrowheads="1"/>
          </p:cNvSpPr>
          <p:nvPr>
            <p:ph type="title"/>
          </p:nvPr>
        </p:nvSpPr>
        <p:spPr>
          <a:xfrm>
            <a:off x="457200" y="500743"/>
            <a:ext cx="8229600" cy="916895"/>
          </a:xfrm>
        </p:spPr>
        <p:txBody>
          <a:bodyPr/>
          <a:lstStyle/>
          <a:p>
            <a:r>
              <a:rPr lang="en-US" altLang="ro-RO" sz="2585" dirty="0" err="1"/>
              <a:t>Toleranta</a:t>
            </a:r>
            <a:r>
              <a:rPr lang="en-US" altLang="ro-RO" sz="2585" dirty="0"/>
              <a:t> la </a:t>
            </a:r>
            <a:r>
              <a:rPr lang="en-US" altLang="ro-RO" sz="2585" dirty="0" err="1"/>
              <a:t>defecte</a:t>
            </a:r>
            <a:r>
              <a:rPr lang="en-US" altLang="ro-RO" sz="2585" dirty="0"/>
              <a:t> in </a:t>
            </a:r>
            <a:r>
              <a:rPr lang="en-US" altLang="ro-RO" sz="2585" dirty="0" err="1"/>
              <a:t>sistemele</a:t>
            </a:r>
            <a:r>
              <a:rPr lang="en-US" altLang="ro-RO" sz="2585" dirty="0"/>
              <a:t> </a:t>
            </a:r>
            <a:r>
              <a:rPr lang="en-US" altLang="ro-RO" sz="2585" dirty="0" err="1"/>
              <a:t>distribuite</a:t>
            </a:r>
            <a:endParaRPr lang="en-US" altLang="ro-RO" sz="2585" dirty="0"/>
          </a:p>
        </p:txBody>
      </p:sp>
      <p:sp>
        <p:nvSpPr>
          <p:cNvPr id="10245" name="Rectangle 3">
            <a:extLst>
              <a:ext uri="{FF2B5EF4-FFF2-40B4-BE49-F238E27FC236}">
                <a16:creationId xmlns:a16="http://schemas.microsoft.com/office/drawing/2014/main" id="{AB20B1AF-A75D-C746-97C2-5FFEF61BC448}"/>
              </a:ext>
            </a:extLst>
          </p:cNvPr>
          <p:cNvSpPr>
            <a:spLocks noGrp="1" noChangeArrowheads="1"/>
          </p:cNvSpPr>
          <p:nvPr>
            <p:ph type="body" sz="half" idx="1"/>
          </p:nvPr>
        </p:nvSpPr>
        <p:spPr>
          <a:xfrm>
            <a:off x="718457" y="1352324"/>
            <a:ext cx="7379677" cy="4378569"/>
          </a:xfrm>
        </p:spPr>
        <p:txBody>
          <a:bodyPr/>
          <a:lstStyle/>
          <a:p>
            <a:r>
              <a:rPr lang="en-US" altLang="ro-RO" sz="1662" dirty="0" err="1"/>
              <a:t>Exemple</a:t>
            </a:r>
            <a:r>
              <a:rPr lang="en-US" altLang="ro-RO" sz="1662" dirty="0"/>
              <a:t>:</a:t>
            </a:r>
          </a:p>
          <a:p>
            <a:endParaRPr lang="en-US" altLang="ro-RO" sz="1662" dirty="0"/>
          </a:p>
          <a:p>
            <a:endParaRPr lang="en-US" altLang="ro-RO" sz="1662" dirty="0"/>
          </a:p>
          <a:p>
            <a:endParaRPr lang="en-US" altLang="ro-RO" sz="1662" dirty="0"/>
          </a:p>
          <a:p>
            <a:endParaRPr lang="en-US" altLang="ro-RO" sz="1662" dirty="0"/>
          </a:p>
          <a:p>
            <a:endParaRPr lang="en-US" altLang="ro-RO" sz="1662" dirty="0"/>
          </a:p>
          <a:p>
            <a:endParaRPr lang="en-US" altLang="ro-RO" sz="1662" dirty="0"/>
          </a:p>
          <a:p>
            <a:r>
              <a:rPr lang="en-US" altLang="ro-RO" sz="1662" dirty="0"/>
              <a:t>Din </a:t>
            </a:r>
            <a:r>
              <a:rPr lang="en-US" altLang="ro-RO" sz="1662" dirty="0" err="1"/>
              <a:t>perspectiva</a:t>
            </a:r>
            <a:r>
              <a:rPr lang="en-US" altLang="ro-RO" sz="1662" dirty="0"/>
              <a:t> </a:t>
            </a:r>
            <a:r>
              <a:rPr lang="en-US" altLang="ro-RO" sz="1662" dirty="0" err="1"/>
              <a:t>tolerantei</a:t>
            </a:r>
            <a:r>
              <a:rPr lang="en-US" altLang="ro-RO" sz="1662" dirty="0"/>
              <a:t> la </a:t>
            </a:r>
            <a:r>
              <a:rPr lang="en-US" altLang="ro-RO" sz="1662" dirty="0" err="1"/>
              <a:t>defecte</a:t>
            </a:r>
            <a:r>
              <a:rPr lang="en-US" altLang="ro-RO" sz="1662" dirty="0"/>
              <a:t>, </a:t>
            </a:r>
            <a:r>
              <a:rPr lang="en-US" altLang="ro-RO" sz="1662" dirty="0" err="1"/>
              <a:t>sistemele</a:t>
            </a:r>
            <a:r>
              <a:rPr lang="en-US" altLang="ro-RO" sz="1662" dirty="0"/>
              <a:t> </a:t>
            </a:r>
            <a:r>
              <a:rPr lang="en-US" altLang="ro-RO" sz="1662" dirty="0" err="1"/>
              <a:t>distribuite</a:t>
            </a:r>
            <a:r>
              <a:rPr lang="en-US" altLang="ro-RO" sz="1662" dirty="0"/>
              <a:t> au un </a:t>
            </a:r>
            <a:r>
              <a:rPr lang="en-US" altLang="ro-RO" sz="1662" dirty="0" err="1"/>
              <a:t>avantaj</a:t>
            </a:r>
            <a:r>
              <a:rPr lang="en-US" altLang="ro-RO" sz="1662" dirty="0"/>
              <a:t> major: </a:t>
            </a:r>
            <a:r>
              <a:rPr lang="en-US" altLang="ro-RO" sz="1662" i="1" dirty="0"/>
              <a:t>se </a:t>
            </a:r>
            <a:r>
              <a:rPr lang="en-US" altLang="ro-RO" sz="1662" i="1" dirty="0" err="1"/>
              <a:t>poate</a:t>
            </a:r>
            <a:r>
              <a:rPr lang="en-US" altLang="ro-RO" sz="1662" i="1" dirty="0"/>
              <a:t> introduce </a:t>
            </a:r>
            <a:r>
              <a:rPr lang="en-US" altLang="ro-RO" sz="1662" i="1" dirty="0" err="1"/>
              <a:t>usor</a:t>
            </a:r>
            <a:r>
              <a:rPr lang="en-US" altLang="ro-RO" sz="1662" i="1" dirty="0"/>
              <a:t> o </a:t>
            </a:r>
            <a:r>
              <a:rPr lang="en-US" altLang="ro-RO" sz="1662" i="1" dirty="0" err="1"/>
              <a:t>redundanta</a:t>
            </a:r>
            <a:r>
              <a:rPr lang="en-US" altLang="ro-RO" sz="1662" i="1" dirty="0"/>
              <a:t> in </a:t>
            </a:r>
            <a:r>
              <a:rPr lang="en-US" altLang="ro-RO" sz="1662" i="1" dirty="0" err="1"/>
              <a:t>sistem</a:t>
            </a:r>
            <a:r>
              <a:rPr lang="en-US" altLang="ro-RO" sz="1662" dirty="0"/>
              <a:t> </a:t>
            </a:r>
            <a:r>
              <a:rPr lang="en-US" altLang="ro-RO" sz="1662" dirty="0" err="1"/>
              <a:t>deoarece</a:t>
            </a:r>
            <a:r>
              <a:rPr lang="en-US" altLang="ro-RO" sz="1662" dirty="0"/>
              <a:t> </a:t>
            </a:r>
            <a:r>
              <a:rPr lang="en-US" altLang="ro-RO" sz="1662" dirty="0" err="1"/>
              <a:t>imperfectiunile</a:t>
            </a:r>
            <a:r>
              <a:rPr lang="en-US" altLang="ro-RO" sz="1662" dirty="0"/>
              <a:t> </a:t>
            </a:r>
            <a:r>
              <a:rPr lang="en-US" altLang="ro-RO" sz="1662" dirty="0" err="1"/>
              <a:t>si</a:t>
            </a:r>
            <a:r>
              <a:rPr lang="en-US" altLang="ro-RO" sz="1662" dirty="0"/>
              <a:t> </a:t>
            </a:r>
            <a:r>
              <a:rPr lang="en-US" altLang="ro-RO" sz="1662" dirty="0" err="1"/>
              <a:t>posibilitatea</a:t>
            </a:r>
            <a:r>
              <a:rPr lang="en-US" altLang="ro-RO" sz="1662" dirty="0"/>
              <a:t> </a:t>
            </a:r>
            <a:r>
              <a:rPr lang="en-US" altLang="ro-RO" sz="1662" dirty="0" err="1"/>
              <a:t>unor</a:t>
            </a:r>
            <a:r>
              <a:rPr lang="en-US" altLang="ro-RO" sz="1662" dirty="0"/>
              <a:t> </a:t>
            </a:r>
            <a:r>
              <a:rPr lang="en-US" altLang="ro-RO" sz="1662" dirty="0" err="1"/>
              <a:t>defecte</a:t>
            </a:r>
            <a:r>
              <a:rPr lang="en-US" altLang="ro-RO" sz="1662" dirty="0"/>
              <a:t> </a:t>
            </a:r>
            <a:r>
              <a:rPr lang="en-US" altLang="ro-RO" sz="1662" dirty="0" err="1"/>
              <a:t>fizice</a:t>
            </a:r>
            <a:r>
              <a:rPr lang="en-US" altLang="ro-RO" sz="1662" dirty="0"/>
              <a:t> nu pot fi </a:t>
            </a:r>
            <a:r>
              <a:rPr lang="en-US" altLang="ro-RO" sz="1662" dirty="0" err="1"/>
              <a:t>ignorate</a:t>
            </a:r>
            <a:r>
              <a:rPr lang="en-US" altLang="ro-RO" sz="1662" dirty="0"/>
              <a:t>.</a:t>
            </a:r>
          </a:p>
          <a:p>
            <a:r>
              <a:rPr lang="en-US" altLang="ro-RO" sz="1662" dirty="0" err="1"/>
              <a:t>Probleme</a:t>
            </a:r>
            <a:r>
              <a:rPr lang="en-US" altLang="ro-RO" sz="1662" dirty="0"/>
              <a:t>:</a:t>
            </a:r>
          </a:p>
          <a:p>
            <a:pPr lvl="1"/>
            <a:r>
              <a:rPr lang="en-US" altLang="ro-RO" sz="1662" dirty="0" err="1"/>
              <a:t>Defecte</a:t>
            </a:r>
            <a:r>
              <a:rPr lang="en-US" altLang="ro-RO" sz="1662" dirty="0"/>
              <a:t> la </a:t>
            </a:r>
            <a:r>
              <a:rPr lang="en-US" altLang="ro-RO" sz="1662" dirty="0" err="1"/>
              <a:t>nivelul</a:t>
            </a:r>
            <a:r>
              <a:rPr lang="en-US" altLang="ro-RO" sz="1662" dirty="0"/>
              <a:t> </a:t>
            </a:r>
            <a:r>
              <a:rPr lang="en-US" altLang="ro-RO" sz="1662" dirty="0" err="1"/>
              <a:t>nodurilor</a:t>
            </a:r>
            <a:r>
              <a:rPr lang="en-US" altLang="ro-RO" sz="1662" dirty="0"/>
              <a:t> din </a:t>
            </a:r>
            <a:r>
              <a:rPr lang="en-US" altLang="ro-RO" sz="1662" dirty="0" err="1"/>
              <a:t>sistemul</a:t>
            </a:r>
            <a:r>
              <a:rPr lang="en-US" altLang="ro-RO" sz="1662" dirty="0"/>
              <a:t> </a:t>
            </a:r>
            <a:r>
              <a:rPr lang="en-US" altLang="ro-RO" sz="1662" dirty="0" err="1"/>
              <a:t>distribuit</a:t>
            </a:r>
            <a:endParaRPr lang="en-US" altLang="ro-RO" sz="1662" dirty="0"/>
          </a:p>
          <a:p>
            <a:pPr lvl="1"/>
            <a:r>
              <a:rPr lang="en-US" altLang="ro-RO" sz="1662" dirty="0" err="1"/>
              <a:t>Defecte</a:t>
            </a:r>
            <a:r>
              <a:rPr lang="en-US" altLang="ro-RO" sz="1662" dirty="0"/>
              <a:t> la </a:t>
            </a:r>
            <a:r>
              <a:rPr lang="en-US" altLang="ro-RO" sz="1662" dirty="0" err="1"/>
              <a:t>nivelul</a:t>
            </a:r>
            <a:r>
              <a:rPr lang="en-US" altLang="ro-RO" sz="1662" dirty="0"/>
              <a:t> </a:t>
            </a:r>
            <a:r>
              <a:rPr lang="en-US" altLang="ro-RO" sz="1662" dirty="0" err="1"/>
              <a:t>procesului</a:t>
            </a:r>
            <a:r>
              <a:rPr lang="en-US" altLang="ro-RO" sz="1662" dirty="0"/>
              <a:t> de </a:t>
            </a:r>
            <a:r>
              <a:rPr lang="en-US" altLang="ro-RO" sz="1662" dirty="0" err="1"/>
              <a:t>comunicatie</a:t>
            </a:r>
            <a:endParaRPr lang="en-US" altLang="ro-RO" sz="1662" dirty="0"/>
          </a:p>
          <a:p>
            <a:pPr lvl="1"/>
            <a:r>
              <a:rPr lang="en-US" altLang="ro-RO" sz="1662" dirty="0" err="1"/>
              <a:t>Intarziere</a:t>
            </a:r>
            <a:r>
              <a:rPr lang="en-US" altLang="ro-RO" sz="1662" dirty="0"/>
              <a:t> in </a:t>
            </a:r>
            <a:r>
              <a:rPr lang="en-US" altLang="ro-RO" sz="1662" dirty="0" err="1"/>
              <a:t>procesul</a:t>
            </a:r>
            <a:r>
              <a:rPr lang="en-US" altLang="ro-RO" sz="1662" dirty="0"/>
              <a:t> de </a:t>
            </a:r>
            <a:r>
              <a:rPr lang="en-US" altLang="ro-RO" sz="1662" dirty="0" err="1"/>
              <a:t>transmisie</a:t>
            </a:r>
            <a:r>
              <a:rPr lang="en-US" altLang="ro-RO" sz="1662" dirty="0"/>
              <a:t> a </a:t>
            </a:r>
            <a:r>
              <a:rPr lang="en-US" altLang="ro-RO" sz="1662" dirty="0" err="1"/>
              <a:t>informatiei</a:t>
            </a:r>
            <a:endParaRPr lang="en-US" altLang="ro-RO" sz="1662" dirty="0"/>
          </a:p>
          <a:p>
            <a:endParaRPr lang="en-US" altLang="ro-RO" sz="1662" dirty="0"/>
          </a:p>
        </p:txBody>
      </p:sp>
      <p:graphicFrame>
        <p:nvGraphicFramePr>
          <p:cNvPr id="1673261" name="Group 45">
            <a:extLst>
              <a:ext uri="{FF2B5EF4-FFF2-40B4-BE49-F238E27FC236}">
                <a16:creationId xmlns:a16="http://schemas.microsoft.com/office/drawing/2014/main" id="{DC425F12-23EE-BF44-AFD7-FE450C96597A}"/>
              </a:ext>
            </a:extLst>
          </p:cNvPr>
          <p:cNvGraphicFramePr>
            <a:graphicFrameLocks noGrp="1"/>
          </p:cNvGraphicFramePr>
          <p:nvPr>
            <p:ph sz="half" idx="2"/>
            <p:extLst>
              <p:ext uri="{D42A27DB-BD31-4B8C-83A1-F6EECF244321}">
                <p14:modId xmlns:p14="http://schemas.microsoft.com/office/powerpoint/2010/main" val="2470597426"/>
              </p:ext>
            </p:extLst>
          </p:nvPr>
        </p:nvGraphicFramePr>
        <p:xfrm>
          <a:off x="2906277" y="1743460"/>
          <a:ext cx="4985238" cy="1522734"/>
        </p:xfrm>
        <a:graphic>
          <a:graphicData uri="http://schemas.openxmlformats.org/drawingml/2006/table">
            <a:tbl>
              <a:tblPr/>
              <a:tblGrid>
                <a:gridCol w="2127738">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tblGrid>
              <a:tr h="253789">
                <a:tc>
                  <a:txBody>
                    <a:bodyPr/>
                    <a:lstStyle/>
                    <a:p>
                      <a:pPr marL="0" marR="0" lvl="0" indent="0" algn="l" defTabSz="914400" rtl="0" eaLnBrk="0" fontAlgn="base" latinLnBrk="0" hangingPunct="0">
                        <a:lnSpc>
                          <a:spcPct val="100000"/>
                        </a:lnSpc>
                        <a:spcBef>
                          <a:spcPct val="20000"/>
                        </a:spcBef>
                        <a:spcAft>
                          <a:spcPct val="0"/>
                        </a:spcAft>
                        <a:buClr>
                          <a:srgbClr val="3D71B8"/>
                        </a:buClr>
                        <a:buSzPct val="75000"/>
                        <a:buFont typeface="Monotype Sorts" pitchFamily="2" charset="2"/>
                        <a:buNone/>
                        <a:tabLst/>
                      </a:pPr>
                      <a:r>
                        <a:rPr kumimoji="0" lang="en-US" sz="1100" b="1" i="0" u="none" strike="noStrike" cap="none" normalizeH="0" baseline="0">
                          <a:ln>
                            <a:noFill/>
                          </a:ln>
                          <a:solidFill>
                            <a:srgbClr val="FFFFFF"/>
                          </a:solidFill>
                          <a:effectLst/>
                          <a:latin typeface="Arial" charset="0"/>
                        </a:rPr>
                        <a:t>COMPONENTA</a:t>
                      </a:r>
                    </a:p>
                  </a:txBody>
                  <a:tcPr marL="84992" marR="84992" marT="42488" marB="4248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l" defTabSz="914400" rtl="0" eaLnBrk="0" fontAlgn="base" latinLnBrk="0" hangingPunct="0">
                        <a:lnSpc>
                          <a:spcPct val="100000"/>
                        </a:lnSpc>
                        <a:spcBef>
                          <a:spcPct val="20000"/>
                        </a:spcBef>
                        <a:spcAft>
                          <a:spcPct val="0"/>
                        </a:spcAft>
                        <a:buClr>
                          <a:srgbClr val="3D71B8"/>
                        </a:buClr>
                        <a:buSzPct val="75000"/>
                        <a:buFont typeface="Monotype Sorts" pitchFamily="2" charset="2"/>
                        <a:buNone/>
                        <a:tabLst/>
                      </a:pPr>
                      <a:r>
                        <a:rPr kumimoji="0" lang="en-US" sz="1100" b="1" i="0" u="none" strike="noStrike" cap="none" normalizeH="0" baseline="0">
                          <a:ln>
                            <a:noFill/>
                          </a:ln>
                          <a:solidFill>
                            <a:srgbClr val="FFFFFF"/>
                          </a:solidFill>
                          <a:effectLst/>
                          <a:latin typeface="Arial" charset="0"/>
                        </a:rPr>
                        <a:t>DEFECT</a:t>
                      </a:r>
                    </a:p>
                  </a:txBody>
                  <a:tcPr marL="84992" marR="84992" marT="42488" marB="4248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0"/>
                  </a:ext>
                </a:extLst>
              </a:tr>
              <a:tr h="253789">
                <a:tc>
                  <a:txBody>
                    <a:bodyPr/>
                    <a:lstStyle/>
                    <a:p>
                      <a:pPr marL="0" marR="0" lvl="0" indent="0" algn="l" defTabSz="914400" rtl="0" eaLnBrk="0" fontAlgn="base" latinLnBrk="0" hangingPunct="0">
                        <a:lnSpc>
                          <a:spcPct val="100000"/>
                        </a:lnSpc>
                        <a:spcBef>
                          <a:spcPct val="20000"/>
                        </a:spcBef>
                        <a:spcAft>
                          <a:spcPct val="0"/>
                        </a:spcAft>
                        <a:buClr>
                          <a:srgbClr val="3D71B8"/>
                        </a:buClr>
                        <a:buSzPct val="75000"/>
                        <a:buFont typeface="Monotype Sorts" pitchFamily="2" charset="2"/>
                        <a:buNone/>
                        <a:tabLst/>
                      </a:pPr>
                      <a:r>
                        <a:rPr kumimoji="0" lang="en-US" sz="1100" b="0" i="0" u="none" strike="noStrike" cap="none" normalizeH="0" baseline="0">
                          <a:ln>
                            <a:noFill/>
                          </a:ln>
                          <a:solidFill>
                            <a:schemeClr val="tx1"/>
                          </a:solidFill>
                          <a:effectLst/>
                          <a:latin typeface="Arial" charset="0"/>
                        </a:rPr>
                        <a:t>Unitate de procesare (CPU)</a:t>
                      </a:r>
                    </a:p>
                  </a:txBody>
                  <a:tcPr marL="84992" marR="84992" marT="42488" marB="4248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3D71B8"/>
                        </a:buClr>
                        <a:buSzPct val="75000"/>
                        <a:buFont typeface="Monotype Sorts" pitchFamily="2" charset="2"/>
                        <a:buNone/>
                        <a:tabLst/>
                      </a:pPr>
                      <a:r>
                        <a:rPr kumimoji="0" lang="en-US" sz="1100" b="0" i="0" u="none" strike="noStrike" cap="none" normalizeH="0" baseline="0">
                          <a:ln>
                            <a:noFill/>
                          </a:ln>
                          <a:solidFill>
                            <a:schemeClr val="tx1"/>
                          </a:solidFill>
                          <a:effectLst/>
                          <a:latin typeface="Arial" charset="0"/>
                        </a:rPr>
                        <a:t>Caderi sau defecte bizantine</a:t>
                      </a:r>
                    </a:p>
                  </a:txBody>
                  <a:tcPr marL="84992" marR="84992" marT="42488" marB="4248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53789">
                <a:tc>
                  <a:txBody>
                    <a:bodyPr/>
                    <a:lstStyle/>
                    <a:p>
                      <a:pPr marL="0" marR="0" lvl="0" indent="0" algn="l" defTabSz="914400" rtl="0" eaLnBrk="0" fontAlgn="base" latinLnBrk="0" hangingPunct="0">
                        <a:lnSpc>
                          <a:spcPct val="100000"/>
                        </a:lnSpc>
                        <a:spcBef>
                          <a:spcPct val="20000"/>
                        </a:spcBef>
                        <a:spcAft>
                          <a:spcPct val="0"/>
                        </a:spcAft>
                        <a:buClr>
                          <a:srgbClr val="3D71B8"/>
                        </a:buClr>
                        <a:buSzPct val="75000"/>
                        <a:buFont typeface="Monotype Sorts" pitchFamily="2" charset="2"/>
                        <a:buNone/>
                        <a:tabLst/>
                      </a:pPr>
                      <a:r>
                        <a:rPr kumimoji="0" lang="en-US" sz="1100" b="0" i="0" u="none" strike="noStrike" cap="none" normalizeH="0" baseline="0">
                          <a:ln>
                            <a:noFill/>
                          </a:ln>
                          <a:solidFill>
                            <a:schemeClr val="tx1"/>
                          </a:solidFill>
                          <a:effectLst/>
                          <a:latin typeface="Arial" charset="0"/>
                        </a:rPr>
                        <a:t>Reteaua de comunicatie</a:t>
                      </a:r>
                    </a:p>
                  </a:txBody>
                  <a:tcPr marL="84992" marR="84992" marT="42488" marB="4248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3D71B8"/>
                        </a:buClr>
                        <a:buSzPct val="75000"/>
                        <a:buFont typeface="Monotype Sorts" pitchFamily="2" charset="2"/>
                        <a:buNone/>
                        <a:tabLst/>
                      </a:pPr>
                      <a:r>
                        <a:rPr kumimoji="0" lang="en-US" sz="1100" b="0" i="0" u="none" strike="noStrike" cap="none" normalizeH="0" baseline="0">
                          <a:ln>
                            <a:noFill/>
                          </a:ln>
                          <a:solidFill>
                            <a:schemeClr val="tx1"/>
                          </a:solidFill>
                          <a:effectLst/>
                          <a:latin typeface="Arial" charset="0"/>
                        </a:rPr>
                        <a:t>Toate tipurile de defecte</a:t>
                      </a:r>
                    </a:p>
                  </a:txBody>
                  <a:tcPr marL="84992" marR="84992" marT="42488" marB="4248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53789">
                <a:tc>
                  <a:txBody>
                    <a:bodyPr/>
                    <a:lstStyle/>
                    <a:p>
                      <a:pPr marL="0" marR="0" lvl="0" indent="0" algn="l" defTabSz="914400" rtl="0" eaLnBrk="0" fontAlgn="base" latinLnBrk="0" hangingPunct="0">
                        <a:lnSpc>
                          <a:spcPct val="100000"/>
                        </a:lnSpc>
                        <a:spcBef>
                          <a:spcPct val="20000"/>
                        </a:spcBef>
                        <a:spcAft>
                          <a:spcPct val="0"/>
                        </a:spcAft>
                        <a:buClr>
                          <a:srgbClr val="3D71B8"/>
                        </a:buClr>
                        <a:buSzPct val="75000"/>
                        <a:buFont typeface="Monotype Sorts" pitchFamily="2" charset="2"/>
                        <a:buNone/>
                        <a:tabLst/>
                      </a:pPr>
                      <a:r>
                        <a:rPr kumimoji="0" lang="en-US" sz="1100" b="0" i="0" u="none" strike="noStrike" cap="none" normalizeH="0" baseline="0">
                          <a:ln>
                            <a:noFill/>
                          </a:ln>
                          <a:solidFill>
                            <a:schemeClr val="tx1"/>
                          </a:solidFill>
                          <a:effectLst/>
                          <a:latin typeface="Arial" charset="0"/>
                        </a:rPr>
                        <a:t>Ceasurile</a:t>
                      </a:r>
                    </a:p>
                  </a:txBody>
                  <a:tcPr marL="84992" marR="84992" marT="42488" marB="4248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3D71B8"/>
                        </a:buClr>
                        <a:buSzPct val="75000"/>
                        <a:buFont typeface="Monotype Sorts" pitchFamily="2" charset="2"/>
                        <a:buNone/>
                        <a:tabLst/>
                      </a:pPr>
                      <a:r>
                        <a:rPr kumimoji="0" lang="en-US" sz="1100" b="0" i="0" u="none" strike="noStrike" cap="none" normalizeH="0" baseline="0">
                          <a:ln>
                            <a:noFill/>
                          </a:ln>
                          <a:solidFill>
                            <a:schemeClr val="tx1"/>
                          </a:solidFill>
                          <a:effectLst/>
                          <a:latin typeface="Arial" charset="0"/>
                        </a:rPr>
                        <a:t>Temporizari, omisiuni, defecte bizantine</a:t>
                      </a:r>
                    </a:p>
                  </a:txBody>
                  <a:tcPr marL="84992" marR="84992" marT="42488" marB="4248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53789">
                <a:tc>
                  <a:txBody>
                    <a:bodyPr/>
                    <a:lstStyle/>
                    <a:p>
                      <a:pPr marL="0" marR="0" lvl="0" indent="0" algn="l" defTabSz="914400" rtl="0" eaLnBrk="0" fontAlgn="base" latinLnBrk="0" hangingPunct="0">
                        <a:lnSpc>
                          <a:spcPct val="100000"/>
                        </a:lnSpc>
                        <a:spcBef>
                          <a:spcPct val="20000"/>
                        </a:spcBef>
                        <a:spcAft>
                          <a:spcPct val="0"/>
                        </a:spcAft>
                        <a:buClr>
                          <a:srgbClr val="3D71B8"/>
                        </a:buClr>
                        <a:buSzPct val="75000"/>
                        <a:buFont typeface="Monotype Sorts" pitchFamily="2" charset="2"/>
                        <a:buNone/>
                        <a:tabLst/>
                      </a:pPr>
                      <a:r>
                        <a:rPr kumimoji="0" lang="en-US" sz="1100" b="0" i="0" u="none" strike="noStrike" cap="none" normalizeH="0" baseline="0">
                          <a:ln>
                            <a:noFill/>
                          </a:ln>
                          <a:solidFill>
                            <a:schemeClr val="tx1"/>
                          </a:solidFill>
                          <a:effectLst/>
                          <a:latin typeface="Arial" charset="0"/>
                        </a:rPr>
                        <a:t>Unitate de stocare (disc)</a:t>
                      </a:r>
                    </a:p>
                  </a:txBody>
                  <a:tcPr marL="84992" marR="84992" marT="42488" marB="4248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3D71B8"/>
                        </a:buClr>
                        <a:buSzPct val="75000"/>
                        <a:buFont typeface="Monotype Sorts" pitchFamily="2" charset="2"/>
                        <a:buNone/>
                        <a:tabLst/>
                      </a:pPr>
                      <a:r>
                        <a:rPr kumimoji="0" lang="en-US" sz="1100" b="0" i="0" u="none" strike="noStrike" cap="none" normalizeH="0" baseline="0">
                          <a:ln>
                            <a:noFill/>
                          </a:ln>
                          <a:solidFill>
                            <a:schemeClr val="tx1"/>
                          </a:solidFill>
                          <a:effectLst/>
                          <a:latin typeface="Arial" charset="0"/>
                        </a:rPr>
                        <a:t>Temporizari, omisiuni, caderi</a:t>
                      </a:r>
                    </a:p>
                  </a:txBody>
                  <a:tcPr marL="84992" marR="84992" marT="42488" marB="4248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53789">
                <a:tc>
                  <a:txBody>
                    <a:bodyPr/>
                    <a:lstStyle/>
                    <a:p>
                      <a:pPr marL="0" marR="0" lvl="0" indent="0" algn="l" defTabSz="914400" rtl="0" eaLnBrk="0" fontAlgn="base" latinLnBrk="0" hangingPunct="0">
                        <a:lnSpc>
                          <a:spcPct val="100000"/>
                        </a:lnSpc>
                        <a:spcBef>
                          <a:spcPct val="20000"/>
                        </a:spcBef>
                        <a:spcAft>
                          <a:spcPct val="0"/>
                        </a:spcAft>
                        <a:buClr>
                          <a:srgbClr val="3D71B8"/>
                        </a:buClr>
                        <a:buSzPct val="75000"/>
                        <a:buFont typeface="Monotype Sorts" pitchFamily="2" charset="2"/>
                        <a:buNone/>
                        <a:tabLst/>
                      </a:pPr>
                      <a:r>
                        <a:rPr kumimoji="0" lang="en-US" sz="1100" b="0" i="0" u="none" strike="noStrike" cap="none" normalizeH="0" baseline="0" dirty="0">
                          <a:ln>
                            <a:noFill/>
                          </a:ln>
                          <a:solidFill>
                            <a:schemeClr val="tx1"/>
                          </a:solidFill>
                          <a:effectLst/>
                          <a:latin typeface="Arial" charset="0"/>
                        </a:rPr>
                        <a:t>Software</a:t>
                      </a:r>
                    </a:p>
                  </a:txBody>
                  <a:tcPr marL="84992" marR="84992" marT="42488" marB="4248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rgbClr val="3D71B8"/>
                        </a:buClr>
                        <a:buSzPct val="75000"/>
                        <a:buFont typeface="Monotype Sorts" pitchFamily="2" charset="2"/>
                        <a:buNone/>
                        <a:tabLst/>
                      </a:pPr>
                      <a:r>
                        <a:rPr kumimoji="0" lang="en-US" sz="1100" b="0" i="0" u="none" strike="noStrike" cap="none" normalizeH="0" baseline="0" dirty="0" err="1">
                          <a:ln>
                            <a:noFill/>
                          </a:ln>
                          <a:solidFill>
                            <a:schemeClr val="tx1"/>
                          </a:solidFill>
                          <a:effectLst/>
                          <a:latin typeface="Arial" charset="0"/>
                        </a:rPr>
                        <a:t>Toate</a:t>
                      </a:r>
                      <a:r>
                        <a:rPr kumimoji="0" lang="en-US" sz="1100" b="0" i="0" u="none" strike="noStrike" cap="none" normalizeH="0" baseline="0" dirty="0">
                          <a:ln>
                            <a:noFill/>
                          </a:ln>
                          <a:solidFill>
                            <a:schemeClr val="tx1"/>
                          </a:solidFill>
                          <a:effectLst/>
                          <a:latin typeface="Arial" charset="0"/>
                        </a:rPr>
                        <a:t> </a:t>
                      </a:r>
                      <a:r>
                        <a:rPr kumimoji="0" lang="en-US" sz="1100" b="0" i="0" u="none" strike="noStrike" cap="none" normalizeH="0" baseline="0" dirty="0" err="1">
                          <a:ln>
                            <a:noFill/>
                          </a:ln>
                          <a:solidFill>
                            <a:schemeClr val="tx1"/>
                          </a:solidFill>
                          <a:effectLst/>
                          <a:latin typeface="Arial" charset="0"/>
                        </a:rPr>
                        <a:t>tipurile</a:t>
                      </a:r>
                      <a:r>
                        <a:rPr kumimoji="0" lang="en-US" sz="1100" b="0" i="0" u="none" strike="noStrike" cap="none" normalizeH="0" baseline="0" dirty="0">
                          <a:ln>
                            <a:noFill/>
                          </a:ln>
                          <a:solidFill>
                            <a:schemeClr val="tx1"/>
                          </a:solidFill>
                          <a:effectLst/>
                          <a:latin typeface="Arial" charset="0"/>
                        </a:rPr>
                        <a:t> de </a:t>
                      </a:r>
                      <a:r>
                        <a:rPr kumimoji="0" lang="en-US" sz="1100" b="0" i="0" u="none" strike="noStrike" cap="none" normalizeH="0" baseline="0" dirty="0" err="1">
                          <a:ln>
                            <a:noFill/>
                          </a:ln>
                          <a:solidFill>
                            <a:schemeClr val="tx1"/>
                          </a:solidFill>
                          <a:effectLst/>
                          <a:latin typeface="Arial" charset="0"/>
                        </a:rPr>
                        <a:t>defecte</a:t>
                      </a:r>
                      <a:endParaRPr kumimoji="0" lang="en-US" sz="1100" b="0" i="0" u="none" strike="noStrike" cap="none" normalizeH="0" baseline="0" dirty="0">
                        <a:ln>
                          <a:noFill/>
                        </a:ln>
                        <a:solidFill>
                          <a:schemeClr val="tx1"/>
                        </a:solidFill>
                        <a:effectLst/>
                        <a:latin typeface="Arial" charset="0"/>
                      </a:endParaRPr>
                    </a:p>
                  </a:txBody>
                  <a:tcPr marL="84992" marR="84992" marT="42488" marB="4248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2159367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Slide Number Placeholder 5">
            <a:extLst>
              <a:ext uri="{FF2B5EF4-FFF2-40B4-BE49-F238E27FC236}">
                <a16:creationId xmlns:a16="http://schemas.microsoft.com/office/drawing/2014/main" id="{5ACFF4F0-330B-054A-9B61-855F781575A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215">
                <a:solidFill>
                  <a:schemeClr val="tx1"/>
                </a:solidFill>
                <a:latin typeface="Arial" panose="020B0604020202020204" pitchFamily="34" charset="0"/>
              </a:defRPr>
            </a:lvl1pPr>
            <a:lvl2pPr marL="685817" indent="-263776">
              <a:defRPr sz="2215">
                <a:solidFill>
                  <a:schemeClr val="tx1"/>
                </a:solidFill>
                <a:latin typeface="Arial" panose="020B0604020202020204" pitchFamily="34" charset="0"/>
              </a:defRPr>
            </a:lvl2pPr>
            <a:lvl3pPr marL="1055103" indent="-211021">
              <a:defRPr sz="2215">
                <a:solidFill>
                  <a:schemeClr val="tx1"/>
                </a:solidFill>
                <a:latin typeface="Arial" panose="020B0604020202020204" pitchFamily="34" charset="0"/>
              </a:defRPr>
            </a:lvl3pPr>
            <a:lvl4pPr marL="1477145" indent="-211021">
              <a:defRPr sz="2215">
                <a:solidFill>
                  <a:schemeClr val="tx1"/>
                </a:solidFill>
                <a:latin typeface="Arial" panose="020B0604020202020204" pitchFamily="34" charset="0"/>
              </a:defRPr>
            </a:lvl4pPr>
            <a:lvl5pPr marL="1899186" indent="-211021">
              <a:defRPr sz="2215">
                <a:solidFill>
                  <a:schemeClr val="tx1"/>
                </a:solidFill>
                <a:latin typeface="Arial" panose="020B0604020202020204" pitchFamily="34" charset="0"/>
              </a:defRPr>
            </a:lvl5pPr>
            <a:lvl6pPr marL="2321227" indent="-211021" algn="ctr" eaLnBrk="0" fontAlgn="base" hangingPunct="0">
              <a:spcBef>
                <a:spcPct val="0"/>
              </a:spcBef>
              <a:spcAft>
                <a:spcPct val="0"/>
              </a:spcAft>
              <a:defRPr sz="2215">
                <a:solidFill>
                  <a:schemeClr val="tx1"/>
                </a:solidFill>
                <a:latin typeface="Arial" panose="020B0604020202020204" pitchFamily="34" charset="0"/>
              </a:defRPr>
            </a:lvl6pPr>
            <a:lvl7pPr marL="2743269" indent="-211021" algn="ctr" eaLnBrk="0" fontAlgn="base" hangingPunct="0">
              <a:spcBef>
                <a:spcPct val="0"/>
              </a:spcBef>
              <a:spcAft>
                <a:spcPct val="0"/>
              </a:spcAft>
              <a:defRPr sz="2215">
                <a:solidFill>
                  <a:schemeClr val="tx1"/>
                </a:solidFill>
                <a:latin typeface="Arial" panose="020B0604020202020204" pitchFamily="34" charset="0"/>
              </a:defRPr>
            </a:lvl7pPr>
            <a:lvl8pPr marL="3165310" indent="-211021" algn="ctr" eaLnBrk="0" fontAlgn="base" hangingPunct="0">
              <a:spcBef>
                <a:spcPct val="0"/>
              </a:spcBef>
              <a:spcAft>
                <a:spcPct val="0"/>
              </a:spcAft>
              <a:defRPr sz="2215">
                <a:solidFill>
                  <a:schemeClr val="tx1"/>
                </a:solidFill>
                <a:latin typeface="Arial" panose="020B0604020202020204" pitchFamily="34" charset="0"/>
              </a:defRPr>
            </a:lvl8pPr>
            <a:lvl9pPr marL="3587351" indent="-211021" algn="ctr" eaLnBrk="0" fontAlgn="base" hangingPunct="0">
              <a:spcBef>
                <a:spcPct val="0"/>
              </a:spcBef>
              <a:spcAft>
                <a:spcPct val="0"/>
              </a:spcAft>
              <a:defRPr sz="2215">
                <a:solidFill>
                  <a:schemeClr val="tx1"/>
                </a:solidFill>
                <a:latin typeface="Arial" panose="020B0604020202020204" pitchFamily="34" charset="0"/>
              </a:defRPr>
            </a:lvl9pPr>
          </a:lstStyle>
          <a:p>
            <a:fld id="{56D28867-B059-6041-9D6C-3986D1F6E0B2}" type="slidenum">
              <a:rPr lang="en-US" altLang="ro-RO" sz="1292">
                <a:latin typeface="Times New Roman" panose="02020603050405020304" pitchFamily="18" charset="0"/>
              </a:rPr>
              <a:pPr/>
              <a:t>9</a:t>
            </a:fld>
            <a:endParaRPr lang="en-US" altLang="ro-RO" sz="1292">
              <a:latin typeface="Times New Roman" panose="02020603050405020304" pitchFamily="18" charset="0"/>
            </a:endParaRPr>
          </a:p>
        </p:txBody>
      </p:sp>
      <p:sp>
        <p:nvSpPr>
          <p:cNvPr id="11268" name="Rectangle 2">
            <a:extLst>
              <a:ext uri="{FF2B5EF4-FFF2-40B4-BE49-F238E27FC236}">
                <a16:creationId xmlns:a16="http://schemas.microsoft.com/office/drawing/2014/main" id="{0683385F-6E69-284F-9C0C-5BA83754D992}"/>
              </a:ext>
            </a:extLst>
          </p:cNvPr>
          <p:cNvSpPr>
            <a:spLocks noGrp="1" noChangeArrowheads="1"/>
          </p:cNvSpPr>
          <p:nvPr>
            <p:ph type="title"/>
          </p:nvPr>
        </p:nvSpPr>
        <p:spPr>
          <a:xfrm>
            <a:off x="1085851" y="425449"/>
            <a:ext cx="6603023" cy="633046"/>
          </a:xfrm>
        </p:spPr>
        <p:txBody>
          <a:bodyPr/>
          <a:lstStyle/>
          <a:p>
            <a:r>
              <a:rPr lang="en-US" altLang="ro-RO" sz="2585" dirty="0" err="1"/>
              <a:t>Toleranta</a:t>
            </a:r>
            <a:r>
              <a:rPr lang="en-US" altLang="ro-RO" sz="2585" dirty="0"/>
              <a:t> la </a:t>
            </a:r>
            <a:r>
              <a:rPr lang="en-US" altLang="ro-RO" sz="2585" dirty="0" err="1"/>
              <a:t>defecte</a:t>
            </a:r>
            <a:r>
              <a:rPr lang="en-US" altLang="ro-RO" sz="2585" dirty="0"/>
              <a:t> in </a:t>
            </a:r>
            <a:r>
              <a:rPr lang="en-US" altLang="ro-RO" sz="2585" dirty="0" err="1"/>
              <a:t>sistemele</a:t>
            </a:r>
            <a:r>
              <a:rPr lang="en-US" altLang="ro-RO" sz="2585" dirty="0"/>
              <a:t> </a:t>
            </a:r>
            <a:r>
              <a:rPr lang="en-US" altLang="ro-RO" sz="2585" dirty="0" err="1"/>
              <a:t>distribuite</a:t>
            </a:r>
            <a:r>
              <a:rPr lang="en-US" altLang="ro-RO" sz="2585" dirty="0"/>
              <a:t> (2)</a:t>
            </a:r>
          </a:p>
        </p:txBody>
      </p:sp>
      <p:sp>
        <p:nvSpPr>
          <p:cNvPr id="11269" name="Rectangle 3">
            <a:extLst>
              <a:ext uri="{FF2B5EF4-FFF2-40B4-BE49-F238E27FC236}">
                <a16:creationId xmlns:a16="http://schemas.microsoft.com/office/drawing/2014/main" id="{0B8B9B60-A261-1E45-BC6F-D45725C5DCCE}"/>
              </a:ext>
            </a:extLst>
          </p:cNvPr>
          <p:cNvSpPr>
            <a:spLocks noGrp="1" noChangeArrowheads="1"/>
          </p:cNvSpPr>
          <p:nvPr>
            <p:ph type="body" idx="1"/>
          </p:nvPr>
        </p:nvSpPr>
        <p:spPr>
          <a:xfrm>
            <a:off x="179353" y="1331929"/>
            <a:ext cx="8416018" cy="3606311"/>
          </a:xfrm>
        </p:spPr>
        <p:txBody>
          <a:bodyPr/>
          <a:lstStyle/>
          <a:p>
            <a:pPr>
              <a:lnSpc>
                <a:spcPct val="90000"/>
              </a:lnSpc>
            </a:pPr>
            <a:r>
              <a:rPr lang="en-US" altLang="ro-RO" sz="1662" dirty="0" err="1"/>
              <a:t>Defecte</a:t>
            </a:r>
            <a:r>
              <a:rPr lang="en-US" altLang="ro-RO" sz="1662" dirty="0"/>
              <a:t> la </a:t>
            </a:r>
            <a:r>
              <a:rPr lang="en-US" altLang="ro-RO" sz="1662" dirty="0" err="1"/>
              <a:t>nivelul</a:t>
            </a:r>
            <a:r>
              <a:rPr lang="en-US" altLang="ro-RO" sz="1662" dirty="0"/>
              <a:t> </a:t>
            </a:r>
            <a:r>
              <a:rPr lang="en-US" altLang="ro-RO" sz="1662" dirty="0" err="1"/>
              <a:t>nodurilor</a:t>
            </a:r>
            <a:r>
              <a:rPr lang="en-US" altLang="ro-RO" sz="1662" dirty="0"/>
              <a:t> din </a:t>
            </a:r>
            <a:r>
              <a:rPr lang="en-US" altLang="ro-RO" sz="1662" dirty="0" err="1"/>
              <a:t>sistemul</a:t>
            </a:r>
            <a:r>
              <a:rPr lang="en-US" altLang="ro-RO" sz="1662" dirty="0"/>
              <a:t> </a:t>
            </a:r>
            <a:r>
              <a:rPr lang="en-US" altLang="ro-RO" sz="1662" dirty="0" err="1"/>
              <a:t>distribuit</a:t>
            </a:r>
            <a:endParaRPr lang="en-US" altLang="ro-RO" sz="1662" dirty="0"/>
          </a:p>
          <a:p>
            <a:pPr lvl="1">
              <a:lnSpc>
                <a:spcPct val="90000"/>
              </a:lnSpc>
            </a:pPr>
            <a:r>
              <a:rPr lang="en-US" altLang="ro-RO" sz="1662" dirty="0" err="1"/>
              <a:t>Defecte</a:t>
            </a:r>
            <a:r>
              <a:rPr lang="en-US" altLang="ro-RO" sz="1662" dirty="0"/>
              <a:t> </a:t>
            </a:r>
            <a:r>
              <a:rPr lang="en-US" altLang="ro-RO" sz="1662" dirty="0" err="1"/>
              <a:t>independente</a:t>
            </a:r>
            <a:r>
              <a:rPr lang="en-US" altLang="ro-RO" sz="1662" dirty="0"/>
              <a:t> </a:t>
            </a:r>
            <a:r>
              <a:rPr lang="en-US" altLang="ro-RO" sz="1662" dirty="0" err="1"/>
              <a:t>si</a:t>
            </a:r>
            <a:r>
              <a:rPr lang="en-US" altLang="ro-RO" sz="1662" dirty="0"/>
              <a:t> </a:t>
            </a:r>
            <a:r>
              <a:rPr lang="en-US" altLang="ro-RO" sz="1662" dirty="0" err="1"/>
              <a:t>diferite</a:t>
            </a:r>
            <a:r>
              <a:rPr lang="en-US" altLang="ro-RO" sz="1662" dirty="0"/>
              <a:t> pe </a:t>
            </a:r>
            <a:r>
              <a:rPr lang="en-US" altLang="ro-RO" sz="1662" dirty="0" err="1"/>
              <a:t>fiecare</a:t>
            </a:r>
            <a:r>
              <a:rPr lang="en-US" altLang="ro-RO" sz="1662" dirty="0"/>
              <a:t> nod</a:t>
            </a:r>
          </a:p>
          <a:p>
            <a:pPr>
              <a:lnSpc>
                <a:spcPct val="90000"/>
              </a:lnSpc>
            </a:pPr>
            <a:r>
              <a:rPr lang="en-US" altLang="ro-RO" sz="1662" dirty="0" err="1"/>
              <a:t>Defecte</a:t>
            </a:r>
            <a:r>
              <a:rPr lang="en-US" altLang="ro-RO" sz="1662" dirty="0"/>
              <a:t> la </a:t>
            </a:r>
            <a:r>
              <a:rPr lang="en-US" altLang="ro-RO" sz="1662" dirty="0" err="1"/>
              <a:t>nivelul</a:t>
            </a:r>
            <a:r>
              <a:rPr lang="en-US" altLang="ro-RO" sz="1662" dirty="0"/>
              <a:t> </a:t>
            </a:r>
            <a:r>
              <a:rPr lang="en-US" altLang="ro-RO" sz="1662" dirty="0" err="1"/>
              <a:t>procesului</a:t>
            </a:r>
            <a:r>
              <a:rPr lang="en-US" altLang="ro-RO" sz="1662" dirty="0"/>
              <a:t> de </a:t>
            </a:r>
            <a:r>
              <a:rPr lang="en-US" altLang="ro-RO" sz="1662" dirty="0" err="1"/>
              <a:t>comunicatie</a:t>
            </a:r>
            <a:endParaRPr lang="en-US" altLang="ro-RO" sz="1662" dirty="0"/>
          </a:p>
          <a:p>
            <a:pPr lvl="1">
              <a:lnSpc>
                <a:spcPct val="90000"/>
              </a:lnSpc>
            </a:pPr>
            <a:r>
              <a:rPr lang="en-US" altLang="ro-RO" sz="1662" i="1" dirty="0" err="1"/>
              <a:t>Defectiune</a:t>
            </a:r>
            <a:r>
              <a:rPr lang="en-US" altLang="ro-RO" sz="1662" i="1" dirty="0"/>
              <a:t> hardware</a:t>
            </a:r>
            <a:r>
              <a:rPr lang="en-US" altLang="ro-RO" sz="1662" dirty="0"/>
              <a:t> a </a:t>
            </a:r>
            <a:r>
              <a:rPr lang="en-US" altLang="ro-RO" sz="1662" dirty="0" err="1"/>
              <a:t>mediului</a:t>
            </a:r>
            <a:r>
              <a:rPr lang="en-US" altLang="ro-RO" sz="1662" dirty="0"/>
              <a:t> de </a:t>
            </a:r>
            <a:r>
              <a:rPr lang="en-US" altLang="ro-RO" sz="1662" dirty="0" err="1"/>
              <a:t>transmisie</a:t>
            </a:r>
            <a:r>
              <a:rPr lang="en-US" altLang="ro-RO" sz="1662" dirty="0"/>
              <a:t> -&gt; </a:t>
            </a:r>
            <a:r>
              <a:rPr lang="en-US" altLang="ro-RO" sz="1662" dirty="0" err="1"/>
              <a:t>oprirea</a:t>
            </a:r>
            <a:r>
              <a:rPr lang="en-US" altLang="ro-RO" sz="1662" dirty="0"/>
              <a:t> </a:t>
            </a:r>
            <a:r>
              <a:rPr lang="en-US" altLang="ro-RO" sz="1662" dirty="0" err="1"/>
              <a:t>comunicatiei</a:t>
            </a:r>
            <a:r>
              <a:rPr lang="en-US" altLang="ro-RO" sz="1662" dirty="0"/>
              <a:t>, </a:t>
            </a:r>
            <a:r>
              <a:rPr lang="en-US" altLang="ro-RO" sz="1662" dirty="0" err="1"/>
              <a:t>partitionarea</a:t>
            </a:r>
            <a:r>
              <a:rPr lang="en-US" altLang="ro-RO" sz="1662" dirty="0"/>
              <a:t> </a:t>
            </a:r>
            <a:r>
              <a:rPr lang="en-US" altLang="ro-RO" sz="1662" dirty="0" err="1"/>
              <a:t>sistemului</a:t>
            </a:r>
            <a:r>
              <a:rPr lang="en-US" altLang="ro-RO" sz="1662" dirty="0"/>
              <a:t> in </a:t>
            </a:r>
            <a:r>
              <a:rPr lang="en-US" altLang="ro-RO" sz="1662" dirty="0" err="1"/>
              <a:t>mai</a:t>
            </a:r>
            <a:r>
              <a:rPr lang="en-US" altLang="ro-RO" sz="1662" dirty="0"/>
              <a:t> </a:t>
            </a:r>
            <a:r>
              <a:rPr lang="en-US" altLang="ro-RO" sz="1662" dirty="0" err="1"/>
              <a:t>multe</a:t>
            </a:r>
            <a:r>
              <a:rPr lang="en-US" altLang="ro-RO" sz="1662" dirty="0"/>
              <a:t> </a:t>
            </a:r>
            <a:r>
              <a:rPr lang="en-US" altLang="ro-RO" sz="1662" dirty="0" err="1"/>
              <a:t>sisteme</a:t>
            </a:r>
            <a:endParaRPr lang="en-US" altLang="ro-RO" sz="1662" dirty="0"/>
          </a:p>
          <a:p>
            <a:pPr lvl="1">
              <a:lnSpc>
                <a:spcPct val="90000"/>
              </a:lnSpc>
            </a:pPr>
            <a:r>
              <a:rPr lang="en-US" altLang="ro-RO" sz="1662" i="1" dirty="0"/>
              <a:t>Intermittent failure</a:t>
            </a:r>
            <a:r>
              <a:rPr lang="en-US" altLang="ro-RO" sz="1662" dirty="0"/>
              <a:t>: </a:t>
            </a:r>
            <a:r>
              <a:rPr lang="en-US" altLang="ro-RO" sz="1662" dirty="0" err="1"/>
              <a:t>mesajele</a:t>
            </a:r>
            <a:r>
              <a:rPr lang="en-US" altLang="ro-RO" sz="1662" dirty="0"/>
              <a:t> </a:t>
            </a:r>
            <a:r>
              <a:rPr lang="en-US" altLang="ro-RO" sz="1662" dirty="0" err="1"/>
              <a:t>pierdute</a:t>
            </a:r>
            <a:r>
              <a:rPr lang="en-US" altLang="ro-RO" sz="1662" dirty="0"/>
              <a:t>, </a:t>
            </a:r>
            <a:r>
              <a:rPr lang="en-US" altLang="ro-RO" sz="1662" dirty="0" err="1"/>
              <a:t>schimbate</a:t>
            </a:r>
            <a:r>
              <a:rPr lang="en-US" altLang="ro-RO" sz="1662" dirty="0"/>
              <a:t> </a:t>
            </a:r>
            <a:r>
              <a:rPr lang="en-US" altLang="ro-RO" sz="1662" dirty="0" err="1"/>
              <a:t>ordinea</a:t>
            </a:r>
            <a:r>
              <a:rPr lang="en-US" altLang="ro-RO" sz="1662" dirty="0"/>
              <a:t> </a:t>
            </a:r>
            <a:r>
              <a:rPr lang="en-US" altLang="ro-RO" sz="1662" dirty="0" err="1"/>
              <a:t>sau</a:t>
            </a:r>
            <a:r>
              <a:rPr lang="en-US" altLang="ro-RO" sz="1662" dirty="0"/>
              <a:t> duplicate</a:t>
            </a:r>
          </a:p>
          <a:p>
            <a:pPr>
              <a:lnSpc>
                <a:spcPct val="90000"/>
              </a:lnSpc>
            </a:pPr>
            <a:r>
              <a:rPr lang="en-US" altLang="ro-RO" sz="1662" dirty="0" err="1"/>
              <a:t>Intarziere</a:t>
            </a:r>
            <a:r>
              <a:rPr lang="en-US" altLang="ro-RO" sz="1662" dirty="0"/>
              <a:t> in </a:t>
            </a:r>
            <a:r>
              <a:rPr lang="en-US" altLang="ro-RO" sz="1662" dirty="0" err="1"/>
              <a:t>procesul</a:t>
            </a:r>
            <a:r>
              <a:rPr lang="en-US" altLang="ro-RO" sz="1662" dirty="0"/>
              <a:t> de </a:t>
            </a:r>
            <a:r>
              <a:rPr lang="en-US" altLang="ro-RO" sz="1662" dirty="0" err="1"/>
              <a:t>transmisie</a:t>
            </a:r>
            <a:r>
              <a:rPr lang="en-US" altLang="ro-RO" sz="1662" dirty="0"/>
              <a:t> al </a:t>
            </a:r>
            <a:r>
              <a:rPr lang="en-US" altLang="ro-RO" sz="1662" dirty="0" err="1"/>
              <a:t>informatiei</a:t>
            </a:r>
            <a:endParaRPr lang="en-US" altLang="ro-RO" sz="1662" dirty="0"/>
          </a:p>
          <a:p>
            <a:pPr lvl="1">
              <a:lnSpc>
                <a:spcPct val="90000"/>
              </a:lnSpc>
            </a:pPr>
            <a:r>
              <a:rPr lang="en-US" altLang="ro-RO" sz="1662" dirty="0"/>
              <a:t>Nu </a:t>
            </a:r>
            <a:r>
              <a:rPr lang="en-US" altLang="ro-RO" sz="1662" dirty="0" err="1"/>
              <a:t>este</a:t>
            </a:r>
            <a:r>
              <a:rPr lang="en-US" altLang="ro-RO" sz="1662" dirty="0"/>
              <a:t> un defect, </a:t>
            </a:r>
            <a:r>
              <a:rPr lang="en-US" altLang="ro-RO" sz="1662" dirty="0" err="1"/>
              <a:t>dar</a:t>
            </a:r>
            <a:r>
              <a:rPr lang="en-US" altLang="ro-RO" sz="1662" dirty="0"/>
              <a:t> </a:t>
            </a:r>
            <a:r>
              <a:rPr lang="en-US" altLang="ro-RO" sz="1662" dirty="0" err="1"/>
              <a:t>poate</a:t>
            </a:r>
            <a:r>
              <a:rPr lang="en-US" altLang="ro-RO" sz="1662" dirty="0"/>
              <a:t> conduce la </a:t>
            </a:r>
            <a:r>
              <a:rPr lang="en-US" altLang="ro-RO" sz="1662" dirty="0" err="1"/>
              <a:t>defecte</a:t>
            </a:r>
            <a:endParaRPr lang="en-US" altLang="ro-RO" sz="1662" dirty="0"/>
          </a:p>
          <a:p>
            <a:pPr lvl="1">
              <a:lnSpc>
                <a:spcPct val="90000"/>
              </a:lnSpc>
            </a:pPr>
            <a:r>
              <a:rPr lang="en-US" altLang="ro-RO" sz="1662" dirty="0" err="1"/>
              <a:t>Doua</a:t>
            </a:r>
            <a:r>
              <a:rPr lang="en-US" altLang="ro-RO" sz="1662" dirty="0"/>
              <a:t> </a:t>
            </a:r>
            <a:r>
              <a:rPr lang="en-US" altLang="ro-RO" sz="1662" dirty="0" err="1"/>
              <a:t>situatii</a:t>
            </a:r>
            <a:r>
              <a:rPr lang="en-US" altLang="ro-RO" sz="1662" dirty="0"/>
              <a:t> </a:t>
            </a:r>
            <a:r>
              <a:rPr lang="en-US" altLang="ro-RO" sz="1662" dirty="0" err="1"/>
              <a:t>frecvent</a:t>
            </a:r>
            <a:r>
              <a:rPr lang="en-US" altLang="ro-RO" sz="1662" dirty="0"/>
              <a:t> </a:t>
            </a:r>
            <a:r>
              <a:rPr lang="en-US" altLang="ro-RO" sz="1662" dirty="0" err="1"/>
              <a:t>intalnite</a:t>
            </a:r>
            <a:r>
              <a:rPr lang="en-US" altLang="ro-RO" sz="1662" dirty="0"/>
              <a:t>:</a:t>
            </a:r>
          </a:p>
          <a:p>
            <a:pPr lvl="2">
              <a:lnSpc>
                <a:spcPct val="90000"/>
              </a:lnSpc>
            </a:pPr>
            <a:r>
              <a:rPr lang="en-US" altLang="ro-RO" sz="1477" i="1" dirty="0"/>
              <a:t>Jitter (variable delay)</a:t>
            </a:r>
            <a:r>
              <a:rPr lang="en-US" altLang="ro-RO" sz="1477" dirty="0"/>
              <a:t> -&gt; </a:t>
            </a:r>
            <a:r>
              <a:rPr lang="en-US" altLang="ro-RO" sz="1477" dirty="0" err="1"/>
              <a:t>timpul</a:t>
            </a:r>
            <a:r>
              <a:rPr lang="en-US" altLang="ro-RO" sz="1477" dirty="0"/>
              <a:t> in care un </a:t>
            </a:r>
            <a:r>
              <a:rPr lang="en-US" altLang="ro-RO" sz="1477" dirty="0" err="1"/>
              <a:t>mesaj</a:t>
            </a:r>
            <a:r>
              <a:rPr lang="en-US" altLang="ro-RO" sz="1477" dirty="0"/>
              <a:t> </a:t>
            </a:r>
            <a:r>
              <a:rPr lang="en-US" altLang="ro-RO" sz="1477" dirty="0" err="1"/>
              <a:t>ajunge</a:t>
            </a:r>
            <a:r>
              <a:rPr lang="en-US" altLang="ro-RO" sz="1477" dirty="0"/>
              <a:t> la </a:t>
            </a:r>
            <a:r>
              <a:rPr lang="en-US" altLang="ro-RO" sz="1477" dirty="0" err="1"/>
              <a:t>destinatie</a:t>
            </a:r>
            <a:endParaRPr lang="en-US" altLang="ro-RO" sz="1477" dirty="0"/>
          </a:p>
          <a:p>
            <a:pPr lvl="2">
              <a:lnSpc>
                <a:spcPct val="90000"/>
              </a:lnSpc>
            </a:pPr>
            <a:r>
              <a:rPr lang="en-US" altLang="ro-RO" sz="1477" i="1" dirty="0" err="1"/>
              <a:t>Efectul</a:t>
            </a:r>
            <a:r>
              <a:rPr lang="en-US" altLang="ro-RO" sz="1477" i="1" dirty="0"/>
              <a:t> relativistic</a:t>
            </a:r>
            <a:r>
              <a:rPr lang="en-US" altLang="ro-RO" sz="1477" dirty="0"/>
              <a:t> -&gt; site-</a:t>
            </a:r>
            <a:r>
              <a:rPr lang="en-US" altLang="ro-RO" sz="1477" dirty="0" err="1"/>
              <a:t>uri</a:t>
            </a:r>
            <a:r>
              <a:rPr lang="en-US" altLang="ro-RO" sz="1477" dirty="0"/>
              <a:t> </a:t>
            </a:r>
            <a:r>
              <a:rPr lang="en-US" altLang="ro-RO" sz="1477" dirty="0" err="1"/>
              <a:t>diferite</a:t>
            </a:r>
            <a:r>
              <a:rPr lang="en-US" altLang="ro-RO" sz="1477" dirty="0"/>
              <a:t> pot </a:t>
            </a:r>
            <a:r>
              <a:rPr lang="en-US" altLang="ro-RO" sz="1477" dirty="0" err="1"/>
              <a:t>primi</a:t>
            </a:r>
            <a:r>
              <a:rPr lang="en-US" altLang="ro-RO" sz="1477" dirty="0"/>
              <a:t> </a:t>
            </a:r>
            <a:r>
              <a:rPr lang="en-US" altLang="ro-RO" sz="1477" dirty="0" err="1"/>
              <a:t>aceleasi</a:t>
            </a:r>
            <a:r>
              <a:rPr lang="en-US" altLang="ro-RO" sz="1477" dirty="0"/>
              <a:t> </a:t>
            </a:r>
            <a:r>
              <a:rPr lang="en-US" altLang="ro-RO" sz="1477" dirty="0" err="1"/>
              <a:t>mesaje</a:t>
            </a:r>
            <a:r>
              <a:rPr lang="en-US" altLang="ro-RO" sz="1477" dirty="0"/>
              <a:t>, </a:t>
            </a:r>
            <a:r>
              <a:rPr lang="en-US" altLang="ro-RO" sz="1477" dirty="0" err="1"/>
              <a:t>dar</a:t>
            </a:r>
            <a:r>
              <a:rPr lang="en-US" altLang="ro-RO" sz="1477" dirty="0"/>
              <a:t> in </a:t>
            </a:r>
            <a:r>
              <a:rPr lang="en-US" altLang="ro-RO" sz="1477" dirty="0" err="1"/>
              <a:t>alta</a:t>
            </a:r>
            <a:r>
              <a:rPr lang="en-US" altLang="ro-RO" sz="1477" dirty="0"/>
              <a:t> </a:t>
            </a:r>
            <a:r>
              <a:rPr lang="en-US" altLang="ro-RO" sz="1477" dirty="0" err="1"/>
              <a:t>ordine</a:t>
            </a:r>
            <a:endParaRPr lang="en-US" altLang="ro-RO" sz="1477" dirty="0"/>
          </a:p>
        </p:txBody>
      </p:sp>
      <p:pic>
        <p:nvPicPr>
          <p:cNvPr id="11270" name="Picture 4" descr="0399_t_fault5">
            <a:extLst>
              <a:ext uri="{FF2B5EF4-FFF2-40B4-BE49-F238E27FC236}">
                <a16:creationId xmlns:a16="http://schemas.microsoft.com/office/drawing/2014/main" id="{2E7B3295-E98E-3D42-BC26-97BB8048C1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2767" y="4831870"/>
            <a:ext cx="4254012" cy="188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797648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2">
            <a:extLst>
              <a:ext uri="{FF2B5EF4-FFF2-40B4-BE49-F238E27FC236}">
                <a16:creationId xmlns:a16="http://schemas.microsoft.com/office/drawing/2014/main" id="{49456D2A-71FC-7F44-828D-B7BDB1EAB707}"/>
              </a:ext>
            </a:extLst>
          </p:cNvPr>
          <p:cNvSpPr>
            <a:spLocks noGrp="1" noChangeArrowheads="1"/>
          </p:cNvSpPr>
          <p:nvPr>
            <p:ph type="title"/>
          </p:nvPr>
        </p:nvSpPr>
        <p:spPr>
          <a:xfrm>
            <a:off x="457200" y="674914"/>
            <a:ext cx="8229600" cy="742724"/>
          </a:xfrm>
        </p:spPr>
        <p:txBody>
          <a:bodyPr/>
          <a:lstStyle/>
          <a:p>
            <a:r>
              <a:rPr lang="en-US" altLang="ro-RO" dirty="0" err="1"/>
              <a:t>Fazele</a:t>
            </a:r>
            <a:r>
              <a:rPr lang="en-US" altLang="ro-RO" dirty="0"/>
              <a:t> </a:t>
            </a:r>
            <a:r>
              <a:rPr lang="en-US" altLang="ro-RO" dirty="0" err="1"/>
              <a:t>tolerantei</a:t>
            </a:r>
            <a:r>
              <a:rPr lang="en-US" altLang="ro-RO" dirty="0"/>
              <a:t> la </a:t>
            </a:r>
            <a:r>
              <a:rPr lang="en-US" altLang="ro-RO" dirty="0" err="1"/>
              <a:t>defecte</a:t>
            </a:r>
            <a:endParaRPr lang="en-US" altLang="ro-RO" dirty="0"/>
          </a:p>
        </p:txBody>
      </p:sp>
      <p:sp>
        <p:nvSpPr>
          <p:cNvPr id="12293" name="Rectangle 3">
            <a:extLst>
              <a:ext uri="{FF2B5EF4-FFF2-40B4-BE49-F238E27FC236}">
                <a16:creationId xmlns:a16="http://schemas.microsoft.com/office/drawing/2014/main" id="{96CD9C49-8278-634C-902E-775E281704D8}"/>
              </a:ext>
            </a:extLst>
          </p:cNvPr>
          <p:cNvSpPr>
            <a:spLocks noGrp="1" noChangeArrowheads="1"/>
          </p:cNvSpPr>
          <p:nvPr>
            <p:ph type="body" sz="half" idx="1"/>
          </p:nvPr>
        </p:nvSpPr>
        <p:spPr>
          <a:xfrm>
            <a:off x="1896627" y="1417638"/>
            <a:ext cx="6915150" cy="3722077"/>
          </a:xfrm>
        </p:spPr>
        <p:txBody>
          <a:bodyPr/>
          <a:lstStyle/>
          <a:p>
            <a:r>
              <a:rPr lang="en-US" altLang="ro-RO" dirty="0" err="1"/>
              <a:t>Proiectarea</a:t>
            </a:r>
            <a:r>
              <a:rPr lang="en-US" altLang="ro-RO" dirty="0"/>
              <a:t> </a:t>
            </a:r>
            <a:r>
              <a:rPr lang="en-US" altLang="ro-RO" dirty="0" err="1"/>
              <a:t>si</a:t>
            </a:r>
            <a:r>
              <a:rPr lang="en-US" altLang="ro-RO" dirty="0"/>
              <a:t> </a:t>
            </a:r>
            <a:r>
              <a:rPr lang="en-US" altLang="ro-RO" dirty="0" err="1"/>
              <a:t>implementarea</a:t>
            </a:r>
            <a:r>
              <a:rPr lang="en-US" altLang="ro-RO" dirty="0"/>
              <a:t> </a:t>
            </a:r>
            <a:r>
              <a:rPr lang="en-US" altLang="ro-RO" dirty="0" err="1"/>
              <a:t>unui</a:t>
            </a:r>
            <a:r>
              <a:rPr lang="en-US" altLang="ro-RO" dirty="0"/>
              <a:t> </a:t>
            </a:r>
            <a:r>
              <a:rPr lang="en-US" altLang="ro-RO" dirty="0" err="1"/>
              <a:t>sistem</a:t>
            </a:r>
            <a:r>
              <a:rPr lang="en-US" altLang="ro-RO" dirty="0"/>
              <a:t> </a:t>
            </a:r>
            <a:r>
              <a:rPr lang="en-US" altLang="ro-RO" dirty="0" err="1"/>
              <a:t>distribuit</a:t>
            </a:r>
            <a:r>
              <a:rPr lang="en-US" altLang="ro-RO" dirty="0"/>
              <a:t> tolerant la </a:t>
            </a:r>
            <a:r>
              <a:rPr lang="en-US" altLang="ro-RO" dirty="0" err="1"/>
              <a:t>defecte</a:t>
            </a:r>
            <a:r>
              <a:rPr lang="en-US" altLang="ro-RO" dirty="0"/>
              <a:t> </a:t>
            </a:r>
            <a:r>
              <a:rPr lang="en-US" altLang="ro-RO" dirty="0" err="1"/>
              <a:t>este</a:t>
            </a:r>
            <a:r>
              <a:rPr lang="en-US" altLang="ro-RO" dirty="0"/>
              <a:t> </a:t>
            </a:r>
            <a:r>
              <a:rPr lang="en-US" altLang="ro-RO" dirty="0" err="1"/>
              <a:t>dependenta</a:t>
            </a:r>
            <a:r>
              <a:rPr lang="en-US" altLang="ro-RO" dirty="0"/>
              <a:t> de </a:t>
            </a:r>
            <a:r>
              <a:rPr lang="en-US" altLang="ro-RO" dirty="0" err="1"/>
              <a:t>arhitectura</a:t>
            </a:r>
            <a:r>
              <a:rPr lang="en-US" altLang="ro-RO" dirty="0"/>
              <a:t> </a:t>
            </a:r>
            <a:r>
              <a:rPr lang="en-US" altLang="ro-RO" dirty="0" err="1"/>
              <a:t>sistemului</a:t>
            </a:r>
            <a:r>
              <a:rPr lang="en-US" altLang="ro-RO" dirty="0"/>
              <a:t> </a:t>
            </a:r>
            <a:r>
              <a:rPr lang="en-US" altLang="ro-RO" dirty="0" err="1"/>
              <a:t>si</a:t>
            </a:r>
            <a:r>
              <a:rPr lang="en-US" altLang="ro-RO" dirty="0"/>
              <a:t> de </a:t>
            </a:r>
            <a:r>
              <a:rPr lang="en-US" altLang="ro-RO" dirty="0" err="1"/>
              <a:t>functionalitatea</a:t>
            </a:r>
            <a:r>
              <a:rPr lang="en-US" altLang="ro-RO" dirty="0"/>
              <a:t> </a:t>
            </a:r>
            <a:r>
              <a:rPr lang="en-US" altLang="ro-RO" dirty="0" err="1"/>
              <a:t>sa</a:t>
            </a:r>
            <a:r>
              <a:rPr lang="en-US" altLang="ro-RO" dirty="0"/>
              <a:t>. </a:t>
            </a:r>
            <a:r>
              <a:rPr lang="en-US" altLang="ro-RO" dirty="0" err="1"/>
              <a:t>Prin</a:t>
            </a:r>
            <a:r>
              <a:rPr lang="en-US" altLang="ro-RO" dirty="0"/>
              <a:t> </a:t>
            </a:r>
            <a:r>
              <a:rPr lang="en-US" altLang="ro-RO" dirty="0" err="1"/>
              <a:t>urmare</a:t>
            </a:r>
            <a:r>
              <a:rPr lang="en-US" altLang="ro-RO" dirty="0"/>
              <a:t> nu </a:t>
            </a:r>
            <a:r>
              <a:rPr lang="en-US" altLang="ro-RO" dirty="0" err="1"/>
              <a:t>exista</a:t>
            </a:r>
            <a:r>
              <a:rPr lang="en-US" altLang="ro-RO" dirty="0"/>
              <a:t> reguli </a:t>
            </a:r>
            <a:r>
              <a:rPr lang="en-US" altLang="ro-RO" dirty="0" err="1"/>
              <a:t>generale</a:t>
            </a:r>
            <a:r>
              <a:rPr lang="en-US" altLang="ro-RO" dirty="0"/>
              <a:t> </a:t>
            </a:r>
            <a:r>
              <a:rPr lang="en-US" altLang="ro-RO" dirty="0" err="1"/>
              <a:t>pentru</a:t>
            </a:r>
            <a:r>
              <a:rPr lang="en-US" altLang="ro-RO" dirty="0"/>
              <a:t> a </a:t>
            </a:r>
            <a:r>
              <a:rPr lang="en-US" altLang="ro-RO" dirty="0" err="1"/>
              <a:t>adauga</a:t>
            </a:r>
            <a:r>
              <a:rPr lang="en-US" altLang="ro-RO" dirty="0"/>
              <a:t> </a:t>
            </a:r>
            <a:r>
              <a:rPr lang="en-US" altLang="ro-RO" dirty="0" err="1"/>
              <a:t>caracteristici</a:t>
            </a:r>
            <a:r>
              <a:rPr lang="en-US" altLang="ro-RO" dirty="0"/>
              <a:t> de </a:t>
            </a:r>
            <a:r>
              <a:rPr lang="en-US" altLang="ro-RO" dirty="0" err="1"/>
              <a:t>toleranta</a:t>
            </a:r>
            <a:r>
              <a:rPr lang="en-US" altLang="ro-RO" dirty="0"/>
              <a:t> la </a:t>
            </a:r>
            <a:r>
              <a:rPr lang="en-US" altLang="ro-RO" dirty="0" err="1"/>
              <a:t>defecte</a:t>
            </a:r>
            <a:r>
              <a:rPr lang="en-US" altLang="ro-RO" dirty="0"/>
              <a:t>    </a:t>
            </a:r>
            <a:r>
              <a:rPr lang="en-US" altLang="ro-RO" dirty="0" err="1"/>
              <a:t>intr</a:t>
            </a:r>
            <a:r>
              <a:rPr lang="en-US" altLang="ro-RO" dirty="0"/>
              <a:t>-un </a:t>
            </a:r>
            <a:r>
              <a:rPr lang="en-US" altLang="ro-RO" dirty="0" err="1"/>
              <a:t>sistem</a:t>
            </a:r>
            <a:r>
              <a:rPr lang="en-US" altLang="ro-RO" dirty="0"/>
              <a:t>, </a:t>
            </a:r>
            <a:r>
              <a:rPr lang="en-US" altLang="ro-RO" dirty="0" err="1"/>
              <a:t>insa</a:t>
            </a:r>
            <a:r>
              <a:rPr lang="en-US" altLang="ro-RO" dirty="0"/>
              <a:t> </a:t>
            </a:r>
            <a:r>
              <a:rPr lang="en-US" altLang="ro-RO" dirty="0" err="1"/>
              <a:t>putem</a:t>
            </a:r>
            <a:r>
              <a:rPr lang="en-US" altLang="ro-RO" dirty="0"/>
              <a:t> formula </a:t>
            </a:r>
            <a:r>
              <a:rPr lang="en-US" altLang="ro-RO" dirty="0" err="1"/>
              <a:t>unele</a:t>
            </a:r>
            <a:r>
              <a:rPr lang="en-US" altLang="ro-RO" dirty="0"/>
              <a:t> principii care </a:t>
            </a:r>
            <a:r>
              <a:rPr lang="en-US" altLang="ro-RO" dirty="0" err="1"/>
              <a:t>trebuie</a:t>
            </a:r>
            <a:r>
              <a:rPr lang="en-US" altLang="ro-RO" dirty="0"/>
              <a:t> </a:t>
            </a:r>
            <a:r>
              <a:rPr lang="en-US" altLang="ro-RO" dirty="0" err="1"/>
              <a:t>sa</a:t>
            </a:r>
            <a:r>
              <a:rPr lang="en-US" altLang="ro-RO" dirty="0"/>
              <a:t> </a:t>
            </a:r>
            <a:r>
              <a:rPr lang="en-US" altLang="ro-RO" dirty="0" err="1"/>
              <a:t>urmeze</a:t>
            </a:r>
            <a:r>
              <a:rPr lang="en-US" altLang="ro-RO" dirty="0"/>
              <a:t> </a:t>
            </a:r>
            <a:r>
              <a:rPr lang="en-US" altLang="ro-RO" dirty="0" err="1"/>
              <a:t>patru</a:t>
            </a:r>
            <a:r>
              <a:rPr lang="en-US" altLang="ro-RO" dirty="0"/>
              <a:t> faze:</a:t>
            </a:r>
          </a:p>
          <a:p>
            <a:pPr lvl="1"/>
            <a:r>
              <a:rPr lang="en-US" altLang="ro-RO" dirty="0" err="1"/>
              <a:t>Detectia</a:t>
            </a:r>
            <a:r>
              <a:rPr lang="en-US" altLang="ro-RO" dirty="0"/>
              <a:t> </a:t>
            </a:r>
            <a:r>
              <a:rPr lang="en-US" altLang="ro-RO" dirty="0" err="1"/>
              <a:t>erorilor</a:t>
            </a:r>
            <a:endParaRPr lang="en-US" altLang="ro-RO" dirty="0"/>
          </a:p>
          <a:p>
            <a:pPr lvl="1"/>
            <a:r>
              <a:rPr lang="en-US" altLang="ro-RO" dirty="0" err="1"/>
              <a:t>Estimarea</a:t>
            </a:r>
            <a:r>
              <a:rPr lang="en-US" altLang="ro-RO" dirty="0"/>
              <a:t> </a:t>
            </a:r>
            <a:r>
              <a:rPr lang="en-US" altLang="ro-RO" dirty="0" err="1"/>
              <a:t>si</a:t>
            </a:r>
            <a:r>
              <a:rPr lang="en-US" altLang="ro-RO" dirty="0"/>
              <a:t> </a:t>
            </a:r>
            <a:r>
              <a:rPr lang="en-US" altLang="ro-RO" dirty="0" err="1"/>
              <a:t>izolarea</a:t>
            </a:r>
            <a:r>
              <a:rPr lang="en-US" altLang="ro-RO" dirty="0"/>
              <a:t> </a:t>
            </a:r>
            <a:r>
              <a:rPr lang="en-US" altLang="ro-RO" dirty="0" err="1"/>
              <a:t>zonelor</a:t>
            </a:r>
            <a:r>
              <a:rPr lang="en-US" altLang="ro-RO" dirty="0"/>
              <a:t> </a:t>
            </a:r>
            <a:r>
              <a:rPr lang="en-US" altLang="ro-RO" dirty="0" err="1"/>
              <a:t>afectate</a:t>
            </a:r>
            <a:endParaRPr lang="en-US" altLang="ro-RO" dirty="0"/>
          </a:p>
          <a:p>
            <a:pPr lvl="1"/>
            <a:r>
              <a:rPr lang="en-US" altLang="ro-RO" dirty="0" err="1"/>
              <a:t>Recuperarea</a:t>
            </a:r>
            <a:r>
              <a:rPr lang="en-US" altLang="ro-RO" dirty="0"/>
              <a:t> </a:t>
            </a:r>
            <a:r>
              <a:rPr lang="en-US" altLang="ro-RO" dirty="0" err="1"/>
              <a:t>erorilor</a:t>
            </a:r>
            <a:endParaRPr lang="en-US" altLang="ro-RO" dirty="0"/>
          </a:p>
          <a:p>
            <a:pPr lvl="1"/>
            <a:r>
              <a:rPr lang="en-US" altLang="ro-RO" dirty="0" err="1"/>
              <a:t>Tratarea</a:t>
            </a:r>
            <a:r>
              <a:rPr lang="en-US" altLang="ro-RO" dirty="0"/>
              <a:t> </a:t>
            </a:r>
            <a:r>
              <a:rPr lang="en-US" altLang="ro-RO" dirty="0" err="1"/>
              <a:t>defectelor</a:t>
            </a:r>
            <a:r>
              <a:rPr lang="en-US" altLang="ro-RO" dirty="0"/>
              <a:t>.</a:t>
            </a:r>
            <a:endParaRPr lang="en-US" altLang="ro-RO" sz="1662" dirty="0"/>
          </a:p>
        </p:txBody>
      </p:sp>
      <p:pic>
        <p:nvPicPr>
          <p:cNvPr id="12294" name="Picture 44" descr="0399_t_fault3">
            <a:extLst>
              <a:ext uri="{FF2B5EF4-FFF2-40B4-BE49-F238E27FC236}">
                <a16:creationId xmlns:a16="http://schemas.microsoft.com/office/drawing/2014/main" id="{8D1CFD0E-069B-234B-BA14-C68686738874}"/>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79938" y="1834662"/>
            <a:ext cx="967154"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72530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DB08F-E520-AD44-A9EA-4D5D290DF38B}"/>
              </a:ext>
            </a:extLst>
          </p:cNvPr>
          <p:cNvSpPr>
            <a:spLocks noGrp="1"/>
          </p:cNvSpPr>
          <p:nvPr>
            <p:ph type="title"/>
          </p:nvPr>
        </p:nvSpPr>
        <p:spPr>
          <a:xfrm>
            <a:off x="304800" y="762000"/>
            <a:ext cx="8229600" cy="487363"/>
          </a:xfrm>
        </p:spPr>
        <p:txBody>
          <a:bodyPr/>
          <a:lstStyle/>
          <a:p>
            <a:pPr>
              <a:defRPr/>
            </a:pPr>
            <a:r>
              <a:rPr lang="en-US" dirty="0" err="1"/>
              <a:t>Arhitectura</a:t>
            </a:r>
            <a:r>
              <a:rPr lang="en-US" dirty="0"/>
              <a:t> </a:t>
            </a:r>
            <a:r>
              <a:rPr lang="en-US" dirty="0" err="1"/>
              <a:t>generica</a:t>
            </a:r>
            <a:r>
              <a:rPr lang="en-US" dirty="0"/>
              <a:t> de FT</a:t>
            </a:r>
          </a:p>
        </p:txBody>
      </p:sp>
      <p:sp>
        <p:nvSpPr>
          <p:cNvPr id="17411" name="Footer Placeholder 3">
            <a:extLst>
              <a:ext uri="{FF2B5EF4-FFF2-40B4-BE49-F238E27FC236}">
                <a16:creationId xmlns:a16="http://schemas.microsoft.com/office/drawing/2014/main" id="{041A6EA8-B7CC-E448-9F67-F121B8C1423D}"/>
              </a:ext>
            </a:extLst>
          </p:cNvPr>
          <p:cNvSpPr>
            <a:spLocks noGrp="1"/>
          </p:cNvSpPr>
          <p:nvPr>
            <p:ph type="ftr" sz="quarter" idx="10"/>
          </p:nvPr>
        </p:nvSpPr>
        <p:spPr bwMode="auto">
          <a:xfrm>
            <a:off x="2362200" y="6610350"/>
            <a:ext cx="38862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ctr" rtl="0" fontAlgn="base">
              <a:spcBef>
                <a:spcPct val="0"/>
              </a:spcBef>
              <a:spcAft>
                <a:spcPct val="0"/>
              </a:spcAft>
              <a:defRPr sz="900" kern="1200">
                <a:solidFill>
                  <a:schemeClr val="bg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r>
              <a:rPr lang="en-US"/>
              <a:t>Toleranta la defecte in SD </a:t>
            </a:r>
            <a:endParaRPr lang="en-US" altLang="ro-RO">
              <a:solidFill>
                <a:schemeClr val="bg1"/>
              </a:solidFill>
            </a:endParaRPr>
          </a:p>
        </p:txBody>
      </p:sp>
      <p:sp>
        <p:nvSpPr>
          <p:cNvPr id="17412" name="Slide Number Placeholder 4">
            <a:extLst>
              <a:ext uri="{FF2B5EF4-FFF2-40B4-BE49-F238E27FC236}">
                <a16:creationId xmlns:a16="http://schemas.microsoft.com/office/drawing/2014/main" id="{981C3E94-B057-564E-95DD-481DF0419304}"/>
              </a:ext>
            </a:extLst>
          </p:cNvPr>
          <p:cNvSpPr>
            <a:spLocks noGrp="1"/>
          </p:cNvSpPr>
          <p:nvPr>
            <p:ph type="sldNum" sz="quarter" idx="11"/>
          </p:nvPr>
        </p:nvSpPr>
        <p:spPr bwMode="auto">
          <a:xfrm>
            <a:off x="7010400" y="6602413"/>
            <a:ext cx="2133600" cy="549275"/>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900" kern="1200">
                <a:solidFill>
                  <a:schemeClr val="bg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fld id="{F70614BC-944D-F346-86BD-32DC0AD8C607}" type="slidenum">
              <a:rPr lang="en-US" altLang="ro-RO" smtClean="0"/>
              <a:pPr eaLnBrk="1" hangingPunct="1"/>
              <a:t>11</a:t>
            </a:fld>
            <a:endParaRPr lang="en-US" altLang="ro-RO">
              <a:solidFill>
                <a:schemeClr val="bg1"/>
              </a:solidFill>
            </a:endParaRPr>
          </a:p>
        </p:txBody>
      </p:sp>
      <p:sp>
        <p:nvSpPr>
          <p:cNvPr id="17413" name="Rectangle 4">
            <a:extLst>
              <a:ext uri="{FF2B5EF4-FFF2-40B4-BE49-F238E27FC236}">
                <a16:creationId xmlns:a16="http://schemas.microsoft.com/office/drawing/2014/main" id="{CE15AE25-44FC-3849-99D9-5D7B5CB51B44}"/>
              </a:ext>
            </a:extLst>
          </p:cNvPr>
          <p:cNvSpPr>
            <a:spLocks noChangeArrowheads="1"/>
          </p:cNvSpPr>
          <p:nvPr/>
        </p:nvSpPr>
        <p:spPr bwMode="auto">
          <a:xfrm>
            <a:off x="2514600" y="2057400"/>
            <a:ext cx="1981200" cy="719138"/>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ro-RO" b="1"/>
              <a:t>Detectia Erorilor</a:t>
            </a:r>
          </a:p>
        </p:txBody>
      </p:sp>
      <p:sp>
        <p:nvSpPr>
          <p:cNvPr id="17414" name="Line 5">
            <a:extLst>
              <a:ext uri="{FF2B5EF4-FFF2-40B4-BE49-F238E27FC236}">
                <a16:creationId xmlns:a16="http://schemas.microsoft.com/office/drawing/2014/main" id="{FC37170B-567B-2545-9FBB-432A6754AD5A}"/>
              </a:ext>
            </a:extLst>
          </p:cNvPr>
          <p:cNvSpPr>
            <a:spLocks noChangeShapeType="1"/>
          </p:cNvSpPr>
          <p:nvPr/>
        </p:nvSpPr>
        <p:spPr bwMode="auto">
          <a:xfrm>
            <a:off x="4495800" y="2438400"/>
            <a:ext cx="304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ro-RO"/>
          </a:p>
        </p:txBody>
      </p:sp>
      <p:sp>
        <p:nvSpPr>
          <p:cNvPr id="17415" name="Rectangle 6">
            <a:extLst>
              <a:ext uri="{FF2B5EF4-FFF2-40B4-BE49-F238E27FC236}">
                <a16:creationId xmlns:a16="http://schemas.microsoft.com/office/drawing/2014/main" id="{1C30F8C5-B1AE-4044-BE2E-77B2C1E0A073}"/>
              </a:ext>
            </a:extLst>
          </p:cNvPr>
          <p:cNvSpPr>
            <a:spLocks noChangeArrowheads="1"/>
          </p:cNvSpPr>
          <p:nvPr/>
        </p:nvSpPr>
        <p:spPr bwMode="auto">
          <a:xfrm>
            <a:off x="381000" y="2057400"/>
            <a:ext cx="1752600" cy="719138"/>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ro-RO" b="1"/>
              <a:t>Subsistemul de </a:t>
            </a:r>
          </a:p>
          <a:p>
            <a:pPr algn="ctr" eaLnBrk="1" hangingPunct="1"/>
            <a:r>
              <a:rPr lang="en-US" altLang="ro-RO" b="1"/>
              <a:t>Monitorizare</a:t>
            </a:r>
          </a:p>
        </p:txBody>
      </p:sp>
      <p:sp>
        <p:nvSpPr>
          <p:cNvPr id="17416" name="Line 7">
            <a:extLst>
              <a:ext uri="{FF2B5EF4-FFF2-40B4-BE49-F238E27FC236}">
                <a16:creationId xmlns:a16="http://schemas.microsoft.com/office/drawing/2014/main" id="{3C27863B-5C04-CF42-B1FE-3CC7C9F46AAC}"/>
              </a:ext>
            </a:extLst>
          </p:cNvPr>
          <p:cNvSpPr>
            <a:spLocks noChangeShapeType="1"/>
          </p:cNvSpPr>
          <p:nvPr/>
        </p:nvSpPr>
        <p:spPr bwMode="auto">
          <a:xfrm>
            <a:off x="2133600" y="2438400"/>
            <a:ext cx="381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ro-RO"/>
          </a:p>
        </p:txBody>
      </p:sp>
      <p:sp>
        <p:nvSpPr>
          <p:cNvPr id="17417" name="Rectangle 8">
            <a:extLst>
              <a:ext uri="{FF2B5EF4-FFF2-40B4-BE49-F238E27FC236}">
                <a16:creationId xmlns:a16="http://schemas.microsoft.com/office/drawing/2014/main" id="{7A878A59-0556-D24E-8889-0258526327ED}"/>
              </a:ext>
            </a:extLst>
          </p:cNvPr>
          <p:cNvSpPr>
            <a:spLocks noChangeArrowheads="1"/>
          </p:cNvSpPr>
          <p:nvPr/>
        </p:nvSpPr>
        <p:spPr bwMode="auto">
          <a:xfrm>
            <a:off x="762000" y="3429000"/>
            <a:ext cx="7391400" cy="9144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ro-RO" b="1" dirty="0"/>
              <a:t>Distributed System</a:t>
            </a:r>
          </a:p>
        </p:txBody>
      </p:sp>
      <p:sp>
        <p:nvSpPr>
          <p:cNvPr id="17418" name="Rectangle 9">
            <a:extLst>
              <a:ext uri="{FF2B5EF4-FFF2-40B4-BE49-F238E27FC236}">
                <a16:creationId xmlns:a16="http://schemas.microsoft.com/office/drawing/2014/main" id="{45DACF13-B024-CA42-9E93-753C7B0B8B04}"/>
              </a:ext>
            </a:extLst>
          </p:cNvPr>
          <p:cNvSpPr>
            <a:spLocks noChangeArrowheads="1"/>
          </p:cNvSpPr>
          <p:nvPr/>
        </p:nvSpPr>
        <p:spPr bwMode="auto">
          <a:xfrm>
            <a:off x="4800600" y="2057400"/>
            <a:ext cx="1676400" cy="719138"/>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ro-RO" b="1"/>
              <a:t>Gestiunea </a:t>
            </a:r>
          </a:p>
          <a:p>
            <a:pPr algn="ctr" eaLnBrk="1" hangingPunct="1"/>
            <a:r>
              <a:rPr lang="en-US" altLang="ro-RO" b="1"/>
              <a:t>erorilor</a:t>
            </a:r>
          </a:p>
        </p:txBody>
      </p:sp>
      <p:sp>
        <p:nvSpPr>
          <p:cNvPr id="17419" name="Rectangle 10">
            <a:extLst>
              <a:ext uri="{FF2B5EF4-FFF2-40B4-BE49-F238E27FC236}">
                <a16:creationId xmlns:a16="http://schemas.microsoft.com/office/drawing/2014/main" id="{54440FA1-16BF-0848-80EE-4FF36153A56A}"/>
              </a:ext>
            </a:extLst>
          </p:cNvPr>
          <p:cNvSpPr>
            <a:spLocks noChangeArrowheads="1"/>
          </p:cNvSpPr>
          <p:nvPr/>
        </p:nvSpPr>
        <p:spPr bwMode="auto">
          <a:xfrm>
            <a:off x="6781800" y="2057400"/>
            <a:ext cx="1752600" cy="719138"/>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ro-RO" b="1"/>
              <a:t>Gestiunea </a:t>
            </a:r>
          </a:p>
          <a:p>
            <a:pPr algn="ctr" eaLnBrk="1" hangingPunct="1"/>
            <a:r>
              <a:rPr lang="en-US" altLang="ro-RO" b="1"/>
              <a:t>defectelor</a:t>
            </a:r>
          </a:p>
        </p:txBody>
      </p:sp>
      <p:sp>
        <p:nvSpPr>
          <p:cNvPr id="17420" name="Line 11">
            <a:extLst>
              <a:ext uri="{FF2B5EF4-FFF2-40B4-BE49-F238E27FC236}">
                <a16:creationId xmlns:a16="http://schemas.microsoft.com/office/drawing/2014/main" id="{2D2839F7-DEDA-B94D-ADBD-73D531623EE9}"/>
              </a:ext>
            </a:extLst>
          </p:cNvPr>
          <p:cNvSpPr>
            <a:spLocks noChangeShapeType="1"/>
          </p:cNvSpPr>
          <p:nvPr/>
        </p:nvSpPr>
        <p:spPr bwMode="auto">
          <a:xfrm flipV="1">
            <a:off x="6477000" y="2438400"/>
            <a:ext cx="304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ro-RO"/>
          </a:p>
        </p:txBody>
      </p:sp>
      <p:sp>
        <p:nvSpPr>
          <p:cNvPr id="17421" name="Line 12">
            <a:extLst>
              <a:ext uri="{FF2B5EF4-FFF2-40B4-BE49-F238E27FC236}">
                <a16:creationId xmlns:a16="http://schemas.microsoft.com/office/drawing/2014/main" id="{D895FA2F-390D-7E4D-8683-D6A65002879B}"/>
              </a:ext>
            </a:extLst>
          </p:cNvPr>
          <p:cNvSpPr>
            <a:spLocks noChangeShapeType="1"/>
          </p:cNvSpPr>
          <p:nvPr/>
        </p:nvSpPr>
        <p:spPr bwMode="auto">
          <a:xfrm flipV="1">
            <a:off x="1295400" y="2776538"/>
            <a:ext cx="0" cy="6524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ro-RO"/>
          </a:p>
        </p:txBody>
      </p:sp>
      <p:sp>
        <p:nvSpPr>
          <p:cNvPr id="17422" name="Line 13">
            <a:extLst>
              <a:ext uri="{FF2B5EF4-FFF2-40B4-BE49-F238E27FC236}">
                <a16:creationId xmlns:a16="http://schemas.microsoft.com/office/drawing/2014/main" id="{F49E9442-B1E6-9747-9166-5EF7BD8F85EB}"/>
              </a:ext>
            </a:extLst>
          </p:cNvPr>
          <p:cNvSpPr>
            <a:spLocks noChangeShapeType="1"/>
          </p:cNvSpPr>
          <p:nvPr/>
        </p:nvSpPr>
        <p:spPr bwMode="auto">
          <a:xfrm>
            <a:off x="5638800" y="2819400"/>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ro-RO"/>
          </a:p>
        </p:txBody>
      </p:sp>
      <p:sp>
        <p:nvSpPr>
          <p:cNvPr id="17423" name="Line 14">
            <a:extLst>
              <a:ext uri="{FF2B5EF4-FFF2-40B4-BE49-F238E27FC236}">
                <a16:creationId xmlns:a16="http://schemas.microsoft.com/office/drawing/2014/main" id="{AF23D774-7D8B-9F4D-A161-EC7981D5FA83}"/>
              </a:ext>
            </a:extLst>
          </p:cNvPr>
          <p:cNvSpPr>
            <a:spLocks noChangeShapeType="1"/>
          </p:cNvSpPr>
          <p:nvPr/>
        </p:nvSpPr>
        <p:spPr bwMode="auto">
          <a:xfrm>
            <a:off x="7543800" y="2819400"/>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ro-RO"/>
          </a:p>
        </p:txBody>
      </p:sp>
    </p:spTree>
    <p:extLst>
      <p:ext uri="{BB962C8B-B14F-4D97-AF65-F5344CB8AC3E}">
        <p14:creationId xmlns:p14="http://schemas.microsoft.com/office/powerpoint/2010/main" val="34472041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DADAF-589C-5D4A-8430-158C5BB38701}"/>
              </a:ext>
            </a:extLst>
          </p:cNvPr>
          <p:cNvSpPr>
            <a:spLocks noGrp="1"/>
          </p:cNvSpPr>
          <p:nvPr>
            <p:ph type="title"/>
          </p:nvPr>
        </p:nvSpPr>
        <p:spPr/>
        <p:txBody>
          <a:bodyPr/>
          <a:lstStyle/>
          <a:p>
            <a:pPr>
              <a:defRPr/>
            </a:pPr>
            <a:r>
              <a:rPr lang="en-US" dirty="0" err="1"/>
              <a:t>Detectoare</a:t>
            </a:r>
            <a:endParaRPr lang="en-US" dirty="0"/>
          </a:p>
        </p:txBody>
      </p:sp>
      <p:sp>
        <p:nvSpPr>
          <p:cNvPr id="19459" name="Content Placeholder 2">
            <a:extLst>
              <a:ext uri="{FF2B5EF4-FFF2-40B4-BE49-F238E27FC236}">
                <a16:creationId xmlns:a16="http://schemas.microsoft.com/office/drawing/2014/main" id="{7A771874-23B3-0245-90FC-1164B79B77B6}"/>
              </a:ext>
            </a:extLst>
          </p:cNvPr>
          <p:cNvSpPr>
            <a:spLocks noGrp="1"/>
          </p:cNvSpPr>
          <p:nvPr>
            <p:ph idx="1"/>
          </p:nvPr>
        </p:nvSpPr>
        <p:spPr/>
        <p:txBody>
          <a:bodyPr/>
          <a:lstStyle/>
          <a:p>
            <a:r>
              <a:rPr lang="en-US" altLang="ro-RO" sz="2800"/>
              <a:t>Nivelul de FD este in general asigurat de detectoare locale dedicate </a:t>
            </a:r>
          </a:p>
        </p:txBody>
      </p:sp>
      <p:sp>
        <p:nvSpPr>
          <p:cNvPr id="19460" name="Footer Placeholder 3">
            <a:extLst>
              <a:ext uri="{FF2B5EF4-FFF2-40B4-BE49-F238E27FC236}">
                <a16:creationId xmlns:a16="http://schemas.microsoft.com/office/drawing/2014/main" id="{68D2AF10-CC40-E245-AF78-4389FFA6D7D9}"/>
              </a:ext>
            </a:extLst>
          </p:cNvPr>
          <p:cNvSpPr>
            <a:spLocks noGrp="1"/>
          </p:cNvSpPr>
          <p:nvPr>
            <p:ph type="ftr" sz="quarter" idx="10"/>
          </p:nvPr>
        </p:nvSpPr>
        <p:spPr bwMode="auto">
          <a:xfrm>
            <a:off x="2362200" y="6610350"/>
            <a:ext cx="38862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ctr" rtl="0" fontAlgn="base">
              <a:spcBef>
                <a:spcPct val="0"/>
              </a:spcBef>
              <a:spcAft>
                <a:spcPct val="0"/>
              </a:spcAft>
              <a:defRPr sz="900" kern="1200">
                <a:solidFill>
                  <a:schemeClr val="bg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r>
              <a:rPr lang="en-US"/>
              <a:t>Toleranta la defecte in SD </a:t>
            </a:r>
            <a:endParaRPr lang="en-US" altLang="ro-RO">
              <a:solidFill>
                <a:schemeClr val="bg1"/>
              </a:solidFill>
            </a:endParaRPr>
          </a:p>
        </p:txBody>
      </p:sp>
      <p:sp>
        <p:nvSpPr>
          <p:cNvPr id="19461" name="Slide Number Placeholder 4">
            <a:extLst>
              <a:ext uri="{FF2B5EF4-FFF2-40B4-BE49-F238E27FC236}">
                <a16:creationId xmlns:a16="http://schemas.microsoft.com/office/drawing/2014/main" id="{988421DD-DE38-1547-B8AC-34540B9E81FB}"/>
              </a:ext>
            </a:extLst>
          </p:cNvPr>
          <p:cNvSpPr>
            <a:spLocks noGrp="1"/>
          </p:cNvSpPr>
          <p:nvPr>
            <p:ph type="sldNum" sz="quarter" idx="11"/>
          </p:nvPr>
        </p:nvSpPr>
        <p:spPr bwMode="auto">
          <a:xfrm>
            <a:off x="7010400" y="6602413"/>
            <a:ext cx="2133600" cy="549275"/>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900" kern="1200">
                <a:solidFill>
                  <a:schemeClr val="bg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fld id="{F70614BC-944D-F346-86BD-32DC0AD8C607}" type="slidenum">
              <a:rPr lang="en-US" altLang="ro-RO" smtClean="0"/>
              <a:pPr eaLnBrk="1" hangingPunct="1"/>
              <a:t>12</a:t>
            </a:fld>
            <a:endParaRPr lang="en-US" altLang="ro-RO">
              <a:solidFill>
                <a:schemeClr val="bg1"/>
              </a:solidFill>
            </a:endParaRPr>
          </a:p>
        </p:txBody>
      </p:sp>
      <p:pic>
        <p:nvPicPr>
          <p:cNvPr id="19462" name="Picture 5">
            <a:extLst>
              <a:ext uri="{FF2B5EF4-FFF2-40B4-BE49-F238E27FC236}">
                <a16:creationId xmlns:a16="http://schemas.microsoft.com/office/drawing/2014/main" id="{E88B026D-E714-7941-99D3-BF180BF2F3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2286000"/>
            <a:ext cx="3132138"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002040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1890" name="Rectangle 1026">
            <a:extLst>
              <a:ext uri="{FF2B5EF4-FFF2-40B4-BE49-F238E27FC236}">
                <a16:creationId xmlns:a16="http://schemas.microsoft.com/office/drawing/2014/main" id="{80B026B1-1DA0-1346-ACD6-4015D13A9C52}"/>
              </a:ext>
            </a:extLst>
          </p:cNvPr>
          <p:cNvSpPr>
            <a:spLocks noGrp="1" noChangeArrowheads="1"/>
          </p:cNvSpPr>
          <p:nvPr>
            <p:ph type="body" idx="1"/>
          </p:nvPr>
        </p:nvSpPr>
        <p:spPr>
          <a:xfrm>
            <a:off x="268288" y="1371600"/>
            <a:ext cx="8875712" cy="4114800"/>
          </a:xfrm>
        </p:spPr>
        <p:txBody>
          <a:bodyPr/>
          <a:lstStyle/>
          <a:p>
            <a:r>
              <a:rPr lang="en-US" altLang="ro-RO" sz="2000" dirty="0" err="1"/>
              <a:t>Puteți</a:t>
            </a:r>
            <a:r>
              <a:rPr lang="en-US" altLang="ro-RO" sz="2000" dirty="0"/>
              <a:t> </a:t>
            </a:r>
            <a:r>
              <a:rPr lang="en-US" altLang="ro-RO" sz="2000" dirty="0" err="1"/>
              <a:t>să</a:t>
            </a:r>
            <a:r>
              <a:rPr lang="en-US" altLang="ro-RO" sz="2000" dirty="0"/>
              <a:t> </a:t>
            </a:r>
            <a:r>
              <a:rPr lang="en-US" altLang="ro-RO" sz="2000" dirty="0" err="1"/>
              <a:t>vă</a:t>
            </a:r>
            <a:r>
              <a:rPr lang="en-US" altLang="ro-RO" sz="2000" dirty="0"/>
              <a:t> </a:t>
            </a:r>
            <a:r>
              <a:rPr lang="en-US" altLang="ro-RO" sz="2000" dirty="0" err="1"/>
              <a:t>gândiți</a:t>
            </a:r>
            <a:r>
              <a:rPr lang="en-US" altLang="ro-RO" sz="2000" dirty="0"/>
              <a:t> la un </a:t>
            </a:r>
            <a:r>
              <a:rPr lang="en-US" altLang="ro-RO" sz="2000" dirty="0" err="1"/>
              <a:t>algoritm</a:t>
            </a:r>
            <a:r>
              <a:rPr lang="en-US" altLang="ro-RO" sz="2000" dirty="0"/>
              <a:t>?</a:t>
            </a:r>
          </a:p>
        </p:txBody>
      </p:sp>
      <p:sp>
        <p:nvSpPr>
          <p:cNvPr id="1701891" name="Rectangle 1027">
            <a:extLst>
              <a:ext uri="{FF2B5EF4-FFF2-40B4-BE49-F238E27FC236}">
                <a16:creationId xmlns:a16="http://schemas.microsoft.com/office/drawing/2014/main" id="{A37E125C-0CDD-2345-8B2C-EDFE8C84EA75}"/>
              </a:ext>
            </a:extLst>
          </p:cNvPr>
          <p:cNvSpPr>
            <a:spLocks noGrp="1" noChangeArrowheads="1"/>
          </p:cNvSpPr>
          <p:nvPr>
            <p:ph type="title"/>
          </p:nvPr>
        </p:nvSpPr>
        <p:spPr>
          <a:xfrm>
            <a:off x="448469" y="454025"/>
            <a:ext cx="8515350" cy="458788"/>
          </a:xfrm>
        </p:spPr>
        <p:txBody>
          <a:bodyPr/>
          <a:lstStyle/>
          <a:p>
            <a:r>
              <a:rPr lang="en-US" altLang="ro-RO" sz="3200" dirty="0" err="1"/>
              <a:t>Problema</a:t>
            </a:r>
            <a:r>
              <a:rPr lang="en-US" altLang="ro-RO" sz="3200" dirty="0"/>
              <a:t> </a:t>
            </a:r>
            <a:r>
              <a:rPr lang="en-US" altLang="ro-RO" sz="3200" dirty="0" err="1"/>
              <a:t>celor</a:t>
            </a:r>
            <a:r>
              <a:rPr lang="en-US" altLang="ro-RO" sz="3200" dirty="0"/>
              <a:t> </a:t>
            </a:r>
            <a:r>
              <a:rPr lang="en-US" altLang="ro-RO" sz="3200" dirty="0" err="1"/>
              <a:t>două</a:t>
            </a:r>
            <a:r>
              <a:rPr lang="en-US" altLang="ro-RO" sz="3200" dirty="0"/>
              <a:t> </a:t>
            </a:r>
            <a:r>
              <a:rPr lang="en-US" altLang="ro-RO" sz="3200" dirty="0" err="1"/>
              <a:t>armate</a:t>
            </a:r>
            <a:endParaRPr lang="en-US" altLang="ro-RO" sz="3200" dirty="0"/>
          </a:p>
        </p:txBody>
      </p:sp>
      <p:pic>
        <p:nvPicPr>
          <p:cNvPr id="10" name="Picture 3" descr="6-13">
            <a:extLst>
              <a:ext uri="{FF2B5EF4-FFF2-40B4-BE49-F238E27FC236}">
                <a16:creationId xmlns:a16="http://schemas.microsoft.com/office/drawing/2014/main" id="{D3D13390-9C8E-CB42-9CD8-CCDA8F1A47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0634" y="2395422"/>
            <a:ext cx="7170737" cy="3251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899961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DBBA9-8969-3948-8188-76A1F015830E}"/>
              </a:ext>
            </a:extLst>
          </p:cNvPr>
          <p:cNvSpPr>
            <a:spLocks noGrp="1"/>
          </p:cNvSpPr>
          <p:nvPr>
            <p:ph type="title"/>
          </p:nvPr>
        </p:nvSpPr>
        <p:spPr/>
        <p:txBody>
          <a:bodyPr/>
          <a:lstStyle/>
          <a:p>
            <a:pPr>
              <a:defRPr/>
            </a:pPr>
            <a:r>
              <a:rPr lang="en-US" dirty="0"/>
              <a:t>Scheme de </a:t>
            </a:r>
            <a:r>
              <a:rPr lang="en-US" dirty="0" err="1"/>
              <a:t>detectie</a:t>
            </a:r>
            <a:endParaRPr lang="en-US" dirty="0"/>
          </a:p>
        </p:txBody>
      </p:sp>
      <p:sp>
        <p:nvSpPr>
          <p:cNvPr id="20483" name="Content Placeholder 2">
            <a:extLst>
              <a:ext uri="{FF2B5EF4-FFF2-40B4-BE49-F238E27FC236}">
                <a16:creationId xmlns:a16="http://schemas.microsoft.com/office/drawing/2014/main" id="{226CD6EC-EC08-0548-AB37-CBBA1C163C3A}"/>
              </a:ext>
            </a:extLst>
          </p:cNvPr>
          <p:cNvSpPr>
            <a:spLocks noGrp="1"/>
          </p:cNvSpPr>
          <p:nvPr>
            <p:ph idx="1"/>
          </p:nvPr>
        </p:nvSpPr>
        <p:spPr/>
        <p:txBody>
          <a:bodyPr>
            <a:normAutofit fontScale="92500" lnSpcReduction="10000"/>
          </a:bodyPr>
          <a:lstStyle/>
          <a:p>
            <a:pPr>
              <a:spcAft>
                <a:spcPts val="600"/>
              </a:spcAft>
            </a:pPr>
            <a:r>
              <a:rPr lang="en-GB" altLang="ro-RO" sz="2400" dirty="0" err="1">
                <a:solidFill>
                  <a:srgbClr val="FF0000"/>
                </a:solidFill>
              </a:rPr>
              <a:t>Strategia</a:t>
            </a:r>
            <a:r>
              <a:rPr lang="en-GB" altLang="ro-RO" sz="2400" dirty="0">
                <a:solidFill>
                  <a:srgbClr val="FF0000"/>
                </a:solidFill>
              </a:rPr>
              <a:t> Heartbeat </a:t>
            </a:r>
            <a:r>
              <a:rPr lang="en-US" altLang="ro-RO" sz="2400" dirty="0"/>
              <a:t>– </a:t>
            </a:r>
            <a:r>
              <a:rPr lang="en-US" altLang="ro-RO" sz="2400" dirty="0" err="1"/>
              <a:t>traditionala</a:t>
            </a:r>
            <a:r>
              <a:rPr lang="en-US" altLang="ro-RO" sz="2400" dirty="0"/>
              <a:t>, (</a:t>
            </a:r>
            <a:r>
              <a:rPr lang="en-US" altLang="ro-RO" sz="2400" dirty="0" err="1"/>
              <a:t>inca</a:t>
            </a:r>
            <a:r>
              <a:rPr lang="en-US" altLang="ro-RO" sz="2400" dirty="0"/>
              <a:t>) </a:t>
            </a:r>
            <a:r>
              <a:rPr lang="en-US" altLang="ro-RO" sz="2400" dirty="0" err="1"/>
              <a:t>cea</a:t>
            </a:r>
            <a:r>
              <a:rPr lang="en-US" altLang="ro-RO" sz="2400" dirty="0"/>
              <a:t> </a:t>
            </a:r>
            <a:r>
              <a:rPr lang="en-US" altLang="ro-RO" sz="2400" dirty="0" err="1"/>
              <a:t>mai</a:t>
            </a:r>
            <a:r>
              <a:rPr lang="en-US" altLang="ro-RO" sz="2400" dirty="0"/>
              <a:t> </a:t>
            </a:r>
            <a:r>
              <a:rPr lang="en-US" altLang="ro-RO" sz="2400" dirty="0" err="1"/>
              <a:t>intalnita</a:t>
            </a:r>
            <a:endParaRPr lang="en-GB" altLang="ro-RO" sz="2400" dirty="0"/>
          </a:p>
          <a:p>
            <a:pPr>
              <a:spcAft>
                <a:spcPts val="600"/>
              </a:spcAft>
            </a:pPr>
            <a:r>
              <a:rPr lang="en-GB" altLang="ro-RO" sz="2400" dirty="0" err="1"/>
              <a:t>Problema</a:t>
            </a:r>
            <a:r>
              <a:rPr lang="en-GB" altLang="ro-RO" sz="2400" dirty="0"/>
              <a:t> – </a:t>
            </a:r>
            <a:r>
              <a:rPr lang="en-GB" altLang="ro-RO" sz="2400" dirty="0" err="1"/>
              <a:t>scalabilitatea</a:t>
            </a:r>
            <a:endParaRPr lang="en-GB" altLang="ro-RO" sz="2400" dirty="0"/>
          </a:p>
          <a:p>
            <a:pPr lvl="1">
              <a:spcAft>
                <a:spcPts val="600"/>
              </a:spcAft>
            </a:pPr>
            <a:r>
              <a:rPr lang="en-US" altLang="ro-RO" sz="2000" dirty="0"/>
              <a:t>Solutia 1) </a:t>
            </a:r>
            <a:r>
              <a:rPr lang="en-US" altLang="ro-RO" sz="2000" dirty="0" err="1"/>
              <a:t>Structuri</a:t>
            </a:r>
            <a:r>
              <a:rPr lang="en-US" altLang="ro-RO" sz="2000" dirty="0"/>
              <a:t> </a:t>
            </a:r>
            <a:r>
              <a:rPr lang="en-US" altLang="ro-RO" sz="2000" dirty="0" err="1"/>
              <a:t>ierarhice</a:t>
            </a:r>
            <a:r>
              <a:rPr lang="en-US" altLang="ro-RO" sz="2000" dirty="0"/>
              <a:t> de FD  – Two-level Globus FD</a:t>
            </a:r>
          </a:p>
          <a:p>
            <a:pPr lvl="1">
              <a:spcAft>
                <a:spcPts val="600"/>
              </a:spcAft>
            </a:pPr>
            <a:r>
              <a:rPr lang="en-US" altLang="ro-RO" sz="2000" dirty="0"/>
              <a:t>Solutia 2) </a:t>
            </a:r>
            <a:r>
              <a:rPr lang="en-US" altLang="ro-RO" sz="2000" dirty="0" err="1"/>
              <a:t>Protocoale</a:t>
            </a:r>
            <a:r>
              <a:rPr lang="en-US" altLang="ro-RO" sz="2000" dirty="0"/>
              <a:t> de tip Gossip – cu o mare </a:t>
            </a:r>
            <a:r>
              <a:rPr lang="en-US" altLang="ro-RO" sz="2000" dirty="0" err="1"/>
              <a:t>probabilitate</a:t>
            </a:r>
            <a:r>
              <a:rPr lang="en-US" altLang="ro-RO" sz="2000" dirty="0"/>
              <a:t>, in </a:t>
            </a:r>
            <a:r>
              <a:rPr lang="en-US" altLang="ro-RO" sz="2000" dirty="0" err="1"/>
              <a:t>cele</a:t>
            </a:r>
            <a:r>
              <a:rPr lang="en-US" altLang="ro-RO" sz="2000" dirty="0"/>
              <a:t> din </a:t>
            </a:r>
            <a:r>
              <a:rPr lang="en-US" altLang="ro-RO" sz="2000" dirty="0" err="1"/>
              <a:t>urma</a:t>
            </a:r>
            <a:r>
              <a:rPr lang="en-US" altLang="ro-RO" sz="2000" dirty="0"/>
              <a:t> </a:t>
            </a:r>
            <a:r>
              <a:rPr lang="en-US" altLang="ro-RO" sz="2000" dirty="0" err="1"/>
              <a:t>toate</a:t>
            </a:r>
            <a:r>
              <a:rPr lang="en-US" altLang="ro-RO" sz="2000" dirty="0"/>
              <a:t> </a:t>
            </a:r>
            <a:r>
              <a:rPr lang="en-US" altLang="ro-RO" sz="2000" dirty="0" err="1"/>
              <a:t>procesele</a:t>
            </a:r>
            <a:r>
              <a:rPr lang="en-US" altLang="ro-RO" sz="2000" dirty="0"/>
              <a:t> </a:t>
            </a:r>
            <a:r>
              <a:rPr lang="en-US" altLang="ro-RO" sz="2000" dirty="0" err="1"/>
              <a:t>obtin</a:t>
            </a:r>
            <a:r>
              <a:rPr lang="en-US" altLang="ro-RO" sz="2000" dirty="0"/>
              <a:t> </a:t>
            </a:r>
            <a:r>
              <a:rPr lang="en-US" altLang="ro-RO" sz="2000" dirty="0" err="1"/>
              <a:t>aceleasi</a:t>
            </a:r>
            <a:r>
              <a:rPr lang="en-US" altLang="ro-RO" sz="2000" dirty="0"/>
              <a:t> </a:t>
            </a:r>
            <a:r>
              <a:rPr lang="en-US" altLang="ro-RO" sz="2000" dirty="0" err="1"/>
              <a:t>informatii</a:t>
            </a:r>
            <a:endParaRPr lang="en-GB" altLang="ro-RO" sz="2000" dirty="0"/>
          </a:p>
          <a:p>
            <a:pPr>
              <a:spcAft>
                <a:spcPts val="600"/>
              </a:spcAft>
            </a:pPr>
            <a:r>
              <a:rPr lang="en-US" altLang="ro-RO" sz="2400" dirty="0" err="1">
                <a:solidFill>
                  <a:srgbClr val="FF0000"/>
                </a:solidFill>
              </a:rPr>
              <a:t>Protocoale</a:t>
            </a:r>
            <a:r>
              <a:rPr lang="en-US" altLang="ro-RO" sz="2400" dirty="0">
                <a:solidFill>
                  <a:srgbClr val="FF0000"/>
                </a:solidFill>
              </a:rPr>
              <a:t> Adaptive</a:t>
            </a:r>
          </a:p>
          <a:p>
            <a:pPr lvl="1">
              <a:spcAft>
                <a:spcPts val="600"/>
              </a:spcAft>
            </a:pPr>
            <a:r>
              <a:rPr lang="en-GB" altLang="ro-RO" sz="2000" dirty="0"/>
              <a:t>Se </a:t>
            </a:r>
            <a:r>
              <a:rPr lang="en-GB" altLang="ro-RO" sz="2000" dirty="0" err="1"/>
              <a:t>adapteaza</a:t>
            </a:r>
            <a:r>
              <a:rPr lang="en-GB" altLang="ro-RO" sz="2000" dirty="0"/>
              <a:t> </a:t>
            </a:r>
            <a:r>
              <a:rPr lang="en-GB" altLang="ro-RO" sz="2000" dirty="0" err="1"/>
              <a:t>dinamic</a:t>
            </a:r>
            <a:r>
              <a:rPr lang="en-GB" altLang="ro-RO" sz="2000" dirty="0"/>
              <a:t> la </a:t>
            </a:r>
            <a:r>
              <a:rPr lang="en-GB" altLang="ro-RO" sz="2000" dirty="0" err="1"/>
              <a:t>conditiile</a:t>
            </a:r>
            <a:r>
              <a:rPr lang="en-GB" altLang="ro-RO" sz="2000" dirty="0"/>
              <a:t> de </a:t>
            </a:r>
            <a:r>
              <a:rPr lang="en-GB" altLang="ro-RO" sz="2000" dirty="0" err="1"/>
              <a:t>trafic</a:t>
            </a:r>
            <a:r>
              <a:rPr lang="en-GB" altLang="ro-RO" sz="2000" dirty="0"/>
              <a:t> </a:t>
            </a:r>
            <a:r>
              <a:rPr lang="en-GB" altLang="ro-RO" sz="2000" dirty="0" err="1"/>
              <a:t>peste</a:t>
            </a:r>
            <a:r>
              <a:rPr lang="en-GB" altLang="ro-RO" sz="2000" dirty="0"/>
              <a:t> </a:t>
            </a:r>
            <a:r>
              <a:rPr lang="en-GB" altLang="ro-RO" sz="2000" dirty="0" err="1"/>
              <a:t>retea</a:t>
            </a:r>
            <a:endParaRPr lang="en-US" altLang="ro-RO" sz="2000" dirty="0"/>
          </a:p>
          <a:p>
            <a:pPr lvl="1">
              <a:spcAft>
                <a:spcPts val="600"/>
              </a:spcAft>
            </a:pPr>
            <a:r>
              <a:rPr lang="en-US" altLang="ro-RO" sz="2000" dirty="0"/>
              <a:t>E.g.: Un protocol </a:t>
            </a:r>
            <a:r>
              <a:rPr lang="en-US" altLang="ro-RO" sz="2000" dirty="0" err="1"/>
              <a:t>ce</a:t>
            </a:r>
            <a:r>
              <a:rPr lang="en-US" altLang="ro-RO" sz="2000" dirty="0"/>
              <a:t> </a:t>
            </a:r>
            <a:r>
              <a:rPr lang="en-US" altLang="ro-RO" sz="2000" dirty="0" err="1"/>
              <a:t>adapteaza</a:t>
            </a:r>
            <a:r>
              <a:rPr lang="en-US" altLang="ro-RO" sz="2000" dirty="0"/>
              <a:t> </a:t>
            </a:r>
            <a:r>
              <a:rPr lang="en-US" altLang="ro-RO" sz="2000" dirty="0" err="1"/>
              <a:t>valoarea</a:t>
            </a:r>
            <a:r>
              <a:rPr lang="en-US" altLang="ro-RO" sz="2000" dirty="0"/>
              <a:t> </a:t>
            </a:r>
            <a:r>
              <a:rPr lang="en-US" altLang="ro-RO" sz="2000" dirty="0" err="1"/>
              <a:t>intervalului</a:t>
            </a:r>
            <a:r>
              <a:rPr lang="en-US" altLang="ro-RO" sz="2000" dirty="0"/>
              <a:t> de timeout in </a:t>
            </a:r>
            <a:r>
              <a:rPr lang="en-US" altLang="ro-RO" sz="2000" dirty="0" err="1"/>
              <a:t>functie</a:t>
            </a:r>
            <a:r>
              <a:rPr lang="en-US" altLang="ro-RO" sz="2000" dirty="0"/>
              <a:t> de </a:t>
            </a:r>
            <a:r>
              <a:rPr lang="en-US" altLang="ro-RO" sz="2000" dirty="0" err="1"/>
              <a:t>valoarea</a:t>
            </a:r>
            <a:r>
              <a:rPr lang="en-US" altLang="ro-RO" sz="2000" dirty="0"/>
              <a:t> maxima a </a:t>
            </a:r>
            <a:r>
              <a:rPr lang="en-US" altLang="ro-RO" sz="2000" dirty="0" err="1"/>
              <a:t>timpului</a:t>
            </a:r>
            <a:r>
              <a:rPr lang="en-US" altLang="ro-RO" sz="2000" dirty="0"/>
              <a:t> de </a:t>
            </a:r>
            <a:r>
              <a:rPr lang="en-US" altLang="ro-RO" sz="2000" dirty="0" err="1"/>
              <a:t>raspuns</a:t>
            </a:r>
            <a:r>
              <a:rPr lang="en-US" altLang="ro-RO" sz="2000" dirty="0"/>
              <a:t> al </a:t>
            </a:r>
            <a:r>
              <a:rPr lang="en-US" altLang="ro-RO" sz="2000" dirty="0" err="1"/>
              <a:t>mesajelor</a:t>
            </a:r>
            <a:r>
              <a:rPr lang="en-US" altLang="ro-RO" sz="2000" dirty="0"/>
              <a:t> de heartbeat</a:t>
            </a:r>
          </a:p>
          <a:p>
            <a:pPr>
              <a:spcAft>
                <a:spcPts val="600"/>
              </a:spcAft>
            </a:pPr>
            <a:r>
              <a:rPr lang="en-GB" altLang="ro-RO" sz="2400" dirty="0" err="1">
                <a:solidFill>
                  <a:srgbClr val="FF0000"/>
                </a:solidFill>
              </a:rPr>
              <a:t>Detectoare</a:t>
            </a:r>
            <a:r>
              <a:rPr lang="en-GB" altLang="ro-RO" sz="2400" dirty="0">
                <a:solidFill>
                  <a:srgbClr val="FF0000"/>
                </a:solidFill>
              </a:rPr>
              <a:t> de </a:t>
            </a:r>
            <a:r>
              <a:rPr lang="en-GB" altLang="ro-RO" sz="2400" dirty="0" err="1">
                <a:solidFill>
                  <a:srgbClr val="FF0000"/>
                </a:solidFill>
              </a:rPr>
              <a:t>erori</a:t>
            </a:r>
            <a:r>
              <a:rPr lang="en-GB" altLang="ro-RO" sz="2400" dirty="0">
                <a:solidFill>
                  <a:srgbClr val="FF0000"/>
                </a:solidFill>
              </a:rPr>
              <a:t> </a:t>
            </a:r>
            <a:r>
              <a:rPr lang="en-GB" altLang="ro-RO" sz="2400" dirty="0" err="1">
                <a:solidFill>
                  <a:srgbClr val="FF0000"/>
                </a:solidFill>
              </a:rPr>
              <a:t>lenese</a:t>
            </a:r>
            <a:endParaRPr lang="en-US" altLang="ro-RO" sz="2400" dirty="0">
              <a:solidFill>
                <a:srgbClr val="FF0000"/>
              </a:solidFill>
            </a:endParaRPr>
          </a:p>
          <a:p>
            <a:pPr>
              <a:spcAft>
                <a:spcPts val="600"/>
              </a:spcAft>
            </a:pPr>
            <a:r>
              <a:rPr lang="en-US" altLang="ro-RO" sz="2400" dirty="0" err="1">
                <a:solidFill>
                  <a:srgbClr val="FF0000"/>
                </a:solidFill>
              </a:rPr>
              <a:t>Detectoare</a:t>
            </a:r>
            <a:r>
              <a:rPr lang="en-US" altLang="ro-RO" sz="2400" dirty="0">
                <a:solidFill>
                  <a:srgbClr val="FF0000"/>
                </a:solidFill>
              </a:rPr>
              <a:t> de </a:t>
            </a:r>
            <a:r>
              <a:rPr lang="en-US" altLang="ro-RO" sz="2400" dirty="0" err="1">
                <a:solidFill>
                  <a:srgbClr val="FF0000"/>
                </a:solidFill>
              </a:rPr>
              <a:t>erori</a:t>
            </a:r>
            <a:r>
              <a:rPr lang="en-US" altLang="ro-RO" sz="2400" dirty="0">
                <a:solidFill>
                  <a:srgbClr val="FF0000"/>
                </a:solidFill>
              </a:rPr>
              <a:t> </a:t>
            </a:r>
            <a:r>
              <a:rPr lang="en-US" altLang="ro-RO" sz="2400" dirty="0" err="1">
                <a:solidFill>
                  <a:srgbClr val="FF0000"/>
                </a:solidFill>
              </a:rPr>
              <a:t>progresive</a:t>
            </a:r>
            <a:endParaRPr lang="en-GB" altLang="ro-RO" sz="2400" dirty="0">
              <a:solidFill>
                <a:srgbClr val="FF0000"/>
              </a:solidFill>
            </a:endParaRPr>
          </a:p>
        </p:txBody>
      </p:sp>
      <p:sp>
        <p:nvSpPr>
          <p:cNvPr id="20484" name="Footer Placeholder 3">
            <a:extLst>
              <a:ext uri="{FF2B5EF4-FFF2-40B4-BE49-F238E27FC236}">
                <a16:creationId xmlns:a16="http://schemas.microsoft.com/office/drawing/2014/main" id="{099A082F-A977-6740-B910-8D3D2B2E2E49}"/>
              </a:ext>
            </a:extLst>
          </p:cNvPr>
          <p:cNvSpPr>
            <a:spLocks noGrp="1"/>
          </p:cNvSpPr>
          <p:nvPr>
            <p:ph type="ftr" sz="quarter" idx="10"/>
          </p:nvPr>
        </p:nvSpPr>
        <p:spPr bwMode="auto">
          <a:xfrm>
            <a:off x="2362200" y="6610350"/>
            <a:ext cx="38862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ctr" rtl="0" fontAlgn="base">
              <a:spcBef>
                <a:spcPct val="0"/>
              </a:spcBef>
              <a:spcAft>
                <a:spcPct val="0"/>
              </a:spcAft>
              <a:defRPr sz="900" kern="1200">
                <a:solidFill>
                  <a:schemeClr val="bg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r>
              <a:rPr lang="en-US"/>
              <a:t>Toleranta la defecte in SD </a:t>
            </a:r>
            <a:endParaRPr lang="en-US" altLang="ro-RO">
              <a:solidFill>
                <a:schemeClr val="bg1"/>
              </a:solidFill>
            </a:endParaRPr>
          </a:p>
        </p:txBody>
      </p:sp>
      <p:sp>
        <p:nvSpPr>
          <p:cNvPr id="20485" name="Slide Number Placeholder 4">
            <a:extLst>
              <a:ext uri="{FF2B5EF4-FFF2-40B4-BE49-F238E27FC236}">
                <a16:creationId xmlns:a16="http://schemas.microsoft.com/office/drawing/2014/main" id="{9463BD6C-A4E0-AC40-A02C-A7EFB471F9BA}"/>
              </a:ext>
            </a:extLst>
          </p:cNvPr>
          <p:cNvSpPr>
            <a:spLocks noGrp="1"/>
          </p:cNvSpPr>
          <p:nvPr>
            <p:ph type="sldNum" sz="quarter" idx="11"/>
          </p:nvPr>
        </p:nvSpPr>
        <p:spPr bwMode="auto">
          <a:xfrm>
            <a:off x="7010400" y="6602413"/>
            <a:ext cx="2133600" cy="549275"/>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900" kern="1200">
                <a:solidFill>
                  <a:schemeClr val="bg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fld id="{F70614BC-944D-F346-86BD-32DC0AD8C607}" type="slidenum">
              <a:rPr lang="en-US" altLang="ro-RO" smtClean="0"/>
              <a:pPr eaLnBrk="1" hangingPunct="1"/>
              <a:t>14</a:t>
            </a:fld>
            <a:endParaRPr lang="en-US" altLang="ro-RO">
              <a:solidFill>
                <a:schemeClr val="bg1"/>
              </a:solidFill>
            </a:endParaRPr>
          </a:p>
        </p:txBody>
      </p:sp>
    </p:spTree>
    <p:extLst>
      <p:ext uri="{BB962C8B-B14F-4D97-AF65-F5344CB8AC3E}">
        <p14:creationId xmlns:p14="http://schemas.microsoft.com/office/powerpoint/2010/main" val="14067139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9E267-0ADF-1F41-97F5-EF489EE32FD4}"/>
              </a:ext>
            </a:extLst>
          </p:cNvPr>
          <p:cNvSpPr>
            <a:spLocks noGrp="1"/>
          </p:cNvSpPr>
          <p:nvPr>
            <p:ph type="title"/>
          </p:nvPr>
        </p:nvSpPr>
        <p:spPr/>
        <p:txBody>
          <a:bodyPr/>
          <a:lstStyle/>
          <a:p>
            <a:pPr>
              <a:defRPr/>
            </a:pPr>
            <a:r>
              <a:rPr lang="en-US" dirty="0" err="1"/>
              <a:t>Protocoale</a:t>
            </a:r>
            <a:r>
              <a:rPr lang="en-US" dirty="0"/>
              <a:t> de </a:t>
            </a:r>
            <a:r>
              <a:rPr lang="en-US" dirty="0" err="1"/>
              <a:t>detectie</a:t>
            </a:r>
            <a:r>
              <a:rPr lang="en-US" dirty="0"/>
              <a:t> adaptive</a:t>
            </a:r>
          </a:p>
        </p:txBody>
      </p:sp>
      <p:sp>
        <p:nvSpPr>
          <p:cNvPr id="21507" name="Content Placeholder 2">
            <a:extLst>
              <a:ext uri="{FF2B5EF4-FFF2-40B4-BE49-F238E27FC236}">
                <a16:creationId xmlns:a16="http://schemas.microsoft.com/office/drawing/2014/main" id="{407D9518-4ED9-A54A-8AD3-81714AA66E44}"/>
              </a:ext>
            </a:extLst>
          </p:cNvPr>
          <p:cNvSpPr>
            <a:spLocks noGrp="1"/>
          </p:cNvSpPr>
          <p:nvPr>
            <p:ph idx="1"/>
          </p:nvPr>
        </p:nvSpPr>
        <p:spPr/>
        <p:txBody>
          <a:bodyPr/>
          <a:lstStyle/>
          <a:p>
            <a:pPr>
              <a:spcAft>
                <a:spcPts val="600"/>
              </a:spcAft>
            </a:pPr>
            <a:r>
              <a:rPr lang="en-US" altLang="ro-RO" dirty="0" err="1"/>
              <a:t>Asigura</a:t>
            </a:r>
            <a:r>
              <a:rPr lang="en-US" altLang="ro-RO" dirty="0"/>
              <a:t> in </a:t>
            </a:r>
            <a:r>
              <a:rPr lang="en-US" altLang="ro-RO" dirty="0" err="1"/>
              <a:t>aceeasi</a:t>
            </a:r>
            <a:r>
              <a:rPr lang="en-US" altLang="ro-RO" dirty="0"/>
              <a:t> </a:t>
            </a:r>
            <a:r>
              <a:rPr lang="en-US" altLang="ro-RO" dirty="0" err="1"/>
              <a:t>masura</a:t>
            </a:r>
            <a:r>
              <a:rPr lang="en-US" altLang="ro-RO" dirty="0"/>
              <a:t> </a:t>
            </a:r>
            <a:r>
              <a:rPr lang="en-US" altLang="ro-RO" dirty="0" err="1"/>
              <a:t>adaptarea</a:t>
            </a:r>
            <a:r>
              <a:rPr lang="en-US" altLang="ro-RO" dirty="0"/>
              <a:t> la:</a:t>
            </a:r>
          </a:p>
          <a:p>
            <a:pPr lvl="1">
              <a:spcAft>
                <a:spcPts val="600"/>
              </a:spcAft>
            </a:pPr>
            <a:r>
              <a:rPr lang="en-US" altLang="ro-RO" dirty="0" err="1"/>
              <a:t>schimbarile</a:t>
            </a:r>
            <a:r>
              <a:rPr lang="en-US" altLang="ro-RO" dirty="0"/>
              <a:t> </a:t>
            </a:r>
            <a:r>
              <a:rPr lang="en-US" altLang="ro-RO" dirty="0" err="1"/>
              <a:t>conditiilor</a:t>
            </a:r>
            <a:r>
              <a:rPr lang="en-US" altLang="ro-RO" dirty="0"/>
              <a:t> de </a:t>
            </a:r>
            <a:r>
              <a:rPr lang="en-US" altLang="ro-RO" dirty="0" err="1"/>
              <a:t>retea</a:t>
            </a:r>
            <a:r>
              <a:rPr lang="en-US" altLang="ro-RO" dirty="0"/>
              <a:t> (</a:t>
            </a:r>
            <a:r>
              <a:rPr lang="en-US" altLang="ro-RO" dirty="0" err="1"/>
              <a:t>conditii</a:t>
            </a:r>
            <a:r>
              <a:rPr lang="en-US" altLang="ro-RO" dirty="0"/>
              <a:t> diverse de </a:t>
            </a:r>
            <a:r>
              <a:rPr lang="en-US" altLang="ro-RO" dirty="0" err="1"/>
              <a:t>trafic</a:t>
            </a:r>
            <a:r>
              <a:rPr lang="en-US" altLang="ro-RO" dirty="0"/>
              <a:t>)</a:t>
            </a:r>
          </a:p>
          <a:p>
            <a:pPr lvl="1">
              <a:spcAft>
                <a:spcPts val="600"/>
              </a:spcAft>
            </a:pPr>
            <a:r>
              <a:rPr lang="en-US" altLang="ro-RO" dirty="0" err="1"/>
              <a:t>cerintele</a:t>
            </a:r>
            <a:r>
              <a:rPr lang="en-US" altLang="ro-RO" dirty="0"/>
              <a:t> </a:t>
            </a:r>
            <a:r>
              <a:rPr lang="en-US" altLang="ro-RO" dirty="0" err="1"/>
              <a:t>si</a:t>
            </a:r>
            <a:r>
              <a:rPr lang="en-US" altLang="ro-RO" dirty="0"/>
              <a:t> </a:t>
            </a:r>
            <a:r>
              <a:rPr lang="en-US" altLang="ro-RO" dirty="0" err="1"/>
              <a:t>schimbarile</a:t>
            </a:r>
            <a:r>
              <a:rPr lang="en-US" altLang="ro-RO" dirty="0"/>
              <a:t> de context ale </a:t>
            </a:r>
            <a:r>
              <a:rPr lang="en-US" altLang="ro-RO" dirty="0" err="1"/>
              <a:t>aplicatiilor</a:t>
            </a:r>
            <a:endParaRPr lang="en-US" altLang="ro-RO" dirty="0"/>
          </a:p>
          <a:p>
            <a:pPr>
              <a:spcAft>
                <a:spcPts val="600"/>
              </a:spcAft>
            </a:pPr>
            <a:r>
              <a:rPr lang="en-US" altLang="ro-RO" dirty="0"/>
              <a:t>La </a:t>
            </a:r>
            <a:r>
              <a:rPr lang="en-US" altLang="ro-RO" dirty="0" err="1"/>
              <a:t>baza</a:t>
            </a:r>
            <a:r>
              <a:rPr lang="en-US" altLang="ro-RO" dirty="0"/>
              <a:t> tot </a:t>
            </a:r>
            <a:r>
              <a:rPr lang="en-US" altLang="ro-RO" dirty="0" err="1"/>
              <a:t>strategia</a:t>
            </a:r>
            <a:r>
              <a:rPr lang="en-US" altLang="ro-RO" dirty="0"/>
              <a:t> </a:t>
            </a:r>
            <a:r>
              <a:rPr lang="en-US" altLang="ro-RO" i="1" dirty="0"/>
              <a:t>heartbeat, </a:t>
            </a:r>
            <a:r>
              <a:rPr lang="en-US" altLang="ro-RO" dirty="0" err="1"/>
              <a:t>insa</a:t>
            </a:r>
            <a:r>
              <a:rPr lang="en-US" altLang="ro-RO" i="1" dirty="0"/>
              <a:t> </a:t>
            </a:r>
            <a:r>
              <a:rPr lang="en-US" altLang="ro-RO" dirty="0" err="1"/>
              <a:t>intervalul</a:t>
            </a:r>
            <a:r>
              <a:rPr lang="en-US" altLang="ro-RO" dirty="0"/>
              <a:t> de timeout </a:t>
            </a:r>
            <a:r>
              <a:rPr lang="en-US" altLang="ro-RO" dirty="0" err="1"/>
              <a:t>este</a:t>
            </a:r>
            <a:r>
              <a:rPr lang="en-US" altLang="ro-RO" dirty="0"/>
              <a:t> </a:t>
            </a:r>
            <a:r>
              <a:rPr lang="en-US" altLang="ro-RO" dirty="0" err="1"/>
              <a:t>modificat</a:t>
            </a:r>
            <a:r>
              <a:rPr lang="en-US" altLang="ro-RO" dirty="0"/>
              <a:t> </a:t>
            </a:r>
            <a:r>
              <a:rPr lang="en-US" altLang="ro-RO" dirty="0" err="1"/>
              <a:t>dinamic</a:t>
            </a:r>
            <a:r>
              <a:rPr lang="en-US" altLang="ro-RO" dirty="0"/>
              <a:t> conform </a:t>
            </a:r>
            <a:r>
              <a:rPr lang="en-US" altLang="ro-RO" dirty="0" err="1"/>
              <a:t>conditiilor</a:t>
            </a:r>
            <a:r>
              <a:rPr lang="en-US" altLang="ro-RO" dirty="0"/>
              <a:t> de </a:t>
            </a:r>
            <a:r>
              <a:rPr lang="en-US" altLang="ro-RO" dirty="0" err="1"/>
              <a:t>retea</a:t>
            </a:r>
            <a:endParaRPr lang="en-US" altLang="ro-RO" dirty="0"/>
          </a:p>
        </p:txBody>
      </p:sp>
      <p:sp>
        <p:nvSpPr>
          <p:cNvPr id="21508" name="Footer Placeholder 3">
            <a:extLst>
              <a:ext uri="{FF2B5EF4-FFF2-40B4-BE49-F238E27FC236}">
                <a16:creationId xmlns:a16="http://schemas.microsoft.com/office/drawing/2014/main" id="{85B0699F-F236-7B4B-ADE3-B3995630AE2F}"/>
              </a:ext>
            </a:extLst>
          </p:cNvPr>
          <p:cNvSpPr>
            <a:spLocks noGrp="1"/>
          </p:cNvSpPr>
          <p:nvPr>
            <p:ph type="ftr" sz="quarter" idx="10"/>
          </p:nvPr>
        </p:nvSpPr>
        <p:spPr bwMode="auto">
          <a:xfrm>
            <a:off x="2362200" y="6610350"/>
            <a:ext cx="38862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ctr" rtl="0" fontAlgn="base">
              <a:spcBef>
                <a:spcPct val="0"/>
              </a:spcBef>
              <a:spcAft>
                <a:spcPct val="0"/>
              </a:spcAft>
              <a:defRPr sz="900" kern="1200">
                <a:solidFill>
                  <a:schemeClr val="bg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r>
              <a:rPr lang="en-US"/>
              <a:t>Toleranta la defecte in SD </a:t>
            </a:r>
            <a:endParaRPr lang="en-US" altLang="ro-RO">
              <a:solidFill>
                <a:schemeClr val="bg1"/>
              </a:solidFill>
            </a:endParaRPr>
          </a:p>
        </p:txBody>
      </p:sp>
      <p:sp>
        <p:nvSpPr>
          <p:cNvPr id="21509" name="Slide Number Placeholder 4">
            <a:extLst>
              <a:ext uri="{FF2B5EF4-FFF2-40B4-BE49-F238E27FC236}">
                <a16:creationId xmlns:a16="http://schemas.microsoft.com/office/drawing/2014/main" id="{9F977277-5EF3-2B4D-8954-F09ADCDEAB77}"/>
              </a:ext>
            </a:extLst>
          </p:cNvPr>
          <p:cNvSpPr>
            <a:spLocks noGrp="1"/>
          </p:cNvSpPr>
          <p:nvPr>
            <p:ph type="sldNum" sz="quarter" idx="11"/>
          </p:nvPr>
        </p:nvSpPr>
        <p:spPr bwMode="auto">
          <a:xfrm>
            <a:off x="7010400" y="6602413"/>
            <a:ext cx="2133600" cy="549275"/>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900" kern="1200">
                <a:solidFill>
                  <a:schemeClr val="bg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fld id="{F70614BC-944D-F346-86BD-32DC0AD8C607}" type="slidenum">
              <a:rPr lang="en-US" altLang="ro-RO" smtClean="0"/>
              <a:pPr eaLnBrk="1" hangingPunct="1"/>
              <a:t>15</a:t>
            </a:fld>
            <a:endParaRPr lang="en-US" altLang="ro-RO">
              <a:solidFill>
                <a:schemeClr val="bg1"/>
              </a:solidFill>
            </a:endParaRPr>
          </a:p>
        </p:txBody>
      </p:sp>
    </p:spTree>
    <p:extLst>
      <p:ext uri="{BB962C8B-B14F-4D97-AF65-F5344CB8AC3E}">
        <p14:creationId xmlns:p14="http://schemas.microsoft.com/office/powerpoint/2010/main" val="12895491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CC886-DA5F-9740-9905-5524F1502625}"/>
              </a:ext>
            </a:extLst>
          </p:cNvPr>
          <p:cNvSpPr>
            <a:spLocks noGrp="1"/>
          </p:cNvSpPr>
          <p:nvPr>
            <p:ph type="title"/>
          </p:nvPr>
        </p:nvSpPr>
        <p:spPr/>
        <p:txBody>
          <a:bodyPr/>
          <a:lstStyle/>
          <a:p>
            <a:pPr>
              <a:defRPr/>
            </a:pPr>
            <a:r>
              <a:rPr lang="en-US" dirty="0" err="1"/>
              <a:t>Exemple</a:t>
            </a:r>
            <a:r>
              <a:rPr lang="en-US" dirty="0"/>
              <a:t> FD adaptive (1)</a:t>
            </a:r>
          </a:p>
        </p:txBody>
      </p:sp>
      <p:sp>
        <p:nvSpPr>
          <p:cNvPr id="22531" name="Content Placeholder 2">
            <a:extLst>
              <a:ext uri="{FF2B5EF4-FFF2-40B4-BE49-F238E27FC236}">
                <a16:creationId xmlns:a16="http://schemas.microsoft.com/office/drawing/2014/main" id="{6CCDC433-EFBB-F040-A1D7-30A689C0A33B}"/>
              </a:ext>
            </a:extLst>
          </p:cNvPr>
          <p:cNvSpPr>
            <a:spLocks noGrp="1"/>
          </p:cNvSpPr>
          <p:nvPr>
            <p:ph idx="1"/>
          </p:nvPr>
        </p:nvSpPr>
        <p:spPr/>
        <p:txBody>
          <a:bodyPr/>
          <a:lstStyle/>
          <a:p>
            <a:r>
              <a:rPr lang="en-US" altLang="ro-RO" dirty="0"/>
              <a:t>FETZER-FD</a:t>
            </a:r>
          </a:p>
          <a:p>
            <a:pPr lvl="1"/>
            <a:r>
              <a:rPr lang="en-US" altLang="ro-RO" dirty="0" err="1"/>
              <a:t>Intervalul</a:t>
            </a:r>
            <a:r>
              <a:rPr lang="en-US" altLang="ro-RO" dirty="0"/>
              <a:t> de timeout </a:t>
            </a:r>
            <a:r>
              <a:rPr lang="en-US" altLang="ro-RO" dirty="0" err="1"/>
              <a:t>este</a:t>
            </a:r>
            <a:r>
              <a:rPr lang="en-US" altLang="ro-RO" dirty="0"/>
              <a:t> </a:t>
            </a:r>
            <a:r>
              <a:rPr lang="en-US" altLang="ro-RO" dirty="0" err="1"/>
              <a:t>calculat</a:t>
            </a:r>
            <a:r>
              <a:rPr lang="en-US" altLang="ro-RO" dirty="0"/>
              <a:t> ca </a:t>
            </a:r>
            <a:r>
              <a:rPr lang="en-US" altLang="ro-RO" dirty="0" err="1"/>
              <a:t>fiind</a:t>
            </a:r>
            <a:r>
              <a:rPr lang="en-US" altLang="ro-RO" dirty="0"/>
              <a:t> </a:t>
            </a:r>
            <a:r>
              <a:rPr lang="en-US" altLang="ro-RO" dirty="0" err="1">
                <a:solidFill>
                  <a:srgbClr val="FF0000"/>
                </a:solidFill>
              </a:rPr>
              <a:t>maximul</a:t>
            </a:r>
            <a:r>
              <a:rPr lang="en-US" altLang="ro-RO" dirty="0"/>
              <a:t> </a:t>
            </a:r>
            <a:r>
              <a:rPr lang="en-US" altLang="ro-RO" dirty="0" err="1"/>
              <a:t>dintre</a:t>
            </a:r>
            <a:r>
              <a:rPr lang="en-US" altLang="ro-RO" dirty="0"/>
              <a:t> </a:t>
            </a:r>
            <a:r>
              <a:rPr lang="en-US" altLang="ro-RO" dirty="0" err="1"/>
              <a:t>timpii</a:t>
            </a:r>
            <a:r>
              <a:rPr lang="en-US" altLang="ro-RO" dirty="0"/>
              <a:t> de </a:t>
            </a:r>
            <a:r>
              <a:rPr lang="en-US" altLang="ro-RO" dirty="0" err="1"/>
              <a:t>receptionare</a:t>
            </a:r>
            <a:r>
              <a:rPr lang="en-US" altLang="ro-RO" dirty="0"/>
              <a:t> a </a:t>
            </a:r>
            <a:r>
              <a:rPr lang="en-US" altLang="ro-RO" dirty="0" err="1"/>
              <a:t>mesajelor</a:t>
            </a:r>
            <a:r>
              <a:rPr lang="en-US" altLang="ro-RO" dirty="0"/>
              <a:t> heartbeat</a:t>
            </a:r>
          </a:p>
          <a:p>
            <a:pPr lvl="1"/>
            <a:r>
              <a:rPr lang="en-US" altLang="ro-RO" dirty="0"/>
              <a:t>In </a:t>
            </a:r>
            <a:r>
              <a:rPr lang="en-US" altLang="ro-RO" dirty="0" err="1"/>
              <a:t>conditii</a:t>
            </a:r>
            <a:r>
              <a:rPr lang="en-US" altLang="ro-RO" dirty="0"/>
              <a:t> </a:t>
            </a:r>
            <a:r>
              <a:rPr lang="en-US" altLang="ro-RO" dirty="0" err="1"/>
              <a:t>reale</a:t>
            </a:r>
            <a:r>
              <a:rPr lang="en-US" altLang="ro-RO" dirty="0"/>
              <a:t>:</a:t>
            </a:r>
          </a:p>
          <a:p>
            <a:pPr lvl="1">
              <a:buFontTx/>
              <a:buAutoNum type="arabicPeriod"/>
            </a:pPr>
            <a:r>
              <a:rPr lang="en-US" altLang="ro-RO" dirty="0"/>
              <a:t>in </a:t>
            </a:r>
            <a:r>
              <a:rPr lang="en-US" altLang="ro-RO" dirty="0" err="1"/>
              <a:t>retele</a:t>
            </a:r>
            <a:r>
              <a:rPr lang="en-US" altLang="ro-RO" dirty="0"/>
              <a:t> </a:t>
            </a:r>
            <a:r>
              <a:rPr lang="en-US" altLang="ro-RO" dirty="0" err="1"/>
              <a:t>mari</a:t>
            </a:r>
            <a:r>
              <a:rPr lang="en-US" altLang="ro-RO" dirty="0"/>
              <a:t> </a:t>
            </a:r>
            <a:r>
              <a:rPr lang="en-US" altLang="ro-RO" dirty="0" err="1"/>
              <a:t>probabilitatea</a:t>
            </a:r>
            <a:r>
              <a:rPr lang="en-US" altLang="ro-RO" dirty="0"/>
              <a:t> de </a:t>
            </a:r>
            <a:r>
              <a:rPr lang="en-US" altLang="ro-RO" dirty="0" err="1"/>
              <a:t>pierdere</a:t>
            </a:r>
            <a:r>
              <a:rPr lang="en-US" altLang="ro-RO" dirty="0"/>
              <a:t> a </a:t>
            </a:r>
            <a:r>
              <a:rPr lang="en-US" altLang="ro-RO" dirty="0" err="1"/>
              <a:t>mesajelor</a:t>
            </a:r>
            <a:r>
              <a:rPr lang="en-US" altLang="ro-RO" dirty="0"/>
              <a:t> </a:t>
            </a:r>
            <a:r>
              <a:rPr lang="en-US" altLang="ro-RO" dirty="0" err="1"/>
              <a:t>este</a:t>
            </a:r>
            <a:r>
              <a:rPr lang="en-US" altLang="ro-RO" dirty="0"/>
              <a:t> </a:t>
            </a:r>
            <a:r>
              <a:rPr lang="en-US" altLang="ro-RO" dirty="0" err="1"/>
              <a:t>ridicata</a:t>
            </a:r>
            <a:endParaRPr lang="en-US" altLang="ro-RO" dirty="0"/>
          </a:p>
          <a:p>
            <a:pPr lvl="1">
              <a:buFontTx/>
              <a:buAutoNum type="arabicPeriod"/>
            </a:pPr>
            <a:r>
              <a:rPr lang="en-US" altLang="ro-RO" dirty="0"/>
              <a:t>nu </a:t>
            </a:r>
            <a:r>
              <a:rPr lang="en-US" altLang="ro-RO" dirty="0" err="1"/>
              <a:t>exista</a:t>
            </a:r>
            <a:r>
              <a:rPr lang="en-US" altLang="ro-RO" dirty="0"/>
              <a:t> o </a:t>
            </a:r>
            <a:r>
              <a:rPr lang="en-US" altLang="ro-RO" dirty="0" err="1"/>
              <a:t>limita</a:t>
            </a:r>
            <a:r>
              <a:rPr lang="en-US" altLang="ro-RO" dirty="0"/>
              <a:t> </a:t>
            </a:r>
            <a:r>
              <a:rPr lang="en-US" altLang="ro-RO" dirty="0" err="1"/>
              <a:t>superioara</a:t>
            </a:r>
            <a:r>
              <a:rPr lang="en-US" altLang="ro-RO" dirty="0"/>
              <a:t> in </a:t>
            </a:r>
            <a:r>
              <a:rPr lang="en-US" altLang="ro-RO" dirty="0" err="1"/>
              <a:t>ceea</a:t>
            </a:r>
            <a:r>
              <a:rPr lang="en-US" altLang="ro-RO" dirty="0"/>
              <a:t> </a:t>
            </a:r>
            <a:r>
              <a:rPr lang="en-US" altLang="ro-RO" dirty="0" err="1"/>
              <a:t>ce</a:t>
            </a:r>
            <a:r>
              <a:rPr lang="en-US" altLang="ro-RO" dirty="0"/>
              <a:t> </a:t>
            </a:r>
            <a:r>
              <a:rPr lang="en-US" altLang="ro-RO" dirty="0" err="1"/>
              <a:t>priveste</a:t>
            </a:r>
            <a:r>
              <a:rPr lang="en-US" altLang="ro-RO" dirty="0"/>
              <a:t> </a:t>
            </a:r>
            <a:r>
              <a:rPr lang="en-US" altLang="ro-RO" dirty="0" err="1"/>
              <a:t>intarzierile</a:t>
            </a:r>
            <a:r>
              <a:rPr lang="en-US" altLang="ro-RO" dirty="0"/>
              <a:t> de </a:t>
            </a:r>
            <a:r>
              <a:rPr lang="en-US" altLang="ro-RO" dirty="0" err="1"/>
              <a:t>mesaje</a:t>
            </a:r>
            <a:endParaRPr lang="en-US" altLang="ro-RO" dirty="0"/>
          </a:p>
          <a:p>
            <a:endParaRPr lang="en-US" altLang="ro-RO" dirty="0"/>
          </a:p>
        </p:txBody>
      </p:sp>
      <p:sp>
        <p:nvSpPr>
          <p:cNvPr id="22532" name="Footer Placeholder 3">
            <a:extLst>
              <a:ext uri="{FF2B5EF4-FFF2-40B4-BE49-F238E27FC236}">
                <a16:creationId xmlns:a16="http://schemas.microsoft.com/office/drawing/2014/main" id="{D7D02CB5-D111-0848-A5F7-2576CB81CC5D}"/>
              </a:ext>
            </a:extLst>
          </p:cNvPr>
          <p:cNvSpPr>
            <a:spLocks noGrp="1"/>
          </p:cNvSpPr>
          <p:nvPr>
            <p:ph type="ftr" sz="quarter" idx="10"/>
          </p:nvPr>
        </p:nvSpPr>
        <p:spPr bwMode="auto">
          <a:xfrm>
            <a:off x="2362200" y="6610350"/>
            <a:ext cx="38862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ctr" rtl="0" fontAlgn="base">
              <a:spcBef>
                <a:spcPct val="0"/>
              </a:spcBef>
              <a:spcAft>
                <a:spcPct val="0"/>
              </a:spcAft>
              <a:defRPr sz="900" kern="1200">
                <a:solidFill>
                  <a:schemeClr val="bg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r>
              <a:rPr lang="en-US"/>
              <a:t>Toleranta la defecte in SD </a:t>
            </a:r>
            <a:endParaRPr lang="en-US" altLang="ro-RO">
              <a:solidFill>
                <a:schemeClr val="bg1"/>
              </a:solidFill>
            </a:endParaRPr>
          </a:p>
        </p:txBody>
      </p:sp>
      <p:sp>
        <p:nvSpPr>
          <p:cNvPr id="22533" name="Slide Number Placeholder 4">
            <a:extLst>
              <a:ext uri="{FF2B5EF4-FFF2-40B4-BE49-F238E27FC236}">
                <a16:creationId xmlns:a16="http://schemas.microsoft.com/office/drawing/2014/main" id="{2CCCBCD2-CED9-4D46-A5D0-8B53A7852E6E}"/>
              </a:ext>
            </a:extLst>
          </p:cNvPr>
          <p:cNvSpPr>
            <a:spLocks noGrp="1"/>
          </p:cNvSpPr>
          <p:nvPr>
            <p:ph type="sldNum" sz="quarter" idx="11"/>
          </p:nvPr>
        </p:nvSpPr>
        <p:spPr bwMode="auto">
          <a:xfrm>
            <a:off x="7010400" y="6602413"/>
            <a:ext cx="2133600" cy="549275"/>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900" kern="1200">
                <a:solidFill>
                  <a:schemeClr val="bg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fld id="{F70614BC-944D-F346-86BD-32DC0AD8C607}" type="slidenum">
              <a:rPr lang="en-US" altLang="ro-RO" smtClean="0"/>
              <a:pPr eaLnBrk="1" hangingPunct="1"/>
              <a:t>16</a:t>
            </a:fld>
            <a:endParaRPr lang="en-US" altLang="ro-RO">
              <a:solidFill>
                <a:schemeClr val="bg1"/>
              </a:solidFill>
            </a:endParaRPr>
          </a:p>
        </p:txBody>
      </p:sp>
    </p:spTree>
    <p:extLst>
      <p:ext uri="{BB962C8B-B14F-4D97-AF65-F5344CB8AC3E}">
        <p14:creationId xmlns:p14="http://schemas.microsoft.com/office/powerpoint/2010/main" val="16463457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F6E20-B4D4-3145-8781-3576235A2CCA}"/>
              </a:ext>
            </a:extLst>
          </p:cNvPr>
          <p:cNvSpPr>
            <a:spLocks noGrp="1"/>
          </p:cNvSpPr>
          <p:nvPr>
            <p:ph type="title"/>
          </p:nvPr>
        </p:nvSpPr>
        <p:spPr/>
        <p:txBody>
          <a:bodyPr/>
          <a:lstStyle/>
          <a:p>
            <a:pPr>
              <a:defRPr/>
            </a:pPr>
            <a:r>
              <a:rPr lang="en-US" dirty="0" err="1"/>
              <a:t>Exemple</a:t>
            </a:r>
            <a:r>
              <a:rPr lang="en-US" dirty="0"/>
              <a:t> FD adaptive (2)</a:t>
            </a:r>
          </a:p>
        </p:txBody>
      </p:sp>
      <p:sp>
        <p:nvSpPr>
          <p:cNvPr id="23555" name="Content Placeholder 2">
            <a:extLst>
              <a:ext uri="{FF2B5EF4-FFF2-40B4-BE49-F238E27FC236}">
                <a16:creationId xmlns:a16="http://schemas.microsoft.com/office/drawing/2014/main" id="{1B64A8DB-2739-3643-A3CC-757B692D4CB8}"/>
              </a:ext>
            </a:extLst>
          </p:cNvPr>
          <p:cNvSpPr>
            <a:spLocks noGrp="1"/>
          </p:cNvSpPr>
          <p:nvPr>
            <p:ph idx="1"/>
          </p:nvPr>
        </p:nvSpPr>
        <p:spPr/>
        <p:txBody>
          <a:bodyPr/>
          <a:lstStyle/>
          <a:p>
            <a:r>
              <a:rPr lang="en-US" altLang="ro-RO" dirty="0"/>
              <a:t>CHEN-FD</a:t>
            </a:r>
          </a:p>
          <a:p>
            <a:pPr lvl="1"/>
            <a:r>
              <a:rPr lang="en-US" altLang="ro-RO" dirty="0"/>
              <a:t>Se </a:t>
            </a:r>
            <a:r>
              <a:rPr lang="en-US" altLang="ro-RO" dirty="0" err="1"/>
              <a:t>bazeaza</a:t>
            </a:r>
            <a:r>
              <a:rPr lang="en-US" altLang="ro-RO" dirty="0"/>
              <a:t> pe </a:t>
            </a:r>
            <a:r>
              <a:rPr lang="en-US" altLang="ro-RO" dirty="0" err="1">
                <a:solidFill>
                  <a:srgbClr val="FF0000"/>
                </a:solidFill>
              </a:rPr>
              <a:t>analiza</a:t>
            </a:r>
            <a:r>
              <a:rPr lang="en-US" altLang="ro-RO" dirty="0">
                <a:solidFill>
                  <a:srgbClr val="FF0000"/>
                </a:solidFill>
              </a:rPr>
              <a:t> </a:t>
            </a:r>
            <a:r>
              <a:rPr lang="en-US" altLang="ro-RO" dirty="0" err="1">
                <a:solidFill>
                  <a:srgbClr val="FF0000"/>
                </a:solidFill>
              </a:rPr>
              <a:t>probabilistica</a:t>
            </a:r>
            <a:r>
              <a:rPr lang="en-US" altLang="ro-RO" dirty="0">
                <a:solidFill>
                  <a:srgbClr val="FF0000"/>
                </a:solidFill>
              </a:rPr>
              <a:t> </a:t>
            </a:r>
            <a:r>
              <a:rPr lang="en-US" altLang="ro-RO" dirty="0"/>
              <a:t>a </a:t>
            </a:r>
            <a:r>
              <a:rPr lang="en-US" altLang="ro-RO" dirty="0" err="1"/>
              <a:t>traficului</a:t>
            </a:r>
            <a:r>
              <a:rPr lang="en-US" altLang="ro-RO" dirty="0"/>
              <a:t> de </a:t>
            </a:r>
            <a:r>
              <a:rPr lang="en-US" altLang="ro-RO" dirty="0" err="1"/>
              <a:t>retea</a:t>
            </a:r>
            <a:r>
              <a:rPr lang="en-US" altLang="ro-RO" dirty="0"/>
              <a:t> </a:t>
            </a:r>
            <a:r>
              <a:rPr lang="en-US" altLang="ro-RO" dirty="0" err="1"/>
              <a:t>si</a:t>
            </a:r>
            <a:r>
              <a:rPr lang="en-US" altLang="ro-RO" dirty="0"/>
              <a:t> a </a:t>
            </a:r>
            <a:r>
              <a:rPr lang="en-US" altLang="ro-RO" dirty="0" err="1"/>
              <a:t>cerintelor</a:t>
            </a:r>
            <a:r>
              <a:rPr lang="en-US" altLang="ro-RO" dirty="0"/>
              <a:t> </a:t>
            </a:r>
            <a:r>
              <a:rPr lang="en-US" altLang="ro-RO" dirty="0" err="1"/>
              <a:t>aplicatiilor</a:t>
            </a:r>
            <a:endParaRPr lang="en-US" altLang="ro-RO" dirty="0"/>
          </a:p>
          <a:p>
            <a:pPr lvl="1"/>
            <a:r>
              <a:rPr lang="en-US" altLang="ro-RO" dirty="0" err="1"/>
              <a:t>Estimarea</a:t>
            </a:r>
            <a:r>
              <a:rPr lang="en-US" altLang="ro-RO" dirty="0"/>
              <a:t> </a:t>
            </a:r>
            <a:r>
              <a:rPr lang="en-US" altLang="ro-RO" dirty="0" err="1"/>
              <a:t>timpului</a:t>
            </a:r>
            <a:r>
              <a:rPr lang="en-US" altLang="ro-RO" dirty="0"/>
              <a:t> de </a:t>
            </a:r>
            <a:r>
              <a:rPr lang="en-US" altLang="ro-RO" dirty="0" err="1"/>
              <a:t>primire</a:t>
            </a:r>
            <a:r>
              <a:rPr lang="en-US" altLang="ro-RO" dirty="0"/>
              <a:t> a </a:t>
            </a:r>
            <a:r>
              <a:rPr lang="en-US" altLang="ro-RO" dirty="0" err="1"/>
              <a:t>urmatorului</a:t>
            </a:r>
            <a:r>
              <a:rPr lang="en-US" altLang="ro-RO" dirty="0"/>
              <a:t> </a:t>
            </a:r>
            <a:r>
              <a:rPr lang="en-US" altLang="ro-RO" dirty="0" err="1"/>
              <a:t>mesaj</a:t>
            </a:r>
            <a:r>
              <a:rPr lang="en-US" altLang="ro-RO" dirty="0"/>
              <a:t> heartbeat pe </a:t>
            </a:r>
            <a:r>
              <a:rPr lang="en-US" altLang="ro-RO" dirty="0" err="1"/>
              <a:t>baza</a:t>
            </a:r>
            <a:r>
              <a:rPr lang="en-US" altLang="ro-RO" dirty="0"/>
              <a:t> </a:t>
            </a:r>
            <a:r>
              <a:rPr lang="en-US" altLang="ro-RO" dirty="0" err="1"/>
              <a:t>timpilor</a:t>
            </a:r>
            <a:r>
              <a:rPr lang="en-US" altLang="ro-RO" dirty="0"/>
              <a:t> de </a:t>
            </a:r>
            <a:r>
              <a:rPr lang="en-US" altLang="ro-RO" dirty="0" err="1"/>
              <a:t>receptionare</a:t>
            </a:r>
            <a:r>
              <a:rPr lang="en-US" altLang="ro-RO" dirty="0"/>
              <a:t> a </a:t>
            </a:r>
            <a:r>
              <a:rPr lang="en-US" altLang="ro-RO" dirty="0" err="1"/>
              <a:t>celor</a:t>
            </a:r>
            <a:r>
              <a:rPr lang="en-US" altLang="ro-RO" dirty="0"/>
              <a:t> </a:t>
            </a:r>
            <a:r>
              <a:rPr lang="en-US" altLang="ro-RO" dirty="0" err="1"/>
              <a:t>mai</a:t>
            </a:r>
            <a:r>
              <a:rPr lang="en-US" altLang="ro-RO" dirty="0"/>
              <a:t> </a:t>
            </a:r>
            <a:r>
              <a:rPr lang="en-US" altLang="ro-RO" dirty="0" err="1"/>
              <a:t>recente</a:t>
            </a:r>
            <a:r>
              <a:rPr lang="en-US" altLang="ro-RO" dirty="0"/>
              <a:t> </a:t>
            </a:r>
            <a:r>
              <a:rPr lang="en-US" altLang="ro-RO" dirty="0" err="1"/>
              <a:t>mesaje</a:t>
            </a:r>
            <a:r>
              <a:rPr lang="en-US" altLang="ro-RO" dirty="0"/>
              <a:t> heartbeat</a:t>
            </a:r>
          </a:p>
          <a:p>
            <a:pPr lvl="1"/>
            <a:r>
              <a:rPr lang="en-US" altLang="ro-RO" dirty="0" err="1"/>
              <a:t>Estimarea</a:t>
            </a:r>
            <a:r>
              <a:rPr lang="en-US" altLang="ro-RO" dirty="0"/>
              <a:t> </a:t>
            </a:r>
            <a:r>
              <a:rPr lang="en-US" altLang="ro-RO" dirty="0" err="1"/>
              <a:t>anterioara</a:t>
            </a:r>
            <a:r>
              <a:rPr lang="en-US" altLang="ro-RO" dirty="0"/>
              <a:t> plus o </a:t>
            </a:r>
            <a:r>
              <a:rPr lang="en-US" altLang="ro-RO" dirty="0" err="1"/>
              <a:t>margine</a:t>
            </a:r>
            <a:r>
              <a:rPr lang="en-US" altLang="ro-RO" dirty="0"/>
              <a:t> de </a:t>
            </a:r>
            <a:r>
              <a:rPr lang="en-US" altLang="ro-RO" dirty="0" err="1"/>
              <a:t>siguranta</a:t>
            </a:r>
            <a:r>
              <a:rPr lang="en-US" altLang="ro-RO" dirty="0"/>
              <a:t> </a:t>
            </a:r>
            <a:r>
              <a:rPr lang="en-US" altLang="ro-RO" dirty="0" err="1"/>
              <a:t>formeaza</a:t>
            </a:r>
            <a:r>
              <a:rPr lang="en-US" altLang="ro-RO" dirty="0"/>
              <a:t> </a:t>
            </a:r>
            <a:r>
              <a:rPr lang="en-US" altLang="ro-RO" dirty="0" err="1"/>
              <a:t>intervalul</a:t>
            </a:r>
            <a:r>
              <a:rPr lang="en-US" altLang="ro-RO" dirty="0"/>
              <a:t> de timeout</a:t>
            </a:r>
          </a:p>
          <a:p>
            <a:endParaRPr lang="en-US" altLang="ro-RO" dirty="0"/>
          </a:p>
        </p:txBody>
      </p:sp>
      <p:sp>
        <p:nvSpPr>
          <p:cNvPr id="23556" name="Footer Placeholder 3">
            <a:extLst>
              <a:ext uri="{FF2B5EF4-FFF2-40B4-BE49-F238E27FC236}">
                <a16:creationId xmlns:a16="http://schemas.microsoft.com/office/drawing/2014/main" id="{56A6954E-B172-EF48-BC66-50841BEB1034}"/>
              </a:ext>
            </a:extLst>
          </p:cNvPr>
          <p:cNvSpPr>
            <a:spLocks noGrp="1"/>
          </p:cNvSpPr>
          <p:nvPr>
            <p:ph type="ftr" sz="quarter" idx="10"/>
          </p:nvPr>
        </p:nvSpPr>
        <p:spPr bwMode="auto">
          <a:xfrm>
            <a:off x="2362200" y="6610350"/>
            <a:ext cx="38862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ctr" rtl="0" fontAlgn="base">
              <a:spcBef>
                <a:spcPct val="0"/>
              </a:spcBef>
              <a:spcAft>
                <a:spcPct val="0"/>
              </a:spcAft>
              <a:defRPr sz="900" kern="1200">
                <a:solidFill>
                  <a:schemeClr val="bg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r>
              <a:rPr lang="en-US"/>
              <a:t>Toleranta la defecte in SD </a:t>
            </a:r>
            <a:endParaRPr lang="en-US" altLang="ro-RO">
              <a:solidFill>
                <a:schemeClr val="bg1"/>
              </a:solidFill>
            </a:endParaRPr>
          </a:p>
        </p:txBody>
      </p:sp>
      <p:sp>
        <p:nvSpPr>
          <p:cNvPr id="23557" name="Slide Number Placeholder 4">
            <a:extLst>
              <a:ext uri="{FF2B5EF4-FFF2-40B4-BE49-F238E27FC236}">
                <a16:creationId xmlns:a16="http://schemas.microsoft.com/office/drawing/2014/main" id="{586060D3-5160-8D41-9480-123B74010352}"/>
              </a:ext>
            </a:extLst>
          </p:cNvPr>
          <p:cNvSpPr>
            <a:spLocks noGrp="1"/>
          </p:cNvSpPr>
          <p:nvPr>
            <p:ph type="sldNum" sz="quarter" idx="11"/>
          </p:nvPr>
        </p:nvSpPr>
        <p:spPr bwMode="auto">
          <a:xfrm>
            <a:off x="7010400" y="6602413"/>
            <a:ext cx="2133600" cy="549275"/>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900" kern="1200">
                <a:solidFill>
                  <a:schemeClr val="bg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fld id="{F70614BC-944D-F346-86BD-32DC0AD8C607}" type="slidenum">
              <a:rPr lang="en-US" altLang="ro-RO" smtClean="0"/>
              <a:pPr eaLnBrk="1" hangingPunct="1"/>
              <a:t>17</a:t>
            </a:fld>
            <a:endParaRPr lang="en-US" altLang="ro-RO">
              <a:solidFill>
                <a:schemeClr val="bg1"/>
              </a:solidFill>
            </a:endParaRPr>
          </a:p>
        </p:txBody>
      </p:sp>
    </p:spTree>
    <p:extLst>
      <p:ext uri="{BB962C8B-B14F-4D97-AF65-F5344CB8AC3E}">
        <p14:creationId xmlns:p14="http://schemas.microsoft.com/office/powerpoint/2010/main" val="37396554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EA467-A8C5-7242-A796-33CE66C8A091}"/>
              </a:ext>
            </a:extLst>
          </p:cNvPr>
          <p:cNvSpPr>
            <a:spLocks noGrp="1"/>
          </p:cNvSpPr>
          <p:nvPr>
            <p:ph type="title"/>
          </p:nvPr>
        </p:nvSpPr>
        <p:spPr>
          <a:xfrm>
            <a:off x="304800" y="609600"/>
            <a:ext cx="8229600" cy="487363"/>
          </a:xfrm>
        </p:spPr>
        <p:txBody>
          <a:bodyPr/>
          <a:lstStyle/>
          <a:p>
            <a:pPr>
              <a:defRPr/>
            </a:pPr>
            <a:r>
              <a:rPr lang="en-US" dirty="0" err="1"/>
              <a:t>Dezavantaje</a:t>
            </a:r>
            <a:endParaRPr lang="en-US" dirty="0"/>
          </a:p>
        </p:txBody>
      </p:sp>
      <p:sp>
        <p:nvSpPr>
          <p:cNvPr id="24579" name="Content Placeholder 2">
            <a:extLst>
              <a:ext uri="{FF2B5EF4-FFF2-40B4-BE49-F238E27FC236}">
                <a16:creationId xmlns:a16="http://schemas.microsoft.com/office/drawing/2014/main" id="{6D369FB9-F5A6-184E-A2F4-3EB8FE22EF44}"/>
              </a:ext>
            </a:extLst>
          </p:cNvPr>
          <p:cNvSpPr>
            <a:spLocks noGrp="1"/>
          </p:cNvSpPr>
          <p:nvPr>
            <p:ph idx="1"/>
          </p:nvPr>
        </p:nvSpPr>
        <p:spPr/>
        <p:txBody>
          <a:bodyPr/>
          <a:lstStyle/>
          <a:p>
            <a:pPr>
              <a:lnSpc>
                <a:spcPct val="90000"/>
              </a:lnSpc>
              <a:spcAft>
                <a:spcPts val="600"/>
              </a:spcAft>
            </a:pPr>
            <a:endParaRPr lang="en-US" altLang="ro-RO" sz="2800" dirty="0"/>
          </a:p>
          <a:p>
            <a:pPr>
              <a:lnSpc>
                <a:spcPct val="90000"/>
              </a:lnSpc>
              <a:spcAft>
                <a:spcPts val="600"/>
              </a:spcAft>
            </a:pPr>
            <a:r>
              <a:rPr lang="en-US" altLang="ro-RO" sz="2800" dirty="0" err="1"/>
              <a:t>Acuratetea</a:t>
            </a:r>
            <a:r>
              <a:rPr lang="en-US" altLang="ro-RO" sz="2800" dirty="0"/>
              <a:t> </a:t>
            </a:r>
            <a:r>
              <a:rPr lang="en-US" altLang="ro-RO" sz="2800" dirty="0" err="1"/>
              <a:t>este</a:t>
            </a:r>
            <a:r>
              <a:rPr lang="en-US" altLang="ro-RO" sz="2800" dirty="0"/>
              <a:t> data de </a:t>
            </a:r>
            <a:r>
              <a:rPr lang="en-US" altLang="ro-RO" sz="2800" dirty="0" err="1"/>
              <a:t>functia</a:t>
            </a:r>
            <a:r>
              <a:rPr lang="en-US" altLang="ro-RO" sz="2800" dirty="0"/>
              <a:t> de </a:t>
            </a:r>
            <a:r>
              <a:rPr lang="en-US" altLang="ro-RO" sz="2800" dirty="0" err="1"/>
              <a:t>estimare</a:t>
            </a:r>
            <a:endParaRPr lang="en-US" altLang="ro-RO" sz="2800" dirty="0"/>
          </a:p>
          <a:p>
            <a:pPr>
              <a:lnSpc>
                <a:spcPct val="90000"/>
              </a:lnSpc>
              <a:spcAft>
                <a:spcPts val="600"/>
              </a:spcAft>
            </a:pPr>
            <a:r>
              <a:rPr lang="en-US" altLang="ro-RO" sz="2800" dirty="0" err="1"/>
              <a:t>Adaptarea</a:t>
            </a:r>
            <a:r>
              <a:rPr lang="en-US" altLang="ro-RO" sz="2800" dirty="0"/>
              <a:t> la </a:t>
            </a:r>
            <a:r>
              <a:rPr lang="en-US" altLang="ro-RO" sz="2800" dirty="0" err="1"/>
              <a:t>cerintele</a:t>
            </a:r>
            <a:r>
              <a:rPr lang="en-US" altLang="ro-RO" sz="2800" dirty="0"/>
              <a:t> </a:t>
            </a:r>
            <a:r>
              <a:rPr lang="en-US" altLang="ro-RO" sz="2800" dirty="0" err="1"/>
              <a:t>mai</a:t>
            </a:r>
            <a:r>
              <a:rPr lang="en-US" altLang="ro-RO" sz="2800" dirty="0"/>
              <a:t> </a:t>
            </a:r>
            <a:r>
              <a:rPr lang="en-US" altLang="ro-RO" sz="2800" dirty="0" err="1"/>
              <a:t>multor</a:t>
            </a:r>
            <a:r>
              <a:rPr lang="en-US" altLang="ro-RO" sz="2800" dirty="0"/>
              <a:t> </a:t>
            </a:r>
            <a:r>
              <a:rPr lang="en-US" altLang="ro-RO" sz="2800" dirty="0" err="1"/>
              <a:t>aplicatii</a:t>
            </a:r>
            <a:r>
              <a:rPr lang="en-US" altLang="ro-RO" sz="2800" dirty="0"/>
              <a:t> </a:t>
            </a:r>
            <a:r>
              <a:rPr lang="en-US" altLang="ro-RO" sz="2800" dirty="0" err="1"/>
              <a:t>ar</a:t>
            </a:r>
            <a:r>
              <a:rPr lang="en-US" altLang="ro-RO" sz="2800" dirty="0"/>
              <a:t> </a:t>
            </a:r>
            <a:r>
              <a:rPr lang="en-US" altLang="ro-RO" sz="2800" dirty="0" err="1"/>
              <a:t>necesita</a:t>
            </a:r>
            <a:r>
              <a:rPr lang="en-US" altLang="ro-RO" sz="2800" dirty="0"/>
              <a:t> </a:t>
            </a:r>
            <a:r>
              <a:rPr lang="en-US" altLang="ro-RO" sz="2800" dirty="0" err="1"/>
              <a:t>administrarea</a:t>
            </a:r>
            <a:r>
              <a:rPr lang="en-US" altLang="ro-RO" sz="2800" dirty="0"/>
              <a:t> </a:t>
            </a:r>
            <a:r>
              <a:rPr lang="en-US" altLang="ro-RO" sz="2800" dirty="0" err="1"/>
              <a:t>mai</a:t>
            </a:r>
            <a:r>
              <a:rPr lang="en-US" altLang="ro-RO" sz="2800" dirty="0"/>
              <a:t> </a:t>
            </a:r>
            <a:r>
              <a:rPr lang="en-US" altLang="ro-RO" sz="2800" dirty="0" err="1"/>
              <a:t>multor</a:t>
            </a:r>
            <a:r>
              <a:rPr lang="en-US" altLang="ro-RO" sz="2800" dirty="0"/>
              <a:t> </a:t>
            </a:r>
            <a:r>
              <a:rPr lang="en-US" altLang="ro-RO" sz="2800" dirty="0" err="1"/>
              <a:t>valori</a:t>
            </a:r>
            <a:r>
              <a:rPr lang="en-US" altLang="ro-RO" sz="2800" dirty="0"/>
              <a:t> de timeout</a:t>
            </a:r>
          </a:p>
          <a:p>
            <a:pPr>
              <a:lnSpc>
                <a:spcPct val="90000"/>
              </a:lnSpc>
            </a:pPr>
            <a:endParaRPr lang="en-US" altLang="ro-RO" sz="2800" dirty="0"/>
          </a:p>
          <a:p>
            <a:pPr>
              <a:lnSpc>
                <a:spcPct val="90000"/>
              </a:lnSpc>
            </a:pPr>
            <a:r>
              <a:rPr lang="en-US" altLang="ro-RO" sz="2800" dirty="0"/>
              <a:t>O </a:t>
            </a:r>
            <a:r>
              <a:rPr lang="en-US" altLang="ro-RO" sz="2800" dirty="0" err="1"/>
              <a:t>solutie</a:t>
            </a:r>
            <a:r>
              <a:rPr lang="en-US" altLang="ro-RO" sz="2800" dirty="0"/>
              <a:t> </a:t>
            </a:r>
            <a:r>
              <a:rPr lang="en-US" altLang="ro-RO" sz="2800" dirty="0" err="1"/>
              <a:t>alternativa</a:t>
            </a:r>
            <a:r>
              <a:rPr lang="en-US" altLang="ro-RO" sz="2800" dirty="0"/>
              <a:t> - </a:t>
            </a:r>
            <a:r>
              <a:rPr lang="en-US" altLang="ro-RO" sz="2800" dirty="0" err="1"/>
              <a:t>aplicatiile</a:t>
            </a:r>
            <a:r>
              <a:rPr lang="en-US" altLang="ro-RO" sz="2800" dirty="0"/>
              <a:t> </a:t>
            </a:r>
            <a:r>
              <a:rPr lang="en-US" altLang="ro-RO" sz="2800" dirty="0" err="1"/>
              <a:t>sa-si</a:t>
            </a:r>
            <a:r>
              <a:rPr lang="en-US" altLang="ro-RO" sz="2800" dirty="0"/>
              <a:t> </a:t>
            </a:r>
            <a:r>
              <a:rPr lang="en-US" altLang="ro-RO" sz="2800" dirty="0" err="1"/>
              <a:t>seteze</a:t>
            </a:r>
            <a:r>
              <a:rPr lang="en-US" altLang="ro-RO" sz="2800" dirty="0"/>
              <a:t> propria </a:t>
            </a:r>
            <a:r>
              <a:rPr lang="en-US" altLang="ro-RO" sz="2800" dirty="0" err="1"/>
              <a:t>valoare</a:t>
            </a:r>
            <a:r>
              <a:rPr lang="en-US" altLang="ro-RO" sz="2800" dirty="0"/>
              <a:t> de timeout</a:t>
            </a:r>
          </a:p>
          <a:p>
            <a:pPr lvl="1">
              <a:lnSpc>
                <a:spcPct val="90000"/>
              </a:lnSpc>
            </a:pPr>
            <a:r>
              <a:rPr lang="en-US" altLang="ro-RO" sz="2400" dirty="0" err="1"/>
              <a:t>dar</a:t>
            </a:r>
            <a:r>
              <a:rPr lang="en-US" altLang="ro-RO" sz="2400" dirty="0"/>
              <a:t> se </a:t>
            </a:r>
            <a:r>
              <a:rPr lang="en-US" altLang="ro-RO" sz="2400" dirty="0" err="1"/>
              <a:t>invalideaza</a:t>
            </a:r>
            <a:r>
              <a:rPr lang="en-US" altLang="ro-RO" sz="2400" dirty="0"/>
              <a:t> </a:t>
            </a:r>
            <a:r>
              <a:rPr lang="en-US" altLang="ro-RO" sz="2400" dirty="0" err="1"/>
              <a:t>adaptarea</a:t>
            </a:r>
            <a:r>
              <a:rPr lang="en-US" altLang="ro-RO" sz="2400" dirty="0"/>
              <a:t> la </a:t>
            </a:r>
            <a:r>
              <a:rPr lang="en-US" altLang="ro-RO" sz="2400" dirty="0" err="1"/>
              <a:t>conditiile</a:t>
            </a:r>
            <a:r>
              <a:rPr lang="en-US" altLang="ro-RO" sz="2400" dirty="0"/>
              <a:t> de </a:t>
            </a:r>
            <a:r>
              <a:rPr lang="en-US" altLang="ro-RO" sz="2400" dirty="0" err="1"/>
              <a:t>retea</a:t>
            </a:r>
            <a:endParaRPr lang="en-US" altLang="ro-RO" sz="2400" dirty="0"/>
          </a:p>
          <a:p>
            <a:endParaRPr lang="en-US" altLang="ro-RO" sz="2800" dirty="0"/>
          </a:p>
        </p:txBody>
      </p:sp>
      <p:sp>
        <p:nvSpPr>
          <p:cNvPr id="24580" name="Footer Placeholder 3">
            <a:extLst>
              <a:ext uri="{FF2B5EF4-FFF2-40B4-BE49-F238E27FC236}">
                <a16:creationId xmlns:a16="http://schemas.microsoft.com/office/drawing/2014/main" id="{C1B3CA8F-C5C2-1942-87A0-638796297F72}"/>
              </a:ext>
            </a:extLst>
          </p:cNvPr>
          <p:cNvSpPr>
            <a:spLocks noGrp="1"/>
          </p:cNvSpPr>
          <p:nvPr>
            <p:ph type="ftr" sz="quarter" idx="10"/>
          </p:nvPr>
        </p:nvSpPr>
        <p:spPr bwMode="auto">
          <a:xfrm>
            <a:off x="2362200" y="6610350"/>
            <a:ext cx="38862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ctr" rtl="0" fontAlgn="base">
              <a:spcBef>
                <a:spcPct val="0"/>
              </a:spcBef>
              <a:spcAft>
                <a:spcPct val="0"/>
              </a:spcAft>
              <a:defRPr sz="900" kern="1200">
                <a:solidFill>
                  <a:schemeClr val="bg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r>
              <a:rPr lang="en-US"/>
              <a:t>Toleranta la defecte in SD </a:t>
            </a:r>
            <a:endParaRPr lang="en-US" altLang="ro-RO">
              <a:solidFill>
                <a:schemeClr val="bg1"/>
              </a:solidFill>
            </a:endParaRPr>
          </a:p>
        </p:txBody>
      </p:sp>
      <p:sp>
        <p:nvSpPr>
          <p:cNvPr id="24581" name="Slide Number Placeholder 4">
            <a:extLst>
              <a:ext uri="{FF2B5EF4-FFF2-40B4-BE49-F238E27FC236}">
                <a16:creationId xmlns:a16="http://schemas.microsoft.com/office/drawing/2014/main" id="{85943087-CE48-D642-8B20-59F8CBCA097C}"/>
              </a:ext>
            </a:extLst>
          </p:cNvPr>
          <p:cNvSpPr>
            <a:spLocks noGrp="1"/>
          </p:cNvSpPr>
          <p:nvPr>
            <p:ph type="sldNum" sz="quarter" idx="11"/>
          </p:nvPr>
        </p:nvSpPr>
        <p:spPr bwMode="auto">
          <a:xfrm>
            <a:off x="7010400" y="6602413"/>
            <a:ext cx="2133600" cy="549275"/>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900" kern="1200">
                <a:solidFill>
                  <a:schemeClr val="bg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fld id="{F70614BC-944D-F346-86BD-32DC0AD8C607}" type="slidenum">
              <a:rPr lang="en-US" altLang="ro-RO" smtClean="0"/>
              <a:pPr eaLnBrk="1" hangingPunct="1"/>
              <a:t>18</a:t>
            </a:fld>
            <a:endParaRPr lang="en-US" altLang="ro-RO">
              <a:solidFill>
                <a:schemeClr val="bg1"/>
              </a:solidFill>
            </a:endParaRPr>
          </a:p>
        </p:txBody>
      </p:sp>
    </p:spTree>
    <p:extLst>
      <p:ext uri="{BB962C8B-B14F-4D97-AF65-F5344CB8AC3E}">
        <p14:creationId xmlns:p14="http://schemas.microsoft.com/office/powerpoint/2010/main" val="9023589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a:extLst>
              <a:ext uri="{FF2B5EF4-FFF2-40B4-BE49-F238E27FC236}">
                <a16:creationId xmlns:a16="http://schemas.microsoft.com/office/drawing/2014/main" id="{239C68D1-289E-6C45-820F-260E4028E8C4}"/>
              </a:ext>
            </a:extLst>
          </p:cNvPr>
          <p:cNvSpPr>
            <a:spLocks noGrp="1" noChangeArrowheads="1"/>
          </p:cNvSpPr>
          <p:nvPr>
            <p:ph type="title"/>
          </p:nvPr>
        </p:nvSpPr>
        <p:spPr>
          <a:xfrm>
            <a:off x="457200" y="500743"/>
            <a:ext cx="8229600" cy="916895"/>
          </a:xfrm>
        </p:spPr>
        <p:txBody>
          <a:bodyPr/>
          <a:lstStyle/>
          <a:p>
            <a:pPr>
              <a:defRPr/>
            </a:pPr>
            <a:r>
              <a:rPr lang="en-US" dirty="0" err="1"/>
              <a:t>Detectoare</a:t>
            </a:r>
            <a:r>
              <a:rPr lang="en-US" dirty="0"/>
              <a:t> de </a:t>
            </a:r>
            <a:r>
              <a:rPr lang="en-US" dirty="0" err="1"/>
              <a:t>erori</a:t>
            </a:r>
            <a:r>
              <a:rPr lang="en-US" dirty="0"/>
              <a:t> </a:t>
            </a:r>
            <a:r>
              <a:rPr lang="en-US" dirty="0" err="1"/>
              <a:t>lenese</a:t>
            </a:r>
            <a:endParaRPr lang="en-US" dirty="0"/>
          </a:p>
        </p:txBody>
      </p:sp>
      <p:sp>
        <p:nvSpPr>
          <p:cNvPr id="25603" name="Rectangle 5">
            <a:extLst>
              <a:ext uri="{FF2B5EF4-FFF2-40B4-BE49-F238E27FC236}">
                <a16:creationId xmlns:a16="http://schemas.microsoft.com/office/drawing/2014/main" id="{60345EC9-EF62-CE44-924A-90B3E41B84DC}"/>
              </a:ext>
            </a:extLst>
          </p:cNvPr>
          <p:cNvSpPr>
            <a:spLocks noGrp="1" noChangeArrowheads="1"/>
          </p:cNvSpPr>
          <p:nvPr>
            <p:ph type="body" sz="half" idx="2"/>
          </p:nvPr>
        </p:nvSpPr>
        <p:spPr>
          <a:xfrm>
            <a:off x="457200" y="3825875"/>
            <a:ext cx="8229600" cy="2305050"/>
          </a:xfrm>
        </p:spPr>
        <p:txBody>
          <a:bodyPr/>
          <a:lstStyle/>
          <a:p>
            <a:r>
              <a:rPr lang="en-US" altLang="ro-RO" sz="2400" dirty="0" err="1"/>
              <a:t>Ideea</a:t>
            </a:r>
            <a:r>
              <a:rPr lang="en-US" altLang="ro-RO" sz="2400" dirty="0"/>
              <a:t> de </a:t>
            </a:r>
            <a:r>
              <a:rPr lang="en-US" altLang="ro-RO" sz="2400" dirty="0" err="1"/>
              <a:t>baza</a:t>
            </a:r>
            <a:r>
              <a:rPr lang="en-US" altLang="ro-RO" sz="2400" dirty="0"/>
              <a:t> </a:t>
            </a:r>
            <a:r>
              <a:rPr lang="en-US" altLang="ro-RO" sz="2400" dirty="0" err="1"/>
              <a:t>este</a:t>
            </a:r>
            <a:r>
              <a:rPr lang="en-US" altLang="ro-RO" sz="2400" dirty="0"/>
              <a:t> </a:t>
            </a:r>
            <a:r>
              <a:rPr lang="en-US" altLang="ro-RO" sz="2400" dirty="0" err="1"/>
              <a:t>folosirea</a:t>
            </a:r>
            <a:r>
              <a:rPr lang="en-US" altLang="ro-RO" sz="2400" dirty="0"/>
              <a:t> a cat </a:t>
            </a:r>
            <a:r>
              <a:rPr lang="en-US" altLang="ro-RO" sz="2400" dirty="0" err="1"/>
              <a:t>mai</a:t>
            </a:r>
            <a:r>
              <a:rPr lang="en-US" altLang="ro-RO" sz="2400" dirty="0"/>
              <a:t> </a:t>
            </a:r>
            <a:r>
              <a:rPr lang="en-US" altLang="ro-RO" sz="2400" dirty="0" err="1"/>
              <a:t>multe</a:t>
            </a:r>
            <a:r>
              <a:rPr lang="en-US" altLang="ro-RO" sz="2400" dirty="0"/>
              <a:t> </a:t>
            </a:r>
            <a:r>
              <a:rPr lang="en-US" altLang="ro-RO" sz="2400" dirty="0" err="1"/>
              <a:t>mesaje</a:t>
            </a:r>
            <a:r>
              <a:rPr lang="en-US" altLang="ro-RO" sz="2400" dirty="0"/>
              <a:t> </a:t>
            </a:r>
            <a:r>
              <a:rPr lang="en-US" altLang="ro-RO" sz="2400" dirty="0" err="1"/>
              <a:t>transmise</a:t>
            </a:r>
            <a:r>
              <a:rPr lang="en-US" altLang="ro-RO" sz="2400" dirty="0"/>
              <a:t> </a:t>
            </a:r>
            <a:r>
              <a:rPr lang="en-US" altLang="ro-RO" sz="2400" dirty="0" err="1"/>
              <a:t>intre</a:t>
            </a:r>
            <a:r>
              <a:rPr lang="en-US" altLang="ro-RO" sz="2400" dirty="0"/>
              <a:t> </a:t>
            </a:r>
            <a:r>
              <a:rPr lang="en-US" altLang="ro-RO" sz="2400" dirty="0" err="1"/>
              <a:t>procese</a:t>
            </a:r>
            <a:r>
              <a:rPr lang="en-US" altLang="ro-RO" sz="2400" dirty="0"/>
              <a:t> </a:t>
            </a:r>
            <a:r>
              <a:rPr lang="en-US" altLang="ro-RO" sz="2400" dirty="0" err="1"/>
              <a:t>pentru</a:t>
            </a:r>
            <a:r>
              <a:rPr lang="en-US" altLang="ro-RO" sz="2400" dirty="0"/>
              <a:t> a </a:t>
            </a:r>
            <a:r>
              <a:rPr lang="en-US" altLang="ro-RO" sz="2400" dirty="0" err="1"/>
              <a:t>detecta</a:t>
            </a:r>
            <a:r>
              <a:rPr lang="en-US" altLang="ro-RO" sz="2400" dirty="0"/>
              <a:t> </a:t>
            </a:r>
            <a:r>
              <a:rPr lang="en-US" altLang="ro-RO" sz="2400" dirty="0" err="1"/>
              <a:t>erori</a:t>
            </a:r>
            <a:r>
              <a:rPr lang="en-US" altLang="ro-RO" dirty="0"/>
              <a:t> </a:t>
            </a:r>
            <a:r>
              <a:rPr lang="en-US" altLang="ro-RO" dirty="0">
                <a:sym typeface="Wingdings" pitchFamily="2" charset="2"/>
              </a:rPr>
              <a:t> </a:t>
            </a:r>
            <a:r>
              <a:rPr lang="en-US" altLang="ro-RO" dirty="0"/>
              <a:t>s</a:t>
            </a:r>
            <a:r>
              <a:rPr lang="en-US" altLang="ro-RO" sz="2400" dirty="0"/>
              <a:t>e </a:t>
            </a:r>
            <a:r>
              <a:rPr lang="en-US" altLang="ro-RO" sz="2400" dirty="0" err="1"/>
              <a:t>impune</a:t>
            </a:r>
            <a:r>
              <a:rPr lang="en-US" altLang="ro-RO" sz="2400" dirty="0"/>
              <a:t>, </a:t>
            </a:r>
            <a:r>
              <a:rPr lang="en-US" altLang="ro-RO" sz="2400" dirty="0" err="1"/>
              <a:t>astfel</a:t>
            </a:r>
            <a:r>
              <a:rPr lang="en-US" altLang="ro-RO" sz="2400" dirty="0"/>
              <a:t>, ca </a:t>
            </a:r>
            <a:r>
              <a:rPr lang="en-US" altLang="ro-RO" sz="2400" dirty="0" err="1"/>
              <a:t>fiecare</a:t>
            </a:r>
            <a:r>
              <a:rPr lang="en-US" altLang="ro-RO" sz="2400" dirty="0"/>
              <a:t> </a:t>
            </a:r>
            <a:r>
              <a:rPr lang="en-US" altLang="ro-RO" sz="2400" dirty="0" err="1"/>
              <a:t>mesaj</a:t>
            </a:r>
            <a:r>
              <a:rPr lang="en-US" altLang="ro-RO" sz="2400" dirty="0"/>
              <a:t> </a:t>
            </a:r>
            <a:r>
              <a:rPr lang="en-US" altLang="ro-RO" sz="2400" dirty="0" err="1"/>
              <a:t>primit</a:t>
            </a:r>
            <a:r>
              <a:rPr lang="en-US" altLang="ro-RO" sz="2400" dirty="0"/>
              <a:t> </a:t>
            </a:r>
            <a:r>
              <a:rPr lang="en-US" altLang="ro-RO" sz="2400" dirty="0" err="1"/>
              <a:t>sa</a:t>
            </a:r>
            <a:r>
              <a:rPr lang="en-US" altLang="ro-RO" sz="2400" dirty="0"/>
              <a:t> fie </a:t>
            </a:r>
            <a:r>
              <a:rPr lang="en-US" altLang="ro-RO" sz="2400" dirty="0" err="1"/>
              <a:t>confirmat</a:t>
            </a:r>
            <a:endParaRPr lang="en-US" altLang="ro-RO" sz="2400" dirty="0"/>
          </a:p>
          <a:p>
            <a:r>
              <a:rPr lang="en-US" altLang="ro-RO" sz="2400" dirty="0"/>
              <a:t>Cand </a:t>
            </a:r>
            <a:r>
              <a:rPr lang="en-US" altLang="ro-RO" sz="2400" dirty="0" err="1"/>
              <a:t>procesele</a:t>
            </a:r>
            <a:r>
              <a:rPr lang="en-US" altLang="ro-RO" sz="2400" dirty="0"/>
              <a:t> nu </a:t>
            </a:r>
            <a:r>
              <a:rPr lang="en-US" altLang="ro-RO" sz="2400" dirty="0" err="1"/>
              <a:t>comunica</a:t>
            </a:r>
            <a:r>
              <a:rPr lang="en-US" altLang="ro-RO" sz="2400" dirty="0"/>
              <a:t>, se </a:t>
            </a:r>
            <a:r>
              <a:rPr lang="en-US" altLang="ro-RO" sz="2400" dirty="0" err="1"/>
              <a:t>folosesc</a:t>
            </a:r>
            <a:r>
              <a:rPr lang="en-US" altLang="ro-RO" sz="2400" dirty="0"/>
              <a:t> </a:t>
            </a:r>
            <a:r>
              <a:rPr lang="en-US" altLang="ro-RO" sz="2400" dirty="0" err="1"/>
              <a:t>mesaje</a:t>
            </a:r>
            <a:r>
              <a:rPr lang="en-US" altLang="ro-RO" sz="2400" dirty="0"/>
              <a:t> de </a:t>
            </a:r>
            <a:r>
              <a:rPr lang="en-US" altLang="ro-RO" sz="2400" dirty="0" err="1"/>
              <a:t>monitorizare</a:t>
            </a:r>
            <a:endParaRPr lang="en-US" altLang="ro-RO" sz="2400" dirty="0"/>
          </a:p>
        </p:txBody>
      </p:sp>
      <p:pic>
        <p:nvPicPr>
          <p:cNvPr id="25604" name="Picture 6" descr="lazy">
            <a:extLst>
              <a:ext uri="{FF2B5EF4-FFF2-40B4-BE49-F238E27FC236}">
                <a16:creationId xmlns:a16="http://schemas.microsoft.com/office/drawing/2014/main" id="{2D55AD7D-0EF0-4449-98C8-54AACD673BA6}"/>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1066800" y="1371600"/>
            <a:ext cx="6553200" cy="2200275"/>
          </a:xfrm>
          <a:noFill/>
        </p:spPr>
      </p:pic>
    </p:spTree>
    <p:extLst>
      <p:ext uri="{BB962C8B-B14F-4D97-AF65-F5344CB8AC3E}">
        <p14:creationId xmlns:p14="http://schemas.microsoft.com/office/powerpoint/2010/main" val="35164304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a:extLst>
              <a:ext uri="{FF2B5EF4-FFF2-40B4-BE49-F238E27FC236}">
                <a16:creationId xmlns:a16="http://schemas.microsoft.com/office/drawing/2014/main" id="{71916920-59CC-3343-A1F0-8C314C4E6055}"/>
              </a:ext>
            </a:extLst>
          </p:cNvPr>
          <p:cNvSpPr>
            <a:spLocks noGrp="1" noChangeArrowheads="1"/>
          </p:cNvSpPr>
          <p:nvPr>
            <p:ph type="title"/>
          </p:nvPr>
        </p:nvSpPr>
        <p:spPr/>
        <p:txBody>
          <a:bodyPr/>
          <a:lstStyle/>
          <a:p>
            <a:pPr>
              <a:defRPr/>
            </a:pPr>
            <a:r>
              <a:rPr lang="en-US"/>
              <a:t>Detectoare de erori progresive</a:t>
            </a:r>
          </a:p>
        </p:txBody>
      </p:sp>
      <p:sp>
        <p:nvSpPr>
          <p:cNvPr id="26627" name="Rectangle 3">
            <a:extLst>
              <a:ext uri="{FF2B5EF4-FFF2-40B4-BE49-F238E27FC236}">
                <a16:creationId xmlns:a16="http://schemas.microsoft.com/office/drawing/2014/main" id="{F1647FEF-90C8-6A48-A3FF-AE3FA1CC3487}"/>
              </a:ext>
            </a:extLst>
          </p:cNvPr>
          <p:cNvSpPr>
            <a:spLocks noGrp="1" noChangeArrowheads="1"/>
          </p:cNvSpPr>
          <p:nvPr>
            <p:ph type="body" sz="half" idx="1"/>
          </p:nvPr>
        </p:nvSpPr>
        <p:spPr>
          <a:xfrm>
            <a:off x="457200" y="1371600"/>
            <a:ext cx="4033838" cy="4530725"/>
          </a:xfrm>
        </p:spPr>
        <p:txBody>
          <a:bodyPr/>
          <a:lstStyle/>
          <a:p>
            <a:pPr>
              <a:lnSpc>
                <a:spcPct val="80000"/>
              </a:lnSpc>
            </a:pPr>
            <a:r>
              <a:rPr lang="en-US" altLang="ro-RO" sz="2000" dirty="0"/>
              <a:t>Se </a:t>
            </a:r>
            <a:r>
              <a:rPr lang="en-US" altLang="ro-RO" sz="2000" dirty="0" err="1"/>
              <a:t>bazeaza</a:t>
            </a:r>
            <a:r>
              <a:rPr lang="en-US" altLang="ro-RO" sz="2000" dirty="0"/>
              <a:t> pe </a:t>
            </a:r>
            <a:r>
              <a:rPr lang="en-US" altLang="ro-RO" sz="2000" dirty="0" err="1"/>
              <a:t>asocierea</a:t>
            </a:r>
            <a:r>
              <a:rPr lang="en-US" altLang="ro-RO" sz="2000" dirty="0"/>
              <a:t> </a:t>
            </a:r>
            <a:r>
              <a:rPr lang="en-US" altLang="ro-RO" sz="2000" dirty="0" err="1"/>
              <a:t>unui</a:t>
            </a:r>
            <a:r>
              <a:rPr lang="en-US" altLang="ro-RO" sz="2000" dirty="0"/>
              <a:t> </a:t>
            </a:r>
            <a:r>
              <a:rPr lang="en-US" altLang="ro-RO" sz="2000" dirty="0" err="1"/>
              <a:t>proces</a:t>
            </a:r>
            <a:r>
              <a:rPr lang="en-US" altLang="ro-RO" sz="2000" dirty="0"/>
              <a:t> cu o </a:t>
            </a:r>
            <a:r>
              <a:rPr lang="en-US" altLang="ro-RO" sz="2000" dirty="0" err="1"/>
              <a:t>valoare</a:t>
            </a:r>
            <a:r>
              <a:rPr lang="en-US" altLang="ro-RO" sz="2000" dirty="0"/>
              <a:t> </a:t>
            </a:r>
            <a:r>
              <a:rPr lang="en-US" altLang="ro-RO" sz="2000" dirty="0" err="1"/>
              <a:t>progresiva</a:t>
            </a:r>
            <a:r>
              <a:rPr lang="en-US" altLang="ro-RO" sz="2000" dirty="0"/>
              <a:t>, care </a:t>
            </a:r>
            <a:r>
              <a:rPr lang="en-US" altLang="ro-RO" sz="2000" dirty="0" err="1"/>
              <a:t>creste</a:t>
            </a:r>
            <a:r>
              <a:rPr lang="en-US" altLang="ro-RO" sz="2000" dirty="0"/>
              <a:t> </a:t>
            </a:r>
            <a:r>
              <a:rPr lang="en-US" altLang="ro-RO" sz="2000" dirty="0" err="1"/>
              <a:t>monoton</a:t>
            </a:r>
            <a:r>
              <a:rPr lang="en-US" altLang="ro-RO" sz="2000" dirty="0"/>
              <a:t> in </a:t>
            </a:r>
            <a:r>
              <a:rPr lang="en-US" altLang="ro-RO" sz="2000" dirty="0" err="1"/>
              <a:t>timp</a:t>
            </a:r>
            <a:r>
              <a:rPr lang="en-US" altLang="ro-RO" sz="2000" dirty="0"/>
              <a:t> </a:t>
            </a:r>
            <a:r>
              <a:rPr lang="en-US" altLang="ro-RO" sz="2000" dirty="0" err="1"/>
              <a:t>daca</a:t>
            </a:r>
            <a:r>
              <a:rPr lang="en-US" altLang="ro-RO" sz="2000" dirty="0"/>
              <a:t> </a:t>
            </a:r>
            <a:r>
              <a:rPr lang="en-US" altLang="ro-RO" sz="2000" dirty="0" err="1"/>
              <a:t>procesul</a:t>
            </a:r>
            <a:r>
              <a:rPr lang="en-US" altLang="ro-RO" sz="2000" dirty="0"/>
              <a:t> s-a </a:t>
            </a:r>
            <a:r>
              <a:rPr lang="en-US" altLang="ro-RO" sz="2000" dirty="0" err="1"/>
              <a:t>defectat</a:t>
            </a:r>
            <a:endParaRPr lang="en-US" altLang="ro-RO" sz="2000" dirty="0"/>
          </a:p>
          <a:p>
            <a:pPr>
              <a:lnSpc>
                <a:spcPct val="80000"/>
              </a:lnSpc>
              <a:buFont typeface="Wingdings" pitchFamily="2" charset="2"/>
              <a:buNone/>
            </a:pPr>
            <a:endParaRPr lang="en-US" altLang="ro-RO" sz="2000" dirty="0"/>
          </a:p>
          <a:p>
            <a:pPr>
              <a:lnSpc>
                <a:spcPct val="80000"/>
              </a:lnSpc>
            </a:pPr>
            <a:r>
              <a:rPr lang="en-US" altLang="ro-RO" sz="2000" dirty="0" err="1"/>
              <a:t>Fiecare</a:t>
            </a:r>
            <a:r>
              <a:rPr lang="en-US" altLang="ro-RO" sz="2000" dirty="0"/>
              <a:t> </a:t>
            </a:r>
            <a:r>
              <a:rPr lang="en-US" altLang="ro-RO" sz="2000" dirty="0" err="1"/>
              <a:t>aplicatie</a:t>
            </a:r>
            <a:r>
              <a:rPr lang="en-US" altLang="ro-RO" sz="2000" dirty="0"/>
              <a:t> are un </a:t>
            </a:r>
            <a:r>
              <a:rPr lang="en-US" altLang="ro-RO" sz="2000" dirty="0" err="1"/>
              <a:t>prag</a:t>
            </a:r>
            <a:r>
              <a:rPr lang="en-US" altLang="ro-RO" sz="2000" dirty="0"/>
              <a:t> </a:t>
            </a:r>
            <a:r>
              <a:rPr lang="en-US" altLang="ro-RO" sz="2000" dirty="0" err="1"/>
              <a:t>finit</a:t>
            </a:r>
            <a:r>
              <a:rPr lang="en-US" altLang="ro-RO" sz="2000" dirty="0"/>
              <a:t> </a:t>
            </a:r>
            <a:r>
              <a:rPr lang="en-US" altLang="ro-RO" sz="2000" dirty="0" err="1"/>
              <a:t>stabilit</a:t>
            </a:r>
            <a:r>
              <a:rPr lang="en-US" altLang="ro-RO" sz="2000" dirty="0"/>
              <a:t> conform </a:t>
            </a:r>
            <a:r>
              <a:rPr lang="en-US" altLang="ro-RO" sz="2000" dirty="0" err="1"/>
              <a:t>propriilor</a:t>
            </a:r>
            <a:r>
              <a:rPr lang="en-US" altLang="ro-RO" sz="2000" dirty="0"/>
              <a:t> </a:t>
            </a:r>
            <a:r>
              <a:rPr lang="en-US" altLang="ro-RO" sz="2000" dirty="0" err="1"/>
              <a:t>cerinte</a:t>
            </a:r>
            <a:endParaRPr lang="en-US" altLang="ro-RO" sz="2000" dirty="0"/>
          </a:p>
          <a:p>
            <a:pPr>
              <a:lnSpc>
                <a:spcPct val="80000"/>
              </a:lnSpc>
              <a:buFont typeface="Wingdings" pitchFamily="2" charset="2"/>
              <a:buNone/>
            </a:pPr>
            <a:endParaRPr lang="en-US" altLang="ro-RO" sz="2000" dirty="0"/>
          </a:p>
          <a:p>
            <a:pPr>
              <a:lnSpc>
                <a:spcPct val="80000"/>
              </a:lnSpc>
            </a:pPr>
            <a:r>
              <a:rPr lang="en-US" altLang="ro-RO" sz="2000" dirty="0"/>
              <a:t>O </a:t>
            </a:r>
            <a:r>
              <a:rPr lang="en-US" altLang="ro-RO" sz="2000" dirty="0" err="1"/>
              <a:t>aplicatie</a:t>
            </a:r>
            <a:r>
              <a:rPr lang="en-US" altLang="ro-RO" sz="2000" dirty="0"/>
              <a:t> decide </a:t>
            </a:r>
            <a:r>
              <a:rPr lang="en-US" altLang="ro-RO" sz="2000" dirty="0" err="1"/>
              <a:t>daca</a:t>
            </a:r>
            <a:r>
              <a:rPr lang="en-US" altLang="ro-RO" sz="2000" dirty="0"/>
              <a:t> </a:t>
            </a:r>
            <a:r>
              <a:rPr lang="en-US" altLang="ro-RO" sz="2000" dirty="0" err="1"/>
              <a:t>suspecteaza</a:t>
            </a:r>
            <a:r>
              <a:rPr lang="en-US" altLang="ro-RO" sz="2000" dirty="0"/>
              <a:t> </a:t>
            </a:r>
            <a:r>
              <a:rPr lang="en-US" altLang="ro-RO" sz="2000" dirty="0" err="1"/>
              <a:t>sau</a:t>
            </a:r>
            <a:r>
              <a:rPr lang="en-US" altLang="ro-RO" sz="2000" dirty="0"/>
              <a:t> nu un </a:t>
            </a:r>
            <a:r>
              <a:rPr lang="en-US" altLang="ro-RO" sz="2000" dirty="0" err="1"/>
              <a:t>proces</a:t>
            </a:r>
            <a:r>
              <a:rPr lang="en-US" altLang="ro-RO" sz="2000" dirty="0"/>
              <a:t>, comparand </a:t>
            </a:r>
            <a:r>
              <a:rPr lang="en-US" altLang="ro-RO" sz="2000" dirty="0" err="1"/>
              <a:t>pragul</a:t>
            </a:r>
            <a:r>
              <a:rPr lang="en-US" altLang="ro-RO" sz="2000" dirty="0"/>
              <a:t> </a:t>
            </a:r>
            <a:r>
              <a:rPr lang="en-US" altLang="ro-RO" sz="2000" dirty="0" err="1"/>
              <a:t>propriu</a:t>
            </a:r>
            <a:r>
              <a:rPr lang="en-US" altLang="ro-RO" sz="2000" dirty="0"/>
              <a:t> cu </a:t>
            </a:r>
            <a:r>
              <a:rPr lang="en-US" altLang="ro-RO" sz="2000" dirty="0" err="1"/>
              <a:t>valoarea</a:t>
            </a:r>
            <a:r>
              <a:rPr lang="en-US" altLang="ro-RO" sz="2000" dirty="0"/>
              <a:t> </a:t>
            </a:r>
            <a:r>
              <a:rPr lang="en-US" altLang="ro-RO" sz="2000" dirty="0" err="1"/>
              <a:t>progresiva</a:t>
            </a:r>
            <a:r>
              <a:rPr lang="en-US" altLang="ro-RO" sz="2000" dirty="0"/>
              <a:t> </a:t>
            </a:r>
            <a:r>
              <a:rPr lang="en-US" altLang="ro-RO" sz="2000" dirty="0" err="1"/>
              <a:t>asociata</a:t>
            </a:r>
            <a:r>
              <a:rPr lang="en-US" altLang="ro-RO" sz="2000" dirty="0"/>
              <a:t> </a:t>
            </a:r>
            <a:r>
              <a:rPr lang="en-US" altLang="ro-RO" sz="2000" dirty="0" err="1"/>
              <a:t>procesului</a:t>
            </a:r>
            <a:endParaRPr lang="en-US" altLang="ro-RO" sz="2000" dirty="0"/>
          </a:p>
        </p:txBody>
      </p:sp>
      <p:pic>
        <p:nvPicPr>
          <p:cNvPr id="26628" name="Picture 5" descr="acc">
            <a:extLst>
              <a:ext uri="{FF2B5EF4-FFF2-40B4-BE49-F238E27FC236}">
                <a16:creationId xmlns:a16="http://schemas.microsoft.com/office/drawing/2014/main" id="{940384DD-560B-9242-8CEA-7AD915AE15FB}"/>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5105400" y="1295400"/>
            <a:ext cx="3197225" cy="4391025"/>
          </a:xfrm>
        </p:spPr>
      </p:pic>
    </p:spTree>
    <p:extLst>
      <p:ext uri="{BB962C8B-B14F-4D97-AF65-F5344CB8AC3E}">
        <p14:creationId xmlns:p14="http://schemas.microsoft.com/office/powerpoint/2010/main" val="28433901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D60884BF-E19D-BE4A-8C3A-3B7B805FEA3E}"/>
              </a:ext>
            </a:extLst>
          </p:cNvPr>
          <p:cNvSpPr>
            <a:spLocks noGrp="1"/>
          </p:cNvSpPr>
          <p:nvPr>
            <p:ph type="title"/>
          </p:nvPr>
        </p:nvSpPr>
        <p:spPr>
          <a:xfrm>
            <a:off x="609600" y="402770"/>
            <a:ext cx="8153400" cy="816429"/>
          </a:xfrm>
        </p:spPr>
        <p:txBody>
          <a:bodyPr/>
          <a:lstStyle/>
          <a:p>
            <a:pPr>
              <a:defRPr/>
            </a:pPr>
            <a:r>
              <a:rPr lang="ro-RO" dirty="0" err="1"/>
              <a:t>Clusterizare</a:t>
            </a:r>
            <a:endParaRPr lang="en-US" dirty="0"/>
          </a:p>
        </p:txBody>
      </p:sp>
      <p:pic>
        <p:nvPicPr>
          <p:cNvPr id="29699" name="Picture 15" descr="cluster">
            <a:extLst>
              <a:ext uri="{FF2B5EF4-FFF2-40B4-BE49-F238E27FC236}">
                <a16:creationId xmlns:a16="http://schemas.microsoft.com/office/drawing/2014/main" id="{FE776161-318B-D140-B380-FA612B5CDCEE}"/>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609600" y="990600"/>
            <a:ext cx="7832725" cy="5140325"/>
          </a:xfrm>
        </p:spPr>
      </p:pic>
    </p:spTree>
    <p:extLst>
      <p:ext uri="{BB962C8B-B14F-4D97-AF65-F5344CB8AC3E}">
        <p14:creationId xmlns:p14="http://schemas.microsoft.com/office/powerpoint/2010/main" val="6983061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748660F3-2673-E648-9C18-FE5A6D148FC0}"/>
              </a:ext>
            </a:extLst>
          </p:cNvPr>
          <p:cNvSpPr>
            <a:spLocks noGrp="1"/>
          </p:cNvSpPr>
          <p:nvPr>
            <p:ph type="title"/>
          </p:nvPr>
        </p:nvSpPr>
        <p:spPr>
          <a:xfrm>
            <a:off x="609600" y="478970"/>
            <a:ext cx="8153400" cy="740229"/>
          </a:xfrm>
        </p:spPr>
        <p:txBody>
          <a:bodyPr/>
          <a:lstStyle/>
          <a:p>
            <a:pPr>
              <a:defRPr/>
            </a:pPr>
            <a:r>
              <a:rPr lang="ro-RO" dirty="0"/>
              <a:t>Interpretare date monitorizare (1)</a:t>
            </a:r>
            <a:endParaRPr lang="en-US" dirty="0"/>
          </a:p>
        </p:txBody>
      </p:sp>
      <p:pic>
        <p:nvPicPr>
          <p:cNvPr id="30723" name="Picture 76" descr="interpret">
            <a:extLst>
              <a:ext uri="{FF2B5EF4-FFF2-40B4-BE49-F238E27FC236}">
                <a16:creationId xmlns:a16="http://schemas.microsoft.com/office/drawing/2014/main" id="{738A591A-06DD-D945-B50E-E04DA3A7A75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762000" y="1447800"/>
            <a:ext cx="7742238" cy="3978275"/>
          </a:xfrm>
        </p:spPr>
      </p:pic>
    </p:spTree>
    <p:extLst>
      <p:ext uri="{BB962C8B-B14F-4D97-AF65-F5344CB8AC3E}">
        <p14:creationId xmlns:p14="http://schemas.microsoft.com/office/powerpoint/2010/main" val="21109957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D215C507-4998-2340-839B-0DC86E541FF7}"/>
              </a:ext>
            </a:extLst>
          </p:cNvPr>
          <p:cNvSpPr>
            <a:spLocks noGrp="1"/>
          </p:cNvSpPr>
          <p:nvPr>
            <p:ph type="title"/>
          </p:nvPr>
        </p:nvSpPr>
        <p:spPr>
          <a:xfrm>
            <a:off x="609600" y="359228"/>
            <a:ext cx="8153400" cy="859971"/>
          </a:xfrm>
        </p:spPr>
        <p:txBody>
          <a:bodyPr/>
          <a:lstStyle/>
          <a:p>
            <a:pPr>
              <a:defRPr/>
            </a:pPr>
            <a:r>
              <a:rPr lang="ro-RO" dirty="0"/>
              <a:t>Interpretare date monitorizare (2)</a:t>
            </a:r>
            <a:endParaRPr lang="en-US" dirty="0"/>
          </a:p>
        </p:txBody>
      </p:sp>
      <p:pic>
        <p:nvPicPr>
          <p:cNvPr id="31747" name="Picture 5" descr="formulasl">
            <a:extLst>
              <a:ext uri="{FF2B5EF4-FFF2-40B4-BE49-F238E27FC236}">
                <a16:creationId xmlns:a16="http://schemas.microsoft.com/office/drawing/2014/main" id="{319922AB-6020-8849-82A7-1BF948E82886}"/>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612775" y="2027238"/>
            <a:ext cx="8153400" cy="3670300"/>
          </a:xfrm>
        </p:spPr>
      </p:pic>
    </p:spTree>
    <p:extLst>
      <p:ext uri="{BB962C8B-B14F-4D97-AF65-F5344CB8AC3E}">
        <p14:creationId xmlns:p14="http://schemas.microsoft.com/office/powerpoint/2010/main" val="3524434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0D60F5B8-5187-7440-A0D8-DE7277A1C055}"/>
              </a:ext>
            </a:extLst>
          </p:cNvPr>
          <p:cNvSpPr>
            <a:spLocks noGrp="1"/>
          </p:cNvSpPr>
          <p:nvPr>
            <p:ph type="title"/>
          </p:nvPr>
        </p:nvSpPr>
        <p:spPr>
          <a:xfrm>
            <a:off x="611981" y="478971"/>
            <a:ext cx="8153400" cy="990600"/>
          </a:xfrm>
        </p:spPr>
        <p:txBody>
          <a:bodyPr/>
          <a:lstStyle/>
          <a:p>
            <a:pPr>
              <a:defRPr/>
            </a:pPr>
            <a:r>
              <a:rPr lang="ro-RO" dirty="0" err="1"/>
              <a:t>Gossiping</a:t>
            </a:r>
            <a:r>
              <a:rPr lang="ro-RO" dirty="0"/>
              <a:t> (1)</a:t>
            </a:r>
            <a:endParaRPr lang="en-US" dirty="0"/>
          </a:p>
        </p:txBody>
      </p:sp>
      <p:pic>
        <p:nvPicPr>
          <p:cNvPr id="32771" name="Picture 13" descr="gossip1">
            <a:extLst>
              <a:ext uri="{FF2B5EF4-FFF2-40B4-BE49-F238E27FC236}">
                <a16:creationId xmlns:a16="http://schemas.microsoft.com/office/drawing/2014/main" id="{ABB2C78F-CFD4-A343-9FC0-2DD011A51F0E}"/>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298575" y="1600200"/>
            <a:ext cx="6780213" cy="4525963"/>
          </a:xfrm>
        </p:spPr>
      </p:pic>
    </p:spTree>
    <p:extLst>
      <p:ext uri="{BB962C8B-B14F-4D97-AF65-F5344CB8AC3E}">
        <p14:creationId xmlns:p14="http://schemas.microsoft.com/office/powerpoint/2010/main" val="5241611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68D0C118-CAB7-9C4B-A36F-D04BA213C546}"/>
              </a:ext>
            </a:extLst>
          </p:cNvPr>
          <p:cNvSpPr>
            <a:spLocks noGrp="1"/>
          </p:cNvSpPr>
          <p:nvPr>
            <p:ph type="title"/>
          </p:nvPr>
        </p:nvSpPr>
        <p:spPr>
          <a:xfrm>
            <a:off x="609600" y="609600"/>
            <a:ext cx="8153400" cy="609600"/>
          </a:xfrm>
        </p:spPr>
        <p:txBody>
          <a:bodyPr/>
          <a:lstStyle/>
          <a:p>
            <a:pPr>
              <a:defRPr/>
            </a:pPr>
            <a:r>
              <a:rPr lang="ro-RO" dirty="0" err="1"/>
              <a:t>Gossiping</a:t>
            </a:r>
            <a:r>
              <a:rPr lang="ro-RO" dirty="0"/>
              <a:t> (2)</a:t>
            </a:r>
            <a:endParaRPr lang="en-US" dirty="0"/>
          </a:p>
        </p:txBody>
      </p:sp>
      <p:pic>
        <p:nvPicPr>
          <p:cNvPr id="33795" name="Picture 8" descr="gossip2">
            <a:extLst>
              <a:ext uri="{FF2B5EF4-FFF2-40B4-BE49-F238E27FC236}">
                <a16:creationId xmlns:a16="http://schemas.microsoft.com/office/drawing/2014/main" id="{5CD7CF3B-39E2-1044-8879-1A6E789A2D2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14475" y="1600200"/>
            <a:ext cx="6348413" cy="4525963"/>
          </a:xfrm>
        </p:spPr>
      </p:pic>
    </p:spTree>
    <p:extLst>
      <p:ext uri="{BB962C8B-B14F-4D97-AF65-F5344CB8AC3E}">
        <p14:creationId xmlns:p14="http://schemas.microsoft.com/office/powerpoint/2010/main" val="25368541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BDD8C-CF50-0540-8E07-6D6D38D4809C}"/>
              </a:ext>
            </a:extLst>
          </p:cNvPr>
          <p:cNvSpPr>
            <a:spLocks noGrp="1"/>
          </p:cNvSpPr>
          <p:nvPr>
            <p:ph type="title"/>
          </p:nvPr>
        </p:nvSpPr>
        <p:spPr/>
        <p:txBody>
          <a:bodyPr/>
          <a:lstStyle/>
          <a:p>
            <a:pPr>
              <a:defRPr/>
            </a:pPr>
            <a:r>
              <a:rPr lang="en-US" dirty="0" err="1"/>
              <a:t>Recuperarea</a:t>
            </a:r>
            <a:r>
              <a:rPr lang="en-US" dirty="0"/>
              <a:t> din </a:t>
            </a:r>
            <a:r>
              <a:rPr lang="en-US" dirty="0" err="1"/>
              <a:t>eroare</a:t>
            </a:r>
            <a:endParaRPr lang="en-US" dirty="0"/>
          </a:p>
        </p:txBody>
      </p:sp>
      <p:sp>
        <p:nvSpPr>
          <p:cNvPr id="36867" name="Content Placeholder 2">
            <a:extLst>
              <a:ext uri="{FF2B5EF4-FFF2-40B4-BE49-F238E27FC236}">
                <a16:creationId xmlns:a16="http://schemas.microsoft.com/office/drawing/2014/main" id="{FC357FC2-1738-A24D-8973-C577C134389D}"/>
              </a:ext>
            </a:extLst>
          </p:cNvPr>
          <p:cNvSpPr>
            <a:spLocks noGrp="1"/>
          </p:cNvSpPr>
          <p:nvPr>
            <p:ph idx="1"/>
          </p:nvPr>
        </p:nvSpPr>
        <p:spPr/>
        <p:txBody>
          <a:bodyPr/>
          <a:lstStyle/>
          <a:p>
            <a:pPr>
              <a:spcAft>
                <a:spcPts val="600"/>
              </a:spcAft>
            </a:pPr>
            <a:r>
              <a:rPr lang="en-US" altLang="ro-RO" sz="2800"/>
              <a:t>Realizata prin “readucerea” aplicatiei la o stare corecta, de dinainte de aparitia defectului</a:t>
            </a:r>
          </a:p>
          <a:p>
            <a:pPr>
              <a:spcAft>
                <a:spcPts val="600"/>
              </a:spcAft>
            </a:pPr>
            <a:r>
              <a:rPr lang="en-US" altLang="ro-RO" sz="2800"/>
              <a:t>Gestiunea erorilor:</a:t>
            </a:r>
          </a:p>
          <a:p>
            <a:pPr lvl="1">
              <a:spcAft>
                <a:spcPts val="600"/>
              </a:spcAft>
            </a:pPr>
            <a:r>
              <a:rPr lang="en-US" altLang="ro-RO" sz="2400"/>
              <a:t>Rollback – stare salvata: checkpoint</a:t>
            </a:r>
          </a:p>
          <a:p>
            <a:pPr lvl="1">
              <a:spcAft>
                <a:spcPts val="600"/>
              </a:spcAft>
            </a:pPr>
            <a:r>
              <a:rPr lang="en-US" altLang="ro-RO" sz="2400"/>
              <a:t>Rollforward – urmatoarea stare fara eroare reprezinta noua stare</a:t>
            </a:r>
          </a:p>
          <a:p>
            <a:pPr lvl="1">
              <a:spcAft>
                <a:spcPts val="600"/>
              </a:spcAft>
            </a:pPr>
            <a:r>
              <a:rPr lang="en-US" altLang="ro-RO" sz="2400"/>
              <a:t>Compensare – mascarea erorii prin redundanta</a:t>
            </a:r>
          </a:p>
          <a:p>
            <a:endParaRPr lang="en-US" altLang="ro-RO"/>
          </a:p>
        </p:txBody>
      </p:sp>
      <p:sp>
        <p:nvSpPr>
          <p:cNvPr id="36868" name="Footer Placeholder 3">
            <a:extLst>
              <a:ext uri="{FF2B5EF4-FFF2-40B4-BE49-F238E27FC236}">
                <a16:creationId xmlns:a16="http://schemas.microsoft.com/office/drawing/2014/main" id="{7A29056B-9756-9449-8649-1F557D15D4A3}"/>
              </a:ext>
            </a:extLst>
          </p:cNvPr>
          <p:cNvSpPr>
            <a:spLocks noGrp="1"/>
          </p:cNvSpPr>
          <p:nvPr>
            <p:ph type="ftr" sz="quarter" idx="10"/>
          </p:nvPr>
        </p:nvSpPr>
        <p:spPr bwMode="auto">
          <a:xfrm>
            <a:off x="2362200" y="6610350"/>
            <a:ext cx="38862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ctr" rtl="0" fontAlgn="base">
              <a:spcBef>
                <a:spcPct val="0"/>
              </a:spcBef>
              <a:spcAft>
                <a:spcPct val="0"/>
              </a:spcAft>
              <a:defRPr sz="900" kern="1200">
                <a:solidFill>
                  <a:schemeClr val="bg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r>
              <a:rPr lang="en-US"/>
              <a:t>Toleranta la defecte in SD </a:t>
            </a:r>
            <a:endParaRPr lang="en-US" altLang="ro-RO">
              <a:solidFill>
                <a:schemeClr val="bg1"/>
              </a:solidFill>
            </a:endParaRPr>
          </a:p>
        </p:txBody>
      </p:sp>
      <p:sp>
        <p:nvSpPr>
          <p:cNvPr id="36869" name="Slide Number Placeholder 4">
            <a:extLst>
              <a:ext uri="{FF2B5EF4-FFF2-40B4-BE49-F238E27FC236}">
                <a16:creationId xmlns:a16="http://schemas.microsoft.com/office/drawing/2014/main" id="{4D45F6FE-CA1D-824C-894B-9850CC041CDF}"/>
              </a:ext>
            </a:extLst>
          </p:cNvPr>
          <p:cNvSpPr>
            <a:spLocks noGrp="1"/>
          </p:cNvSpPr>
          <p:nvPr>
            <p:ph type="sldNum" sz="quarter" idx="11"/>
          </p:nvPr>
        </p:nvSpPr>
        <p:spPr bwMode="auto">
          <a:xfrm>
            <a:off x="7010400" y="6602413"/>
            <a:ext cx="2133600" cy="549275"/>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900" kern="1200">
                <a:solidFill>
                  <a:schemeClr val="bg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fld id="{F70614BC-944D-F346-86BD-32DC0AD8C607}" type="slidenum">
              <a:rPr lang="en-US" altLang="ro-RO" smtClean="0"/>
              <a:pPr eaLnBrk="1" hangingPunct="1"/>
              <a:t>26</a:t>
            </a:fld>
            <a:endParaRPr lang="en-US" altLang="ro-RO">
              <a:solidFill>
                <a:schemeClr val="bg1"/>
              </a:solidFill>
            </a:endParaRPr>
          </a:p>
        </p:txBody>
      </p:sp>
    </p:spTree>
    <p:extLst>
      <p:ext uri="{BB962C8B-B14F-4D97-AF65-F5344CB8AC3E}">
        <p14:creationId xmlns:p14="http://schemas.microsoft.com/office/powerpoint/2010/main" val="21992867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D6E41-B0A6-0C4E-B7AD-2BA27F3A3FA0}"/>
              </a:ext>
            </a:extLst>
          </p:cNvPr>
          <p:cNvSpPr>
            <a:spLocks noGrp="1"/>
          </p:cNvSpPr>
          <p:nvPr>
            <p:ph type="title"/>
          </p:nvPr>
        </p:nvSpPr>
        <p:spPr>
          <a:xfrm>
            <a:off x="381000" y="381000"/>
            <a:ext cx="8229600" cy="487363"/>
          </a:xfrm>
        </p:spPr>
        <p:txBody>
          <a:bodyPr/>
          <a:lstStyle/>
          <a:p>
            <a:pPr>
              <a:defRPr/>
            </a:pPr>
            <a:r>
              <a:rPr lang="en-US" dirty="0" err="1"/>
              <a:t>Solutii</a:t>
            </a:r>
            <a:r>
              <a:rPr lang="en-US" dirty="0"/>
              <a:t> de </a:t>
            </a:r>
            <a:r>
              <a:rPr lang="en-US" dirty="0" err="1"/>
              <a:t>recuperare</a:t>
            </a:r>
            <a:r>
              <a:rPr lang="en-US" dirty="0"/>
              <a:t> din </a:t>
            </a:r>
            <a:r>
              <a:rPr lang="en-US" dirty="0" err="1"/>
              <a:t>eroare</a:t>
            </a:r>
            <a:endParaRPr lang="en-US" dirty="0"/>
          </a:p>
        </p:txBody>
      </p:sp>
      <p:sp>
        <p:nvSpPr>
          <p:cNvPr id="37893" name="Text Box 5">
            <a:extLst>
              <a:ext uri="{FF2B5EF4-FFF2-40B4-BE49-F238E27FC236}">
                <a16:creationId xmlns:a16="http://schemas.microsoft.com/office/drawing/2014/main" id="{769A55BC-5A35-5F45-9027-5604653102BD}"/>
              </a:ext>
            </a:extLst>
          </p:cNvPr>
          <p:cNvSpPr txBox="1">
            <a:spLocks noChangeArrowheads="1"/>
          </p:cNvSpPr>
          <p:nvPr/>
        </p:nvSpPr>
        <p:spPr bwMode="auto">
          <a:xfrm>
            <a:off x="1314450" y="4376057"/>
            <a:ext cx="18494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sz="1600" b="1"/>
              <a:t>Operare Normala</a:t>
            </a:r>
          </a:p>
        </p:txBody>
      </p:sp>
      <p:sp>
        <p:nvSpPr>
          <p:cNvPr id="37894" name="Line 6">
            <a:extLst>
              <a:ext uri="{FF2B5EF4-FFF2-40B4-BE49-F238E27FC236}">
                <a16:creationId xmlns:a16="http://schemas.microsoft.com/office/drawing/2014/main" id="{644947D0-8323-8446-9112-3D919878ED0C}"/>
              </a:ext>
            </a:extLst>
          </p:cNvPr>
          <p:cNvSpPr>
            <a:spLocks noChangeShapeType="1"/>
          </p:cNvSpPr>
          <p:nvPr/>
        </p:nvSpPr>
        <p:spPr bwMode="auto">
          <a:xfrm>
            <a:off x="2852738" y="4528457"/>
            <a:ext cx="381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ro-RO"/>
          </a:p>
        </p:txBody>
      </p:sp>
      <p:sp>
        <p:nvSpPr>
          <p:cNvPr id="37895" name="Line 7">
            <a:extLst>
              <a:ext uri="{FF2B5EF4-FFF2-40B4-BE49-F238E27FC236}">
                <a16:creationId xmlns:a16="http://schemas.microsoft.com/office/drawing/2014/main" id="{4CA64A34-78B2-D045-9ACE-2F757A4B8675}"/>
              </a:ext>
            </a:extLst>
          </p:cNvPr>
          <p:cNvSpPr>
            <a:spLocks noChangeShapeType="1"/>
          </p:cNvSpPr>
          <p:nvPr/>
        </p:nvSpPr>
        <p:spPr bwMode="auto">
          <a:xfrm flipH="1">
            <a:off x="947738" y="4528457"/>
            <a:ext cx="381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ro-RO"/>
          </a:p>
        </p:txBody>
      </p:sp>
      <p:sp>
        <p:nvSpPr>
          <p:cNvPr id="37896" name="Text Box 9">
            <a:extLst>
              <a:ext uri="{FF2B5EF4-FFF2-40B4-BE49-F238E27FC236}">
                <a16:creationId xmlns:a16="http://schemas.microsoft.com/office/drawing/2014/main" id="{BB53C615-C00B-BD4B-A628-604C407DDCEA}"/>
              </a:ext>
            </a:extLst>
          </p:cNvPr>
          <p:cNvSpPr txBox="1">
            <a:spLocks noChangeArrowheads="1"/>
          </p:cNvSpPr>
          <p:nvPr/>
        </p:nvSpPr>
        <p:spPr bwMode="auto">
          <a:xfrm>
            <a:off x="3505200" y="4223657"/>
            <a:ext cx="14033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ro-RO" sz="1600" b="1"/>
              <a:t>Operare </a:t>
            </a:r>
          </a:p>
          <a:p>
            <a:pPr algn="ctr" eaLnBrk="1" hangingPunct="1"/>
            <a:r>
              <a:rPr lang="en-US" altLang="ro-RO" sz="1600" b="1"/>
              <a:t>Defectuoasa</a:t>
            </a:r>
          </a:p>
        </p:txBody>
      </p:sp>
      <p:sp>
        <p:nvSpPr>
          <p:cNvPr id="37897" name="Line 10">
            <a:extLst>
              <a:ext uri="{FF2B5EF4-FFF2-40B4-BE49-F238E27FC236}">
                <a16:creationId xmlns:a16="http://schemas.microsoft.com/office/drawing/2014/main" id="{1A3F6318-1001-5B42-B6AE-363A0BAB64B8}"/>
              </a:ext>
            </a:extLst>
          </p:cNvPr>
          <p:cNvSpPr>
            <a:spLocks noChangeShapeType="1"/>
          </p:cNvSpPr>
          <p:nvPr/>
        </p:nvSpPr>
        <p:spPr bwMode="auto">
          <a:xfrm>
            <a:off x="4633913" y="4528457"/>
            <a:ext cx="381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ro-RO"/>
          </a:p>
        </p:txBody>
      </p:sp>
      <p:sp>
        <p:nvSpPr>
          <p:cNvPr id="37898" name="Line 11">
            <a:extLst>
              <a:ext uri="{FF2B5EF4-FFF2-40B4-BE49-F238E27FC236}">
                <a16:creationId xmlns:a16="http://schemas.microsoft.com/office/drawing/2014/main" id="{51AB06A5-F8DA-6B46-AA46-531B3F1CB78F}"/>
              </a:ext>
            </a:extLst>
          </p:cNvPr>
          <p:cNvSpPr>
            <a:spLocks noChangeShapeType="1"/>
          </p:cNvSpPr>
          <p:nvPr/>
        </p:nvSpPr>
        <p:spPr bwMode="auto">
          <a:xfrm flipH="1">
            <a:off x="3233738" y="4528457"/>
            <a:ext cx="381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ro-RO"/>
          </a:p>
        </p:txBody>
      </p:sp>
      <p:sp>
        <p:nvSpPr>
          <p:cNvPr id="37899" name="Line 12">
            <a:extLst>
              <a:ext uri="{FF2B5EF4-FFF2-40B4-BE49-F238E27FC236}">
                <a16:creationId xmlns:a16="http://schemas.microsoft.com/office/drawing/2014/main" id="{C5F46A34-1BBF-4C4B-8CD7-703CF3D67B1F}"/>
              </a:ext>
            </a:extLst>
          </p:cNvPr>
          <p:cNvSpPr>
            <a:spLocks noChangeShapeType="1"/>
          </p:cNvSpPr>
          <p:nvPr/>
        </p:nvSpPr>
        <p:spPr bwMode="auto">
          <a:xfrm>
            <a:off x="942975" y="4218895"/>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37900" name="Line 13">
            <a:extLst>
              <a:ext uri="{FF2B5EF4-FFF2-40B4-BE49-F238E27FC236}">
                <a16:creationId xmlns:a16="http://schemas.microsoft.com/office/drawing/2014/main" id="{F31C08D5-F7EF-174D-85C8-DED7178363FB}"/>
              </a:ext>
            </a:extLst>
          </p:cNvPr>
          <p:cNvSpPr>
            <a:spLocks noChangeShapeType="1"/>
          </p:cNvSpPr>
          <p:nvPr/>
        </p:nvSpPr>
        <p:spPr bwMode="auto">
          <a:xfrm>
            <a:off x="3233738" y="4223657"/>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37901" name="Line 14">
            <a:extLst>
              <a:ext uri="{FF2B5EF4-FFF2-40B4-BE49-F238E27FC236}">
                <a16:creationId xmlns:a16="http://schemas.microsoft.com/office/drawing/2014/main" id="{A75A8DB9-B757-254A-B22D-7F3BA88E0A96}"/>
              </a:ext>
            </a:extLst>
          </p:cNvPr>
          <p:cNvSpPr>
            <a:spLocks noChangeShapeType="1"/>
          </p:cNvSpPr>
          <p:nvPr/>
        </p:nvSpPr>
        <p:spPr bwMode="auto">
          <a:xfrm>
            <a:off x="4986338" y="4223657"/>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37902" name="Text Box 15">
            <a:extLst>
              <a:ext uri="{FF2B5EF4-FFF2-40B4-BE49-F238E27FC236}">
                <a16:creationId xmlns:a16="http://schemas.microsoft.com/office/drawing/2014/main" id="{CC5F348F-3D6F-5147-A9AF-9CEF94294D01}"/>
              </a:ext>
            </a:extLst>
          </p:cNvPr>
          <p:cNvSpPr txBox="1">
            <a:spLocks noChangeArrowheads="1"/>
          </p:cNvSpPr>
          <p:nvPr/>
        </p:nvSpPr>
        <p:spPr bwMode="auto">
          <a:xfrm>
            <a:off x="5257800" y="4223657"/>
            <a:ext cx="13589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ro-RO" sz="1600" b="1"/>
              <a:t>Oprirea </a:t>
            </a:r>
          </a:p>
          <a:p>
            <a:pPr algn="ctr" eaLnBrk="1" hangingPunct="1"/>
            <a:r>
              <a:rPr lang="en-US" altLang="ro-RO" sz="1600" b="1"/>
              <a:t>Functionarii</a:t>
            </a:r>
          </a:p>
        </p:txBody>
      </p:sp>
      <p:sp>
        <p:nvSpPr>
          <p:cNvPr id="37903" name="Line 16">
            <a:extLst>
              <a:ext uri="{FF2B5EF4-FFF2-40B4-BE49-F238E27FC236}">
                <a16:creationId xmlns:a16="http://schemas.microsoft.com/office/drawing/2014/main" id="{DB35C76F-44DF-1648-8DBC-CCBED1673E9A}"/>
              </a:ext>
            </a:extLst>
          </p:cNvPr>
          <p:cNvSpPr>
            <a:spLocks noChangeShapeType="1"/>
          </p:cNvSpPr>
          <p:nvPr/>
        </p:nvSpPr>
        <p:spPr bwMode="auto">
          <a:xfrm>
            <a:off x="6386513" y="4528457"/>
            <a:ext cx="381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ro-RO"/>
          </a:p>
        </p:txBody>
      </p:sp>
      <p:sp>
        <p:nvSpPr>
          <p:cNvPr id="37904" name="Line 17">
            <a:extLst>
              <a:ext uri="{FF2B5EF4-FFF2-40B4-BE49-F238E27FC236}">
                <a16:creationId xmlns:a16="http://schemas.microsoft.com/office/drawing/2014/main" id="{79A64F31-7C68-8046-BDD9-3F8E4C56BD56}"/>
              </a:ext>
            </a:extLst>
          </p:cNvPr>
          <p:cNvSpPr>
            <a:spLocks noChangeShapeType="1"/>
          </p:cNvSpPr>
          <p:nvPr/>
        </p:nvSpPr>
        <p:spPr bwMode="auto">
          <a:xfrm flipH="1">
            <a:off x="4986338" y="4528457"/>
            <a:ext cx="381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ro-RO"/>
          </a:p>
        </p:txBody>
      </p:sp>
      <p:sp>
        <p:nvSpPr>
          <p:cNvPr id="37905" name="Line 18">
            <a:extLst>
              <a:ext uri="{FF2B5EF4-FFF2-40B4-BE49-F238E27FC236}">
                <a16:creationId xmlns:a16="http://schemas.microsoft.com/office/drawing/2014/main" id="{35F980AF-DF4D-C541-BD01-2E76C4AD1C8F}"/>
              </a:ext>
            </a:extLst>
          </p:cNvPr>
          <p:cNvSpPr>
            <a:spLocks noChangeShapeType="1"/>
          </p:cNvSpPr>
          <p:nvPr/>
        </p:nvSpPr>
        <p:spPr bwMode="auto">
          <a:xfrm>
            <a:off x="6738938" y="4223657"/>
            <a:ext cx="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37906" name="Line 19">
            <a:extLst>
              <a:ext uri="{FF2B5EF4-FFF2-40B4-BE49-F238E27FC236}">
                <a16:creationId xmlns:a16="http://schemas.microsoft.com/office/drawing/2014/main" id="{EE060124-57E4-2F43-8A04-2A5CEF480494}"/>
              </a:ext>
            </a:extLst>
          </p:cNvPr>
          <p:cNvSpPr>
            <a:spLocks noChangeShapeType="1"/>
          </p:cNvSpPr>
          <p:nvPr/>
        </p:nvSpPr>
        <p:spPr bwMode="auto">
          <a:xfrm>
            <a:off x="947738" y="4857070"/>
            <a:ext cx="67056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ro-RO"/>
          </a:p>
        </p:txBody>
      </p:sp>
      <p:sp>
        <p:nvSpPr>
          <p:cNvPr id="37907" name="Text Box 20">
            <a:extLst>
              <a:ext uri="{FF2B5EF4-FFF2-40B4-BE49-F238E27FC236}">
                <a16:creationId xmlns:a16="http://schemas.microsoft.com/office/drawing/2014/main" id="{548B3D74-33D1-EA49-A5D5-0B8A8E4FA313}"/>
              </a:ext>
            </a:extLst>
          </p:cNvPr>
          <p:cNvSpPr txBox="1">
            <a:spLocks noChangeArrowheads="1"/>
          </p:cNvSpPr>
          <p:nvPr/>
        </p:nvSpPr>
        <p:spPr bwMode="auto">
          <a:xfrm>
            <a:off x="7729538" y="4857070"/>
            <a:ext cx="2540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sz="1600" b="1"/>
              <a:t>t</a:t>
            </a:r>
          </a:p>
        </p:txBody>
      </p:sp>
      <p:sp>
        <p:nvSpPr>
          <p:cNvPr id="37908" name="Rectangle 21">
            <a:extLst>
              <a:ext uri="{FF2B5EF4-FFF2-40B4-BE49-F238E27FC236}">
                <a16:creationId xmlns:a16="http://schemas.microsoft.com/office/drawing/2014/main" id="{5E9A13AC-6537-FE46-99E0-4543E7961906}"/>
              </a:ext>
            </a:extLst>
          </p:cNvPr>
          <p:cNvSpPr>
            <a:spLocks noChangeArrowheads="1"/>
          </p:cNvSpPr>
          <p:nvPr/>
        </p:nvSpPr>
        <p:spPr bwMode="auto">
          <a:xfrm>
            <a:off x="5367338" y="5671457"/>
            <a:ext cx="1490662" cy="9906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ro-RO" sz="2000" b="1"/>
              <a:t>Recuperare</a:t>
            </a:r>
          </a:p>
          <a:p>
            <a:pPr algn="ctr" eaLnBrk="1" hangingPunct="1"/>
            <a:r>
              <a:rPr lang="en-US" altLang="ro-RO" sz="2000" b="1"/>
              <a:t>Reactiva</a:t>
            </a:r>
          </a:p>
        </p:txBody>
      </p:sp>
      <p:sp>
        <p:nvSpPr>
          <p:cNvPr id="37909" name="Line 22">
            <a:extLst>
              <a:ext uri="{FF2B5EF4-FFF2-40B4-BE49-F238E27FC236}">
                <a16:creationId xmlns:a16="http://schemas.microsoft.com/office/drawing/2014/main" id="{E5FE1178-D5CF-5248-9779-74B214D5C27E}"/>
              </a:ext>
            </a:extLst>
          </p:cNvPr>
          <p:cNvSpPr>
            <a:spLocks noChangeShapeType="1"/>
          </p:cNvSpPr>
          <p:nvPr/>
        </p:nvSpPr>
        <p:spPr bwMode="auto">
          <a:xfrm flipV="1">
            <a:off x="6034088" y="4833257"/>
            <a:ext cx="0" cy="838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ro-RO"/>
          </a:p>
        </p:txBody>
      </p:sp>
      <p:sp>
        <p:nvSpPr>
          <p:cNvPr id="37910" name="Rectangle 23">
            <a:extLst>
              <a:ext uri="{FF2B5EF4-FFF2-40B4-BE49-F238E27FC236}">
                <a16:creationId xmlns:a16="http://schemas.microsoft.com/office/drawing/2014/main" id="{4305B2BB-D4BD-104B-A08C-914F4703893B}"/>
              </a:ext>
            </a:extLst>
          </p:cNvPr>
          <p:cNvSpPr>
            <a:spLocks noChangeArrowheads="1"/>
          </p:cNvSpPr>
          <p:nvPr/>
        </p:nvSpPr>
        <p:spPr bwMode="auto">
          <a:xfrm>
            <a:off x="3200400" y="5671457"/>
            <a:ext cx="1481138" cy="990600"/>
          </a:xfrm>
          <a:prstGeom prst="rect">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ro-RO" sz="2000" b="1"/>
              <a:t>Recuperare</a:t>
            </a:r>
          </a:p>
          <a:p>
            <a:pPr algn="ctr" eaLnBrk="1" hangingPunct="1"/>
            <a:r>
              <a:rPr lang="en-US" altLang="ro-RO" sz="2000" b="1"/>
              <a:t>Proactiva</a:t>
            </a:r>
          </a:p>
        </p:txBody>
      </p:sp>
      <p:sp>
        <p:nvSpPr>
          <p:cNvPr id="37911" name="Line 24">
            <a:extLst>
              <a:ext uri="{FF2B5EF4-FFF2-40B4-BE49-F238E27FC236}">
                <a16:creationId xmlns:a16="http://schemas.microsoft.com/office/drawing/2014/main" id="{22BCC061-90E7-B849-86D2-FABAD5C73C10}"/>
              </a:ext>
            </a:extLst>
          </p:cNvPr>
          <p:cNvSpPr>
            <a:spLocks noChangeShapeType="1"/>
          </p:cNvSpPr>
          <p:nvPr/>
        </p:nvSpPr>
        <p:spPr bwMode="auto">
          <a:xfrm flipV="1">
            <a:off x="4052888" y="4833257"/>
            <a:ext cx="0" cy="838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ro-RO"/>
          </a:p>
        </p:txBody>
      </p:sp>
      <p:sp>
        <p:nvSpPr>
          <p:cNvPr id="37912" name="Text Box 25">
            <a:extLst>
              <a:ext uri="{FF2B5EF4-FFF2-40B4-BE49-F238E27FC236}">
                <a16:creationId xmlns:a16="http://schemas.microsoft.com/office/drawing/2014/main" id="{D14E0454-281E-C342-AB61-356DC7700BED}"/>
              </a:ext>
            </a:extLst>
          </p:cNvPr>
          <p:cNvSpPr txBox="1">
            <a:spLocks noChangeArrowheads="1"/>
          </p:cNvSpPr>
          <p:nvPr/>
        </p:nvSpPr>
        <p:spPr bwMode="auto">
          <a:xfrm>
            <a:off x="2928938" y="5138057"/>
            <a:ext cx="5197475" cy="400050"/>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sz="2000"/>
              <a:t>Defectul este detectat si incepe recuperarea</a:t>
            </a:r>
          </a:p>
        </p:txBody>
      </p:sp>
      <p:sp>
        <p:nvSpPr>
          <p:cNvPr id="37913" name="Content Placeholder 2">
            <a:extLst>
              <a:ext uri="{FF2B5EF4-FFF2-40B4-BE49-F238E27FC236}">
                <a16:creationId xmlns:a16="http://schemas.microsoft.com/office/drawing/2014/main" id="{3649F8AD-8948-0B42-86BA-422A9570FF5F}"/>
              </a:ext>
            </a:extLst>
          </p:cNvPr>
          <p:cNvSpPr>
            <a:spLocks noGrp="1"/>
          </p:cNvSpPr>
          <p:nvPr>
            <p:ph idx="1"/>
          </p:nvPr>
        </p:nvSpPr>
        <p:spPr>
          <a:xfrm>
            <a:off x="228600" y="990600"/>
            <a:ext cx="8686800" cy="5334000"/>
          </a:xfrm>
        </p:spPr>
        <p:txBody>
          <a:bodyPr/>
          <a:lstStyle/>
          <a:p>
            <a:r>
              <a:rPr lang="en-US" altLang="ro-RO" sz="2000" dirty="0" err="1"/>
              <a:t>Abordarea</a:t>
            </a:r>
            <a:r>
              <a:rPr lang="en-US" altLang="ro-RO" sz="2000" dirty="0"/>
              <a:t> </a:t>
            </a:r>
            <a:r>
              <a:rPr lang="en-US" altLang="ro-RO" sz="2000" dirty="0" err="1"/>
              <a:t>tipica</a:t>
            </a:r>
            <a:r>
              <a:rPr lang="en-US" altLang="ro-RO" sz="2000" dirty="0"/>
              <a:t> FT:  </a:t>
            </a:r>
            <a:r>
              <a:rPr lang="en-US" altLang="ro-RO" sz="2000" dirty="0" err="1"/>
              <a:t>sistemul</a:t>
            </a:r>
            <a:r>
              <a:rPr lang="en-US" altLang="ro-RO" sz="2000" dirty="0"/>
              <a:t> </a:t>
            </a:r>
            <a:r>
              <a:rPr lang="en-US" altLang="ro-RO" sz="2000" dirty="0" err="1"/>
              <a:t>asteapta</a:t>
            </a:r>
            <a:r>
              <a:rPr lang="en-US" altLang="ro-RO" sz="2000" dirty="0"/>
              <a:t> </a:t>
            </a:r>
            <a:r>
              <a:rPr lang="en-US" altLang="ro-RO" sz="2000" dirty="0" err="1"/>
              <a:t>aparitia</a:t>
            </a:r>
            <a:r>
              <a:rPr lang="en-US" altLang="ro-RO" sz="2000" dirty="0"/>
              <a:t> </a:t>
            </a:r>
            <a:r>
              <a:rPr lang="en-US" altLang="ro-RO" sz="2000" dirty="0" err="1"/>
              <a:t>unui</a:t>
            </a:r>
            <a:r>
              <a:rPr lang="en-US" altLang="ro-RO" sz="2000" dirty="0"/>
              <a:t> defect </a:t>
            </a:r>
            <a:r>
              <a:rPr lang="en-US" altLang="ro-RO" sz="2000" dirty="0" err="1"/>
              <a:t>si</a:t>
            </a:r>
            <a:r>
              <a:rPr lang="en-US" altLang="ro-RO" sz="2000" dirty="0"/>
              <a:t> </a:t>
            </a:r>
            <a:r>
              <a:rPr lang="en-US" altLang="ro-RO" sz="2000" dirty="0" err="1"/>
              <a:t>reactioneaza</a:t>
            </a:r>
            <a:r>
              <a:rPr lang="en-US" altLang="ro-RO" sz="2000" dirty="0"/>
              <a:t> la </a:t>
            </a:r>
            <a:r>
              <a:rPr lang="en-US" altLang="ro-RO" sz="2000" dirty="0" err="1"/>
              <a:t>detectarea</a:t>
            </a:r>
            <a:r>
              <a:rPr lang="en-US" altLang="ro-RO" sz="2000" dirty="0"/>
              <a:t> </a:t>
            </a:r>
            <a:r>
              <a:rPr lang="en-US" altLang="ro-RO" sz="2000" dirty="0" err="1"/>
              <a:t>acestuia</a:t>
            </a:r>
            <a:r>
              <a:rPr lang="en-US" altLang="ro-RO" sz="2000" dirty="0"/>
              <a:t> </a:t>
            </a:r>
            <a:r>
              <a:rPr lang="en-US" altLang="ro-RO" sz="2000" dirty="0" err="1"/>
              <a:t>pentru</a:t>
            </a:r>
            <a:r>
              <a:rPr lang="en-US" altLang="ro-RO" sz="2000" dirty="0"/>
              <a:t> a-l </a:t>
            </a:r>
            <a:r>
              <a:rPr lang="en-US" altLang="ro-RO" sz="2000" dirty="0" err="1"/>
              <a:t>corecta</a:t>
            </a:r>
            <a:endParaRPr lang="en-US" altLang="ro-RO" sz="2000" dirty="0"/>
          </a:p>
          <a:p>
            <a:r>
              <a:rPr lang="en-US" altLang="ro-RO" sz="2000" dirty="0" err="1"/>
              <a:t>Daca</a:t>
            </a:r>
            <a:r>
              <a:rPr lang="en-US" altLang="ro-RO" sz="2000" dirty="0"/>
              <a:t> </a:t>
            </a:r>
            <a:r>
              <a:rPr lang="en-US" altLang="ro-RO" sz="2000" dirty="0" err="1"/>
              <a:t>defectele</a:t>
            </a:r>
            <a:r>
              <a:rPr lang="en-US" altLang="ro-RO" sz="2000" dirty="0"/>
              <a:t> se </a:t>
            </a:r>
            <a:r>
              <a:rPr lang="en-US" altLang="ro-RO" sz="2000" dirty="0" err="1"/>
              <a:t>propaga</a:t>
            </a:r>
            <a:r>
              <a:rPr lang="en-US" altLang="ro-RO" sz="2000" dirty="0"/>
              <a:t> </a:t>
            </a:r>
            <a:r>
              <a:rPr lang="en-US" altLang="ro-RO" sz="2000" dirty="0" err="1"/>
              <a:t>mai</a:t>
            </a:r>
            <a:r>
              <a:rPr lang="en-US" altLang="ro-RO" sz="2000" dirty="0"/>
              <a:t> </a:t>
            </a:r>
            <a:r>
              <a:rPr lang="en-US" altLang="ro-RO" sz="2000" dirty="0" err="1"/>
              <a:t>repede</a:t>
            </a:r>
            <a:r>
              <a:rPr lang="en-US" altLang="ro-RO" sz="2000" dirty="0"/>
              <a:t> </a:t>
            </a:r>
            <a:r>
              <a:rPr lang="en-US" altLang="ro-RO" sz="2000" dirty="0" err="1"/>
              <a:t>decat</a:t>
            </a:r>
            <a:r>
              <a:rPr lang="en-US" altLang="ro-RO" sz="2000" dirty="0"/>
              <a:t> pot </a:t>
            </a:r>
            <a:r>
              <a:rPr lang="en-US" altLang="ro-RO" sz="2000" dirty="0" err="1"/>
              <a:t>mecanismele</a:t>
            </a:r>
            <a:r>
              <a:rPr lang="en-US" altLang="ro-RO" sz="2000" dirty="0"/>
              <a:t> de </a:t>
            </a:r>
            <a:r>
              <a:rPr lang="en-US" altLang="ro-RO" sz="2000" dirty="0" err="1"/>
              <a:t>recuperare</a:t>
            </a:r>
            <a:r>
              <a:rPr lang="en-US" altLang="ro-RO" sz="2000" dirty="0"/>
              <a:t> </a:t>
            </a:r>
            <a:r>
              <a:rPr lang="en-US" altLang="ro-RO" sz="2000" dirty="0" err="1"/>
              <a:t>sa</a:t>
            </a:r>
            <a:r>
              <a:rPr lang="en-US" altLang="ro-RO" sz="2000" dirty="0"/>
              <a:t> le </a:t>
            </a:r>
            <a:r>
              <a:rPr lang="en-US" altLang="ro-RO" sz="2000" dirty="0" err="1"/>
              <a:t>trateze</a:t>
            </a:r>
            <a:r>
              <a:rPr lang="en-US" altLang="ro-RO" sz="2000" dirty="0"/>
              <a:t> se </a:t>
            </a:r>
            <a:r>
              <a:rPr lang="en-US" altLang="ro-RO" sz="2000" dirty="0" err="1"/>
              <a:t>poate</a:t>
            </a:r>
            <a:r>
              <a:rPr lang="en-US" altLang="ro-RO" sz="2000" dirty="0"/>
              <a:t> </a:t>
            </a:r>
            <a:r>
              <a:rPr lang="en-US" altLang="ro-RO" sz="2000" dirty="0" err="1"/>
              <a:t>ajunge</a:t>
            </a:r>
            <a:r>
              <a:rPr lang="en-US" altLang="ro-RO" sz="2000" dirty="0"/>
              <a:t> la </a:t>
            </a:r>
            <a:r>
              <a:rPr lang="en-US" altLang="ro-RO" sz="2000" dirty="0" err="1"/>
              <a:t>situatia</a:t>
            </a:r>
            <a:r>
              <a:rPr lang="en-US" altLang="ro-RO" sz="2000" dirty="0"/>
              <a:t> </a:t>
            </a:r>
            <a:r>
              <a:rPr lang="en-US" altLang="ro-RO" sz="2000" dirty="0" err="1"/>
              <a:t>cand</a:t>
            </a:r>
            <a:r>
              <a:rPr lang="en-US" altLang="ro-RO" sz="2000" dirty="0"/>
              <a:t> nu se </a:t>
            </a:r>
            <a:r>
              <a:rPr lang="en-US" altLang="ro-RO" sz="2000" dirty="0" err="1"/>
              <a:t>mai</a:t>
            </a:r>
            <a:r>
              <a:rPr lang="en-US" altLang="ro-RO" sz="2000" dirty="0"/>
              <a:t> pot </a:t>
            </a:r>
            <a:r>
              <a:rPr lang="en-US" altLang="ro-RO" sz="2000" dirty="0" err="1"/>
              <a:t>aplica</a:t>
            </a:r>
            <a:r>
              <a:rPr lang="en-US" altLang="ro-RO" sz="2000" dirty="0"/>
              <a:t> </a:t>
            </a:r>
            <a:r>
              <a:rPr lang="en-US" altLang="ro-RO" sz="2000" dirty="0" err="1"/>
              <a:t>tehnicile</a:t>
            </a:r>
            <a:r>
              <a:rPr lang="en-US" altLang="ro-RO" sz="2000" dirty="0"/>
              <a:t> de </a:t>
            </a:r>
            <a:r>
              <a:rPr lang="en-US" altLang="ro-RO" sz="2000" dirty="0" err="1"/>
              <a:t>recuperare</a:t>
            </a:r>
            <a:endParaRPr lang="en-US" altLang="ro-RO" sz="2000" dirty="0"/>
          </a:p>
          <a:p>
            <a:r>
              <a:rPr lang="en-US" altLang="ro-RO" sz="2000" dirty="0" err="1"/>
              <a:t>Mecanismele</a:t>
            </a:r>
            <a:r>
              <a:rPr lang="en-US" altLang="ro-RO" sz="2000" dirty="0"/>
              <a:t> de </a:t>
            </a:r>
            <a:r>
              <a:rPr lang="en-US" altLang="ro-RO" sz="2000" dirty="0" err="1"/>
              <a:t>recuperare</a:t>
            </a:r>
            <a:r>
              <a:rPr lang="en-US" altLang="ro-RO" sz="2000" dirty="0"/>
              <a:t> </a:t>
            </a:r>
            <a:r>
              <a:rPr lang="en-US" altLang="ro-RO" sz="2000" dirty="0" err="1"/>
              <a:t>proactiva</a:t>
            </a:r>
            <a:r>
              <a:rPr lang="en-US" altLang="ro-RO" sz="2000" dirty="0"/>
              <a:t>:</a:t>
            </a:r>
          </a:p>
          <a:p>
            <a:pPr lvl="1"/>
            <a:r>
              <a:rPr lang="en-US" altLang="ro-RO" sz="1600" dirty="0" err="1"/>
              <a:t>Cresterea</a:t>
            </a:r>
            <a:r>
              <a:rPr lang="en-US" altLang="ro-RO" sz="1600" dirty="0"/>
              <a:t> </a:t>
            </a:r>
            <a:r>
              <a:rPr lang="en-US" altLang="ro-RO" sz="1600" dirty="0" err="1"/>
              <a:t>rezistentei</a:t>
            </a:r>
            <a:r>
              <a:rPr lang="en-US" altLang="ro-RO" sz="1600" dirty="0"/>
              <a:t> </a:t>
            </a:r>
            <a:r>
              <a:rPr lang="en-US" altLang="ro-RO" sz="1600" dirty="0" err="1"/>
              <a:t>sistemului</a:t>
            </a:r>
            <a:r>
              <a:rPr lang="en-US" altLang="ro-RO" sz="1600" dirty="0"/>
              <a:t> la </a:t>
            </a:r>
            <a:r>
              <a:rPr lang="en-US" altLang="ro-RO" sz="1600" dirty="0" err="1"/>
              <a:t>posibilele</a:t>
            </a:r>
            <a:r>
              <a:rPr lang="en-US" altLang="ro-RO" sz="1600" dirty="0"/>
              <a:t> </a:t>
            </a:r>
            <a:r>
              <a:rPr lang="en-US" altLang="ro-RO" sz="1600" dirty="0" err="1"/>
              <a:t>propagari</a:t>
            </a:r>
            <a:r>
              <a:rPr lang="en-US" altLang="ro-RO" sz="1600" dirty="0"/>
              <a:t> </a:t>
            </a:r>
            <a:r>
              <a:rPr lang="en-US" altLang="ro-RO" sz="1600" dirty="0" err="1"/>
              <a:t>nedorite</a:t>
            </a:r>
            <a:r>
              <a:rPr lang="en-US" altLang="ro-RO" sz="1600" dirty="0"/>
              <a:t> ale </a:t>
            </a:r>
            <a:r>
              <a:rPr lang="en-US" altLang="ro-RO" sz="1600" dirty="0" err="1"/>
              <a:t>erorilor</a:t>
            </a:r>
            <a:endParaRPr lang="en-US" altLang="ro-RO" sz="1600" dirty="0"/>
          </a:p>
          <a:p>
            <a:pPr lvl="1"/>
            <a:r>
              <a:rPr lang="en-US" altLang="ro-RO" sz="1600" dirty="0" err="1"/>
              <a:t>Initierea</a:t>
            </a:r>
            <a:r>
              <a:rPr lang="en-US" altLang="ro-RO" sz="1600" dirty="0"/>
              <a:t> </a:t>
            </a:r>
            <a:r>
              <a:rPr lang="en-US" altLang="ro-RO" sz="1600" dirty="0" err="1"/>
              <a:t>recuperarii</a:t>
            </a:r>
            <a:r>
              <a:rPr lang="en-US" altLang="ro-RO" sz="1600" dirty="0"/>
              <a:t> </a:t>
            </a:r>
            <a:r>
              <a:rPr lang="en-US" altLang="ro-RO" sz="1600" dirty="0" err="1"/>
              <a:t>inainte</a:t>
            </a:r>
            <a:r>
              <a:rPr lang="en-US" altLang="ro-RO" sz="1600" dirty="0"/>
              <a:t> </a:t>
            </a:r>
            <a:r>
              <a:rPr lang="en-US" altLang="ro-RO" sz="1600" dirty="0" err="1"/>
              <a:t>sau</a:t>
            </a:r>
            <a:r>
              <a:rPr lang="en-US" altLang="ro-RO" sz="1600" dirty="0"/>
              <a:t> </a:t>
            </a:r>
            <a:r>
              <a:rPr lang="en-US" altLang="ro-RO" sz="1600" dirty="0" err="1"/>
              <a:t>concurent</a:t>
            </a:r>
            <a:r>
              <a:rPr lang="en-US" altLang="ro-RO" sz="1600" dirty="0"/>
              <a:t> cu </a:t>
            </a:r>
            <a:r>
              <a:rPr lang="en-US" altLang="ro-RO" sz="1600" dirty="0" err="1"/>
              <a:t>recunoasterea</a:t>
            </a:r>
            <a:r>
              <a:rPr lang="en-US" altLang="ro-RO" sz="1600" dirty="0"/>
              <a:t> </a:t>
            </a:r>
            <a:r>
              <a:rPr lang="en-US" altLang="ro-RO" sz="1600" dirty="0" err="1"/>
              <a:t>problemei</a:t>
            </a:r>
            <a:r>
              <a:rPr lang="en-US" altLang="ro-RO" sz="1600" dirty="0"/>
              <a:t> din </a:t>
            </a:r>
            <a:r>
              <a:rPr lang="en-US" altLang="ro-RO" sz="1600" dirty="0" err="1"/>
              <a:t>sistem</a:t>
            </a:r>
            <a:endParaRPr lang="en-US" altLang="ro-RO" sz="1600" dirty="0"/>
          </a:p>
          <a:p>
            <a:pPr lvl="1"/>
            <a:r>
              <a:rPr lang="en-US" altLang="ro-RO" sz="1600" dirty="0" err="1"/>
              <a:t>Adaptarea</a:t>
            </a:r>
            <a:r>
              <a:rPr lang="en-US" altLang="ro-RO" sz="1600" dirty="0"/>
              <a:t> </a:t>
            </a:r>
            <a:r>
              <a:rPr lang="en-US" altLang="ro-RO" sz="1600" dirty="0" err="1"/>
              <a:t>sistemului</a:t>
            </a:r>
            <a:endParaRPr lang="en-US" altLang="ro-RO" sz="1600" dirty="0"/>
          </a:p>
        </p:txBody>
      </p:sp>
    </p:spTree>
    <p:extLst>
      <p:ext uri="{BB962C8B-B14F-4D97-AF65-F5344CB8AC3E}">
        <p14:creationId xmlns:p14="http://schemas.microsoft.com/office/powerpoint/2010/main" val="26586930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E4D41-BFE7-FF47-8283-162C81655BAB}"/>
              </a:ext>
            </a:extLst>
          </p:cNvPr>
          <p:cNvSpPr>
            <a:spLocks noGrp="1"/>
          </p:cNvSpPr>
          <p:nvPr>
            <p:ph type="title"/>
          </p:nvPr>
        </p:nvSpPr>
        <p:spPr>
          <a:xfrm>
            <a:off x="304800" y="609600"/>
            <a:ext cx="8229600" cy="487363"/>
          </a:xfrm>
        </p:spPr>
        <p:txBody>
          <a:bodyPr/>
          <a:lstStyle/>
          <a:p>
            <a:pPr>
              <a:defRPr/>
            </a:pPr>
            <a:r>
              <a:rPr lang="en-US" dirty="0"/>
              <a:t>FT </a:t>
            </a:r>
            <a:r>
              <a:rPr lang="en-US" dirty="0" err="1"/>
              <a:t>pentru</a:t>
            </a:r>
            <a:r>
              <a:rPr lang="en-US" dirty="0"/>
              <a:t> </a:t>
            </a:r>
            <a:r>
              <a:rPr lang="en-US" dirty="0" err="1"/>
              <a:t>aplicatiile</a:t>
            </a:r>
            <a:r>
              <a:rPr lang="en-US" dirty="0"/>
              <a:t> </a:t>
            </a:r>
            <a:r>
              <a:rPr lang="en-US" dirty="0" err="1"/>
              <a:t>bazate</a:t>
            </a:r>
            <a:r>
              <a:rPr lang="en-US" dirty="0"/>
              <a:t> </a:t>
            </a:r>
            <a:r>
              <a:rPr lang="en-US" dirty="0" err="1"/>
              <a:t>pe</a:t>
            </a:r>
            <a:r>
              <a:rPr lang="en-US" dirty="0"/>
              <a:t> </a:t>
            </a:r>
            <a:r>
              <a:rPr lang="en-US" dirty="0" err="1"/>
              <a:t>schimburi</a:t>
            </a:r>
            <a:r>
              <a:rPr lang="en-US" dirty="0"/>
              <a:t> de </a:t>
            </a:r>
            <a:r>
              <a:rPr lang="en-US" dirty="0" err="1"/>
              <a:t>mesaje</a:t>
            </a:r>
            <a:endParaRPr lang="en-US" dirty="0"/>
          </a:p>
        </p:txBody>
      </p:sp>
      <p:sp>
        <p:nvSpPr>
          <p:cNvPr id="38915" name="Content Placeholder 2">
            <a:extLst>
              <a:ext uri="{FF2B5EF4-FFF2-40B4-BE49-F238E27FC236}">
                <a16:creationId xmlns:a16="http://schemas.microsoft.com/office/drawing/2014/main" id="{EC2D2C7D-8E4C-B74A-8267-8B62E876F5D4}"/>
              </a:ext>
            </a:extLst>
          </p:cNvPr>
          <p:cNvSpPr>
            <a:spLocks noGrp="1"/>
          </p:cNvSpPr>
          <p:nvPr>
            <p:ph idx="1"/>
          </p:nvPr>
        </p:nvSpPr>
        <p:spPr>
          <a:xfrm>
            <a:off x="381000" y="5029200"/>
            <a:ext cx="8382000" cy="1524000"/>
          </a:xfrm>
        </p:spPr>
        <p:txBody>
          <a:bodyPr/>
          <a:lstStyle/>
          <a:p>
            <a:r>
              <a:rPr lang="en-US" altLang="ro-RO" sz="2400"/>
              <a:t>Re-executia intregii aplicatii</a:t>
            </a:r>
          </a:p>
          <a:p>
            <a:r>
              <a:rPr lang="en-US" altLang="ro-RO" sz="2400"/>
              <a:t>Pierderea tuturor calculelor</a:t>
            </a:r>
          </a:p>
        </p:txBody>
      </p:sp>
      <p:sp>
        <p:nvSpPr>
          <p:cNvPr id="38916" name="Footer Placeholder 3">
            <a:extLst>
              <a:ext uri="{FF2B5EF4-FFF2-40B4-BE49-F238E27FC236}">
                <a16:creationId xmlns:a16="http://schemas.microsoft.com/office/drawing/2014/main" id="{FBBF4481-3AE3-4444-8330-32BF086A6D9A}"/>
              </a:ext>
            </a:extLst>
          </p:cNvPr>
          <p:cNvSpPr>
            <a:spLocks noGrp="1"/>
          </p:cNvSpPr>
          <p:nvPr>
            <p:ph type="ftr" sz="quarter" idx="10"/>
          </p:nvPr>
        </p:nvSpPr>
        <p:spPr bwMode="auto">
          <a:xfrm>
            <a:off x="2362200" y="6610350"/>
            <a:ext cx="38862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ctr" rtl="0" fontAlgn="base">
              <a:spcBef>
                <a:spcPct val="0"/>
              </a:spcBef>
              <a:spcAft>
                <a:spcPct val="0"/>
              </a:spcAft>
              <a:defRPr sz="900" kern="1200">
                <a:solidFill>
                  <a:schemeClr val="bg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r>
              <a:rPr lang="en-US"/>
              <a:t>Toleranta la defecte in SD </a:t>
            </a:r>
            <a:endParaRPr lang="en-US" altLang="ro-RO">
              <a:solidFill>
                <a:schemeClr val="bg1"/>
              </a:solidFill>
            </a:endParaRPr>
          </a:p>
        </p:txBody>
      </p:sp>
      <p:sp>
        <p:nvSpPr>
          <p:cNvPr id="38917" name="Slide Number Placeholder 4">
            <a:extLst>
              <a:ext uri="{FF2B5EF4-FFF2-40B4-BE49-F238E27FC236}">
                <a16:creationId xmlns:a16="http://schemas.microsoft.com/office/drawing/2014/main" id="{0E78C132-CBA0-1F43-82B6-2C7EA2594B0F}"/>
              </a:ext>
            </a:extLst>
          </p:cNvPr>
          <p:cNvSpPr>
            <a:spLocks noGrp="1"/>
          </p:cNvSpPr>
          <p:nvPr>
            <p:ph type="sldNum" sz="quarter" idx="11"/>
          </p:nvPr>
        </p:nvSpPr>
        <p:spPr bwMode="auto">
          <a:xfrm>
            <a:off x="7010400" y="6602413"/>
            <a:ext cx="2133600" cy="549275"/>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900" kern="1200">
                <a:solidFill>
                  <a:schemeClr val="bg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fld id="{F70614BC-944D-F346-86BD-32DC0AD8C607}" type="slidenum">
              <a:rPr lang="en-US" altLang="ro-RO" smtClean="0"/>
              <a:pPr eaLnBrk="1" hangingPunct="1"/>
              <a:t>28</a:t>
            </a:fld>
            <a:endParaRPr lang="en-US" altLang="ro-RO">
              <a:solidFill>
                <a:schemeClr val="bg1"/>
              </a:solidFill>
            </a:endParaRPr>
          </a:p>
        </p:txBody>
      </p:sp>
      <p:cxnSp>
        <p:nvCxnSpPr>
          <p:cNvPr id="7" name="Straight Arrow Connector 6">
            <a:extLst>
              <a:ext uri="{FF2B5EF4-FFF2-40B4-BE49-F238E27FC236}">
                <a16:creationId xmlns:a16="http://schemas.microsoft.com/office/drawing/2014/main" id="{6AA43090-76BB-6B48-B83E-4D48726B740C}"/>
              </a:ext>
            </a:extLst>
          </p:cNvPr>
          <p:cNvCxnSpPr/>
          <p:nvPr/>
        </p:nvCxnSpPr>
        <p:spPr>
          <a:xfrm>
            <a:off x="914400" y="2133600"/>
            <a:ext cx="7239000" cy="158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8" name="Straight Arrow Connector 7">
            <a:extLst>
              <a:ext uri="{FF2B5EF4-FFF2-40B4-BE49-F238E27FC236}">
                <a16:creationId xmlns:a16="http://schemas.microsoft.com/office/drawing/2014/main" id="{EA823DE1-EC2B-3144-A32D-9263F4AA288E}"/>
              </a:ext>
            </a:extLst>
          </p:cNvPr>
          <p:cNvCxnSpPr/>
          <p:nvPr/>
        </p:nvCxnSpPr>
        <p:spPr>
          <a:xfrm>
            <a:off x="914400" y="3048000"/>
            <a:ext cx="7239000" cy="158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9" name="Straight Arrow Connector 8">
            <a:extLst>
              <a:ext uri="{FF2B5EF4-FFF2-40B4-BE49-F238E27FC236}">
                <a16:creationId xmlns:a16="http://schemas.microsoft.com/office/drawing/2014/main" id="{8F9105AB-7165-B941-97EB-7AAA7B89424E}"/>
              </a:ext>
            </a:extLst>
          </p:cNvPr>
          <p:cNvCxnSpPr/>
          <p:nvPr/>
        </p:nvCxnSpPr>
        <p:spPr>
          <a:xfrm>
            <a:off x="914400" y="4038600"/>
            <a:ext cx="7239000" cy="158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11" name="Straight Arrow Connector 10">
            <a:extLst>
              <a:ext uri="{FF2B5EF4-FFF2-40B4-BE49-F238E27FC236}">
                <a16:creationId xmlns:a16="http://schemas.microsoft.com/office/drawing/2014/main" id="{BE03D6D1-A7DE-EA4F-9FBA-0AB0C7756A8C}"/>
              </a:ext>
            </a:extLst>
          </p:cNvPr>
          <p:cNvCxnSpPr/>
          <p:nvPr/>
        </p:nvCxnSpPr>
        <p:spPr>
          <a:xfrm rot="16200000" flipH="1">
            <a:off x="1562100" y="2324100"/>
            <a:ext cx="914400" cy="533400"/>
          </a:xfrm>
          <a:prstGeom prst="straightConnector1">
            <a:avLst/>
          </a:prstGeom>
          <a:ln>
            <a:solidFill>
              <a:srgbClr val="FF0000"/>
            </a:solidFill>
            <a:tailEnd type="arrow"/>
          </a:ln>
        </p:spPr>
        <p:style>
          <a:lnRef idx="3">
            <a:schemeClr val="accent2"/>
          </a:lnRef>
          <a:fillRef idx="0">
            <a:schemeClr val="accent2"/>
          </a:fillRef>
          <a:effectRef idx="2">
            <a:schemeClr val="accent2"/>
          </a:effectRef>
          <a:fontRef idx="minor">
            <a:schemeClr val="tx1"/>
          </a:fontRef>
        </p:style>
      </p:cxnSp>
      <p:cxnSp>
        <p:nvCxnSpPr>
          <p:cNvPr id="12" name="Straight Arrow Connector 11">
            <a:extLst>
              <a:ext uri="{FF2B5EF4-FFF2-40B4-BE49-F238E27FC236}">
                <a16:creationId xmlns:a16="http://schemas.microsoft.com/office/drawing/2014/main" id="{79ABD4BD-01D6-5B44-A415-BBE5137115F8}"/>
              </a:ext>
            </a:extLst>
          </p:cNvPr>
          <p:cNvCxnSpPr/>
          <p:nvPr/>
        </p:nvCxnSpPr>
        <p:spPr>
          <a:xfrm rot="5400000" flipH="1" flipV="1">
            <a:off x="2057400" y="3200400"/>
            <a:ext cx="990600" cy="685800"/>
          </a:xfrm>
          <a:prstGeom prst="straightConnector1">
            <a:avLst/>
          </a:prstGeom>
          <a:ln>
            <a:solidFill>
              <a:srgbClr val="FF0000"/>
            </a:solidFill>
            <a:tailEnd type="arrow"/>
          </a:ln>
        </p:spPr>
        <p:style>
          <a:lnRef idx="3">
            <a:schemeClr val="accent2"/>
          </a:lnRef>
          <a:fillRef idx="0">
            <a:schemeClr val="accent2"/>
          </a:fillRef>
          <a:effectRef idx="2">
            <a:schemeClr val="accent2"/>
          </a:effectRef>
          <a:fontRef idx="minor">
            <a:schemeClr val="tx1"/>
          </a:fontRef>
        </p:style>
      </p:cxnSp>
      <p:cxnSp>
        <p:nvCxnSpPr>
          <p:cNvPr id="17" name="Straight Arrow Connector 16">
            <a:extLst>
              <a:ext uri="{FF2B5EF4-FFF2-40B4-BE49-F238E27FC236}">
                <a16:creationId xmlns:a16="http://schemas.microsoft.com/office/drawing/2014/main" id="{FA512D1A-AA95-774B-8955-4505ECE38F8D}"/>
              </a:ext>
            </a:extLst>
          </p:cNvPr>
          <p:cNvCxnSpPr/>
          <p:nvPr/>
        </p:nvCxnSpPr>
        <p:spPr>
          <a:xfrm rot="16200000" flipH="1">
            <a:off x="2971800" y="3276600"/>
            <a:ext cx="990600" cy="533400"/>
          </a:xfrm>
          <a:prstGeom prst="straightConnector1">
            <a:avLst/>
          </a:prstGeom>
          <a:ln>
            <a:solidFill>
              <a:srgbClr val="FF0000"/>
            </a:solidFill>
            <a:tailEnd type="arrow"/>
          </a:ln>
        </p:spPr>
        <p:style>
          <a:lnRef idx="3">
            <a:schemeClr val="accent2"/>
          </a:lnRef>
          <a:fillRef idx="0">
            <a:schemeClr val="accent2"/>
          </a:fillRef>
          <a:effectRef idx="2">
            <a:schemeClr val="accent2"/>
          </a:effectRef>
          <a:fontRef idx="minor">
            <a:schemeClr val="tx1"/>
          </a:fontRef>
        </p:style>
      </p:cxnSp>
      <p:cxnSp>
        <p:nvCxnSpPr>
          <p:cNvPr id="20" name="Straight Arrow Connector 19">
            <a:extLst>
              <a:ext uri="{FF2B5EF4-FFF2-40B4-BE49-F238E27FC236}">
                <a16:creationId xmlns:a16="http://schemas.microsoft.com/office/drawing/2014/main" id="{C9A5C208-9652-C84A-B50D-54031F1CA2A0}"/>
              </a:ext>
            </a:extLst>
          </p:cNvPr>
          <p:cNvCxnSpPr/>
          <p:nvPr/>
        </p:nvCxnSpPr>
        <p:spPr>
          <a:xfrm rot="5400000" flipH="1" flipV="1">
            <a:off x="3543300" y="2628900"/>
            <a:ext cx="1905000" cy="914400"/>
          </a:xfrm>
          <a:prstGeom prst="straightConnector1">
            <a:avLst/>
          </a:prstGeom>
          <a:ln>
            <a:solidFill>
              <a:srgbClr val="FF0000"/>
            </a:solidFill>
            <a:tailEnd type="arrow"/>
          </a:ln>
        </p:spPr>
        <p:style>
          <a:lnRef idx="3">
            <a:schemeClr val="accent2"/>
          </a:lnRef>
          <a:fillRef idx="0">
            <a:schemeClr val="accent2"/>
          </a:fillRef>
          <a:effectRef idx="2">
            <a:schemeClr val="accent2"/>
          </a:effectRef>
          <a:fontRef idx="minor">
            <a:schemeClr val="tx1"/>
          </a:fontRef>
        </p:style>
      </p:cxnSp>
      <p:cxnSp>
        <p:nvCxnSpPr>
          <p:cNvPr id="23" name="Straight Arrow Connector 22">
            <a:extLst>
              <a:ext uri="{FF2B5EF4-FFF2-40B4-BE49-F238E27FC236}">
                <a16:creationId xmlns:a16="http://schemas.microsoft.com/office/drawing/2014/main" id="{5FDA6C25-BFEA-3E49-B077-3D634C19F2C7}"/>
              </a:ext>
            </a:extLst>
          </p:cNvPr>
          <p:cNvCxnSpPr/>
          <p:nvPr/>
        </p:nvCxnSpPr>
        <p:spPr>
          <a:xfrm rot="16200000" flipH="1">
            <a:off x="5295900" y="2324100"/>
            <a:ext cx="914400" cy="533400"/>
          </a:xfrm>
          <a:prstGeom prst="straightConnector1">
            <a:avLst/>
          </a:prstGeom>
          <a:ln>
            <a:solidFill>
              <a:srgbClr val="FF0000"/>
            </a:solidFill>
            <a:tailEnd type="arrow"/>
          </a:ln>
        </p:spPr>
        <p:style>
          <a:lnRef idx="3">
            <a:schemeClr val="accent2"/>
          </a:lnRef>
          <a:fillRef idx="0">
            <a:schemeClr val="accent2"/>
          </a:fillRef>
          <a:effectRef idx="2">
            <a:schemeClr val="accent2"/>
          </a:effectRef>
          <a:fontRef idx="minor">
            <a:schemeClr val="tx1"/>
          </a:fontRef>
        </p:style>
      </p:cxnSp>
      <p:cxnSp>
        <p:nvCxnSpPr>
          <p:cNvPr id="24" name="Straight Arrow Connector 23">
            <a:extLst>
              <a:ext uri="{FF2B5EF4-FFF2-40B4-BE49-F238E27FC236}">
                <a16:creationId xmlns:a16="http://schemas.microsoft.com/office/drawing/2014/main" id="{CC9AD713-0141-3A45-9E5E-34BE9D4CB6C8}"/>
              </a:ext>
            </a:extLst>
          </p:cNvPr>
          <p:cNvCxnSpPr/>
          <p:nvPr/>
        </p:nvCxnSpPr>
        <p:spPr>
          <a:xfrm rot="16200000" flipH="1">
            <a:off x="6286500" y="3238500"/>
            <a:ext cx="914400" cy="533400"/>
          </a:xfrm>
          <a:prstGeom prst="straightConnector1">
            <a:avLst/>
          </a:prstGeom>
          <a:ln>
            <a:solidFill>
              <a:srgbClr val="FF0000"/>
            </a:solidFill>
            <a:tailEnd type="arrow"/>
          </a:ln>
        </p:spPr>
        <p:style>
          <a:lnRef idx="3">
            <a:schemeClr val="accent2"/>
          </a:lnRef>
          <a:fillRef idx="0">
            <a:schemeClr val="accent2"/>
          </a:fillRef>
          <a:effectRef idx="2">
            <a:schemeClr val="accent2"/>
          </a:effectRef>
          <a:fontRef idx="minor">
            <a:schemeClr val="tx1"/>
          </a:fontRef>
        </p:style>
      </p:cxnSp>
      <p:sp>
        <p:nvSpPr>
          <p:cNvPr id="38927" name="TextBox 24">
            <a:extLst>
              <a:ext uri="{FF2B5EF4-FFF2-40B4-BE49-F238E27FC236}">
                <a16:creationId xmlns:a16="http://schemas.microsoft.com/office/drawing/2014/main" id="{05FFB37E-3802-B04B-95D2-DFAAE83391CB}"/>
              </a:ext>
            </a:extLst>
          </p:cNvPr>
          <p:cNvSpPr txBox="1">
            <a:spLocks noChangeArrowheads="1"/>
          </p:cNvSpPr>
          <p:nvPr/>
        </p:nvSpPr>
        <p:spPr bwMode="auto">
          <a:xfrm>
            <a:off x="457200" y="1981200"/>
            <a:ext cx="4841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sz="2000" b="1"/>
              <a:t>p1</a:t>
            </a:r>
          </a:p>
        </p:txBody>
      </p:sp>
      <p:sp>
        <p:nvSpPr>
          <p:cNvPr id="38928" name="TextBox 25">
            <a:extLst>
              <a:ext uri="{FF2B5EF4-FFF2-40B4-BE49-F238E27FC236}">
                <a16:creationId xmlns:a16="http://schemas.microsoft.com/office/drawing/2014/main" id="{DC09036A-D85E-0A4D-8A78-D69291C6BBB2}"/>
              </a:ext>
            </a:extLst>
          </p:cNvPr>
          <p:cNvSpPr txBox="1">
            <a:spLocks noChangeArrowheads="1"/>
          </p:cNvSpPr>
          <p:nvPr/>
        </p:nvSpPr>
        <p:spPr bwMode="auto">
          <a:xfrm>
            <a:off x="457200" y="2819400"/>
            <a:ext cx="4841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sz="2000" b="1"/>
              <a:t>p2</a:t>
            </a:r>
          </a:p>
        </p:txBody>
      </p:sp>
      <p:sp>
        <p:nvSpPr>
          <p:cNvPr id="38929" name="TextBox 26">
            <a:extLst>
              <a:ext uri="{FF2B5EF4-FFF2-40B4-BE49-F238E27FC236}">
                <a16:creationId xmlns:a16="http://schemas.microsoft.com/office/drawing/2014/main" id="{AF5ADA3E-7E0A-454D-9732-39BE059D0C87}"/>
              </a:ext>
            </a:extLst>
          </p:cNvPr>
          <p:cNvSpPr txBox="1">
            <a:spLocks noChangeArrowheads="1"/>
          </p:cNvSpPr>
          <p:nvPr/>
        </p:nvSpPr>
        <p:spPr bwMode="auto">
          <a:xfrm>
            <a:off x="457200" y="3810000"/>
            <a:ext cx="4841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sz="2000" b="1"/>
              <a:t>p3</a:t>
            </a:r>
          </a:p>
        </p:txBody>
      </p:sp>
      <p:sp>
        <p:nvSpPr>
          <p:cNvPr id="38930" name="TextBox 27">
            <a:extLst>
              <a:ext uri="{FF2B5EF4-FFF2-40B4-BE49-F238E27FC236}">
                <a16:creationId xmlns:a16="http://schemas.microsoft.com/office/drawing/2014/main" id="{9C6AAB3D-2AEB-B74D-9C13-5D625CD477F7}"/>
              </a:ext>
            </a:extLst>
          </p:cNvPr>
          <p:cNvSpPr txBox="1">
            <a:spLocks noChangeArrowheads="1"/>
          </p:cNvSpPr>
          <p:nvPr/>
        </p:nvSpPr>
        <p:spPr bwMode="auto">
          <a:xfrm>
            <a:off x="6934200" y="1600200"/>
            <a:ext cx="61277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sz="6000" b="1">
                <a:solidFill>
                  <a:srgbClr val="FF0000"/>
                </a:solidFill>
              </a:rPr>
              <a:t>x</a:t>
            </a:r>
          </a:p>
        </p:txBody>
      </p:sp>
    </p:spTree>
    <p:extLst>
      <p:ext uri="{BB962C8B-B14F-4D97-AF65-F5344CB8AC3E}">
        <p14:creationId xmlns:p14="http://schemas.microsoft.com/office/powerpoint/2010/main" val="1684526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C24C6-59BA-9149-9867-4DE7219B193D}"/>
              </a:ext>
            </a:extLst>
          </p:cNvPr>
          <p:cNvSpPr>
            <a:spLocks noGrp="1"/>
          </p:cNvSpPr>
          <p:nvPr>
            <p:ph type="title"/>
          </p:nvPr>
        </p:nvSpPr>
        <p:spPr/>
        <p:txBody>
          <a:bodyPr/>
          <a:lstStyle/>
          <a:p>
            <a:pPr>
              <a:defRPr/>
            </a:pPr>
            <a:r>
              <a:rPr lang="en-US" dirty="0"/>
              <a:t>Checkpoint</a:t>
            </a:r>
          </a:p>
        </p:txBody>
      </p:sp>
      <p:sp>
        <p:nvSpPr>
          <p:cNvPr id="39939" name="Footer Placeholder 3">
            <a:extLst>
              <a:ext uri="{FF2B5EF4-FFF2-40B4-BE49-F238E27FC236}">
                <a16:creationId xmlns:a16="http://schemas.microsoft.com/office/drawing/2014/main" id="{56315A78-2A1B-B041-987F-D46A76165E4F}"/>
              </a:ext>
            </a:extLst>
          </p:cNvPr>
          <p:cNvSpPr>
            <a:spLocks noGrp="1"/>
          </p:cNvSpPr>
          <p:nvPr>
            <p:ph type="ftr" sz="quarter" idx="10"/>
          </p:nvPr>
        </p:nvSpPr>
        <p:spPr bwMode="auto">
          <a:xfrm>
            <a:off x="2362200" y="6610350"/>
            <a:ext cx="38862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ctr" rtl="0" fontAlgn="base">
              <a:spcBef>
                <a:spcPct val="0"/>
              </a:spcBef>
              <a:spcAft>
                <a:spcPct val="0"/>
              </a:spcAft>
              <a:defRPr sz="900" kern="1200">
                <a:solidFill>
                  <a:schemeClr val="bg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r>
              <a:rPr lang="en-US"/>
              <a:t>Toleranta la defecte in SD </a:t>
            </a:r>
            <a:endParaRPr lang="en-US" altLang="ro-RO">
              <a:solidFill>
                <a:schemeClr val="bg1"/>
              </a:solidFill>
            </a:endParaRPr>
          </a:p>
        </p:txBody>
      </p:sp>
      <p:sp>
        <p:nvSpPr>
          <p:cNvPr id="39940" name="Slide Number Placeholder 4">
            <a:extLst>
              <a:ext uri="{FF2B5EF4-FFF2-40B4-BE49-F238E27FC236}">
                <a16:creationId xmlns:a16="http://schemas.microsoft.com/office/drawing/2014/main" id="{CCF667B5-ECD5-5C42-BA26-888A75BA652C}"/>
              </a:ext>
            </a:extLst>
          </p:cNvPr>
          <p:cNvSpPr>
            <a:spLocks noGrp="1"/>
          </p:cNvSpPr>
          <p:nvPr>
            <p:ph type="sldNum" sz="quarter" idx="11"/>
          </p:nvPr>
        </p:nvSpPr>
        <p:spPr bwMode="auto">
          <a:xfrm>
            <a:off x="7010400" y="6602413"/>
            <a:ext cx="2133600" cy="549275"/>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900" kern="1200">
                <a:solidFill>
                  <a:schemeClr val="bg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fld id="{F70614BC-944D-F346-86BD-32DC0AD8C607}" type="slidenum">
              <a:rPr lang="en-US" altLang="ro-RO" smtClean="0"/>
              <a:pPr eaLnBrk="1" hangingPunct="1"/>
              <a:t>29</a:t>
            </a:fld>
            <a:endParaRPr lang="en-US" altLang="ro-RO">
              <a:solidFill>
                <a:schemeClr val="bg1"/>
              </a:solidFill>
            </a:endParaRPr>
          </a:p>
        </p:txBody>
      </p:sp>
      <p:sp>
        <p:nvSpPr>
          <p:cNvPr id="39941" name="Content Placeholder 2">
            <a:extLst>
              <a:ext uri="{FF2B5EF4-FFF2-40B4-BE49-F238E27FC236}">
                <a16:creationId xmlns:a16="http://schemas.microsoft.com/office/drawing/2014/main" id="{3A761AAC-AC2D-7248-AE72-20F193F8B050}"/>
              </a:ext>
            </a:extLst>
          </p:cNvPr>
          <p:cNvSpPr>
            <a:spLocks noGrp="1"/>
          </p:cNvSpPr>
          <p:nvPr>
            <p:ph idx="1"/>
          </p:nvPr>
        </p:nvSpPr>
        <p:spPr>
          <a:xfrm>
            <a:off x="381000" y="5029200"/>
            <a:ext cx="8382000" cy="1524000"/>
          </a:xfrm>
        </p:spPr>
        <p:txBody>
          <a:bodyPr/>
          <a:lstStyle/>
          <a:p>
            <a:r>
              <a:rPr lang="en-US" altLang="ro-RO" sz="2400"/>
              <a:t>Snapshot al unui proces</a:t>
            </a:r>
          </a:p>
          <a:p>
            <a:r>
              <a:rPr lang="en-US" altLang="ro-RO" sz="2400"/>
              <a:t>Starea salvata pe medii de stocare persistente</a:t>
            </a:r>
          </a:p>
        </p:txBody>
      </p:sp>
      <p:cxnSp>
        <p:nvCxnSpPr>
          <p:cNvPr id="7" name="Straight Arrow Connector 6">
            <a:extLst>
              <a:ext uri="{FF2B5EF4-FFF2-40B4-BE49-F238E27FC236}">
                <a16:creationId xmlns:a16="http://schemas.microsoft.com/office/drawing/2014/main" id="{F795DC65-A09E-C04C-87C0-C7D888AE1944}"/>
              </a:ext>
            </a:extLst>
          </p:cNvPr>
          <p:cNvCxnSpPr/>
          <p:nvPr/>
        </p:nvCxnSpPr>
        <p:spPr>
          <a:xfrm>
            <a:off x="914400" y="2133600"/>
            <a:ext cx="7239000" cy="158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8" name="Straight Arrow Connector 7">
            <a:extLst>
              <a:ext uri="{FF2B5EF4-FFF2-40B4-BE49-F238E27FC236}">
                <a16:creationId xmlns:a16="http://schemas.microsoft.com/office/drawing/2014/main" id="{BA105FEC-69E3-9741-9443-03A5E835F8C7}"/>
              </a:ext>
            </a:extLst>
          </p:cNvPr>
          <p:cNvCxnSpPr/>
          <p:nvPr/>
        </p:nvCxnSpPr>
        <p:spPr>
          <a:xfrm>
            <a:off x="914400" y="3048000"/>
            <a:ext cx="7239000" cy="158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9" name="Straight Arrow Connector 8">
            <a:extLst>
              <a:ext uri="{FF2B5EF4-FFF2-40B4-BE49-F238E27FC236}">
                <a16:creationId xmlns:a16="http://schemas.microsoft.com/office/drawing/2014/main" id="{EA4A49E2-C623-AD4A-BF33-79E43D90CB9A}"/>
              </a:ext>
            </a:extLst>
          </p:cNvPr>
          <p:cNvCxnSpPr/>
          <p:nvPr/>
        </p:nvCxnSpPr>
        <p:spPr>
          <a:xfrm>
            <a:off x="914400" y="4038600"/>
            <a:ext cx="7239000" cy="158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10" name="Straight Arrow Connector 9">
            <a:extLst>
              <a:ext uri="{FF2B5EF4-FFF2-40B4-BE49-F238E27FC236}">
                <a16:creationId xmlns:a16="http://schemas.microsoft.com/office/drawing/2014/main" id="{8F29622E-EFD4-144C-A7DE-E1600D67D221}"/>
              </a:ext>
            </a:extLst>
          </p:cNvPr>
          <p:cNvCxnSpPr/>
          <p:nvPr/>
        </p:nvCxnSpPr>
        <p:spPr>
          <a:xfrm rot="16200000" flipH="1">
            <a:off x="1562100" y="2324100"/>
            <a:ext cx="914400" cy="533400"/>
          </a:xfrm>
          <a:prstGeom prst="straightConnector1">
            <a:avLst/>
          </a:prstGeom>
          <a:ln>
            <a:solidFill>
              <a:srgbClr val="FF0000"/>
            </a:solidFill>
            <a:tailEnd type="arrow"/>
          </a:ln>
        </p:spPr>
        <p:style>
          <a:lnRef idx="3">
            <a:schemeClr val="accent2"/>
          </a:lnRef>
          <a:fillRef idx="0">
            <a:schemeClr val="accent2"/>
          </a:fillRef>
          <a:effectRef idx="2">
            <a:schemeClr val="accent2"/>
          </a:effectRef>
          <a:fontRef idx="minor">
            <a:schemeClr val="tx1"/>
          </a:fontRef>
        </p:style>
      </p:cxnSp>
      <p:cxnSp>
        <p:nvCxnSpPr>
          <p:cNvPr id="11" name="Straight Arrow Connector 10">
            <a:extLst>
              <a:ext uri="{FF2B5EF4-FFF2-40B4-BE49-F238E27FC236}">
                <a16:creationId xmlns:a16="http://schemas.microsoft.com/office/drawing/2014/main" id="{585FE632-6981-D94B-AA0F-0CDB524D1242}"/>
              </a:ext>
            </a:extLst>
          </p:cNvPr>
          <p:cNvCxnSpPr/>
          <p:nvPr/>
        </p:nvCxnSpPr>
        <p:spPr>
          <a:xfrm rot="5400000" flipH="1" flipV="1">
            <a:off x="2057400" y="3200400"/>
            <a:ext cx="990600" cy="685800"/>
          </a:xfrm>
          <a:prstGeom prst="straightConnector1">
            <a:avLst/>
          </a:prstGeom>
          <a:ln>
            <a:solidFill>
              <a:srgbClr val="FF0000"/>
            </a:solidFill>
            <a:tailEnd type="arrow"/>
          </a:ln>
        </p:spPr>
        <p:style>
          <a:lnRef idx="3">
            <a:schemeClr val="accent2"/>
          </a:lnRef>
          <a:fillRef idx="0">
            <a:schemeClr val="accent2"/>
          </a:fillRef>
          <a:effectRef idx="2">
            <a:schemeClr val="accent2"/>
          </a:effectRef>
          <a:fontRef idx="minor">
            <a:schemeClr val="tx1"/>
          </a:fontRef>
        </p:style>
      </p:cxnSp>
      <p:cxnSp>
        <p:nvCxnSpPr>
          <p:cNvPr id="12" name="Straight Arrow Connector 11">
            <a:extLst>
              <a:ext uri="{FF2B5EF4-FFF2-40B4-BE49-F238E27FC236}">
                <a16:creationId xmlns:a16="http://schemas.microsoft.com/office/drawing/2014/main" id="{E004BC6A-4294-CB4D-B807-A99819D2FF4D}"/>
              </a:ext>
            </a:extLst>
          </p:cNvPr>
          <p:cNvCxnSpPr/>
          <p:nvPr/>
        </p:nvCxnSpPr>
        <p:spPr>
          <a:xfrm rot="16200000" flipH="1">
            <a:off x="2971800" y="3276600"/>
            <a:ext cx="990600" cy="533400"/>
          </a:xfrm>
          <a:prstGeom prst="straightConnector1">
            <a:avLst/>
          </a:prstGeom>
          <a:ln>
            <a:solidFill>
              <a:srgbClr val="FF0000"/>
            </a:solidFill>
            <a:tailEnd type="arrow"/>
          </a:ln>
        </p:spPr>
        <p:style>
          <a:lnRef idx="3">
            <a:schemeClr val="accent2"/>
          </a:lnRef>
          <a:fillRef idx="0">
            <a:schemeClr val="accent2"/>
          </a:fillRef>
          <a:effectRef idx="2">
            <a:schemeClr val="accent2"/>
          </a:effectRef>
          <a:fontRef idx="minor">
            <a:schemeClr val="tx1"/>
          </a:fontRef>
        </p:style>
      </p:cxnSp>
      <p:cxnSp>
        <p:nvCxnSpPr>
          <p:cNvPr id="13" name="Straight Arrow Connector 12">
            <a:extLst>
              <a:ext uri="{FF2B5EF4-FFF2-40B4-BE49-F238E27FC236}">
                <a16:creationId xmlns:a16="http://schemas.microsoft.com/office/drawing/2014/main" id="{2E803902-0CB9-2F40-8C2B-6701BD4683CC}"/>
              </a:ext>
            </a:extLst>
          </p:cNvPr>
          <p:cNvCxnSpPr/>
          <p:nvPr/>
        </p:nvCxnSpPr>
        <p:spPr>
          <a:xfrm rot="5400000" flipH="1" flipV="1">
            <a:off x="3543300" y="2628900"/>
            <a:ext cx="1905000" cy="914400"/>
          </a:xfrm>
          <a:prstGeom prst="straightConnector1">
            <a:avLst/>
          </a:prstGeom>
          <a:ln>
            <a:solidFill>
              <a:srgbClr val="FF0000"/>
            </a:solidFill>
            <a:tailEnd type="arrow"/>
          </a:ln>
        </p:spPr>
        <p:style>
          <a:lnRef idx="3">
            <a:schemeClr val="accent2"/>
          </a:lnRef>
          <a:fillRef idx="0">
            <a:schemeClr val="accent2"/>
          </a:fillRef>
          <a:effectRef idx="2">
            <a:schemeClr val="accent2"/>
          </a:effectRef>
          <a:fontRef idx="minor">
            <a:schemeClr val="tx1"/>
          </a:fontRef>
        </p:style>
      </p:cxnSp>
      <p:cxnSp>
        <p:nvCxnSpPr>
          <p:cNvPr id="14" name="Straight Arrow Connector 13">
            <a:extLst>
              <a:ext uri="{FF2B5EF4-FFF2-40B4-BE49-F238E27FC236}">
                <a16:creationId xmlns:a16="http://schemas.microsoft.com/office/drawing/2014/main" id="{22E8E851-3607-8743-BC67-A7A3EEC336C0}"/>
              </a:ext>
            </a:extLst>
          </p:cNvPr>
          <p:cNvCxnSpPr/>
          <p:nvPr/>
        </p:nvCxnSpPr>
        <p:spPr>
          <a:xfrm rot="16200000" flipH="1">
            <a:off x="5295900" y="2324100"/>
            <a:ext cx="914400" cy="533400"/>
          </a:xfrm>
          <a:prstGeom prst="straightConnector1">
            <a:avLst/>
          </a:prstGeom>
          <a:ln>
            <a:solidFill>
              <a:srgbClr val="FF0000"/>
            </a:solidFill>
            <a:tailEnd type="arrow"/>
          </a:ln>
        </p:spPr>
        <p:style>
          <a:lnRef idx="3">
            <a:schemeClr val="accent2"/>
          </a:lnRef>
          <a:fillRef idx="0">
            <a:schemeClr val="accent2"/>
          </a:fillRef>
          <a:effectRef idx="2">
            <a:schemeClr val="accent2"/>
          </a:effectRef>
          <a:fontRef idx="minor">
            <a:schemeClr val="tx1"/>
          </a:fontRef>
        </p:style>
      </p:cxnSp>
      <p:cxnSp>
        <p:nvCxnSpPr>
          <p:cNvPr id="15" name="Straight Arrow Connector 14">
            <a:extLst>
              <a:ext uri="{FF2B5EF4-FFF2-40B4-BE49-F238E27FC236}">
                <a16:creationId xmlns:a16="http://schemas.microsoft.com/office/drawing/2014/main" id="{BE3A4399-C19F-8A43-8382-0AE13643F253}"/>
              </a:ext>
            </a:extLst>
          </p:cNvPr>
          <p:cNvCxnSpPr/>
          <p:nvPr/>
        </p:nvCxnSpPr>
        <p:spPr>
          <a:xfrm rot="16200000" flipH="1">
            <a:off x="6286500" y="3238500"/>
            <a:ext cx="914400" cy="533400"/>
          </a:xfrm>
          <a:prstGeom prst="straightConnector1">
            <a:avLst/>
          </a:prstGeom>
          <a:ln>
            <a:solidFill>
              <a:srgbClr val="FF0000"/>
            </a:solidFill>
            <a:tailEnd type="arrow"/>
          </a:ln>
        </p:spPr>
        <p:style>
          <a:lnRef idx="3">
            <a:schemeClr val="accent2"/>
          </a:lnRef>
          <a:fillRef idx="0">
            <a:schemeClr val="accent2"/>
          </a:fillRef>
          <a:effectRef idx="2">
            <a:schemeClr val="accent2"/>
          </a:effectRef>
          <a:fontRef idx="minor">
            <a:schemeClr val="tx1"/>
          </a:fontRef>
        </p:style>
      </p:cxnSp>
      <p:sp>
        <p:nvSpPr>
          <p:cNvPr id="39951" name="TextBox 15">
            <a:extLst>
              <a:ext uri="{FF2B5EF4-FFF2-40B4-BE49-F238E27FC236}">
                <a16:creationId xmlns:a16="http://schemas.microsoft.com/office/drawing/2014/main" id="{D50BD05A-5795-BE48-B43E-447D875C1AD8}"/>
              </a:ext>
            </a:extLst>
          </p:cNvPr>
          <p:cNvSpPr txBox="1">
            <a:spLocks noChangeArrowheads="1"/>
          </p:cNvSpPr>
          <p:nvPr/>
        </p:nvSpPr>
        <p:spPr bwMode="auto">
          <a:xfrm>
            <a:off x="457200" y="1981200"/>
            <a:ext cx="4841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sz="2000" b="1"/>
              <a:t>p1</a:t>
            </a:r>
          </a:p>
        </p:txBody>
      </p:sp>
      <p:sp>
        <p:nvSpPr>
          <p:cNvPr id="39952" name="TextBox 16">
            <a:extLst>
              <a:ext uri="{FF2B5EF4-FFF2-40B4-BE49-F238E27FC236}">
                <a16:creationId xmlns:a16="http://schemas.microsoft.com/office/drawing/2014/main" id="{2E0A9439-081A-664A-A678-5C4E240BEBD0}"/>
              </a:ext>
            </a:extLst>
          </p:cNvPr>
          <p:cNvSpPr txBox="1">
            <a:spLocks noChangeArrowheads="1"/>
          </p:cNvSpPr>
          <p:nvPr/>
        </p:nvSpPr>
        <p:spPr bwMode="auto">
          <a:xfrm>
            <a:off x="457200" y="2819400"/>
            <a:ext cx="4841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sz="2000" b="1"/>
              <a:t>p2</a:t>
            </a:r>
          </a:p>
        </p:txBody>
      </p:sp>
      <p:sp>
        <p:nvSpPr>
          <p:cNvPr id="39953" name="TextBox 17">
            <a:extLst>
              <a:ext uri="{FF2B5EF4-FFF2-40B4-BE49-F238E27FC236}">
                <a16:creationId xmlns:a16="http://schemas.microsoft.com/office/drawing/2014/main" id="{825017B6-3142-4D49-8828-E1004B791D14}"/>
              </a:ext>
            </a:extLst>
          </p:cNvPr>
          <p:cNvSpPr txBox="1">
            <a:spLocks noChangeArrowheads="1"/>
          </p:cNvSpPr>
          <p:nvPr/>
        </p:nvSpPr>
        <p:spPr bwMode="auto">
          <a:xfrm>
            <a:off x="457200" y="3810000"/>
            <a:ext cx="4841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sz="2000" b="1"/>
              <a:t>p3</a:t>
            </a:r>
          </a:p>
        </p:txBody>
      </p:sp>
      <p:sp>
        <p:nvSpPr>
          <p:cNvPr id="20" name="Rectangle 19">
            <a:extLst>
              <a:ext uri="{FF2B5EF4-FFF2-40B4-BE49-F238E27FC236}">
                <a16:creationId xmlns:a16="http://schemas.microsoft.com/office/drawing/2014/main" id="{9AE69C7D-4E99-F147-979A-6FE93E2555F3}"/>
              </a:ext>
            </a:extLst>
          </p:cNvPr>
          <p:cNvSpPr/>
          <p:nvPr/>
        </p:nvSpPr>
        <p:spPr>
          <a:xfrm>
            <a:off x="5105400" y="1828800"/>
            <a:ext cx="152400" cy="53340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9955" name="TextBox 20">
            <a:extLst>
              <a:ext uri="{FF2B5EF4-FFF2-40B4-BE49-F238E27FC236}">
                <a16:creationId xmlns:a16="http://schemas.microsoft.com/office/drawing/2014/main" id="{96A80819-8076-344C-959E-8DE3E3A044C0}"/>
              </a:ext>
            </a:extLst>
          </p:cNvPr>
          <p:cNvSpPr txBox="1">
            <a:spLocks noChangeArrowheads="1"/>
          </p:cNvSpPr>
          <p:nvPr/>
        </p:nvSpPr>
        <p:spPr bwMode="auto">
          <a:xfrm>
            <a:off x="5029200" y="24384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sz="2000" b="1"/>
              <a:t>c</a:t>
            </a:r>
          </a:p>
        </p:txBody>
      </p:sp>
    </p:spTree>
    <p:extLst>
      <p:ext uri="{BB962C8B-B14F-4D97-AF65-F5344CB8AC3E}">
        <p14:creationId xmlns:p14="http://schemas.microsoft.com/office/powerpoint/2010/main" val="13852042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950CD-F742-DC44-B6DA-8BE65E2427A5}"/>
              </a:ext>
            </a:extLst>
          </p:cNvPr>
          <p:cNvSpPr>
            <a:spLocks noGrp="1"/>
          </p:cNvSpPr>
          <p:nvPr>
            <p:ph type="title"/>
          </p:nvPr>
        </p:nvSpPr>
        <p:spPr/>
        <p:txBody>
          <a:bodyPr/>
          <a:lstStyle/>
          <a:p>
            <a:pPr>
              <a:defRPr/>
            </a:pPr>
            <a:r>
              <a:rPr lang="en-US" dirty="0"/>
              <a:t>Checkpoint</a:t>
            </a:r>
          </a:p>
        </p:txBody>
      </p:sp>
      <p:sp>
        <p:nvSpPr>
          <p:cNvPr id="40963" name="Footer Placeholder 3">
            <a:extLst>
              <a:ext uri="{FF2B5EF4-FFF2-40B4-BE49-F238E27FC236}">
                <a16:creationId xmlns:a16="http://schemas.microsoft.com/office/drawing/2014/main" id="{9D8F28BD-7D07-594B-BF73-99E7A2C794AF}"/>
              </a:ext>
            </a:extLst>
          </p:cNvPr>
          <p:cNvSpPr>
            <a:spLocks noGrp="1"/>
          </p:cNvSpPr>
          <p:nvPr>
            <p:ph type="ftr" sz="quarter" idx="10"/>
          </p:nvPr>
        </p:nvSpPr>
        <p:spPr bwMode="auto">
          <a:xfrm>
            <a:off x="2362200" y="6610350"/>
            <a:ext cx="38862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ctr" rtl="0" fontAlgn="base">
              <a:spcBef>
                <a:spcPct val="0"/>
              </a:spcBef>
              <a:spcAft>
                <a:spcPct val="0"/>
              </a:spcAft>
              <a:defRPr sz="900" kern="1200">
                <a:solidFill>
                  <a:schemeClr val="bg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r>
              <a:rPr lang="en-US"/>
              <a:t>Toleranta la defecte in SD </a:t>
            </a:r>
            <a:endParaRPr lang="en-US" altLang="ro-RO">
              <a:solidFill>
                <a:schemeClr val="bg1"/>
              </a:solidFill>
            </a:endParaRPr>
          </a:p>
        </p:txBody>
      </p:sp>
      <p:sp>
        <p:nvSpPr>
          <p:cNvPr id="40964" name="Slide Number Placeholder 4">
            <a:extLst>
              <a:ext uri="{FF2B5EF4-FFF2-40B4-BE49-F238E27FC236}">
                <a16:creationId xmlns:a16="http://schemas.microsoft.com/office/drawing/2014/main" id="{2CFDED7A-0666-BC41-A956-1328255D63DA}"/>
              </a:ext>
            </a:extLst>
          </p:cNvPr>
          <p:cNvSpPr>
            <a:spLocks noGrp="1"/>
          </p:cNvSpPr>
          <p:nvPr>
            <p:ph type="sldNum" sz="quarter" idx="11"/>
          </p:nvPr>
        </p:nvSpPr>
        <p:spPr bwMode="auto">
          <a:xfrm>
            <a:off x="7010400" y="6602413"/>
            <a:ext cx="2133600" cy="549275"/>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900" kern="1200">
                <a:solidFill>
                  <a:schemeClr val="bg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fld id="{F70614BC-944D-F346-86BD-32DC0AD8C607}" type="slidenum">
              <a:rPr lang="en-US" altLang="ro-RO" smtClean="0"/>
              <a:pPr eaLnBrk="1" hangingPunct="1"/>
              <a:t>30</a:t>
            </a:fld>
            <a:endParaRPr lang="en-US" altLang="ro-RO">
              <a:solidFill>
                <a:schemeClr val="bg1"/>
              </a:solidFill>
            </a:endParaRPr>
          </a:p>
        </p:txBody>
      </p:sp>
      <p:sp>
        <p:nvSpPr>
          <p:cNvPr id="40965" name="Content Placeholder 2">
            <a:extLst>
              <a:ext uri="{FF2B5EF4-FFF2-40B4-BE49-F238E27FC236}">
                <a16:creationId xmlns:a16="http://schemas.microsoft.com/office/drawing/2014/main" id="{B89E6C49-DDC4-324B-A498-A3B58701966C}"/>
              </a:ext>
            </a:extLst>
          </p:cNvPr>
          <p:cNvSpPr>
            <a:spLocks noGrp="1"/>
          </p:cNvSpPr>
          <p:nvPr>
            <p:ph idx="1"/>
          </p:nvPr>
        </p:nvSpPr>
        <p:spPr>
          <a:xfrm>
            <a:off x="381000" y="5029200"/>
            <a:ext cx="8382000" cy="1524000"/>
          </a:xfrm>
        </p:spPr>
        <p:txBody>
          <a:bodyPr/>
          <a:lstStyle/>
          <a:p>
            <a:r>
              <a:rPr lang="en-US" altLang="ro-RO" sz="2400"/>
              <a:t>p2 a trimis un mesaj ce nu a fost trimis de p1</a:t>
            </a:r>
          </a:p>
          <a:p>
            <a:r>
              <a:rPr lang="en-US" altLang="ro-RO" sz="2400"/>
              <a:t>Este nevoie de salvea unei stari globale, consistente, a sistemului</a:t>
            </a:r>
          </a:p>
        </p:txBody>
      </p:sp>
      <p:cxnSp>
        <p:nvCxnSpPr>
          <p:cNvPr id="7" name="Straight Arrow Connector 6">
            <a:extLst>
              <a:ext uri="{FF2B5EF4-FFF2-40B4-BE49-F238E27FC236}">
                <a16:creationId xmlns:a16="http://schemas.microsoft.com/office/drawing/2014/main" id="{F235F77F-9B97-E04A-9588-02352F871EF2}"/>
              </a:ext>
            </a:extLst>
          </p:cNvPr>
          <p:cNvCxnSpPr>
            <a:endCxn id="20" idx="1"/>
          </p:cNvCxnSpPr>
          <p:nvPr/>
        </p:nvCxnSpPr>
        <p:spPr>
          <a:xfrm flipV="1">
            <a:off x="914400" y="2095500"/>
            <a:ext cx="4191000" cy="3810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8" name="Straight Arrow Connector 7">
            <a:extLst>
              <a:ext uri="{FF2B5EF4-FFF2-40B4-BE49-F238E27FC236}">
                <a16:creationId xmlns:a16="http://schemas.microsoft.com/office/drawing/2014/main" id="{B2DFA75C-6A35-F64E-9883-96477C85CE38}"/>
              </a:ext>
            </a:extLst>
          </p:cNvPr>
          <p:cNvCxnSpPr/>
          <p:nvPr/>
        </p:nvCxnSpPr>
        <p:spPr>
          <a:xfrm>
            <a:off x="914400" y="3048000"/>
            <a:ext cx="7239000" cy="158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9" name="Straight Arrow Connector 8">
            <a:extLst>
              <a:ext uri="{FF2B5EF4-FFF2-40B4-BE49-F238E27FC236}">
                <a16:creationId xmlns:a16="http://schemas.microsoft.com/office/drawing/2014/main" id="{A6B5A8CF-7379-4547-A98F-F58503911E79}"/>
              </a:ext>
            </a:extLst>
          </p:cNvPr>
          <p:cNvCxnSpPr/>
          <p:nvPr/>
        </p:nvCxnSpPr>
        <p:spPr>
          <a:xfrm>
            <a:off x="914400" y="4038600"/>
            <a:ext cx="7239000" cy="158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10" name="Straight Arrow Connector 9">
            <a:extLst>
              <a:ext uri="{FF2B5EF4-FFF2-40B4-BE49-F238E27FC236}">
                <a16:creationId xmlns:a16="http://schemas.microsoft.com/office/drawing/2014/main" id="{A694F33D-AC7A-3D49-9AB3-4F9EE2126D57}"/>
              </a:ext>
            </a:extLst>
          </p:cNvPr>
          <p:cNvCxnSpPr/>
          <p:nvPr/>
        </p:nvCxnSpPr>
        <p:spPr>
          <a:xfrm rot="16200000" flipH="1">
            <a:off x="1562100" y="2324100"/>
            <a:ext cx="914400" cy="533400"/>
          </a:xfrm>
          <a:prstGeom prst="straightConnector1">
            <a:avLst/>
          </a:prstGeom>
          <a:ln>
            <a:solidFill>
              <a:srgbClr val="FF0000"/>
            </a:solidFill>
            <a:tailEnd type="arrow"/>
          </a:ln>
        </p:spPr>
        <p:style>
          <a:lnRef idx="3">
            <a:schemeClr val="accent2"/>
          </a:lnRef>
          <a:fillRef idx="0">
            <a:schemeClr val="accent2"/>
          </a:fillRef>
          <a:effectRef idx="2">
            <a:schemeClr val="accent2"/>
          </a:effectRef>
          <a:fontRef idx="minor">
            <a:schemeClr val="tx1"/>
          </a:fontRef>
        </p:style>
      </p:cxnSp>
      <p:cxnSp>
        <p:nvCxnSpPr>
          <p:cNvPr id="11" name="Straight Arrow Connector 10">
            <a:extLst>
              <a:ext uri="{FF2B5EF4-FFF2-40B4-BE49-F238E27FC236}">
                <a16:creationId xmlns:a16="http://schemas.microsoft.com/office/drawing/2014/main" id="{08251489-453C-9948-A576-8D5A9D375C55}"/>
              </a:ext>
            </a:extLst>
          </p:cNvPr>
          <p:cNvCxnSpPr/>
          <p:nvPr/>
        </p:nvCxnSpPr>
        <p:spPr>
          <a:xfrm rot="5400000" flipH="1" flipV="1">
            <a:off x="2057400" y="3200400"/>
            <a:ext cx="990600" cy="685800"/>
          </a:xfrm>
          <a:prstGeom prst="straightConnector1">
            <a:avLst/>
          </a:prstGeom>
          <a:ln>
            <a:solidFill>
              <a:srgbClr val="FF0000"/>
            </a:solidFill>
            <a:tailEnd type="arrow"/>
          </a:ln>
        </p:spPr>
        <p:style>
          <a:lnRef idx="3">
            <a:schemeClr val="accent2"/>
          </a:lnRef>
          <a:fillRef idx="0">
            <a:schemeClr val="accent2"/>
          </a:fillRef>
          <a:effectRef idx="2">
            <a:schemeClr val="accent2"/>
          </a:effectRef>
          <a:fontRef idx="minor">
            <a:schemeClr val="tx1"/>
          </a:fontRef>
        </p:style>
      </p:cxnSp>
      <p:cxnSp>
        <p:nvCxnSpPr>
          <p:cNvPr id="12" name="Straight Arrow Connector 11">
            <a:extLst>
              <a:ext uri="{FF2B5EF4-FFF2-40B4-BE49-F238E27FC236}">
                <a16:creationId xmlns:a16="http://schemas.microsoft.com/office/drawing/2014/main" id="{16784050-8265-4C49-97AC-6B156770F645}"/>
              </a:ext>
            </a:extLst>
          </p:cNvPr>
          <p:cNvCxnSpPr/>
          <p:nvPr/>
        </p:nvCxnSpPr>
        <p:spPr>
          <a:xfrm rot="16200000" flipH="1">
            <a:off x="2971800" y="3276600"/>
            <a:ext cx="990600" cy="533400"/>
          </a:xfrm>
          <a:prstGeom prst="straightConnector1">
            <a:avLst/>
          </a:prstGeom>
          <a:ln>
            <a:solidFill>
              <a:srgbClr val="FF0000"/>
            </a:solidFill>
            <a:tailEnd type="arrow"/>
          </a:ln>
        </p:spPr>
        <p:style>
          <a:lnRef idx="3">
            <a:schemeClr val="accent2"/>
          </a:lnRef>
          <a:fillRef idx="0">
            <a:schemeClr val="accent2"/>
          </a:fillRef>
          <a:effectRef idx="2">
            <a:schemeClr val="accent2"/>
          </a:effectRef>
          <a:fontRef idx="minor">
            <a:schemeClr val="tx1"/>
          </a:fontRef>
        </p:style>
      </p:cxnSp>
      <p:cxnSp>
        <p:nvCxnSpPr>
          <p:cNvPr id="13" name="Straight Arrow Connector 12">
            <a:extLst>
              <a:ext uri="{FF2B5EF4-FFF2-40B4-BE49-F238E27FC236}">
                <a16:creationId xmlns:a16="http://schemas.microsoft.com/office/drawing/2014/main" id="{C60AB2DD-334A-2A42-94AE-8CC5C7BE299A}"/>
              </a:ext>
            </a:extLst>
          </p:cNvPr>
          <p:cNvCxnSpPr/>
          <p:nvPr/>
        </p:nvCxnSpPr>
        <p:spPr>
          <a:xfrm rot="5400000" flipH="1" flipV="1">
            <a:off x="3543300" y="2628900"/>
            <a:ext cx="1905000" cy="914400"/>
          </a:xfrm>
          <a:prstGeom prst="straightConnector1">
            <a:avLst/>
          </a:prstGeom>
          <a:ln>
            <a:solidFill>
              <a:srgbClr val="FF0000"/>
            </a:solidFill>
            <a:tailEnd type="arrow"/>
          </a:ln>
        </p:spPr>
        <p:style>
          <a:lnRef idx="3">
            <a:schemeClr val="accent2"/>
          </a:lnRef>
          <a:fillRef idx="0">
            <a:schemeClr val="accent2"/>
          </a:fillRef>
          <a:effectRef idx="2">
            <a:schemeClr val="accent2"/>
          </a:effectRef>
          <a:fontRef idx="minor">
            <a:schemeClr val="tx1"/>
          </a:fontRef>
        </p:style>
      </p:cxnSp>
      <p:cxnSp>
        <p:nvCxnSpPr>
          <p:cNvPr id="14" name="Straight Arrow Connector 13">
            <a:extLst>
              <a:ext uri="{FF2B5EF4-FFF2-40B4-BE49-F238E27FC236}">
                <a16:creationId xmlns:a16="http://schemas.microsoft.com/office/drawing/2014/main" id="{38330809-29F5-6C42-A5B8-15421589D22E}"/>
              </a:ext>
            </a:extLst>
          </p:cNvPr>
          <p:cNvCxnSpPr/>
          <p:nvPr/>
        </p:nvCxnSpPr>
        <p:spPr>
          <a:xfrm rot="16200000" flipH="1">
            <a:off x="5295900" y="2324100"/>
            <a:ext cx="914400" cy="533400"/>
          </a:xfrm>
          <a:prstGeom prst="straightConnector1">
            <a:avLst/>
          </a:prstGeom>
          <a:ln>
            <a:solidFill>
              <a:srgbClr val="FF0000"/>
            </a:solidFill>
            <a:tailEnd type="arrow"/>
          </a:ln>
        </p:spPr>
        <p:style>
          <a:lnRef idx="3">
            <a:schemeClr val="accent2"/>
          </a:lnRef>
          <a:fillRef idx="0">
            <a:schemeClr val="accent2"/>
          </a:fillRef>
          <a:effectRef idx="2">
            <a:schemeClr val="accent2"/>
          </a:effectRef>
          <a:fontRef idx="minor">
            <a:schemeClr val="tx1"/>
          </a:fontRef>
        </p:style>
      </p:cxnSp>
      <p:cxnSp>
        <p:nvCxnSpPr>
          <p:cNvPr id="15" name="Straight Arrow Connector 14">
            <a:extLst>
              <a:ext uri="{FF2B5EF4-FFF2-40B4-BE49-F238E27FC236}">
                <a16:creationId xmlns:a16="http://schemas.microsoft.com/office/drawing/2014/main" id="{9F025E25-7830-DD40-804E-5BB224EC9664}"/>
              </a:ext>
            </a:extLst>
          </p:cNvPr>
          <p:cNvCxnSpPr/>
          <p:nvPr/>
        </p:nvCxnSpPr>
        <p:spPr>
          <a:xfrm rot="16200000" flipH="1">
            <a:off x="6286500" y="3238500"/>
            <a:ext cx="914400" cy="533400"/>
          </a:xfrm>
          <a:prstGeom prst="straightConnector1">
            <a:avLst/>
          </a:prstGeom>
          <a:ln>
            <a:solidFill>
              <a:srgbClr val="FF0000"/>
            </a:solidFill>
            <a:tailEnd type="arrow"/>
          </a:ln>
        </p:spPr>
        <p:style>
          <a:lnRef idx="3">
            <a:schemeClr val="accent2"/>
          </a:lnRef>
          <a:fillRef idx="0">
            <a:schemeClr val="accent2"/>
          </a:fillRef>
          <a:effectRef idx="2">
            <a:schemeClr val="accent2"/>
          </a:effectRef>
          <a:fontRef idx="minor">
            <a:schemeClr val="tx1"/>
          </a:fontRef>
        </p:style>
      </p:cxnSp>
      <p:sp>
        <p:nvSpPr>
          <p:cNvPr id="40975" name="TextBox 15">
            <a:extLst>
              <a:ext uri="{FF2B5EF4-FFF2-40B4-BE49-F238E27FC236}">
                <a16:creationId xmlns:a16="http://schemas.microsoft.com/office/drawing/2014/main" id="{7D6D39EB-77F5-FE4A-8E92-EC926C5BF80C}"/>
              </a:ext>
            </a:extLst>
          </p:cNvPr>
          <p:cNvSpPr txBox="1">
            <a:spLocks noChangeArrowheads="1"/>
          </p:cNvSpPr>
          <p:nvPr/>
        </p:nvSpPr>
        <p:spPr bwMode="auto">
          <a:xfrm>
            <a:off x="457200" y="1981200"/>
            <a:ext cx="4841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sz="2000" b="1"/>
              <a:t>p1</a:t>
            </a:r>
          </a:p>
        </p:txBody>
      </p:sp>
      <p:sp>
        <p:nvSpPr>
          <p:cNvPr id="40976" name="TextBox 16">
            <a:extLst>
              <a:ext uri="{FF2B5EF4-FFF2-40B4-BE49-F238E27FC236}">
                <a16:creationId xmlns:a16="http://schemas.microsoft.com/office/drawing/2014/main" id="{001EEAAC-99C2-F843-BA1D-D8BA1B32513B}"/>
              </a:ext>
            </a:extLst>
          </p:cNvPr>
          <p:cNvSpPr txBox="1">
            <a:spLocks noChangeArrowheads="1"/>
          </p:cNvSpPr>
          <p:nvPr/>
        </p:nvSpPr>
        <p:spPr bwMode="auto">
          <a:xfrm>
            <a:off x="457200" y="2819400"/>
            <a:ext cx="4841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sz="2000" b="1"/>
              <a:t>p2</a:t>
            </a:r>
          </a:p>
        </p:txBody>
      </p:sp>
      <p:sp>
        <p:nvSpPr>
          <p:cNvPr id="40977" name="TextBox 17">
            <a:extLst>
              <a:ext uri="{FF2B5EF4-FFF2-40B4-BE49-F238E27FC236}">
                <a16:creationId xmlns:a16="http://schemas.microsoft.com/office/drawing/2014/main" id="{032D5C37-7212-D540-9489-D51765B362D8}"/>
              </a:ext>
            </a:extLst>
          </p:cNvPr>
          <p:cNvSpPr txBox="1">
            <a:spLocks noChangeArrowheads="1"/>
          </p:cNvSpPr>
          <p:nvPr/>
        </p:nvSpPr>
        <p:spPr bwMode="auto">
          <a:xfrm>
            <a:off x="457200" y="3810000"/>
            <a:ext cx="4841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sz="2000" b="1"/>
              <a:t>p3</a:t>
            </a:r>
          </a:p>
        </p:txBody>
      </p:sp>
      <p:sp>
        <p:nvSpPr>
          <p:cNvPr id="20" name="Rectangle 19">
            <a:extLst>
              <a:ext uri="{FF2B5EF4-FFF2-40B4-BE49-F238E27FC236}">
                <a16:creationId xmlns:a16="http://schemas.microsoft.com/office/drawing/2014/main" id="{67595A1F-345C-A341-AA8B-14806A9775ED}"/>
              </a:ext>
            </a:extLst>
          </p:cNvPr>
          <p:cNvSpPr/>
          <p:nvPr/>
        </p:nvSpPr>
        <p:spPr>
          <a:xfrm>
            <a:off x="5105400" y="1828800"/>
            <a:ext cx="152400" cy="53340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3" name="Freeform 22">
            <a:extLst>
              <a:ext uri="{FF2B5EF4-FFF2-40B4-BE49-F238E27FC236}">
                <a16:creationId xmlns:a16="http://schemas.microsoft.com/office/drawing/2014/main" id="{30C3C52C-D34E-6C44-B870-25E4C0036528}"/>
              </a:ext>
            </a:extLst>
          </p:cNvPr>
          <p:cNvSpPr/>
          <p:nvPr/>
        </p:nvSpPr>
        <p:spPr>
          <a:xfrm>
            <a:off x="5181600" y="1528763"/>
            <a:ext cx="2078038" cy="623887"/>
          </a:xfrm>
          <a:custGeom>
            <a:avLst/>
            <a:gdLst>
              <a:gd name="connsiteX0" fmla="*/ 2128911 w 2128911"/>
              <a:gd name="connsiteY0" fmla="*/ 623668 h 623668"/>
              <a:gd name="connsiteX1" fmla="*/ 1509933 w 2128911"/>
              <a:gd name="connsiteY1" fmla="*/ 18757 h 623668"/>
              <a:gd name="connsiteX2" fmla="*/ 131299 w 2128911"/>
              <a:gd name="connsiteY2" fmla="*/ 511126 h 623668"/>
            </a:gdLst>
            <a:ahLst/>
            <a:cxnLst>
              <a:cxn ang="0">
                <a:pos x="connsiteX0" y="connsiteY0"/>
              </a:cxn>
              <a:cxn ang="0">
                <a:pos x="connsiteX1" y="connsiteY1"/>
              </a:cxn>
              <a:cxn ang="0">
                <a:pos x="connsiteX2" y="connsiteY2"/>
              </a:cxn>
            </a:cxnLst>
            <a:rect l="l" t="t" r="r" b="b"/>
            <a:pathLst>
              <a:path w="2128911" h="623668">
                <a:moveTo>
                  <a:pt x="2128911" y="623668"/>
                </a:moveTo>
                <a:cubicBezTo>
                  <a:pt x="1985889" y="330591"/>
                  <a:pt x="1842868" y="37514"/>
                  <a:pt x="1509933" y="18757"/>
                </a:cubicBezTo>
                <a:cubicBezTo>
                  <a:pt x="1176998" y="0"/>
                  <a:pt x="0" y="452511"/>
                  <a:pt x="131299" y="511126"/>
                </a:cubicBezTo>
              </a:path>
            </a:pathLst>
          </a:custGeom>
          <a:ln>
            <a:prstDash val="lgDash"/>
            <a:tailEnd type="triangle"/>
          </a:ln>
        </p:spPr>
        <p:style>
          <a:lnRef idx="3">
            <a:schemeClr val="accent4"/>
          </a:lnRef>
          <a:fillRef idx="0">
            <a:schemeClr val="accent4"/>
          </a:fillRef>
          <a:effectRef idx="2">
            <a:schemeClr val="accent4"/>
          </a:effectRef>
          <a:fontRef idx="minor">
            <a:schemeClr val="tx1"/>
          </a:fontRef>
        </p:style>
        <p:txBody>
          <a:bodyPr anchor="ctr"/>
          <a:lstStyle/>
          <a:p>
            <a:pPr algn="ctr">
              <a:defRPr/>
            </a:pPr>
            <a:endParaRPr lang="en-US"/>
          </a:p>
        </p:txBody>
      </p:sp>
      <p:sp>
        <p:nvSpPr>
          <p:cNvPr id="40980" name="TextBox 18">
            <a:extLst>
              <a:ext uri="{FF2B5EF4-FFF2-40B4-BE49-F238E27FC236}">
                <a16:creationId xmlns:a16="http://schemas.microsoft.com/office/drawing/2014/main" id="{B080903E-014D-2A42-8C6E-00E91C4428A5}"/>
              </a:ext>
            </a:extLst>
          </p:cNvPr>
          <p:cNvSpPr txBox="1">
            <a:spLocks noChangeArrowheads="1"/>
          </p:cNvSpPr>
          <p:nvPr/>
        </p:nvSpPr>
        <p:spPr bwMode="auto">
          <a:xfrm>
            <a:off x="6934200" y="1600200"/>
            <a:ext cx="61277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sz="6000" b="1">
                <a:solidFill>
                  <a:srgbClr val="FF0000"/>
                </a:solidFill>
              </a:rPr>
              <a:t>x</a:t>
            </a:r>
          </a:p>
        </p:txBody>
      </p:sp>
      <p:sp>
        <p:nvSpPr>
          <p:cNvPr id="40981" name="TextBox 23">
            <a:extLst>
              <a:ext uri="{FF2B5EF4-FFF2-40B4-BE49-F238E27FC236}">
                <a16:creationId xmlns:a16="http://schemas.microsoft.com/office/drawing/2014/main" id="{B61E3181-65D8-0E44-81A3-8BD95011F3C6}"/>
              </a:ext>
            </a:extLst>
          </p:cNvPr>
          <p:cNvSpPr txBox="1">
            <a:spLocks noChangeArrowheads="1"/>
          </p:cNvSpPr>
          <p:nvPr/>
        </p:nvSpPr>
        <p:spPr bwMode="auto">
          <a:xfrm>
            <a:off x="5029200" y="2438400"/>
            <a:ext cx="327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sz="2000" b="1"/>
              <a:t>c</a:t>
            </a:r>
          </a:p>
        </p:txBody>
      </p:sp>
    </p:spTree>
    <p:extLst>
      <p:ext uri="{BB962C8B-B14F-4D97-AF65-F5344CB8AC3E}">
        <p14:creationId xmlns:p14="http://schemas.microsoft.com/office/powerpoint/2010/main" val="27031470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2AB70-77E6-F24B-9059-A1473CF98F2D}"/>
              </a:ext>
            </a:extLst>
          </p:cNvPr>
          <p:cNvSpPr>
            <a:spLocks noGrp="1"/>
          </p:cNvSpPr>
          <p:nvPr>
            <p:ph type="title"/>
          </p:nvPr>
        </p:nvSpPr>
        <p:spPr/>
        <p:txBody>
          <a:bodyPr/>
          <a:lstStyle/>
          <a:p>
            <a:pPr>
              <a:defRPr/>
            </a:pPr>
            <a:r>
              <a:rPr lang="en-US" dirty="0" err="1"/>
              <a:t>Checkpointing</a:t>
            </a:r>
            <a:r>
              <a:rPr lang="en-US" dirty="0"/>
              <a:t> </a:t>
            </a:r>
            <a:r>
              <a:rPr lang="en-US" dirty="0" err="1"/>
              <a:t>Distribuit</a:t>
            </a:r>
            <a:endParaRPr lang="en-US" dirty="0"/>
          </a:p>
        </p:txBody>
      </p:sp>
      <p:sp>
        <p:nvSpPr>
          <p:cNvPr id="41987" name="Footer Placeholder 3">
            <a:extLst>
              <a:ext uri="{FF2B5EF4-FFF2-40B4-BE49-F238E27FC236}">
                <a16:creationId xmlns:a16="http://schemas.microsoft.com/office/drawing/2014/main" id="{CA08C2E4-E2A7-BD44-96DE-5802C346E71F}"/>
              </a:ext>
            </a:extLst>
          </p:cNvPr>
          <p:cNvSpPr>
            <a:spLocks noGrp="1"/>
          </p:cNvSpPr>
          <p:nvPr>
            <p:ph type="ftr" sz="quarter" idx="10"/>
          </p:nvPr>
        </p:nvSpPr>
        <p:spPr bwMode="auto">
          <a:xfrm>
            <a:off x="2362200" y="6610350"/>
            <a:ext cx="38862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ctr" rtl="0" fontAlgn="base">
              <a:spcBef>
                <a:spcPct val="0"/>
              </a:spcBef>
              <a:spcAft>
                <a:spcPct val="0"/>
              </a:spcAft>
              <a:defRPr sz="900" kern="1200">
                <a:solidFill>
                  <a:schemeClr val="bg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r>
              <a:rPr lang="en-US"/>
              <a:t>Toleranta la defecte in SD </a:t>
            </a:r>
            <a:endParaRPr lang="en-US" altLang="ro-RO">
              <a:solidFill>
                <a:schemeClr val="bg1"/>
              </a:solidFill>
            </a:endParaRPr>
          </a:p>
        </p:txBody>
      </p:sp>
      <p:sp>
        <p:nvSpPr>
          <p:cNvPr id="41988" name="Slide Number Placeholder 4">
            <a:extLst>
              <a:ext uri="{FF2B5EF4-FFF2-40B4-BE49-F238E27FC236}">
                <a16:creationId xmlns:a16="http://schemas.microsoft.com/office/drawing/2014/main" id="{FCACE07F-DDD6-B44E-AB55-862DFD3F394A}"/>
              </a:ext>
            </a:extLst>
          </p:cNvPr>
          <p:cNvSpPr>
            <a:spLocks noGrp="1"/>
          </p:cNvSpPr>
          <p:nvPr>
            <p:ph type="sldNum" sz="quarter" idx="11"/>
          </p:nvPr>
        </p:nvSpPr>
        <p:spPr bwMode="auto">
          <a:xfrm>
            <a:off x="7010400" y="6602413"/>
            <a:ext cx="2133600" cy="549275"/>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900" kern="1200">
                <a:solidFill>
                  <a:schemeClr val="bg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fld id="{F70614BC-944D-F346-86BD-32DC0AD8C607}" type="slidenum">
              <a:rPr lang="en-US" altLang="ro-RO" smtClean="0"/>
              <a:pPr eaLnBrk="1" hangingPunct="1"/>
              <a:t>31</a:t>
            </a:fld>
            <a:endParaRPr lang="en-US" altLang="ro-RO">
              <a:solidFill>
                <a:schemeClr val="bg1"/>
              </a:solidFill>
            </a:endParaRPr>
          </a:p>
        </p:txBody>
      </p:sp>
      <p:sp>
        <p:nvSpPr>
          <p:cNvPr id="6" name="Rectangle 3">
            <a:extLst>
              <a:ext uri="{FF2B5EF4-FFF2-40B4-BE49-F238E27FC236}">
                <a16:creationId xmlns:a16="http://schemas.microsoft.com/office/drawing/2014/main" id="{E171BC99-0AF3-C645-8610-0092BA8AE10A}"/>
              </a:ext>
            </a:extLst>
          </p:cNvPr>
          <p:cNvSpPr txBox="1">
            <a:spLocks noChangeArrowheads="1"/>
          </p:cNvSpPr>
          <p:nvPr/>
        </p:nvSpPr>
        <p:spPr bwMode="auto">
          <a:xfrm>
            <a:off x="152400" y="1447800"/>
            <a:ext cx="2743200" cy="4648200"/>
          </a:xfrm>
          <a:prstGeom prst="rect">
            <a:avLst/>
          </a:prstGeom>
          <a:noFill/>
          <a:ln w="9525">
            <a:noFill/>
            <a:miter lim="800000"/>
            <a:headEnd/>
            <a:tailEnd/>
          </a:ln>
        </p:spPr>
        <p:txBody>
          <a:bodyPr/>
          <a:lstStyle/>
          <a:p>
            <a:pPr marL="342900" indent="-342900" eaLnBrk="0" hangingPunct="0">
              <a:lnSpc>
                <a:spcPct val="90000"/>
              </a:lnSpc>
              <a:spcBef>
                <a:spcPct val="20000"/>
              </a:spcBef>
              <a:buFontTx/>
              <a:buChar char="•"/>
              <a:defRPr/>
            </a:pPr>
            <a:endParaRPr lang="en-US" sz="2800" kern="0" dirty="0">
              <a:latin typeface="+mn-lt"/>
            </a:endParaRPr>
          </a:p>
          <a:p>
            <a:pPr marL="342900" indent="-342900" eaLnBrk="0" hangingPunct="0">
              <a:lnSpc>
                <a:spcPct val="90000"/>
              </a:lnSpc>
              <a:spcBef>
                <a:spcPct val="20000"/>
              </a:spcBef>
              <a:buFontTx/>
              <a:buChar char="•"/>
              <a:defRPr/>
            </a:pPr>
            <a:endParaRPr lang="en-US" sz="2800" kern="0" dirty="0">
              <a:latin typeface="+mn-lt"/>
            </a:endParaRPr>
          </a:p>
          <a:p>
            <a:pPr marL="342900" indent="-342900" eaLnBrk="0" hangingPunct="0">
              <a:lnSpc>
                <a:spcPct val="90000"/>
              </a:lnSpc>
              <a:spcBef>
                <a:spcPct val="20000"/>
              </a:spcBef>
              <a:buFontTx/>
              <a:buChar char="•"/>
              <a:defRPr/>
            </a:pPr>
            <a:endParaRPr lang="en-US" sz="2800" kern="0" dirty="0">
              <a:latin typeface="+mn-lt"/>
            </a:endParaRPr>
          </a:p>
          <a:p>
            <a:pPr marL="342900" indent="-342900" eaLnBrk="0" hangingPunct="0">
              <a:lnSpc>
                <a:spcPct val="90000"/>
              </a:lnSpc>
              <a:spcBef>
                <a:spcPct val="20000"/>
              </a:spcBef>
              <a:buFontTx/>
              <a:buChar char="•"/>
              <a:defRPr/>
            </a:pPr>
            <a:endParaRPr lang="en-US" sz="2800" kern="0" dirty="0">
              <a:latin typeface="+mn-lt"/>
            </a:endParaRPr>
          </a:p>
          <a:p>
            <a:pPr marL="342900" indent="-342900" eaLnBrk="0" hangingPunct="0">
              <a:lnSpc>
                <a:spcPct val="90000"/>
              </a:lnSpc>
              <a:spcBef>
                <a:spcPct val="20000"/>
              </a:spcBef>
              <a:buFont typeface="Wingdings" pitchFamily="2" charset="2"/>
              <a:buNone/>
              <a:defRPr/>
            </a:pPr>
            <a:endParaRPr lang="en-US" sz="2800" kern="0" dirty="0">
              <a:latin typeface="+mn-lt"/>
            </a:endParaRPr>
          </a:p>
          <a:p>
            <a:pPr marL="342900" indent="-342900" eaLnBrk="0" hangingPunct="0">
              <a:lnSpc>
                <a:spcPct val="90000"/>
              </a:lnSpc>
              <a:spcBef>
                <a:spcPct val="20000"/>
              </a:spcBef>
              <a:buFont typeface="Wingdings" pitchFamily="2" charset="2"/>
              <a:buNone/>
              <a:defRPr/>
            </a:pPr>
            <a:r>
              <a:rPr lang="en-US" sz="2800" kern="0" dirty="0">
                <a:latin typeface="+mn-lt"/>
              </a:rPr>
              <a:t>Independent</a:t>
            </a:r>
          </a:p>
          <a:p>
            <a:pPr marL="342900" indent="-342900" eaLnBrk="0" hangingPunct="0">
              <a:lnSpc>
                <a:spcPct val="90000"/>
              </a:lnSpc>
              <a:spcBef>
                <a:spcPct val="20000"/>
              </a:spcBef>
              <a:buFont typeface="Wingdings" pitchFamily="2" charset="2"/>
              <a:buNone/>
              <a:defRPr/>
            </a:pPr>
            <a:endParaRPr lang="en-US" sz="2000" kern="0" dirty="0">
              <a:latin typeface="+mn-lt"/>
            </a:endParaRPr>
          </a:p>
          <a:p>
            <a:pPr marL="342900" indent="-342900" eaLnBrk="0" hangingPunct="0">
              <a:lnSpc>
                <a:spcPct val="90000"/>
              </a:lnSpc>
              <a:spcBef>
                <a:spcPct val="20000"/>
              </a:spcBef>
              <a:buFont typeface="Wingdings" pitchFamily="2" charset="2"/>
              <a:buBlip>
                <a:blip r:embed="rId2"/>
              </a:buBlip>
              <a:defRPr/>
            </a:pPr>
            <a:r>
              <a:rPr lang="en-US" sz="2000" kern="0" dirty="0" err="1">
                <a:latin typeface="+mn-lt"/>
              </a:rPr>
              <a:t>Simplitate</a:t>
            </a:r>
            <a:endParaRPr lang="en-US" sz="2000" kern="0" dirty="0">
              <a:latin typeface="+mn-lt"/>
            </a:endParaRPr>
          </a:p>
          <a:p>
            <a:pPr marL="342900" indent="-342900" eaLnBrk="0" hangingPunct="0">
              <a:lnSpc>
                <a:spcPct val="90000"/>
              </a:lnSpc>
              <a:spcBef>
                <a:spcPct val="20000"/>
              </a:spcBef>
              <a:buFont typeface="Wingdings" pitchFamily="2" charset="2"/>
              <a:buBlip>
                <a:blip r:embed="rId2"/>
              </a:buBlip>
              <a:defRPr/>
            </a:pPr>
            <a:r>
              <a:rPr lang="en-US" sz="2000" kern="0" dirty="0" err="1">
                <a:latin typeface="+mn-lt"/>
              </a:rPr>
              <a:t>Autonomie</a:t>
            </a:r>
            <a:endParaRPr lang="en-US" sz="2000" kern="0" dirty="0">
              <a:latin typeface="+mn-lt"/>
            </a:endParaRPr>
          </a:p>
          <a:p>
            <a:pPr marL="342900" indent="-342900" eaLnBrk="0" hangingPunct="0">
              <a:lnSpc>
                <a:spcPct val="90000"/>
              </a:lnSpc>
              <a:spcBef>
                <a:spcPct val="20000"/>
              </a:spcBef>
              <a:buFont typeface="Wingdings" pitchFamily="2" charset="2"/>
              <a:buBlip>
                <a:blip r:embed="rId2"/>
              </a:buBlip>
              <a:defRPr/>
            </a:pPr>
            <a:r>
              <a:rPr lang="en-US" sz="2000" kern="0" dirty="0" err="1">
                <a:latin typeface="+mn-lt"/>
              </a:rPr>
              <a:t>Scalabilitate</a:t>
            </a:r>
            <a:endParaRPr lang="en-US" sz="2000" kern="0" dirty="0">
              <a:latin typeface="+mn-lt"/>
            </a:endParaRPr>
          </a:p>
          <a:p>
            <a:pPr marL="342900" indent="-342900" eaLnBrk="0" hangingPunct="0">
              <a:lnSpc>
                <a:spcPct val="90000"/>
              </a:lnSpc>
              <a:spcBef>
                <a:spcPct val="20000"/>
              </a:spcBef>
              <a:buFont typeface="Wingdings" pitchFamily="2" charset="2"/>
              <a:buBlip>
                <a:blip r:embed="rId3"/>
              </a:buBlip>
              <a:defRPr/>
            </a:pPr>
            <a:r>
              <a:rPr lang="en-US" sz="2000" kern="0" dirty="0" err="1">
                <a:solidFill>
                  <a:srgbClr val="CC0000"/>
                </a:solidFill>
                <a:latin typeface="+mn-lt"/>
              </a:rPr>
              <a:t>Efectul</a:t>
            </a:r>
            <a:r>
              <a:rPr lang="en-US" sz="2000" kern="0" dirty="0">
                <a:solidFill>
                  <a:srgbClr val="CC0000"/>
                </a:solidFill>
                <a:latin typeface="+mn-lt"/>
              </a:rPr>
              <a:t> de Domino</a:t>
            </a:r>
          </a:p>
        </p:txBody>
      </p:sp>
      <p:sp>
        <p:nvSpPr>
          <p:cNvPr id="41990" name="Rectangle 4">
            <a:extLst>
              <a:ext uri="{FF2B5EF4-FFF2-40B4-BE49-F238E27FC236}">
                <a16:creationId xmlns:a16="http://schemas.microsoft.com/office/drawing/2014/main" id="{819EAB48-8874-B845-9708-8E2A0B0231DA}"/>
              </a:ext>
            </a:extLst>
          </p:cNvPr>
          <p:cNvSpPr>
            <a:spLocks noChangeArrowheads="1"/>
          </p:cNvSpPr>
          <p:nvPr/>
        </p:nvSpPr>
        <p:spPr bwMode="auto">
          <a:xfrm>
            <a:off x="2971800" y="1219200"/>
            <a:ext cx="28956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buClr>
                <a:schemeClr val="bg2"/>
              </a:buClr>
              <a:buSzPct val="75000"/>
              <a:buFont typeface="Wingdings" pitchFamily="2" charset="2"/>
              <a:buChar char="n"/>
            </a:pPr>
            <a:endParaRPr lang="en-US" altLang="ro-RO" sz="2800"/>
          </a:p>
          <a:p>
            <a:pPr eaLnBrk="1" hangingPunct="1">
              <a:spcBef>
                <a:spcPct val="20000"/>
              </a:spcBef>
              <a:buClr>
                <a:schemeClr val="bg2"/>
              </a:buClr>
              <a:buSzPct val="75000"/>
              <a:buFont typeface="Wingdings" pitchFamily="2" charset="2"/>
              <a:buChar char="n"/>
            </a:pPr>
            <a:endParaRPr lang="en-US" altLang="ro-RO" sz="2800"/>
          </a:p>
          <a:p>
            <a:pPr eaLnBrk="1" hangingPunct="1">
              <a:spcBef>
                <a:spcPct val="20000"/>
              </a:spcBef>
              <a:buClr>
                <a:schemeClr val="bg2"/>
              </a:buClr>
              <a:buSzPct val="75000"/>
              <a:buFont typeface="Wingdings" pitchFamily="2" charset="2"/>
              <a:buChar char="n"/>
            </a:pPr>
            <a:endParaRPr lang="en-US" altLang="ro-RO" sz="2800"/>
          </a:p>
          <a:p>
            <a:pPr eaLnBrk="1" hangingPunct="1">
              <a:spcBef>
                <a:spcPct val="20000"/>
              </a:spcBef>
              <a:buClr>
                <a:schemeClr val="bg2"/>
              </a:buClr>
              <a:buSzPct val="75000"/>
              <a:buFont typeface="Wingdings" pitchFamily="2" charset="2"/>
              <a:buChar char="n"/>
            </a:pPr>
            <a:endParaRPr lang="en-US" altLang="ro-RO" sz="2800"/>
          </a:p>
          <a:p>
            <a:pPr eaLnBrk="1" hangingPunct="1">
              <a:spcBef>
                <a:spcPct val="20000"/>
              </a:spcBef>
              <a:buClr>
                <a:schemeClr val="bg2"/>
              </a:buClr>
              <a:buSzPct val="75000"/>
              <a:buFont typeface="Wingdings" pitchFamily="2" charset="2"/>
              <a:buNone/>
            </a:pPr>
            <a:endParaRPr lang="en-US" altLang="ro-RO" sz="2800"/>
          </a:p>
          <a:p>
            <a:pPr eaLnBrk="1" hangingPunct="1">
              <a:spcBef>
                <a:spcPct val="20000"/>
              </a:spcBef>
              <a:buClr>
                <a:schemeClr val="bg2"/>
              </a:buClr>
              <a:buSzPct val="75000"/>
              <a:buFont typeface="Wingdings" pitchFamily="2" charset="2"/>
              <a:buNone/>
            </a:pPr>
            <a:r>
              <a:rPr lang="en-US" altLang="ro-RO" sz="2800"/>
              <a:t>Coordonat</a:t>
            </a:r>
          </a:p>
          <a:p>
            <a:pPr eaLnBrk="1" hangingPunct="1">
              <a:spcBef>
                <a:spcPct val="20000"/>
              </a:spcBef>
              <a:buClr>
                <a:schemeClr val="bg2"/>
              </a:buClr>
              <a:buSzPct val="75000"/>
              <a:buFont typeface="Wingdings" pitchFamily="2" charset="2"/>
              <a:buNone/>
            </a:pPr>
            <a:endParaRPr lang="en-US" altLang="ro-RO" sz="2000"/>
          </a:p>
          <a:p>
            <a:pPr eaLnBrk="1" hangingPunct="1">
              <a:spcBef>
                <a:spcPct val="20000"/>
              </a:spcBef>
              <a:buClr>
                <a:schemeClr val="bg2"/>
              </a:buClr>
              <a:buSzPct val="75000"/>
              <a:buFont typeface="Wingdings" pitchFamily="2" charset="2"/>
              <a:buBlip>
                <a:blip r:embed="rId2"/>
              </a:buBlip>
            </a:pPr>
            <a:r>
              <a:rPr lang="en-US" altLang="ro-RO" sz="2000"/>
              <a:t>Stari Consistente</a:t>
            </a:r>
          </a:p>
          <a:p>
            <a:pPr eaLnBrk="1" hangingPunct="1">
              <a:spcBef>
                <a:spcPct val="20000"/>
              </a:spcBef>
              <a:buClr>
                <a:schemeClr val="bg2"/>
              </a:buClr>
              <a:buSzPct val="75000"/>
              <a:buFont typeface="Wingdings" pitchFamily="2" charset="2"/>
              <a:buBlip>
                <a:blip r:embed="rId2"/>
              </a:buBlip>
            </a:pPr>
            <a:r>
              <a:rPr lang="en-US" altLang="ro-RO" sz="2000"/>
              <a:t>Performanta Buna </a:t>
            </a:r>
          </a:p>
          <a:p>
            <a:pPr eaLnBrk="1" hangingPunct="1">
              <a:spcBef>
                <a:spcPct val="20000"/>
              </a:spcBef>
              <a:buClr>
                <a:schemeClr val="bg2"/>
              </a:buClr>
              <a:buSzPct val="75000"/>
              <a:buFont typeface="Wingdings" pitchFamily="2" charset="2"/>
              <a:buBlip>
                <a:blip r:embed="rId2"/>
              </a:buBlip>
            </a:pPr>
            <a:r>
              <a:rPr lang="en-US" altLang="ro-RO" sz="2000"/>
              <a:t>Garbage Collection</a:t>
            </a:r>
          </a:p>
          <a:p>
            <a:pPr eaLnBrk="1" hangingPunct="1">
              <a:spcBef>
                <a:spcPct val="20000"/>
              </a:spcBef>
              <a:buClr>
                <a:schemeClr val="bg2"/>
              </a:buClr>
              <a:buSzPct val="75000"/>
              <a:buFont typeface="Wingdings" pitchFamily="2" charset="2"/>
              <a:buBlip>
                <a:blip r:embed="rId3"/>
              </a:buBlip>
            </a:pPr>
            <a:r>
              <a:rPr lang="en-US" altLang="ro-RO" sz="2000">
                <a:solidFill>
                  <a:srgbClr val="CC0000"/>
                </a:solidFill>
              </a:rPr>
              <a:t>Scalabilitate</a:t>
            </a:r>
          </a:p>
        </p:txBody>
      </p:sp>
      <p:sp>
        <p:nvSpPr>
          <p:cNvPr id="41991" name="Rectangle 5">
            <a:extLst>
              <a:ext uri="{FF2B5EF4-FFF2-40B4-BE49-F238E27FC236}">
                <a16:creationId xmlns:a16="http://schemas.microsoft.com/office/drawing/2014/main" id="{36788936-A424-2D4F-865E-A59184724604}"/>
              </a:ext>
            </a:extLst>
          </p:cNvPr>
          <p:cNvSpPr>
            <a:spLocks noChangeArrowheads="1"/>
          </p:cNvSpPr>
          <p:nvPr/>
        </p:nvSpPr>
        <p:spPr bwMode="auto">
          <a:xfrm>
            <a:off x="5943600" y="1524000"/>
            <a:ext cx="28956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buClr>
                <a:schemeClr val="bg2"/>
              </a:buClr>
              <a:buSzPct val="75000"/>
              <a:buFont typeface="Wingdings" pitchFamily="2" charset="2"/>
              <a:buChar char="n"/>
            </a:pPr>
            <a:endParaRPr lang="en-US" altLang="ro-RO" sz="2800"/>
          </a:p>
          <a:p>
            <a:pPr eaLnBrk="1" hangingPunct="1">
              <a:spcBef>
                <a:spcPct val="20000"/>
              </a:spcBef>
              <a:buClr>
                <a:schemeClr val="bg2"/>
              </a:buClr>
              <a:buSzPct val="75000"/>
              <a:buFont typeface="Wingdings" pitchFamily="2" charset="2"/>
              <a:buChar char="n"/>
            </a:pPr>
            <a:endParaRPr lang="en-US" altLang="ro-RO" sz="2800"/>
          </a:p>
          <a:p>
            <a:pPr eaLnBrk="1" hangingPunct="1">
              <a:spcBef>
                <a:spcPct val="20000"/>
              </a:spcBef>
              <a:buClr>
                <a:schemeClr val="bg2"/>
              </a:buClr>
              <a:buSzPct val="75000"/>
              <a:buFont typeface="Wingdings" pitchFamily="2" charset="2"/>
              <a:buChar char="n"/>
            </a:pPr>
            <a:endParaRPr lang="en-US" altLang="ro-RO" sz="2800"/>
          </a:p>
          <a:p>
            <a:pPr eaLnBrk="1" hangingPunct="1">
              <a:spcBef>
                <a:spcPct val="20000"/>
              </a:spcBef>
              <a:buClr>
                <a:schemeClr val="bg2"/>
              </a:buClr>
              <a:buSzPct val="75000"/>
              <a:buFont typeface="Wingdings" pitchFamily="2" charset="2"/>
              <a:buChar char="n"/>
            </a:pPr>
            <a:endParaRPr lang="en-US" altLang="ro-RO" sz="2800"/>
          </a:p>
          <a:p>
            <a:pPr eaLnBrk="1" hangingPunct="1">
              <a:spcBef>
                <a:spcPct val="20000"/>
              </a:spcBef>
              <a:buClr>
                <a:schemeClr val="bg2"/>
              </a:buClr>
              <a:buSzPct val="75000"/>
              <a:buFont typeface="Wingdings" pitchFamily="2" charset="2"/>
              <a:buNone/>
            </a:pPr>
            <a:r>
              <a:rPr lang="en-US" altLang="ro-RO" sz="2800"/>
              <a:t>Indus de comunicatie</a:t>
            </a:r>
          </a:p>
          <a:p>
            <a:pPr eaLnBrk="1" hangingPunct="1">
              <a:spcBef>
                <a:spcPct val="20000"/>
              </a:spcBef>
              <a:buClr>
                <a:schemeClr val="bg2"/>
              </a:buClr>
              <a:buSzPct val="75000"/>
              <a:buFont typeface="Wingdings" pitchFamily="2" charset="2"/>
              <a:buNone/>
            </a:pPr>
            <a:endParaRPr lang="en-US" altLang="ro-RO" sz="2000"/>
          </a:p>
          <a:p>
            <a:pPr eaLnBrk="1" hangingPunct="1">
              <a:spcBef>
                <a:spcPct val="20000"/>
              </a:spcBef>
              <a:buClr>
                <a:schemeClr val="bg2"/>
              </a:buClr>
              <a:buSzPct val="75000"/>
              <a:buFont typeface="Wingdings" pitchFamily="2" charset="2"/>
              <a:buBlip>
                <a:blip r:embed="rId2"/>
              </a:buBlip>
            </a:pPr>
            <a:r>
              <a:rPr lang="en-US" altLang="ro-RO" sz="2000"/>
              <a:t>Stari Consistente</a:t>
            </a:r>
          </a:p>
          <a:p>
            <a:pPr eaLnBrk="1" hangingPunct="1">
              <a:spcBef>
                <a:spcPct val="20000"/>
              </a:spcBef>
              <a:buClr>
                <a:schemeClr val="bg2"/>
              </a:buClr>
              <a:buSzPct val="75000"/>
              <a:buFont typeface="Wingdings" pitchFamily="2" charset="2"/>
              <a:buBlip>
                <a:blip r:embed="rId2"/>
              </a:buBlip>
            </a:pPr>
            <a:r>
              <a:rPr lang="en-US" altLang="ro-RO" sz="2000"/>
              <a:t>Autonomie</a:t>
            </a:r>
          </a:p>
          <a:p>
            <a:pPr eaLnBrk="1" hangingPunct="1">
              <a:spcBef>
                <a:spcPct val="20000"/>
              </a:spcBef>
              <a:buClr>
                <a:schemeClr val="bg2"/>
              </a:buClr>
              <a:buSzPct val="75000"/>
              <a:buFont typeface="Wingdings" pitchFamily="2" charset="2"/>
              <a:buBlip>
                <a:blip r:embed="rId2"/>
              </a:buBlip>
            </a:pPr>
            <a:r>
              <a:rPr lang="en-US" altLang="ro-RO" sz="2000"/>
              <a:t>Scalabilitate</a:t>
            </a:r>
          </a:p>
          <a:p>
            <a:pPr eaLnBrk="1" hangingPunct="1">
              <a:spcBef>
                <a:spcPct val="20000"/>
              </a:spcBef>
              <a:buClr>
                <a:schemeClr val="bg2"/>
              </a:buClr>
              <a:buSzPct val="75000"/>
              <a:buFont typeface="Wingdings" pitchFamily="2" charset="2"/>
              <a:buBlip>
                <a:blip r:embed="rId3"/>
              </a:buBlip>
            </a:pPr>
            <a:r>
              <a:rPr lang="en-US" altLang="ro-RO" sz="2000">
                <a:solidFill>
                  <a:srgbClr val="CC0000"/>
                </a:solidFill>
              </a:rPr>
              <a:t>Performanta</a:t>
            </a:r>
          </a:p>
        </p:txBody>
      </p:sp>
      <p:sp>
        <p:nvSpPr>
          <p:cNvPr id="41992" name="Line 6">
            <a:extLst>
              <a:ext uri="{FF2B5EF4-FFF2-40B4-BE49-F238E27FC236}">
                <a16:creationId xmlns:a16="http://schemas.microsoft.com/office/drawing/2014/main" id="{9408A777-4DB4-2847-8578-6A44C176894A}"/>
              </a:ext>
            </a:extLst>
          </p:cNvPr>
          <p:cNvSpPr>
            <a:spLocks noChangeShapeType="1"/>
          </p:cNvSpPr>
          <p:nvPr/>
        </p:nvSpPr>
        <p:spPr bwMode="auto">
          <a:xfrm>
            <a:off x="2743200" y="1752600"/>
            <a:ext cx="0" cy="464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41993" name="Line 7">
            <a:extLst>
              <a:ext uri="{FF2B5EF4-FFF2-40B4-BE49-F238E27FC236}">
                <a16:creationId xmlns:a16="http://schemas.microsoft.com/office/drawing/2014/main" id="{ED1E87D1-A822-F64D-A571-F62119734FA3}"/>
              </a:ext>
            </a:extLst>
          </p:cNvPr>
          <p:cNvSpPr>
            <a:spLocks noChangeShapeType="1"/>
          </p:cNvSpPr>
          <p:nvPr/>
        </p:nvSpPr>
        <p:spPr bwMode="auto">
          <a:xfrm>
            <a:off x="5791200" y="1752600"/>
            <a:ext cx="0" cy="464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41994" name="Line 8">
            <a:extLst>
              <a:ext uri="{FF2B5EF4-FFF2-40B4-BE49-F238E27FC236}">
                <a16:creationId xmlns:a16="http://schemas.microsoft.com/office/drawing/2014/main" id="{A4C044A4-141A-A24B-BC3B-043962FC2652}"/>
              </a:ext>
            </a:extLst>
          </p:cNvPr>
          <p:cNvSpPr>
            <a:spLocks noChangeShapeType="1"/>
          </p:cNvSpPr>
          <p:nvPr/>
        </p:nvSpPr>
        <p:spPr bwMode="auto">
          <a:xfrm>
            <a:off x="762000" y="1752600"/>
            <a:ext cx="1752600" cy="0"/>
          </a:xfrm>
          <a:prstGeom prst="line">
            <a:avLst/>
          </a:prstGeom>
          <a:noFill/>
          <a:ln w="38100">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ro-RO"/>
          </a:p>
        </p:txBody>
      </p:sp>
      <p:sp>
        <p:nvSpPr>
          <p:cNvPr id="41995" name="Line 9">
            <a:extLst>
              <a:ext uri="{FF2B5EF4-FFF2-40B4-BE49-F238E27FC236}">
                <a16:creationId xmlns:a16="http://schemas.microsoft.com/office/drawing/2014/main" id="{C9D048E6-1286-F64A-B221-608B6E3B73E5}"/>
              </a:ext>
            </a:extLst>
          </p:cNvPr>
          <p:cNvSpPr>
            <a:spLocks noChangeShapeType="1"/>
          </p:cNvSpPr>
          <p:nvPr/>
        </p:nvSpPr>
        <p:spPr bwMode="auto">
          <a:xfrm>
            <a:off x="762000" y="2362200"/>
            <a:ext cx="1752600" cy="0"/>
          </a:xfrm>
          <a:prstGeom prst="line">
            <a:avLst/>
          </a:prstGeom>
          <a:noFill/>
          <a:ln w="38100">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ro-RO"/>
          </a:p>
        </p:txBody>
      </p:sp>
      <p:sp>
        <p:nvSpPr>
          <p:cNvPr id="41996" name="Line 10">
            <a:extLst>
              <a:ext uri="{FF2B5EF4-FFF2-40B4-BE49-F238E27FC236}">
                <a16:creationId xmlns:a16="http://schemas.microsoft.com/office/drawing/2014/main" id="{CD2B4F6E-4C4E-274A-86C5-E0AE80005E67}"/>
              </a:ext>
            </a:extLst>
          </p:cNvPr>
          <p:cNvSpPr>
            <a:spLocks noChangeShapeType="1"/>
          </p:cNvSpPr>
          <p:nvPr/>
        </p:nvSpPr>
        <p:spPr bwMode="auto">
          <a:xfrm>
            <a:off x="762000" y="2971800"/>
            <a:ext cx="1752600" cy="0"/>
          </a:xfrm>
          <a:prstGeom prst="line">
            <a:avLst/>
          </a:prstGeom>
          <a:noFill/>
          <a:ln w="38100">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ro-RO"/>
          </a:p>
        </p:txBody>
      </p:sp>
      <p:sp>
        <p:nvSpPr>
          <p:cNvPr id="41997" name="Rectangle 11">
            <a:extLst>
              <a:ext uri="{FF2B5EF4-FFF2-40B4-BE49-F238E27FC236}">
                <a16:creationId xmlns:a16="http://schemas.microsoft.com/office/drawing/2014/main" id="{19FA1399-B176-A040-A22D-2CA4AF411497}"/>
              </a:ext>
            </a:extLst>
          </p:cNvPr>
          <p:cNvSpPr>
            <a:spLocks noChangeArrowheads="1"/>
          </p:cNvSpPr>
          <p:nvPr/>
        </p:nvSpPr>
        <p:spPr bwMode="auto">
          <a:xfrm>
            <a:off x="1066800" y="1447800"/>
            <a:ext cx="228600" cy="533400"/>
          </a:xfrm>
          <a:prstGeom prst="rect">
            <a:avLst/>
          </a:prstGeom>
          <a:solidFill>
            <a:srgbClr val="00CC66"/>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o-RO" altLang="ro-RO"/>
          </a:p>
        </p:txBody>
      </p:sp>
      <p:sp>
        <p:nvSpPr>
          <p:cNvPr id="41998" name="Rectangle 12">
            <a:extLst>
              <a:ext uri="{FF2B5EF4-FFF2-40B4-BE49-F238E27FC236}">
                <a16:creationId xmlns:a16="http://schemas.microsoft.com/office/drawing/2014/main" id="{07FB1C22-0FED-F942-8B2B-4AA2A6FDE9AC}"/>
              </a:ext>
            </a:extLst>
          </p:cNvPr>
          <p:cNvSpPr>
            <a:spLocks noChangeArrowheads="1"/>
          </p:cNvSpPr>
          <p:nvPr/>
        </p:nvSpPr>
        <p:spPr bwMode="auto">
          <a:xfrm>
            <a:off x="1600200" y="2057400"/>
            <a:ext cx="228600" cy="533400"/>
          </a:xfrm>
          <a:prstGeom prst="rect">
            <a:avLst/>
          </a:prstGeom>
          <a:solidFill>
            <a:srgbClr val="00CC66"/>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o-RO" altLang="ro-RO"/>
          </a:p>
        </p:txBody>
      </p:sp>
      <p:sp>
        <p:nvSpPr>
          <p:cNvPr id="41999" name="Rectangle 13">
            <a:extLst>
              <a:ext uri="{FF2B5EF4-FFF2-40B4-BE49-F238E27FC236}">
                <a16:creationId xmlns:a16="http://schemas.microsoft.com/office/drawing/2014/main" id="{50EABB19-0668-0643-847C-8D1A7F751111}"/>
              </a:ext>
            </a:extLst>
          </p:cNvPr>
          <p:cNvSpPr>
            <a:spLocks noChangeArrowheads="1"/>
          </p:cNvSpPr>
          <p:nvPr/>
        </p:nvSpPr>
        <p:spPr bwMode="auto">
          <a:xfrm>
            <a:off x="1600200" y="2743200"/>
            <a:ext cx="228600" cy="533400"/>
          </a:xfrm>
          <a:prstGeom prst="rect">
            <a:avLst/>
          </a:prstGeom>
          <a:solidFill>
            <a:srgbClr val="00CC66"/>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o-RO" altLang="ro-RO"/>
          </a:p>
        </p:txBody>
      </p:sp>
      <p:sp>
        <p:nvSpPr>
          <p:cNvPr id="42000" name="Line 14">
            <a:extLst>
              <a:ext uri="{FF2B5EF4-FFF2-40B4-BE49-F238E27FC236}">
                <a16:creationId xmlns:a16="http://schemas.microsoft.com/office/drawing/2014/main" id="{9046F2A6-ADCD-5446-BB5B-E7DFCEBC6F77}"/>
              </a:ext>
            </a:extLst>
          </p:cNvPr>
          <p:cNvSpPr>
            <a:spLocks noChangeShapeType="1"/>
          </p:cNvSpPr>
          <p:nvPr/>
        </p:nvSpPr>
        <p:spPr bwMode="auto">
          <a:xfrm>
            <a:off x="3505200" y="1752600"/>
            <a:ext cx="1752600" cy="0"/>
          </a:xfrm>
          <a:prstGeom prst="line">
            <a:avLst/>
          </a:prstGeom>
          <a:noFill/>
          <a:ln w="38100">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ro-RO"/>
          </a:p>
        </p:txBody>
      </p:sp>
      <p:sp>
        <p:nvSpPr>
          <p:cNvPr id="42001" name="Line 15">
            <a:extLst>
              <a:ext uri="{FF2B5EF4-FFF2-40B4-BE49-F238E27FC236}">
                <a16:creationId xmlns:a16="http://schemas.microsoft.com/office/drawing/2014/main" id="{D4F6365F-908F-714B-8D41-377BD1C31EB7}"/>
              </a:ext>
            </a:extLst>
          </p:cNvPr>
          <p:cNvSpPr>
            <a:spLocks noChangeShapeType="1"/>
          </p:cNvSpPr>
          <p:nvPr/>
        </p:nvSpPr>
        <p:spPr bwMode="auto">
          <a:xfrm>
            <a:off x="3505200" y="2362200"/>
            <a:ext cx="1752600" cy="0"/>
          </a:xfrm>
          <a:prstGeom prst="line">
            <a:avLst/>
          </a:prstGeom>
          <a:noFill/>
          <a:ln w="38100">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ro-RO"/>
          </a:p>
        </p:txBody>
      </p:sp>
      <p:sp>
        <p:nvSpPr>
          <p:cNvPr id="42002" name="Line 16">
            <a:extLst>
              <a:ext uri="{FF2B5EF4-FFF2-40B4-BE49-F238E27FC236}">
                <a16:creationId xmlns:a16="http://schemas.microsoft.com/office/drawing/2014/main" id="{D57445DD-C0EB-3643-91C8-9C844C4E3A35}"/>
              </a:ext>
            </a:extLst>
          </p:cNvPr>
          <p:cNvSpPr>
            <a:spLocks noChangeShapeType="1"/>
          </p:cNvSpPr>
          <p:nvPr/>
        </p:nvSpPr>
        <p:spPr bwMode="auto">
          <a:xfrm>
            <a:off x="3505200" y="2971800"/>
            <a:ext cx="1752600" cy="0"/>
          </a:xfrm>
          <a:prstGeom prst="line">
            <a:avLst/>
          </a:prstGeom>
          <a:noFill/>
          <a:ln w="38100">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ro-RO"/>
          </a:p>
        </p:txBody>
      </p:sp>
      <p:sp>
        <p:nvSpPr>
          <p:cNvPr id="42003" name="Rectangle 17">
            <a:extLst>
              <a:ext uri="{FF2B5EF4-FFF2-40B4-BE49-F238E27FC236}">
                <a16:creationId xmlns:a16="http://schemas.microsoft.com/office/drawing/2014/main" id="{C616DE2B-700E-D944-86A5-4F81345092DC}"/>
              </a:ext>
            </a:extLst>
          </p:cNvPr>
          <p:cNvSpPr>
            <a:spLocks noChangeArrowheads="1"/>
          </p:cNvSpPr>
          <p:nvPr/>
        </p:nvSpPr>
        <p:spPr bwMode="auto">
          <a:xfrm>
            <a:off x="3810000" y="1447800"/>
            <a:ext cx="228600" cy="533400"/>
          </a:xfrm>
          <a:prstGeom prst="rect">
            <a:avLst/>
          </a:prstGeom>
          <a:solidFill>
            <a:srgbClr val="00CC66"/>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o-RO" altLang="ro-RO"/>
          </a:p>
        </p:txBody>
      </p:sp>
      <p:sp>
        <p:nvSpPr>
          <p:cNvPr id="42004" name="Rectangle 18">
            <a:extLst>
              <a:ext uri="{FF2B5EF4-FFF2-40B4-BE49-F238E27FC236}">
                <a16:creationId xmlns:a16="http://schemas.microsoft.com/office/drawing/2014/main" id="{2372AEE9-7443-AB4E-BAE5-4AC3B8AD03A2}"/>
              </a:ext>
            </a:extLst>
          </p:cNvPr>
          <p:cNvSpPr>
            <a:spLocks noChangeArrowheads="1"/>
          </p:cNvSpPr>
          <p:nvPr/>
        </p:nvSpPr>
        <p:spPr bwMode="auto">
          <a:xfrm>
            <a:off x="4343400" y="2057400"/>
            <a:ext cx="228600" cy="533400"/>
          </a:xfrm>
          <a:prstGeom prst="rect">
            <a:avLst/>
          </a:prstGeom>
          <a:solidFill>
            <a:srgbClr val="00CC66"/>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o-RO" altLang="ro-RO"/>
          </a:p>
        </p:txBody>
      </p:sp>
      <p:sp>
        <p:nvSpPr>
          <p:cNvPr id="42005" name="Rectangle 19">
            <a:extLst>
              <a:ext uri="{FF2B5EF4-FFF2-40B4-BE49-F238E27FC236}">
                <a16:creationId xmlns:a16="http://schemas.microsoft.com/office/drawing/2014/main" id="{D354F263-562F-734E-8FE0-9F2EAEADC978}"/>
              </a:ext>
            </a:extLst>
          </p:cNvPr>
          <p:cNvSpPr>
            <a:spLocks noChangeArrowheads="1"/>
          </p:cNvSpPr>
          <p:nvPr/>
        </p:nvSpPr>
        <p:spPr bwMode="auto">
          <a:xfrm>
            <a:off x="4343400" y="2743200"/>
            <a:ext cx="228600" cy="533400"/>
          </a:xfrm>
          <a:prstGeom prst="rect">
            <a:avLst/>
          </a:prstGeom>
          <a:solidFill>
            <a:srgbClr val="00CC66"/>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o-RO" altLang="ro-RO"/>
          </a:p>
        </p:txBody>
      </p:sp>
      <p:sp>
        <p:nvSpPr>
          <p:cNvPr id="42006" name="Line 20">
            <a:extLst>
              <a:ext uri="{FF2B5EF4-FFF2-40B4-BE49-F238E27FC236}">
                <a16:creationId xmlns:a16="http://schemas.microsoft.com/office/drawing/2014/main" id="{4AE5EAC5-BC00-464A-A4D6-A7C9C39FCD42}"/>
              </a:ext>
            </a:extLst>
          </p:cNvPr>
          <p:cNvSpPr>
            <a:spLocks noChangeShapeType="1"/>
          </p:cNvSpPr>
          <p:nvPr/>
        </p:nvSpPr>
        <p:spPr bwMode="auto">
          <a:xfrm>
            <a:off x="6400800" y="1752600"/>
            <a:ext cx="2209800" cy="0"/>
          </a:xfrm>
          <a:prstGeom prst="line">
            <a:avLst/>
          </a:prstGeom>
          <a:noFill/>
          <a:ln w="38100">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ro-RO"/>
          </a:p>
        </p:txBody>
      </p:sp>
      <p:sp>
        <p:nvSpPr>
          <p:cNvPr id="42007" name="Line 21">
            <a:extLst>
              <a:ext uri="{FF2B5EF4-FFF2-40B4-BE49-F238E27FC236}">
                <a16:creationId xmlns:a16="http://schemas.microsoft.com/office/drawing/2014/main" id="{0024AB38-2665-1144-A144-AEC91ABD2560}"/>
              </a:ext>
            </a:extLst>
          </p:cNvPr>
          <p:cNvSpPr>
            <a:spLocks noChangeShapeType="1"/>
          </p:cNvSpPr>
          <p:nvPr/>
        </p:nvSpPr>
        <p:spPr bwMode="auto">
          <a:xfrm>
            <a:off x="6400800" y="2362200"/>
            <a:ext cx="2286000" cy="0"/>
          </a:xfrm>
          <a:prstGeom prst="line">
            <a:avLst/>
          </a:prstGeom>
          <a:noFill/>
          <a:ln w="38100">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ro-RO"/>
          </a:p>
        </p:txBody>
      </p:sp>
      <p:sp>
        <p:nvSpPr>
          <p:cNvPr id="42008" name="Line 22">
            <a:extLst>
              <a:ext uri="{FF2B5EF4-FFF2-40B4-BE49-F238E27FC236}">
                <a16:creationId xmlns:a16="http://schemas.microsoft.com/office/drawing/2014/main" id="{6192ECD9-0B66-7C4C-BCC8-4D0FC121CAA6}"/>
              </a:ext>
            </a:extLst>
          </p:cNvPr>
          <p:cNvSpPr>
            <a:spLocks noChangeShapeType="1"/>
          </p:cNvSpPr>
          <p:nvPr/>
        </p:nvSpPr>
        <p:spPr bwMode="auto">
          <a:xfrm>
            <a:off x="6400800" y="2971800"/>
            <a:ext cx="2286000" cy="0"/>
          </a:xfrm>
          <a:prstGeom prst="line">
            <a:avLst/>
          </a:prstGeom>
          <a:noFill/>
          <a:ln w="38100">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ro-RO"/>
          </a:p>
        </p:txBody>
      </p:sp>
      <p:sp>
        <p:nvSpPr>
          <p:cNvPr id="42009" name="Rectangle 23">
            <a:extLst>
              <a:ext uri="{FF2B5EF4-FFF2-40B4-BE49-F238E27FC236}">
                <a16:creationId xmlns:a16="http://schemas.microsoft.com/office/drawing/2014/main" id="{43EC4A6E-3F19-D842-8D46-BA6C2413DDD1}"/>
              </a:ext>
            </a:extLst>
          </p:cNvPr>
          <p:cNvSpPr>
            <a:spLocks noChangeArrowheads="1"/>
          </p:cNvSpPr>
          <p:nvPr/>
        </p:nvSpPr>
        <p:spPr bwMode="auto">
          <a:xfrm>
            <a:off x="6705600" y="1447800"/>
            <a:ext cx="228600" cy="533400"/>
          </a:xfrm>
          <a:prstGeom prst="rect">
            <a:avLst/>
          </a:prstGeom>
          <a:solidFill>
            <a:srgbClr val="00CC66"/>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o-RO" altLang="ro-RO"/>
          </a:p>
        </p:txBody>
      </p:sp>
      <p:sp>
        <p:nvSpPr>
          <p:cNvPr id="42010" name="Rectangle 24">
            <a:extLst>
              <a:ext uri="{FF2B5EF4-FFF2-40B4-BE49-F238E27FC236}">
                <a16:creationId xmlns:a16="http://schemas.microsoft.com/office/drawing/2014/main" id="{8C6B53CE-BCED-8C4A-AB24-896BD90E1133}"/>
              </a:ext>
            </a:extLst>
          </p:cNvPr>
          <p:cNvSpPr>
            <a:spLocks noChangeArrowheads="1"/>
          </p:cNvSpPr>
          <p:nvPr/>
        </p:nvSpPr>
        <p:spPr bwMode="auto">
          <a:xfrm>
            <a:off x="7239000" y="2057400"/>
            <a:ext cx="228600" cy="533400"/>
          </a:xfrm>
          <a:prstGeom prst="rect">
            <a:avLst/>
          </a:prstGeom>
          <a:solidFill>
            <a:srgbClr val="00CC66"/>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o-RO" altLang="ro-RO"/>
          </a:p>
        </p:txBody>
      </p:sp>
      <p:sp>
        <p:nvSpPr>
          <p:cNvPr id="42011" name="Rectangle 25">
            <a:extLst>
              <a:ext uri="{FF2B5EF4-FFF2-40B4-BE49-F238E27FC236}">
                <a16:creationId xmlns:a16="http://schemas.microsoft.com/office/drawing/2014/main" id="{98F04754-7728-A543-ACA7-87635A325952}"/>
              </a:ext>
            </a:extLst>
          </p:cNvPr>
          <p:cNvSpPr>
            <a:spLocks noChangeArrowheads="1"/>
          </p:cNvSpPr>
          <p:nvPr/>
        </p:nvSpPr>
        <p:spPr bwMode="auto">
          <a:xfrm>
            <a:off x="7239000" y="2743200"/>
            <a:ext cx="228600" cy="533400"/>
          </a:xfrm>
          <a:prstGeom prst="rect">
            <a:avLst/>
          </a:prstGeom>
          <a:solidFill>
            <a:srgbClr val="00CC66"/>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o-RO" altLang="ro-RO"/>
          </a:p>
        </p:txBody>
      </p:sp>
      <p:sp>
        <p:nvSpPr>
          <p:cNvPr id="42012" name="Line 26">
            <a:extLst>
              <a:ext uri="{FF2B5EF4-FFF2-40B4-BE49-F238E27FC236}">
                <a16:creationId xmlns:a16="http://schemas.microsoft.com/office/drawing/2014/main" id="{3E0DC096-83FB-0D45-A2B0-72F059BD3B7D}"/>
              </a:ext>
            </a:extLst>
          </p:cNvPr>
          <p:cNvSpPr>
            <a:spLocks noChangeShapeType="1"/>
          </p:cNvSpPr>
          <p:nvPr/>
        </p:nvSpPr>
        <p:spPr bwMode="auto">
          <a:xfrm>
            <a:off x="4038600" y="1905000"/>
            <a:ext cx="304800" cy="304800"/>
          </a:xfrm>
          <a:prstGeom prst="line">
            <a:avLst/>
          </a:prstGeom>
          <a:noFill/>
          <a:ln w="38100">
            <a:solidFill>
              <a:srgbClr val="339966"/>
            </a:solidFill>
            <a:round/>
            <a:headEnd/>
            <a:tailEnd type="triangle" w="med" len="med"/>
          </a:ln>
          <a:extLst>
            <a:ext uri="{909E8E84-426E-40DD-AFC4-6F175D3DCCD1}">
              <a14:hiddenFill xmlns:a14="http://schemas.microsoft.com/office/drawing/2010/main">
                <a:noFill/>
              </a14:hiddenFill>
            </a:ext>
          </a:extLst>
        </p:spPr>
        <p:txBody>
          <a:bodyPr/>
          <a:lstStyle/>
          <a:p>
            <a:endParaRPr lang="ro-RO"/>
          </a:p>
        </p:txBody>
      </p:sp>
      <p:sp>
        <p:nvSpPr>
          <p:cNvPr id="42013" name="Line 27">
            <a:extLst>
              <a:ext uri="{FF2B5EF4-FFF2-40B4-BE49-F238E27FC236}">
                <a16:creationId xmlns:a16="http://schemas.microsoft.com/office/drawing/2014/main" id="{B61792BA-99AA-D44A-8DEB-7E6A3A2DB3C4}"/>
              </a:ext>
            </a:extLst>
          </p:cNvPr>
          <p:cNvSpPr>
            <a:spLocks noChangeShapeType="1"/>
          </p:cNvSpPr>
          <p:nvPr/>
        </p:nvSpPr>
        <p:spPr bwMode="auto">
          <a:xfrm>
            <a:off x="4038600" y="1981200"/>
            <a:ext cx="304800" cy="914400"/>
          </a:xfrm>
          <a:prstGeom prst="line">
            <a:avLst/>
          </a:prstGeom>
          <a:noFill/>
          <a:ln w="38100">
            <a:solidFill>
              <a:srgbClr val="339966"/>
            </a:solidFill>
            <a:round/>
            <a:headEnd/>
            <a:tailEnd type="triangle" w="med" len="med"/>
          </a:ln>
          <a:extLst>
            <a:ext uri="{909E8E84-426E-40DD-AFC4-6F175D3DCCD1}">
              <a14:hiddenFill xmlns:a14="http://schemas.microsoft.com/office/drawing/2010/main">
                <a:noFill/>
              </a14:hiddenFill>
            </a:ext>
          </a:extLst>
        </p:spPr>
        <p:txBody>
          <a:bodyPr/>
          <a:lstStyle/>
          <a:p>
            <a:endParaRPr lang="ro-RO"/>
          </a:p>
        </p:txBody>
      </p:sp>
      <p:sp>
        <p:nvSpPr>
          <p:cNvPr id="42014" name="Line 28">
            <a:extLst>
              <a:ext uri="{FF2B5EF4-FFF2-40B4-BE49-F238E27FC236}">
                <a16:creationId xmlns:a16="http://schemas.microsoft.com/office/drawing/2014/main" id="{42F1BD37-801C-DA41-95A1-35E4103B7249}"/>
              </a:ext>
            </a:extLst>
          </p:cNvPr>
          <p:cNvSpPr>
            <a:spLocks noChangeShapeType="1"/>
          </p:cNvSpPr>
          <p:nvPr/>
        </p:nvSpPr>
        <p:spPr bwMode="auto">
          <a:xfrm>
            <a:off x="6934200" y="1752600"/>
            <a:ext cx="228600" cy="609600"/>
          </a:xfrm>
          <a:prstGeom prst="line">
            <a:avLst/>
          </a:prstGeom>
          <a:noFill/>
          <a:ln w="38100">
            <a:solidFill>
              <a:srgbClr val="339966"/>
            </a:solidFill>
            <a:round/>
            <a:headEnd/>
            <a:tailEnd type="triangle" w="med" len="med"/>
          </a:ln>
          <a:extLst>
            <a:ext uri="{909E8E84-426E-40DD-AFC4-6F175D3DCCD1}">
              <a14:hiddenFill xmlns:a14="http://schemas.microsoft.com/office/drawing/2010/main">
                <a:noFill/>
              </a14:hiddenFill>
            </a:ext>
          </a:extLst>
        </p:spPr>
        <p:txBody>
          <a:bodyPr/>
          <a:lstStyle/>
          <a:p>
            <a:endParaRPr lang="ro-RO"/>
          </a:p>
        </p:txBody>
      </p:sp>
      <p:sp>
        <p:nvSpPr>
          <p:cNvPr id="42015" name="Line 29">
            <a:extLst>
              <a:ext uri="{FF2B5EF4-FFF2-40B4-BE49-F238E27FC236}">
                <a16:creationId xmlns:a16="http://schemas.microsoft.com/office/drawing/2014/main" id="{54720057-C71F-2546-8003-3CCE7F095867}"/>
              </a:ext>
            </a:extLst>
          </p:cNvPr>
          <p:cNvSpPr>
            <a:spLocks noChangeShapeType="1"/>
          </p:cNvSpPr>
          <p:nvPr/>
        </p:nvSpPr>
        <p:spPr bwMode="auto">
          <a:xfrm>
            <a:off x="7696200" y="2362200"/>
            <a:ext cx="228600" cy="609600"/>
          </a:xfrm>
          <a:prstGeom prst="line">
            <a:avLst/>
          </a:prstGeom>
          <a:noFill/>
          <a:ln w="38100">
            <a:solidFill>
              <a:srgbClr val="339966"/>
            </a:solidFill>
            <a:round/>
            <a:headEnd/>
            <a:tailEnd type="triangle" w="med" len="med"/>
          </a:ln>
          <a:extLst>
            <a:ext uri="{909E8E84-426E-40DD-AFC4-6F175D3DCCD1}">
              <a14:hiddenFill xmlns:a14="http://schemas.microsoft.com/office/drawing/2010/main">
                <a:noFill/>
              </a14:hiddenFill>
            </a:ext>
          </a:extLst>
        </p:spPr>
        <p:txBody>
          <a:bodyPr/>
          <a:lstStyle/>
          <a:p>
            <a:endParaRPr lang="ro-RO"/>
          </a:p>
        </p:txBody>
      </p:sp>
      <p:sp>
        <p:nvSpPr>
          <p:cNvPr id="42016" name="Rectangle 30">
            <a:extLst>
              <a:ext uri="{FF2B5EF4-FFF2-40B4-BE49-F238E27FC236}">
                <a16:creationId xmlns:a16="http://schemas.microsoft.com/office/drawing/2014/main" id="{94684FE3-CC6D-CD41-9732-346941015533}"/>
              </a:ext>
            </a:extLst>
          </p:cNvPr>
          <p:cNvSpPr>
            <a:spLocks noChangeArrowheads="1"/>
          </p:cNvSpPr>
          <p:nvPr/>
        </p:nvSpPr>
        <p:spPr bwMode="auto">
          <a:xfrm>
            <a:off x="8001000" y="2743200"/>
            <a:ext cx="228600" cy="533400"/>
          </a:xfrm>
          <a:prstGeom prst="rect">
            <a:avLst/>
          </a:prstGeom>
          <a:solidFill>
            <a:srgbClr val="FF00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o-RO" altLang="ro-RO"/>
          </a:p>
        </p:txBody>
      </p:sp>
    </p:spTree>
    <p:extLst>
      <p:ext uri="{BB962C8B-B14F-4D97-AF65-F5344CB8AC3E}">
        <p14:creationId xmlns:p14="http://schemas.microsoft.com/office/powerpoint/2010/main" val="14133398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03058-2995-4042-AA4C-D95C084AD564}"/>
              </a:ext>
            </a:extLst>
          </p:cNvPr>
          <p:cNvSpPr>
            <a:spLocks noGrp="1"/>
          </p:cNvSpPr>
          <p:nvPr>
            <p:ph type="title"/>
          </p:nvPr>
        </p:nvSpPr>
        <p:spPr/>
        <p:txBody>
          <a:bodyPr/>
          <a:lstStyle/>
          <a:p>
            <a:pPr>
              <a:defRPr/>
            </a:pPr>
            <a:r>
              <a:rPr lang="en-US" dirty="0" err="1"/>
              <a:t>Logarea</a:t>
            </a:r>
            <a:r>
              <a:rPr lang="en-US" dirty="0"/>
              <a:t> </a:t>
            </a:r>
            <a:r>
              <a:rPr lang="en-US" dirty="0" err="1"/>
              <a:t>Mesajelor</a:t>
            </a:r>
            <a:endParaRPr lang="en-US" dirty="0"/>
          </a:p>
        </p:txBody>
      </p:sp>
      <p:sp>
        <p:nvSpPr>
          <p:cNvPr id="43011" name="Content Placeholder 2">
            <a:extLst>
              <a:ext uri="{FF2B5EF4-FFF2-40B4-BE49-F238E27FC236}">
                <a16:creationId xmlns:a16="http://schemas.microsoft.com/office/drawing/2014/main" id="{48C7FEFD-5238-BD48-87BE-9E04E00DA7B2}"/>
              </a:ext>
            </a:extLst>
          </p:cNvPr>
          <p:cNvSpPr>
            <a:spLocks noGrp="1"/>
          </p:cNvSpPr>
          <p:nvPr>
            <p:ph idx="1"/>
          </p:nvPr>
        </p:nvSpPr>
        <p:spPr/>
        <p:txBody>
          <a:bodyPr/>
          <a:lstStyle/>
          <a:p>
            <a:pPr>
              <a:lnSpc>
                <a:spcPct val="90000"/>
              </a:lnSpc>
            </a:pPr>
            <a:r>
              <a:rPr lang="en-US" altLang="ro-RO" dirty="0" err="1"/>
              <a:t>Logarea</a:t>
            </a:r>
            <a:r>
              <a:rPr lang="en-US" altLang="ro-RO" dirty="0"/>
              <a:t> </a:t>
            </a:r>
            <a:r>
              <a:rPr lang="en-US" altLang="ro-RO" dirty="0" err="1"/>
              <a:t>datelor</a:t>
            </a:r>
            <a:r>
              <a:rPr lang="en-US" altLang="ro-RO" dirty="0"/>
              <a:t> pe </a:t>
            </a:r>
            <a:r>
              <a:rPr lang="en-US" altLang="ro-RO" dirty="0" err="1"/>
              <a:t>dispozitive</a:t>
            </a:r>
            <a:r>
              <a:rPr lang="en-US" altLang="ro-RO" dirty="0"/>
              <a:t> </a:t>
            </a:r>
            <a:r>
              <a:rPr lang="en-US" altLang="ro-RO" dirty="0" err="1"/>
              <a:t>persistente</a:t>
            </a:r>
            <a:r>
              <a:rPr lang="en-US" altLang="ro-RO" dirty="0"/>
              <a:t> de </a:t>
            </a:r>
            <a:r>
              <a:rPr lang="en-US" altLang="ro-RO" dirty="0" err="1"/>
              <a:t>stocare</a:t>
            </a:r>
            <a:r>
              <a:rPr lang="en-US" altLang="ro-RO" dirty="0"/>
              <a:t> in </a:t>
            </a:r>
            <a:r>
              <a:rPr lang="en-US" altLang="ro-RO" dirty="0" err="1"/>
              <a:t>timpul</a:t>
            </a:r>
            <a:r>
              <a:rPr lang="en-US" altLang="ro-RO" dirty="0"/>
              <a:t> </a:t>
            </a:r>
            <a:r>
              <a:rPr lang="en-US" altLang="ro-RO" dirty="0" err="1"/>
              <a:t>executiei</a:t>
            </a:r>
            <a:r>
              <a:rPr lang="en-US" altLang="ro-RO" dirty="0"/>
              <a:t> </a:t>
            </a:r>
            <a:r>
              <a:rPr lang="en-US" altLang="ro-RO" dirty="0" err="1"/>
              <a:t>fara</a:t>
            </a:r>
            <a:r>
              <a:rPr lang="en-US" altLang="ro-RO" dirty="0"/>
              <a:t> </a:t>
            </a:r>
            <a:r>
              <a:rPr lang="en-US" altLang="ro-RO" dirty="0" err="1"/>
              <a:t>erori</a:t>
            </a:r>
            <a:endParaRPr lang="en-US" altLang="ro-RO" dirty="0"/>
          </a:p>
          <a:p>
            <a:pPr>
              <a:lnSpc>
                <a:spcPct val="90000"/>
              </a:lnSpc>
            </a:pPr>
            <a:r>
              <a:rPr lang="en-US" altLang="ro-RO" dirty="0" err="1"/>
              <a:t>Folosirea</a:t>
            </a:r>
            <a:r>
              <a:rPr lang="en-US" altLang="ro-RO" dirty="0"/>
              <a:t> </a:t>
            </a:r>
            <a:r>
              <a:rPr lang="en-US" altLang="ro-RO" dirty="0" err="1"/>
              <a:t>acestei</a:t>
            </a:r>
            <a:r>
              <a:rPr lang="en-US" altLang="ro-RO" dirty="0"/>
              <a:t> </a:t>
            </a:r>
            <a:r>
              <a:rPr lang="en-US" altLang="ro-RO" dirty="0" err="1"/>
              <a:t>informatii</a:t>
            </a:r>
            <a:r>
              <a:rPr lang="en-US" altLang="ro-RO" dirty="0"/>
              <a:t> </a:t>
            </a:r>
            <a:r>
              <a:rPr lang="en-US" altLang="ro-RO" dirty="0" err="1"/>
              <a:t>pentru</a:t>
            </a:r>
            <a:r>
              <a:rPr lang="en-US" altLang="ro-RO" dirty="0"/>
              <a:t> </a:t>
            </a:r>
            <a:r>
              <a:rPr lang="en-US" altLang="ro-RO" dirty="0" err="1"/>
              <a:t>recuperarea</a:t>
            </a:r>
            <a:r>
              <a:rPr lang="en-US" altLang="ro-RO" dirty="0"/>
              <a:t> din </a:t>
            </a:r>
            <a:r>
              <a:rPr lang="en-US" altLang="ro-RO" dirty="0" err="1"/>
              <a:t>eroare</a:t>
            </a:r>
            <a:endParaRPr lang="en-US" altLang="ro-RO" dirty="0"/>
          </a:p>
          <a:p>
            <a:pPr>
              <a:lnSpc>
                <a:spcPct val="90000"/>
              </a:lnSpc>
            </a:pPr>
            <a:endParaRPr lang="en-US" altLang="ro-RO" dirty="0"/>
          </a:p>
          <a:p>
            <a:pPr>
              <a:lnSpc>
                <a:spcPct val="90000"/>
              </a:lnSpc>
            </a:pPr>
            <a:endParaRPr lang="en-US" altLang="ro-RO" dirty="0"/>
          </a:p>
          <a:p>
            <a:pPr>
              <a:lnSpc>
                <a:spcPct val="90000"/>
              </a:lnSpc>
            </a:pPr>
            <a:endParaRPr lang="en-US" altLang="ro-RO" dirty="0"/>
          </a:p>
          <a:p>
            <a:pPr>
              <a:lnSpc>
                <a:spcPct val="90000"/>
              </a:lnSpc>
            </a:pPr>
            <a:endParaRPr lang="en-US" altLang="ro-RO" dirty="0"/>
          </a:p>
          <a:p>
            <a:pPr>
              <a:lnSpc>
                <a:spcPct val="90000"/>
              </a:lnSpc>
            </a:pPr>
            <a:endParaRPr lang="en-US" altLang="ro-RO" b="1" i="1" dirty="0"/>
          </a:p>
          <a:p>
            <a:pPr>
              <a:lnSpc>
                <a:spcPct val="90000"/>
              </a:lnSpc>
            </a:pPr>
            <a:r>
              <a:rPr lang="en-US" altLang="ro-RO" b="1" i="1" dirty="0" err="1"/>
              <a:t>Orfan</a:t>
            </a:r>
            <a:r>
              <a:rPr lang="en-US" altLang="ro-RO" b="1" i="1" dirty="0"/>
              <a:t>: </a:t>
            </a:r>
            <a:r>
              <a:rPr lang="en-US" altLang="ro-RO" dirty="0" err="1"/>
              <a:t>procesul</a:t>
            </a:r>
            <a:r>
              <a:rPr lang="en-US" altLang="ro-RO" dirty="0"/>
              <a:t> </a:t>
            </a:r>
            <a:r>
              <a:rPr lang="en-US" altLang="ro-RO" dirty="0" err="1"/>
              <a:t>ce</a:t>
            </a:r>
            <a:r>
              <a:rPr lang="en-US" altLang="ro-RO" dirty="0"/>
              <a:t> </a:t>
            </a:r>
            <a:r>
              <a:rPr lang="en-US" altLang="ro-RO" dirty="0" err="1"/>
              <a:t>depinde</a:t>
            </a:r>
            <a:r>
              <a:rPr lang="en-US" altLang="ro-RO" dirty="0"/>
              <a:t> de o stare ne-</a:t>
            </a:r>
            <a:r>
              <a:rPr lang="en-US" altLang="ro-RO" dirty="0" err="1"/>
              <a:t>recuperabila</a:t>
            </a:r>
            <a:r>
              <a:rPr lang="en-US" altLang="ro-RO" dirty="0"/>
              <a:t> a </a:t>
            </a:r>
            <a:r>
              <a:rPr lang="en-US" altLang="ro-RO" dirty="0" err="1"/>
              <a:t>unui</a:t>
            </a:r>
            <a:r>
              <a:rPr lang="en-US" altLang="ro-RO" dirty="0"/>
              <a:t> </a:t>
            </a:r>
            <a:r>
              <a:rPr lang="en-US" altLang="ro-RO" dirty="0" err="1"/>
              <a:t>proces</a:t>
            </a:r>
            <a:r>
              <a:rPr lang="en-US" altLang="ro-RO" dirty="0"/>
              <a:t> </a:t>
            </a:r>
            <a:r>
              <a:rPr lang="en-US" altLang="ro-RO" dirty="0" err="1"/>
              <a:t>esuat</a:t>
            </a:r>
            <a:endParaRPr lang="en-US" altLang="ro-RO" dirty="0"/>
          </a:p>
          <a:p>
            <a:endParaRPr lang="en-US" altLang="ro-RO" dirty="0"/>
          </a:p>
        </p:txBody>
      </p:sp>
      <p:sp>
        <p:nvSpPr>
          <p:cNvPr id="43012" name="Footer Placeholder 3">
            <a:extLst>
              <a:ext uri="{FF2B5EF4-FFF2-40B4-BE49-F238E27FC236}">
                <a16:creationId xmlns:a16="http://schemas.microsoft.com/office/drawing/2014/main" id="{A6487606-5EF9-8B42-A9A7-48310301F403}"/>
              </a:ext>
            </a:extLst>
          </p:cNvPr>
          <p:cNvSpPr>
            <a:spLocks noGrp="1"/>
          </p:cNvSpPr>
          <p:nvPr>
            <p:ph type="ftr" sz="quarter" idx="10"/>
          </p:nvPr>
        </p:nvSpPr>
        <p:spPr bwMode="auto">
          <a:xfrm>
            <a:off x="2362200" y="6610350"/>
            <a:ext cx="38862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ctr" rtl="0" fontAlgn="base">
              <a:spcBef>
                <a:spcPct val="0"/>
              </a:spcBef>
              <a:spcAft>
                <a:spcPct val="0"/>
              </a:spcAft>
              <a:defRPr sz="900" kern="1200">
                <a:solidFill>
                  <a:schemeClr val="bg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r>
              <a:rPr lang="en-US"/>
              <a:t>Toleranta la defecte in SD </a:t>
            </a:r>
            <a:endParaRPr lang="en-US" altLang="ro-RO">
              <a:solidFill>
                <a:schemeClr val="bg1"/>
              </a:solidFill>
            </a:endParaRPr>
          </a:p>
        </p:txBody>
      </p:sp>
      <p:sp>
        <p:nvSpPr>
          <p:cNvPr id="43013" name="Slide Number Placeholder 4">
            <a:extLst>
              <a:ext uri="{FF2B5EF4-FFF2-40B4-BE49-F238E27FC236}">
                <a16:creationId xmlns:a16="http://schemas.microsoft.com/office/drawing/2014/main" id="{AD2EFE2D-D20E-7E42-AAAD-D51C317A1C49}"/>
              </a:ext>
            </a:extLst>
          </p:cNvPr>
          <p:cNvSpPr>
            <a:spLocks noGrp="1"/>
          </p:cNvSpPr>
          <p:nvPr>
            <p:ph type="sldNum" sz="quarter" idx="11"/>
          </p:nvPr>
        </p:nvSpPr>
        <p:spPr bwMode="auto">
          <a:xfrm>
            <a:off x="7010400" y="6602413"/>
            <a:ext cx="2133600" cy="549275"/>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900" kern="1200">
                <a:solidFill>
                  <a:schemeClr val="bg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fld id="{F70614BC-944D-F346-86BD-32DC0AD8C607}" type="slidenum">
              <a:rPr lang="en-US" altLang="ro-RO" smtClean="0"/>
              <a:pPr eaLnBrk="1" hangingPunct="1"/>
              <a:t>32</a:t>
            </a:fld>
            <a:endParaRPr lang="en-US" altLang="ro-RO">
              <a:solidFill>
                <a:schemeClr val="bg1"/>
              </a:solidFill>
            </a:endParaRPr>
          </a:p>
        </p:txBody>
      </p:sp>
      <p:sp>
        <p:nvSpPr>
          <p:cNvPr id="43014" name="Line 4">
            <a:extLst>
              <a:ext uri="{FF2B5EF4-FFF2-40B4-BE49-F238E27FC236}">
                <a16:creationId xmlns:a16="http://schemas.microsoft.com/office/drawing/2014/main" id="{19A499B8-C065-F440-ABF6-745130E13B19}"/>
              </a:ext>
            </a:extLst>
          </p:cNvPr>
          <p:cNvSpPr>
            <a:spLocks noChangeShapeType="1"/>
          </p:cNvSpPr>
          <p:nvPr/>
        </p:nvSpPr>
        <p:spPr bwMode="auto">
          <a:xfrm>
            <a:off x="2133600" y="3657600"/>
            <a:ext cx="5029200" cy="0"/>
          </a:xfrm>
          <a:prstGeom prst="line">
            <a:avLst/>
          </a:prstGeom>
          <a:noFill/>
          <a:ln w="38100">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ro-RO"/>
          </a:p>
        </p:txBody>
      </p:sp>
      <p:sp>
        <p:nvSpPr>
          <p:cNvPr id="43015" name="Line 5">
            <a:extLst>
              <a:ext uri="{FF2B5EF4-FFF2-40B4-BE49-F238E27FC236}">
                <a16:creationId xmlns:a16="http://schemas.microsoft.com/office/drawing/2014/main" id="{E24302ED-DBF2-7A42-A70B-5AE75CDBF6D3}"/>
              </a:ext>
            </a:extLst>
          </p:cNvPr>
          <p:cNvSpPr>
            <a:spLocks noChangeShapeType="1"/>
          </p:cNvSpPr>
          <p:nvPr/>
        </p:nvSpPr>
        <p:spPr bwMode="auto">
          <a:xfrm>
            <a:off x="2133600" y="4343400"/>
            <a:ext cx="5029200" cy="0"/>
          </a:xfrm>
          <a:prstGeom prst="line">
            <a:avLst/>
          </a:prstGeom>
          <a:noFill/>
          <a:ln w="38100">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ro-RO"/>
          </a:p>
        </p:txBody>
      </p:sp>
      <p:sp>
        <p:nvSpPr>
          <p:cNvPr id="43016" name="Rectangle 6">
            <a:extLst>
              <a:ext uri="{FF2B5EF4-FFF2-40B4-BE49-F238E27FC236}">
                <a16:creationId xmlns:a16="http://schemas.microsoft.com/office/drawing/2014/main" id="{3D21FE12-D58B-0747-A00E-8CF7E9EEEF4F}"/>
              </a:ext>
            </a:extLst>
          </p:cNvPr>
          <p:cNvSpPr>
            <a:spLocks noChangeArrowheads="1"/>
          </p:cNvSpPr>
          <p:nvPr/>
        </p:nvSpPr>
        <p:spPr bwMode="auto">
          <a:xfrm>
            <a:off x="2895600" y="4114800"/>
            <a:ext cx="228600" cy="533400"/>
          </a:xfrm>
          <a:prstGeom prst="rect">
            <a:avLst/>
          </a:prstGeom>
          <a:solidFill>
            <a:srgbClr val="00CC66"/>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o-RO" altLang="ro-RO"/>
          </a:p>
        </p:txBody>
      </p:sp>
      <p:sp>
        <p:nvSpPr>
          <p:cNvPr id="43017" name="Text Box 7">
            <a:extLst>
              <a:ext uri="{FF2B5EF4-FFF2-40B4-BE49-F238E27FC236}">
                <a16:creationId xmlns:a16="http://schemas.microsoft.com/office/drawing/2014/main" id="{C063924E-7C20-3E4C-A65B-FD536F097092}"/>
              </a:ext>
            </a:extLst>
          </p:cNvPr>
          <p:cNvSpPr txBox="1">
            <a:spLocks noChangeArrowheads="1"/>
          </p:cNvSpPr>
          <p:nvPr/>
        </p:nvSpPr>
        <p:spPr bwMode="auto">
          <a:xfrm>
            <a:off x="1660525" y="3443288"/>
            <a:ext cx="463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b="1"/>
              <a:t>P1</a:t>
            </a:r>
          </a:p>
        </p:txBody>
      </p:sp>
      <p:sp>
        <p:nvSpPr>
          <p:cNvPr id="43018" name="Text Box 8">
            <a:extLst>
              <a:ext uri="{FF2B5EF4-FFF2-40B4-BE49-F238E27FC236}">
                <a16:creationId xmlns:a16="http://schemas.microsoft.com/office/drawing/2014/main" id="{DE55FF71-D085-CC48-920A-4298E670EAF3}"/>
              </a:ext>
            </a:extLst>
          </p:cNvPr>
          <p:cNvSpPr txBox="1">
            <a:spLocks noChangeArrowheads="1"/>
          </p:cNvSpPr>
          <p:nvPr/>
        </p:nvSpPr>
        <p:spPr bwMode="auto">
          <a:xfrm>
            <a:off x="1676400" y="4129088"/>
            <a:ext cx="463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b="1"/>
              <a:t>P2</a:t>
            </a:r>
          </a:p>
        </p:txBody>
      </p:sp>
      <p:sp>
        <p:nvSpPr>
          <p:cNvPr id="43019" name="Line 9">
            <a:extLst>
              <a:ext uri="{FF2B5EF4-FFF2-40B4-BE49-F238E27FC236}">
                <a16:creationId xmlns:a16="http://schemas.microsoft.com/office/drawing/2014/main" id="{4D258F58-1588-E04F-B9A8-5A5924480320}"/>
              </a:ext>
            </a:extLst>
          </p:cNvPr>
          <p:cNvSpPr>
            <a:spLocks noChangeShapeType="1"/>
          </p:cNvSpPr>
          <p:nvPr/>
        </p:nvSpPr>
        <p:spPr bwMode="auto">
          <a:xfrm>
            <a:off x="4038600" y="3657600"/>
            <a:ext cx="533400" cy="6858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ro-RO"/>
          </a:p>
        </p:txBody>
      </p:sp>
      <p:sp>
        <p:nvSpPr>
          <p:cNvPr id="43020" name="Text Box 10">
            <a:extLst>
              <a:ext uri="{FF2B5EF4-FFF2-40B4-BE49-F238E27FC236}">
                <a16:creationId xmlns:a16="http://schemas.microsoft.com/office/drawing/2014/main" id="{C901F1B9-8285-564D-9E7B-46E0C3F936D6}"/>
              </a:ext>
            </a:extLst>
          </p:cNvPr>
          <p:cNvSpPr txBox="1">
            <a:spLocks noChangeArrowheads="1"/>
          </p:cNvSpPr>
          <p:nvPr/>
        </p:nvSpPr>
        <p:spPr bwMode="auto">
          <a:xfrm>
            <a:off x="4381500" y="3810000"/>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b="1"/>
              <a:t>m</a:t>
            </a:r>
          </a:p>
        </p:txBody>
      </p:sp>
      <p:sp>
        <p:nvSpPr>
          <p:cNvPr id="43021" name="AutoShape 12">
            <a:extLst>
              <a:ext uri="{FF2B5EF4-FFF2-40B4-BE49-F238E27FC236}">
                <a16:creationId xmlns:a16="http://schemas.microsoft.com/office/drawing/2014/main" id="{1B77AF63-D573-1949-AAAD-C43F0BDB1A9E}"/>
              </a:ext>
            </a:extLst>
          </p:cNvPr>
          <p:cNvSpPr>
            <a:spLocks noChangeArrowheads="1"/>
          </p:cNvSpPr>
          <p:nvPr/>
        </p:nvSpPr>
        <p:spPr bwMode="auto">
          <a:xfrm>
            <a:off x="5486400" y="4114800"/>
            <a:ext cx="669925" cy="490538"/>
          </a:xfrm>
          <a:prstGeom prst="irregularSeal1">
            <a:avLst/>
          </a:prstGeom>
          <a:solidFill>
            <a:srgbClr val="FE00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o-RO" altLang="ro-RO"/>
          </a:p>
        </p:txBody>
      </p:sp>
    </p:spTree>
    <p:extLst>
      <p:ext uri="{BB962C8B-B14F-4D97-AF65-F5344CB8AC3E}">
        <p14:creationId xmlns:p14="http://schemas.microsoft.com/office/powerpoint/2010/main" val="11645506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4333A-75EF-AC4B-A9F3-DC09E2053CAB}"/>
              </a:ext>
            </a:extLst>
          </p:cNvPr>
          <p:cNvSpPr>
            <a:spLocks noGrp="1"/>
          </p:cNvSpPr>
          <p:nvPr>
            <p:ph type="title"/>
          </p:nvPr>
        </p:nvSpPr>
        <p:spPr/>
        <p:txBody>
          <a:bodyPr/>
          <a:lstStyle/>
          <a:p>
            <a:pPr>
              <a:defRPr/>
            </a:pPr>
            <a:r>
              <a:rPr lang="en-US" dirty="0" err="1"/>
              <a:t>Procese</a:t>
            </a:r>
            <a:r>
              <a:rPr lang="en-US" dirty="0"/>
              <a:t> </a:t>
            </a:r>
            <a:r>
              <a:rPr lang="en-US" dirty="0" err="1"/>
              <a:t>orfan</a:t>
            </a:r>
            <a:r>
              <a:rPr lang="en-US" dirty="0"/>
              <a:t>?</a:t>
            </a:r>
          </a:p>
        </p:txBody>
      </p:sp>
      <p:sp>
        <p:nvSpPr>
          <p:cNvPr id="44035" name="Content Placeholder 2">
            <a:extLst>
              <a:ext uri="{FF2B5EF4-FFF2-40B4-BE49-F238E27FC236}">
                <a16:creationId xmlns:a16="http://schemas.microsoft.com/office/drawing/2014/main" id="{054ABA8F-6F0C-004B-AA20-CE56F5630517}"/>
              </a:ext>
            </a:extLst>
          </p:cNvPr>
          <p:cNvSpPr>
            <a:spLocks noGrp="1"/>
          </p:cNvSpPr>
          <p:nvPr>
            <p:ph idx="1"/>
          </p:nvPr>
        </p:nvSpPr>
        <p:spPr/>
        <p:txBody>
          <a:bodyPr/>
          <a:lstStyle/>
          <a:p>
            <a:pPr>
              <a:spcAft>
                <a:spcPts val="600"/>
              </a:spcAft>
            </a:pPr>
            <a:r>
              <a:rPr lang="en-US" altLang="ro-RO" sz="2400" dirty="0" err="1"/>
              <a:t>Dupa</a:t>
            </a:r>
            <a:r>
              <a:rPr lang="en-US" altLang="ro-RO" sz="2400" dirty="0"/>
              <a:t> </a:t>
            </a:r>
            <a:r>
              <a:rPr lang="en-US" altLang="ro-RO" sz="2400" dirty="0" err="1"/>
              <a:t>ce</a:t>
            </a:r>
            <a:r>
              <a:rPr lang="en-US" altLang="ro-RO" sz="2400" dirty="0"/>
              <a:t> </a:t>
            </a:r>
            <a:r>
              <a:rPr lang="en-US" altLang="ro-RO" sz="2400" dirty="0" err="1"/>
              <a:t>procesul</a:t>
            </a:r>
            <a:r>
              <a:rPr lang="en-US" altLang="ro-RO" sz="2400" dirty="0"/>
              <a:t> </a:t>
            </a:r>
            <a:r>
              <a:rPr lang="en-US" altLang="ro-RO" sz="2400" dirty="0">
                <a:solidFill>
                  <a:srgbClr val="FF0000"/>
                </a:solidFill>
              </a:rPr>
              <a:t>p</a:t>
            </a:r>
            <a:r>
              <a:rPr lang="en-US" altLang="ro-RO" sz="2400" dirty="0"/>
              <a:t> </a:t>
            </a:r>
            <a:r>
              <a:rPr lang="en-US" altLang="ro-RO" sz="2400" dirty="0" err="1"/>
              <a:t>trimite</a:t>
            </a:r>
            <a:r>
              <a:rPr lang="en-US" altLang="ro-RO" sz="2400" dirty="0"/>
              <a:t> </a:t>
            </a:r>
            <a:r>
              <a:rPr lang="en-US" altLang="ro-RO" sz="2400" dirty="0" err="1"/>
              <a:t>mesajul</a:t>
            </a:r>
            <a:r>
              <a:rPr lang="en-US" altLang="ro-RO" sz="2400" dirty="0"/>
              <a:t> </a:t>
            </a:r>
            <a:r>
              <a:rPr lang="en-US" altLang="ro-RO" sz="2400" dirty="0">
                <a:solidFill>
                  <a:srgbClr val="FF0000"/>
                </a:solidFill>
              </a:rPr>
              <a:t>m</a:t>
            </a:r>
            <a:r>
              <a:rPr lang="en-US" altLang="ro-RO" sz="2400" dirty="0"/>
              <a:t>, tot el </a:t>
            </a:r>
            <a:r>
              <a:rPr lang="en-US" altLang="ro-RO" sz="2400" dirty="0" err="1"/>
              <a:t>trimite</a:t>
            </a:r>
            <a:r>
              <a:rPr lang="en-US" altLang="ro-RO" sz="2400" dirty="0"/>
              <a:t> </a:t>
            </a:r>
            <a:r>
              <a:rPr lang="en-US" altLang="ro-RO" sz="2400" dirty="0" err="1"/>
              <a:t>mesajul</a:t>
            </a:r>
            <a:r>
              <a:rPr lang="en-US" altLang="ro-RO" sz="2400" dirty="0"/>
              <a:t> </a:t>
            </a:r>
            <a:r>
              <a:rPr lang="en-US" altLang="ro-RO" sz="2400" dirty="0">
                <a:solidFill>
                  <a:srgbClr val="FF0000"/>
                </a:solidFill>
              </a:rPr>
              <a:t>m’</a:t>
            </a:r>
            <a:r>
              <a:rPr lang="en-US" altLang="ro-RO" sz="2400" dirty="0"/>
              <a:t> </a:t>
            </a:r>
            <a:r>
              <a:rPr lang="en-US" altLang="ro-RO" sz="2400" dirty="0" err="1"/>
              <a:t>catre</a:t>
            </a:r>
            <a:r>
              <a:rPr lang="en-US" altLang="ro-RO" sz="2400" dirty="0"/>
              <a:t> </a:t>
            </a:r>
            <a:r>
              <a:rPr lang="en-US" altLang="ro-RO" sz="2400" dirty="0" err="1"/>
              <a:t>procesul</a:t>
            </a:r>
            <a:r>
              <a:rPr lang="en-US" altLang="ro-RO" sz="2400" dirty="0"/>
              <a:t> </a:t>
            </a:r>
            <a:r>
              <a:rPr lang="en-US" altLang="ro-RO" sz="2400" dirty="0">
                <a:solidFill>
                  <a:srgbClr val="FF0000"/>
                </a:solidFill>
              </a:rPr>
              <a:t>q</a:t>
            </a:r>
            <a:r>
              <a:rPr lang="en-US" altLang="ro-RO" sz="2400" dirty="0"/>
              <a:t>, care la </a:t>
            </a:r>
            <a:r>
              <a:rPr lang="en-US" altLang="ro-RO" sz="2400" dirty="0" err="1"/>
              <a:t>randul</a:t>
            </a:r>
            <a:r>
              <a:rPr lang="en-US" altLang="ro-RO" sz="2400" dirty="0"/>
              <a:t> </a:t>
            </a:r>
            <a:r>
              <a:rPr lang="en-US" altLang="ro-RO" sz="2400" dirty="0" err="1"/>
              <a:t>lui</a:t>
            </a:r>
            <a:r>
              <a:rPr lang="en-US" altLang="ro-RO" sz="2400" dirty="0"/>
              <a:t> il </a:t>
            </a:r>
            <a:r>
              <a:rPr lang="en-US" altLang="ro-RO" sz="2400" dirty="0" err="1"/>
              <a:t>trimite</a:t>
            </a:r>
            <a:r>
              <a:rPr lang="en-US" altLang="ro-RO" sz="2400" dirty="0"/>
              <a:t> </a:t>
            </a:r>
            <a:r>
              <a:rPr lang="en-US" altLang="ro-RO" sz="2400" dirty="0" err="1"/>
              <a:t>mai</a:t>
            </a:r>
            <a:r>
              <a:rPr lang="en-US" altLang="ro-RO" sz="2400" dirty="0"/>
              <a:t> </a:t>
            </a:r>
            <a:r>
              <a:rPr lang="en-US" altLang="ro-RO" sz="2400" dirty="0" err="1"/>
              <a:t>departe</a:t>
            </a:r>
            <a:r>
              <a:rPr lang="en-US" altLang="ro-RO" sz="2400" dirty="0"/>
              <a:t>.</a:t>
            </a:r>
          </a:p>
          <a:p>
            <a:pPr>
              <a:spcAft>
                <a:spcPts val="600"/>
              </a:spcAft>
            </a:pPr>
            <a:r>
              <a:rPr lang="en-US" altLang="ro-RO" sz="2400" dirty="0"/>
              <a:t>Daca </a:t>
            </a:r>
            <a:r>
              <a:rPr lang="en-US" altLang="ro-RO" sz="2400" dirty="0" err="1"/>
              <a:t>mesajul</a:t>
            </a:r>
            <a:r>
              <a:rPr lang="en-US" altLang="ro-RO" sz="2400" dirty="0"/>
              <a:t> </a:t>
            </a:r>
            <a:r>
              <a:rPr lang="en-US" altLang="ro-RO" sz="2400" dirty="0">
                <a:solidFill>
                  <a:srgbClr val="FF0000"/>
                </a:solidFill>
              </a:rPr>
              <a:t>m</a:t>
            </a:r>
            <a:r>
              <a:rPr lang="en-US" altLang="ro-RO" sz="2400" dirty="0"/>
              <a:t> nu era </a:t>
            </a:r>
            <a:r>
              <a:rPr lang="en-US" altLang="ro-RO" sz="2400" dirty="0" err="1"/>
              <a:t>logat</a:t>
            </a:r>
            <a:r>
              <a:rPr lang="en-US" altLang="ro-RO" sz="2400" dirty="0"/>
              <a:t>, </a:t>
            </a:r>
            <a:r>
              <a:rPr lang="en-US" altLang="ro-RO" sz="2400" dirty="0" err="1"/>
              <a:t>atunci</a:t>
            </a:r>
            <a:r>
              <a:rPr lang="en-US" altLang="ro-RO" sz="2400" dirty="0"/>
              <a:t> </a:t>
            </a:r>
            <a:r>
              <a:rPr lang="en-US" altLang="ro-RO" sz="2400" dirty="0" err="1"/>
              <a:t>defectarea</a:t>
            </a:r>
            <a:r>
              <a:rPr lang="en-US" altLang="ro-RO" sz="2400" dirty="0"/>
              <a:t> </a:t>
            </a:r>
            <a:r>
              <a:rPr lang="en-US" altLang="ro-RO" sz="2400" dirty="0" err="1"/>
              <a:t>lui</a:t>
            </a:r>
            <a:r>
              <a:rPr lang="en-US" altLang="ro-RO" sz="2400" dirty="0"/>
              <a:t> </a:t>
            </a:r>
            <a:r>
              <a:rPr lang="en-US" altLang="ro-RO" sz="2400" dirty="0">
                <a:solidFill>
                  <a:srgbClr val="FF0000"/>
                </a:solidFill>
              </a:rPr>
              <a:t>p</a:t>
            </a:r>
            <a:r>
              <a:rPr lang="en-US" altLang="ro-RO" sz="2400" dirty="0"/>
              <a:t> </a:t>
            </a:r>
            <a:r>
              <a:rPr lang="en-US" altLang="ro-RO" sz="2400" dirty="0" err="1"/>
              <a:t>ar</a:t>
            </a:r>
            <a:r>
              <a:rPr lang="en-US" altLang="ro-RO" sz="2400" dirty="0"/>
              <a:t> </a:t>
            </a:r>
            <a:r>
              <a:rPr lang="en-US" altLang="ro-RO" sz="2400" dirty="0" err="1"/>
              <a:t>putea</a:t>
            </a:r>
            <a:r>
              <a:rPr lang="en-US" altLang="ro-RO" sz="2400" dirty="0"/>
              <a:t> conduce la </a:t>
            </a:r>
            <a:r>
              <a:rPr lang="en-US" altLang="ro-RO" sz="2400" dirty="0" err="1"/>
              <a:t>pierderea</a:t>
            </a:r>
            <a:r>
              <a:rPr lang="en-US" altLang="ro-RO" sz="2400" dirty="0"/>
              <a:t> </a:t>
            </a:r>
            <a:r>
              <a:rPr lang="en-US" altLang="ro-RO" sz="2400" dirty="0" err="1"/>
              <a:t>oricarei</a:t>
            </a:r>
            <a:r>
              <a:rPr lang="en-US" altLang="ro-RO" sz="2400" dirty="0"/>
              <a:t> </a:t>
            </a:r>
            <a:r>
              <a:rPr lang="en-US" altLang="ro-RO" sz="2400" dirty="0" err="1"/>
              <a:t>informatii</a:t>
            </a:r>
            <a:r>
              <a:rPr lang="en-US" altLang="ro-RO" sz="2400" dirty="0"/>
              <a:t> </a:t>
            </a:r>
            <a:r>
              <a:rPr lang="en-US" altLang="ro-RO" sz="2400" dirty="0" err="1"/>
              <a:t>despre</a:t>
            </a:r>
            <a:r>
              <a:rPr lang="en-US" altLang="ro-RO" sz="2400" dirty="0"/>
              <a:t> </a:t>
            </a:r>
            <a:r>
              <a:rPr lang="en-US" altLang="ro-RO" sz="2400" dirty="0">
                <a:solidFill>
                  <a:srgbClr val="FF0000"/>
                </a:solidFill>
              </a:rPr>
              <a:t>m</a:t>
            </a:r>
            <a:r>
              <a:rPr lang="en-US" altLang="ro-RO" sz="2400" dirty="0"/>
              <a:t>.</a:t>
            </a:r>
          </a:p>
          <a:p>
            <a:pPr>
              <a:spcAft>
                <a:spcPts val="600"/>
              </a:spcAft>
            </a:pPr>
            <a:r>
              <a:rPr lang="en-US" altLang="ro-RO" sz="2400" dirty="0"/>
              <a:t>La </a:t>
            </a:r>
            <a:r>
              <a:rPr lang="en-US" altLang="ro-RO" sz="2400" dirty="0" err="1"/>
              <a:t>reinitializarea</a:t>
            </a:r>
            <a:r>
              <a:rPr lang="en-US" altLang="ro-RO" sz="2400" dirty="0"/>
              <a:t> </a:t>
            </a:r>
            <a:r>
              <a:rPr lang="en-US" altLang="ro-RO" sz="2400" dirty="0" err="1"/>
              <a:t>lui</a:t>
            </a:r>
            <a:r>
              <a:rPr lang="en-US" altLang="ro-RO" sz="2400" dirty="0"/>
              <a:t> </a:t>
            </a:r>
            <a:r>
              <a:rPr lang="en-US" altLang="ro-RO" sz="2400" dirty="0">
                <a:solidFill>
                  <a:srgbClr val="FF0000"/>
                </a:solidFill>
              </a:rPr>
              <a:t>p</a:t>
            </a:r>
            <a:r>
              <a:rPr lang="en-US" altLang="ro-RO" sz="2400" dirty="0"/>
              <a:t>, el </a:t>
            </a:r>
            <a:r>
              <a:rPr lang="en-US" altLang="ro-RO" sz="2400" dirty="0" err="1"/>
              <a:t>poate</a:t>
            </a:r>
            <a:r>
              <a:rPr lang="en-US" altLang="ro-RO" sz="2400" dirty="0"/>
              <a:t> </a:t>
            </a:r>
            <a:r>
              <a:rPr lang="en-US" altLang="ro-RO" sz="2400" dirty="0" err="1"/>
              <a:t>ajunge</a:t>
            </a:r>
            <a:r>
              <a:rPr lang="en-US" altLang="ro-RO" sz="2400" dirty="0"/>
              <a:t> </a:t>
            </a:r>
            <a:r>
              <a:rPr lang="en-US" altLang="ro-RO" sz="2400" dirty="0" err="1"/>
              <a:t>intr</a:t>
            </a:r>
            <a:r>
              <a:rPr lang="en-US" altLang="ro-RO" sz="2400" dirty="0"/>
              <a:t>-o stare in care a </a:t>
            </a:r>
            <a:r>
              <a:rPr lang="en-US" altLang="ro-RO" sz="2400" dirty="0" err="1"/>
              <a:t>doua</a:t>
            </a:r>
            <a:r>
              <a:rPr lang="en-US" altLang="ro-RO" sz="2400" dirty="0"/>
              <a:t> </a:t>
            </a:r>
            <a:r>
              <a:rPr lang="en-US" altLang="ro-RO" sz="2400" dirty="0" err="1"/>
              <a:t>oara</a:t>
            </a:r>
            <a:r>
              <a:rPr lang="en-US" altLang="ro-RO" sz="2400" dirty="0"/>
              <a:t> nu </a:t>
            </a:r>
            <a:r>
              <a:rPr lang="en-US" altLang="ro-RO" sz="2400" dirty="0" err="1"/>
              <a:t>mai</a:t>
            </a:r>
            <a:r>
              <a:rPr lang="en-US" altLang="ro-RO" sz="2400" dirty="0"/>
              <a:t> </a:t>
            </a:r>
            <a:r>
              <a:rPr lang="en-US" altLang="ro-RO" sz="2400" dirty="0" err="1"/>
              <a:t>trimite</a:t>
            </a:r>
            <a:r>
              <a:rPr lang="en-US" altLang="ro-RO" sz="2400" dirty="0"/>
              <a:t> </a:t>
            </a:r>
            <a:r>
              <a:rPr lang="en-US" altLang="ro-RO" sz="2400" dirty="0" err="1"/>
              <a:t>mesajul</a:t>
            </a:r>
            <a:r>
              <a:rPr lang="en-US" altLang="ro-RO" sz="2400" dirty="0"/>
              <a:t> </a:t>
            </a:r>
            <a:r>
              <a:rPr lang="en-US" altLang="ro-RO" sz="2400" dirty="0">
                <a:solidFill>
                  <a:srgbClr val="FF0000"/>
                </a:solidFill>
              </a:rPr>
              <a:t>m’</a:t>
            </a:r>
            <a:r>
              <a:rPr lang="en-US" altLang="ro-RO" sz="2400" dirty="0"/>
              <a:t> </a:t>
            </a:r>
            <a:r>
              <a:rPr lang="en-US" altLang="ro-RO" sz="2400" dirty="0" err="1"/>
              <a:t>lui</a:t>
            </a:r>
            <a:r>
              <a:rPr lang="en-US" altLang="ro-RO" sz="2400" dirty="0"/>
              <a:t> </a:t>
            </a:r>
            <a:r>
              <a:rPr lang="en-US" altLang="ro-RO" sz="2400" dirty="0">
                <a:solidFill>
                  <a:srgbClr val="FF0000"/>
                </a:solidFill>
              </a:rPr>
              <a:t>q.</a:t>
            </a:r>
          </a:p>
          <a:p>
            <a:pPr>
              <a:spcAft>
                <a:spcPts val="600"/>
              </a:spcAft>
            </a:pPr>
            <a:r>
              <a:rPr lang="en-US" altLang="ro-RO" sz="2400" dirty="0"/>
              <a:t>In </a:t>
            </a:r>
            <a:r>
              <a:rPr lang="en-US" altLang="ro-RO" sz="2400" dirty="0" err="1"/>
              <a:t>acest</a:t>
            </a:r>
            <a:r>
              <a:rPr lang="en-US" altLang="ro-RO" sz="2400" dirty="0"/>
              <a:t> </a:t>
            </a:r>
            <a:r>
              <a:rPr lang="en-US" altLang="ro-RO" sz="2400" dirty="0" err="1"/>
              <a:t>caz</a:t>
            </a:r>
            <a:r>
              <a:rPr lang="en-US" altLang="ro-RO" sz="2400" dirty="0"/>
              <a:t> </a:t>
            </a:r>
            <a:r>
              <a:rPr lang="en-US" altLang="ro-RO" sz="2400" dirty="0" err="1"/>
              <a:t>procesul</a:t>
            </a:r>
            <a:r>
              <a:rPr lang="en-US" altLang="ro-RO" sz="2400" dirty="0"/>
              <a:t> </a:t>
            </a:r>
            <a:r>
              <a:rPr lang="en-US" altLang="ro-RO" sz="2400" dirty="0">
                <a:solidFill>
                  <a:srgbClr val="FF0000"/>
                </a:solidFill>
              </a:rPr>
              <a:t>q</a:t>
            </a:r>
            <a:r>
              <a:rPr lang="en-US" altLang="ro-RO" sz="2400" dirty="0"/>
              <a:t> nu </a:t>
            </a:r>
            <a:r>
              <a:rPr lang="en-US" altLang="ro-RO" sz="2400" dirty="0" err="1"/>
              <a:t>ar</a:t>
            </a:r>
            <a:r>
              <a:rPr lang="en-US" altLang="ro-RO" sz="2400" dirty="0"/>
              <a:t> </a:t>
            </a:r>
            <a:r>
              <a:rPr lang="en-US" altLang="ro-RO" sz="2400" dirty="0" err="1"/>
              <a:t>mai</a:t>
            </a:r>
            <a:r>
              <a:rPr lang="en-US" altLang="ro-RO" sz="2400" dirty="0"/>
              <a:t> fi consistent cu </a:t>
            </a:r>
            <a:r>
              <a:rPr lang="en-US" altLang="ro-RO" sz="2400" dirty="0" err="1"/>
              <a:t>procesul</a:t>
            </a:r>
            <a:r>
              <a:rPr lang="en-US" altLang="ro-RO" sz="2400" dirty="0"/>
              <a:t> </a:t>
            </a:r>
            <a:r>
              <a:rPr lang="en-US" altLang="ro-RO" sz="2400" dirty="0">
                <a:solidFill>
                  <a:srgbClr val="FF0000"/>
                </a:solidFill>
              </a:rPr>
              <a:t>p,</a:t>
            </a:r>
            <a:r>
              <a:rPr lang="en-US" altLang="ro-RO" sz="2400" dirty="0"/>
              <a:t> </a:t>
            </a:r>
            <a:r>
              <a:rPr lang="en-US" altLang="ro-RO" sz="2400" dirty="0" err="1"/>
              <a:t>pentru</a:t>
            </a:r>
            <a:r>
              <a:rPr lang="en-US" altLang="ro-RO" sz="2400" dirty="0"/>
              <a:t> ca </a:t>
            </a:r>
            <a:r>
              <a:rPr lang="en-US" altLang="ro-RO" sz="2400" dirty="0">
                <a:solidFill>
                  <a:srgbClr val="FF0000"/>
                </a:solidFill>
              </a:rPr>
              <a:t>q</a:t>
            </a:r>
            <a:r>
              <a:rPr lang="en-US" altLang="ro-RO" sz="2400" dirty="0"/>
              <a:t> a </a:t>
            </a:r>
            <a:r>
              <a:rPr lang="en-US" altLang="ro-RO" sz="2400" dirty="0" err="1"/>
              <a:t>trimis</a:t>
            </a:r>
            <a:r>
              <a:rPr lang="en-US" altLang="ro-RO" sz="2400" dirty="0"/>
              <a:t> un </a:t>
            </a:r>
            <a:r>
              <a:rPr lang="en-US" altLang="ro-RO" sz="2400" dirty="0" err="1"/>
              <a:t>mesaj</a:t>
            </a:r>
            <a:r>
              <a:rPr lang="en-US" altLang="ro-RO" sz="2400" dirty="0"/>
              <a:t> </a:t>
            </a:r>
            <a:r>
              <a:rPr lang="en-US" altLang="ro-RO" sz="2400" dirty="0">
                <a:solidFill>
                  <a:srgbClr val="FF0000"/>
                </a:solidFill>
              </a:rPr>
              <a:t>m’</a:t>
            </a:r>
            <a:r>
              <a:rPr lang="en-US" altLang="ro-RO" sz="2400" dirty="0"/>
              <a:t> </a:t>
            </a:r>
            <a:r>
              <a:rPr lang="en-US" altLang="ro-RO" sz="2400" dirty="0" err="1"/>
              <a:t>ce</a:t>
            </a:r>
            <a:r>
              <a:rPr lang="en-US" altLang="ro-RO" sz="2400" dirty="0"/>
              <a:t> nu a </a:t>
            </a:r>
            <a:r>
              <a:rPr lang="en-US" altLang="ro-RO" sz="2400" dirty="0" err="1"/>
              <a:t>fost</a:t>
            </a:r>
            <a:r>
              <a:rPr lang="en-US" altLang="ro-RO" sz="2400" dirty="0"/>
              <a:t> </a:t>
            </a:r>
            <a:r>
              <a:rPr lang="en-US" altLang="ro-RO" sz="2400" dirty="0" err="1"/>
              <a:t>niciodata</a:t>
            </a:r>
            <a:r>
              <a:rPr lang="en-US" altLang="ro-RO" sz="2400" dirty="0"/>
              <a:t> </a:t>
            </a:r>
            <a:r>
              <a:rPr lang="en-US" altLang="ro-RO" sz="2400" dirty="0" err="1"/>
              <a:t>trimis</a:t>
            </a:r>
            <a:r>
              <a:rPr lang="en-US" altLang="ro-RO" sz="2400" dirty="0"/>
              <a:t> de </a:t>
            </a:r>
            <a:r>
              <a:rPr lang="en-US" altLang="ro-RO" sz="2400" dirty="0" err="1"/>
              <a:t>procesul</a:t>
            </a:r>
            <a:r>
              <a:rPr lang="en-US" altLang="ro-RO" sz="2400" dirty="0"/>
              <a:t> </a:t>
            </a:r>
            <a:r>
              <a:rPr lang="en-US" altLang="ro-RO" sz="2400" dirty="0">
                <a:solidFill>
                  <a:srgbClr val="FF0000"/>
                </a:solidFill>
              </a:rPr>
              <a:t>p.</a:t>
            </a:r>
          </a:p>
          <a:p>
            <a:pPr>
              <a:spcAft>
                <a:spcPts val="600"/>
              </a:spcAft>
            </a:pPr>
            <a:r>
              <a:rPr lang="en-US" altLang="ro-RO" sz="2400" dirty="0">
                <a:solidFill>
                  <a:srgbClr val="FF0000"/>
                </a:solidFill>
              </a:rPr>
              <a:t>q</a:t>
            </a:r>
            <a:r>
              <a:rPr lang="en-US" altLang="ro-RO" sz="2400" dirty="0"/>
              <a:t> </a:t>
            </a:r>
            <a:r>
              <a:rPr lang="en-US" altLang="ro-RO" sz="2400" dirty="0" err="1"/>
              <a:t>este</a:t>
            </a:r>
            <a:r>
              <a:rPr lang="en-US" altLang="ro-RO" sz="2400" dirty="0"/>
              <a:t> un </a:t>
            </a:r>
            <a:r>
              <a:rPr lang="en-US" altLang="ro-RO" sz="2400" dirty="0" err="1">
                <a:solidFill>
                  <a:srgbClr val="FF0000"/>
                </a:solidFill>
              </a:rPr>
              <a:t>proces</a:t>
            </a:r>
            <a:r>
              <a:rPr lang="en-US" altLang="ro-RO" sz="2400" dirty="0">
                <a:solidFill>
                  <a:srgbClr val="FF0000"/>
                </a:solidFill>
              </a:rPr>
              <a:t> </a:t>
            </a:r>
            <a:r>
              <a:rPr lang="en-US" altLang="ro-RO" sz="2400" dirty="0" err="1">
                <a:solidFill>
                  <a:srgbClr val="FF0000"/>
                </a:solidFill>
              </a:rPr>
              <a:t>orfan</a:t>
            </a:r>
            <a:r>
              <a:rPr lang="en-US" altLang="ro-RO" sz="2400" dirty="0"/>
              <a:t>.</a:t>
            </a:r>
          </a:p>
        </p:txBody>
      </p:sp>
      <p:sp>
        <p:nvSpPr>
          <p:cNvPr id="44036" name="Footer Placeholder 3">
            <a:extLst>
              <a:ext uri="{FF2B5EF4-FFF2-40B4-BE49-F238E27FC236}">
                <a16:creationId xmlns:a16="http://schemas.microsoft.com/office/drawing/2014/main" id="{9C7E7D16-3B06-C94D-8609-DDF8A312B5F0}"/>
              </a:ext>
            </a:extLst>
          </p:cNvPr>
          <p:cNvSpPr>
            <a:spLocks noGrp="1"/>
          </p:cNvSpPr>
          <p:nvPr>
            <p:ph type="ftr" sz="quarter" idx="10"/>
          </p:nvPr>
        </p:nvSpPr>
        <p:spPr bwMode="auto">
          <a:xfrm>
            <a:off x="2362200" y="6610350"/>
            <a:ext cx="38862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ctr" rtl="0" fontAlgn="base">
              <a:spcBef>
                <a:spcPct val="0"/>
              </a:spcBef>
              <a:spcAft>
                <a:spcPct val="0"/>
              </a:spcAft>
              <a:defRPr sz="900" kern="1200">
                <a:solidFill>
                  <a:schemeClr val="bg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r>
              <a:rPr lang="en-US"/>
              <a:t>Toleranta la defecte in SD </a:t>
            </a:r>
            <a:endParaRPr lang="en-US" altLang="ro-RO">
              <a:solidFill>
                <a:schemeClr val="bg1"/>
              </a:solidFill>
            </a:endParaRPr>
          </a:p>
        </p:txBody>
      </p:sp>
      <p:sp>
        <p:nvSpPr>
          <p:cNvPr id="44037" name="Slide Number Placeholder 4">
            <a:extLst>
              <a:ext uri="{FF2B5EF4-FFF2-40B4-BE49-F238E27FC236}">
                <a16:creationId xmlns:a16="http://schemas.microsoft.com/office/drawing/2014/main" id="{58C460D3-F5A8-A941-B414-52E4F41D22FF}"/>
              </a:ext>
            </a:extLst>
          </p:cNvPr>
          <p:cNvSpPr>
            <a:spLocks noGrp="1"/>
          </p:cNvSpPr>
          <p:nvPr>
            <p:ph type="sldNum" sz="quarter" idx="11"/>
          </p:nvPr>
        </p:nvSpPr>
        <p:spPr bwMode="auto">
          <a:xfrm>
            <a:off x="7010400" y="6602413"/>
            <a:ext cx="2133600" cy="549275"/>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900" kern="1200">
                <a:solidFill>
                  <a:schemeClr val="bg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fld id="{F70614BC-944D-F346-86BD-32DC0AD8C607}" type="slidenum">
              <a:rPr lang="en-US" altLang="ro-RO" smtClean="0"/>
              <a:pPr eaLnBrk="1" hangingPunct="1"/>
              <a:t>33</a:t>
            </a:fld>
            <a:endParaRPr lang="en-US" altLang="ro-RO">
              <a:solidFill>
                <a:schemeClr val="bg1"/>
              </a:solidFill>
            </a:endParaRPr>
          </a:p>
        </p:txBody>
      </p:sp>
    </p:spTree>
    <p:extLst>
      <p:ext uri="{BB962C8B-B14F-4D97-AF65-F5344CB8AC3E}">
        <p14:creationId xmlns:p14="http://schemas.microsoft.com/office/powerpoint/2010/main" val="40124574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a:extLst>
              <a:ext uri="{FF2B5EF4-FFF2-40B4-BE49-F238E27FC236}">
                <a16:creationId xmlns:a16="http://schemas.microsoft.com/office/drawing/2014/main" id="{F8854D3E-2172-4A4C-8D7B-6715B88ABF73}"/>
              </a:ext>
            </a:extLst>
          </p:cNvPr>
          <p:cNvSpPr>
            <a:spLocks noGrp="1" noChangeArrowheads="1"/>
          </p:cNvSpPr>
          <p:nvPr>
            <p:ph type="title"/>
          </p:nvPr>
        </p:nvSpPr>
        <p:spPr/>
        <p:txBody>
          <a:bodyPr/>
          <a:lstStyle/>
          <a:p>
            <a:pPr>
              <a:defRPr/>
            </a:pPr>
            <a:r>
              <a:rPr lang="en-US" sz="4000" dirty="0" err="1"/>
              <a:t>Abordari</a:t>
            </a:r>
            <a:r>
              <a:rPr lang="en-US" sz="4000" dirty="0"/>
              <a:t> Message Logging</a:t>
            </a:r>
          </a:p>
        </p:txBody>
      </p:sp>
      <p:sp>
        <p:nvSpPr>
          <p:cNvPr id="45059" name="Rectangle 7">
            <a:extLst>
              <a:ext uri="{FF2B5EF4-FFF2-40B4-BE49-F238E27FC236}">
                <a16:creationId xmlns:a16="http://schemas.microsoft.com/office/drawing/2014/main" id="{D877BED4-EF6A-094C-B5A4-6225F3E6CD99}"/>
              </a:ext>
            </a:extLst>
          </p:cNvPr>
          <p:cNvSpPr>
            <a:spLocks noGrp="1" noChangeArrowheads="1"/>
          </p:cNvSpPr>
          <p:nvPr>
            <p:ph type="body" idx="1"/>
          </p:nvPr>
        </p:nvSpPr>
        <p:spPr>
          <a:xfrm>
            <a:off x="152400" y="1981200"/>
            <a:ext cx="3124200" cy="4648200"/>
          </a:xfrm>
          <a:noFill/>
        </p:spPr>
        <p:txBody>
          <a:bodyPr/>
          <a:lstStyle/>
          <a:p>
            <a:pPr>
              <a:lnSpc>
                <a:spcPct val="90000"/>
              </a:lnSpc>
            </a:pPr>
            <a:endParaRPr lang="en-US" altLang="ro-RO" sz="2800" dirty="0"/>
          </a:p>
          <a:p>
            <a:pPr>
              <a:lnSpc>
                <a:spcPct val="90000"/>
              </a:lnSpc>
            </a:pPr>
            <a:endParaRPr lang="en-US" altLang="ro-RO" sz="2800" dirty="0"/>
          </a:p>
          <a:p>
            <a:pPr>
              <a:lnSpc>
                <a:spcPct val="90000"/>
              </a:lnSpc>
            </a:pPr>
            <a:endParaRPr lang="en-US" altLang="ro-RO" sz="2800" dirty="0"/>
          </a:p>
          <a:p>
            <a:pPr>
              <a:lnSpc>
                <a:spcPct val="90000"/>
              </a:lnSpc>
            </a:pPr>
            <a:endParaRPr lang="en-US" altLang="ro-RO" sz="2800" dirty="0"/>
          </a:p>
          <a:p>
            <a:pPr>
              <a:lnSpc>
                <a:spcPct val="90000"/>
              </a:lnSpc>
              <a:buFont typeface="Wingdings" pitchFamily="2" charset="2"/>
              <a:buNone/>
            </a:pPr>
            <a:r>
              <a:rPr lang="en-US" altLang="ro-RO" sz="2800" dirty="0" err="1"/>
              <a:t>Pesimista</a:t>
            </a:r>
            <a:endParaRPr lang="en-US" altLang="ro-RO" sz="2800" dirty="0"/>
          </a:p>
          <a:p>
            <a:pPr>
              <a:lnSpc>
                <a:spcPct val="90000"/>
              </a:lnSpc>
            </a:pPr>
            <a:endParaRPr lang="en-US" altLang="ro-RO" sz="2800" dirty="0"/>
          </a:p>
          <a:p>
            <a:pPr>
              <a:lnSpc>
                <a:spcPct val="90000"/>
              </a:lnSpc>
              <a:buFont typeface="Wingdings" pitchFamily="2" charset="2"/>
              <a:buBlip>
                <a:blip r:embed="rId2"/>
              </a:buBlip>
            </a:pPr>
            <a:r>
              <a:rPr lang="en-US" altLang="ro-RO" sz="2000" dirty="0"/>
              <a:t>Nu </a:t>
            </a:r>
            <a:r>
              <a:rPr lang="en-US" altLang="ro-RO" sz="2000" dirty="0" err="1"/>
              <a:t>exista</a:t>
            </a:r>
            <a:r>
              <a:rPr lang="en-US" altLang="ro-RO" sz="2000" dirty="0"/>
              <a:t> </a:t>
            </a:r>
            <a:r>
              <a:rPr lang="en-US" altLang="ro-RO" sz="2000" dirty="0" err="1"/>
              <a:t>procese</a:t>
            </a:r>
            <a:r>
              <a:rPr lang="en-US" altLang="ro-RO" sz="2000" dirty="0"/>
              <a:t> </a:t>
            </a:r>
            <a:r>
              <a:rPr lang="en-US" altLang="ro-RO" sz="2000" dirty="0" err="1"/>
              <a:t>orfan</a:t>
            </a:r>
            <a:endParaRPr lang="en-US" altLang="ro-RO" sz="2000" dirty="0"/>
          </a:p>
          <a:p>
            <a:pPr>
              <a:lnSpc>
                <a:spcPct val="90000"/>
              </a:lnSpc>
              <a:buFont typeface="Wingdings" pitchFamily="2" charset="2"/>
              <a:buBlip>
                <a:blip r:embed="rId2"/>
              </a:buBlip>
            </a:pPr>
            <a:r>
              <a:rPr lang="en-US" altLang="ro-RO" sz="2000" dirty="0" err="1"/>
              <a:t>Recuperare</a:t>
            </a:r>
            <a:r>
              <a:rPr lang="en-US" altLang="ro-RO" sz="2000" dirty="0"/>
              <a:t> </a:t>
            </a:r>
            <a:r>
              <a:rPr lang="en-US" altLang="ro-RO" sz="2000" dirty="0" err="1"/>
              <a:t>usoara</a:t>
            </a:r>
            <a:endParaRPr lang="en-US" altLang="ro-RO" sz="2000" dirty="0"/>
          </a:p>
          <a:p>
            <a:pPr>
              <a:lnSpc>
                <a:spcPct val="90000"/>
              </a:lnSpc>
              <a:buFont typeface="Wingdings" pitchFamily="2" charset="2"/>
              <a:buBlip>
                <a:blip r:embed="rId3"/>
              </a:buBlip>
            </a:pPr>
            <a:r>
              <a:rPr lang="en-US" altLang="ro-RO" sz="2000" dirty="0" err="1">
                <a:solidFill>
                  <a:srgbClr val="CC0000"/>
                </a:solidFill>
              </a:rPr>
              <a:t>Performante</a:t>
            </a:r>
            <a:r>
              <a:rPr lang="en-US" altLang="ro-RO" sz="2000" dirty="0">
                <a:solidFill>
                  <a:srgbClr val="CC0000"/>
                </a:solidFill>
              </a:rPr>
              <a:t> </a:t>
            </a:r>
            <a:r>
              <a:rPr lang="en-US" altLang="ro-RO" sz="2000" dirty="0" err="1">
                <a:solidFill>
                  <a:srgbClr val="CC0000"/>
                </a:solidFill>
              </a:rPr>
              <a:t>scazute</a:t>
            </a:r>
            <a:endParaRPr lang="en-US" altLang="ro-RO" sz="2000" dirty="0">
              <a:solidFill>
                <a:srgbClr val="CC0000"/>
              </a:solidFill>
            </a:endParaRPr>
          </a:p>
          <a:p>
            <a:pPr>
              <a:lnSpc>
                <a:spcPct val="90000"/>
              </a:lnSpc>
              <a:buFontTx/>
              <a:buNone/>
            </a:pPr>
            <a:endParaRPr lang="en-US" altLang="ro-RO" sz="2800" dirty="0">
              <a:solidFill>
                <a:srgbClr val="CC0000"/>
              </a:solidFill>
            </a:endParaRPr>
          </a:p>
        </p:txBody>
      </p:sp>
      <p:sp>
        <p:nvSpPr>
          <p:cNvPr id="45060" name="Rectangle 8">
            <a:extLst>
              <a:ext uri="{FF2B5EF4-FFF2-40B4-BE49-F238E27FC236}">
                <a16:creationId xmlns:a16="http://schemas.microsoft.com/office/drawing/2014/main" id="{AA19987F-4A63-A444-9911-649E17DAB364}"/>
              </a:ext>
            </a:extLst>
          </p:cNvPr>
          <p:cNvSpPr>
            <a:spLocks noChangeArrowheads="1"/>
          </p:cNvSpPr>
          <p:nvPr/>
        </p:nvSpPr>
        <p:spPr bwMode="auto">
          <a:xfrm>
            <a:off x="3200400" y="1676400"/>
            <a:ext cx="28956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buClr>
                <a:schemeClr val="bg2"/>
              </a:buClr>
              <a:buSzPct val="75000"/>
              <a:buFont typeface="Wingdings" pitchFamily="2" charset="2"/>
              <a:buChar char="n"/>
            </a:pPr>
            <a:endParaRPr lang="en-US" altLang="ro-RO" sz="2800"/>
          </a:p>
          <a:p>
            <a:pPr eaLnBrk="1" hangingPunct="1">
              <a:spcBef>
                <a:spcPct val="20000"/>
              </a:spcBef>
              <a:buClr>
                <a:schemeClr val="bg2"/>
              </a:buClr>
              <a:buSzPct val="75000"/>
              <a:buFont typeface="Wingdings" pitchFamily="2" charset="2"/>
              <a:buChar char="n"/>
            </a:pPr>
            <a:endParaRPr lang="en-US" altLang="ro-RO" sz="2800"/>
          </a:p>
          <a:p>
            <a:pPr eaLnBrk="1" hangingPunct="1">
              <a:spcBef>
                <a:spcPct val="20000"/>
              </a:spcBef>
              <a:buClr>
                <a:schemeClr val="bg2"/>
              </a:buClr>
              <a:buSzPct val="75000"/>
              <a:buFont typeface="Wingdings" pitchFamily="2" charset="2"/>
              <a:buChar char="n"/>
            </a:pPr>
            <a:endParaRPr lang="en-US" altLang="ro-RO" sz="2800"/>
          </a:p>
          <a:p>
            <a:pPr eaLnBrk="1" hangingPunct="1">
              <a:spcBef>
                <a:spcPct val="20000"/>
              </a:spcBef>
              <a:buClr>
                <a:schemeClr val="bg2"/>
              </a:buClr>
              <a:buSzPct val="75000"/>
              <a:buFont typeface="Wingdings" pitchFamily="2" charset="2"/>
              <a:buChar char="n"/>
            </a:pPr>
            <a:endParaRPr lang="en-US" altLang="ro-RO" sz="2800"/>
          </a:p>
          <a:p>
            <a:pPr eaLnBrk="1" hangingPunct="1">
              <a:spcBef>
                <a:spcPct val="20000"/>
              </a:spcBef>
              <a:buClr>
                <a:schemeClr val="bg2"/>
              </a:buClr>
              <a:buSzPct val="75000"/>
              <a:buFont typeface="Wingdings" pitchFamily="2" charset="2"/>
              <a:buNone/>
            </a:pPr>
            <a:endParaRPr lang="en-US" altLang="ro-RO" sz="2800"/>
          </a:p>
          <a:p>
            <a:pPr eaLnBrk="1" hangingPunct="1">
              <a:spcBef>
                <a:spcPct val="20000"/>
              </a:spcBef>
              <a:buClr>
                <a:schemeClr val="bg2"/>
              </a:buClr>
              <a:buSzPct val="75000"/>
              <a:buFont typeface="Wingdings" pitchFamily="2" charset="2"/>
              <a:buNone/>
            </a:pPr>
            <a:r>
              <a:rPr lang="en-US" altLang="ro-RO" sz="2800"/>
              <a:t>Optimista</a:t>
            </a:r>
          </a:p>
          <a:p>
            <a:pPr eaLnBrk="1" hangingPunct="1">
              <a:spcBef>
                <a:spcPct val="20000"/>
              </a:spcBef>
              <a:buClr>
                <a:schemeClr val="bg2"/>
              </a:buClr>
              <a:buSzPct val="75000"/>
              <a:buFont typeface="Wingdings" pitchFamily="2" charset="2"/>
              <a:buNone/>
            </a:pPr>
            <a:endParaRPr lang="en-US" altLang="ro-RO" sz="2000"/>
          </a:p>
          <a:p>
            <a:pPr eaLnBrk="1" hangingPunct="1">
              <a:spcBef>
                <a:spcPct val="20000"/>
              </a:spcBef>
              <a:buClr>
                <a:schemeClr val="bg2"/>
              </a:buClr>
              <a:buSzPct val="75000"/>
              <a:buFont typeface="Wingdings" pitchFamily="2" charset="2"/>
              <a:buBlip>
                <a:blip r:embed="rId2"/>
              </a:buBlip>
            </a:pPr>
            <a:r>
              <a:rPr lang="en-US" altLang="ro-RO" sz="2000"/>
              <a:t>Non-blocanta</a:t>
            </a:r>
          </a:p>
          <a:p>
            <a:pPr eaLnBrk="1" hangingPunct="1">
              <a:spcBef>
                <a:spcPct val="20000"/>
              </a:spcBef>
              <a:buClr>
                <a:schemeClr val="bg2"/>
              </a:buClr>
              <a:buSzPct val="75000"/>
              <a:buFont typeface="Wingdings" pitchFamily="2" charset="2"/>
              <a:buBlip>
                <a:blip r:embed="rId3"/>
              </a:buBlip>
            </a:pPr>
            <a:r>
              <a:rPr lang="en-US" altLang="ro-RO" sz="2000">
                <a:solidFill>
                  <a:srgbClr val="CC0000"/>
                </a:solidFill>
              </a:rPr>
              <a:t>Procese orfan</a:t>
            </a:r>
          </a:p>
          <a:p>
            <a:pPr eaLnBrk="1" hangingPunct="1">
              <a:spcBef>
                <a:spcPct val="20000"/>
              </a:spcBef>
              <a:buClr>
                <a:schemeClr val="bg2"/>
              </a:buClr>
              <a:buSzPct val="75000"/>
              <a:buFont typeface="Wingdings" pitchFamily="2" charset="2"/>
              <a:buBlip>
                <a:blip r:embed="rId3"/>
              </a:buBlip>
            </a:pPr>
            <a:r>
              <a:rPr lang="en-US" altLang="ro-RO" sz="2000">
                <a:solidFill>
                  <a:srgbClr val="CC0000"/>
                </a:solidFill>
              </a:rPr>
              <a:t>Recuperare complexa</a:t>
            </a:r>
          </a:p>
          <a:p>
            <a:pPr eaLnBrk="1" hangingPunct="1">
              <a:spcBef>
                <a:spcPct val="20000"/>
              </a:spcBef>
              <a:buClr>
                <a:schemeClr val="bg2"/>
              </a:buClr>
              <a:buSzPct val="75000"/>
              <a:buFont typeface="Wingdings" pitchFamily="2" charset="2"/>
              <a:buBlip>
                <a:blip r:embed="rId2"/>
              </a:buBlip>
            </a:pPr>
            <a:endParaRPr lang="en-US" altLang="ro-RO" sz="2000">
              <a:solidFill>
                <a:srgbClr val="CC0000"/>
              </a:solidFill>
            </a:endParaRPr>
          </a:p>
        </p:txBody>
      </p:sp>
      <p:sp>
        <p:nvSpPr>
          <p:cNvPr id="45061" name="Rectangle 9">
            <a:extLst>
              <a:ext uri="{FF2B5EF4-FFF2-40B4-BE49-F238E27FC236}">
                <a16:creationId xmlns:a16="http://schemas.microsoft.com/office/drawing/2014/main" id="{82E6B14E-78B8-B64E-88ED-1BE4326BC2D1}"/>
              </a:ext>
            </a:extLst>
          </p:cNvPr>
          <p:cNvSpPr>
            <a:spLocks noChangeArrowheads="1"/>
          </p:cNvSpPr>
          <p:nvPr/>
        </p:nvSpPr>
        <p:spPr bwMode="auto">
          <a:xfrm>
            <a:off x="6248400" y="2133600"/>
            <a:ext cx="28956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buClr>
                <a:schemeClr val="bg2"/>
              </a:buClr>
              <a:buSzPct val="75000"/>
              <a:buFont typeface="Wingdings" pitchFamily="2" charset="2"/>
              <a:buChar char="n"/>
            </a:pPr>
            <a:endParaRPr lang="en-US" altLang="ro-RO" sz="2800"/>
          </a:p>
          <a:p>
            <a:pPr eaLnBrk="1" hangingPunct="1">
              <a:spcBef>
                <a:spcPct val="20000"/>
              </a:spcBef>
              <a:buClr>
                <a:schemeClr val="bg2"/>
              </a:buClr>
              <a:buSzPct val="75000"/>
              <a:buFont typeface="Wingdings" pitchFamily="2" charset="2"/>
              <a:buChar char="n"/>
            </a:pPr>
            <a:endParaRPr lang="en-US" altLang="ro-RO" sz="2800"/>
          </a:p>
          <a:p>
            <a:pPr eaLnBrk="1" hangingPunct="1">
              <a:spcBef>
                <a:spcPct val="20000"/>
              </a:spcBef>
              <a:buClr>
                <a:schemeClr val="bg2"/>
              </a:buClr>
              <a:buSzPct val="75000"/>
              <a:buFont typeface="Wingdings" pitchFamily="2" charset="2"/>
              <a:buChar char="n"/>
            </a:pPr>
            <a:endParaRPr lang="en-US" altLang="ro-RO" sz="2800"/>
          </a:p>
          <a:p>
            <a:pPr eaLnBrk="1" hangingPunct="1">
              <a:spcBef>
                <a:spcPct val="20000"/>
              </a:spcBef>
              <a:buClr>
                <a:schemeClr val="bg2"/>
              </a:buClr>
              <a:buSzPct val="75000"/>
              <a:buFont typeface="Wingdings" pitchFamily="2" charset="2"/>
              <a:buChar char="n"/>
            </a:pPr>
            <a:endParaRPr lang="en-US" altLang="ro-RO" sz="2800"/>
          </a:p>
          <a:p>
            <a:pPr eaLnBrk="1" hangingPunct="1">
              <a:spcBef>
                <a:spcPct val="20000"/>
              </a:spcBef>
              <a:buClr>
                <a:schemeClr val="bg2"/>
              </a:buClr>
              <a:buSzPct val="75000"/>
              <a:buFont typeface="Wingdings" pitchFamily="2" charset="2"/>
              <a:buNone/>
            </a:pPr>
            <a:r>
              <a:rPr lang="en-US" altLang="ro-RO" sz="2800"/>
              <a:t>Cauzala</a:t>
            </a:r>
          </a:p>
          <a:p>
            <a:pPr eaLnBrk="1" hangingPunct="1">
              <a:spcBef>
                <a:spcPct val="20000"/>
              </a:spcBef>
              <a:buClr>
                <a:schemeClr val="bg2"/>
              </a:buClr>
              <a:buSzPct val="75000"/>
              <a:buFont typeface="Wingdings" pitchFamily="2" charset="2"/>
              <a:buNone/>
            </a:pPr>
            <a:endParaRPr lang="en-US" altLang="ro-RO" sz="2000"/>
          </a:p>
          <a:p>
            <a:pPr eaLnBrk="1" hangingPunct="1">
              <a:spcBef>
                <a:spcPct val="20000"/>
              </a:spcBef>
              <a:buClr>
                <a:schemeClr val="bg2"/>
              </a:buClr>
              <a:buSzPct val="75000"/>
              <a:buFont typeface="Wingdings" pitchFamily="2" charset="2"/>
              <a:buBlip>
                <a:blip r:embed="rId2"/>
              </a:buBlip>
            </a:pPr>
            <a:r>
              <a:rPr lang="en-US" altLang="ro-RO" sz="2000"/>
              <a:t>Non-blocanta</a:t>
            </a:r>
          </a:p>
          <a:p>
            <a:pPr eaLnBrk="1" hangingPunct="1">
              <a:spcBef>
                <a:spcPct val="20000"/>
              </a:spcBef>
              <a:buClr>
                <a:schemeClr val="bg2"/>
              </a:buClr>
              <a:buSzPct val="75000"/>
              <a:buFont typeface="Wingdings" pitchFamily="2" charset="2"/>
              <a:buBlip>
                <a:blip r:embed="rId2"/>
              </a:buBlip>
            </a:pPr>
            <a:r>
              <a:rPr lang="en-US" altLang="ro-RO" sz="2000"/>
              <a:t>Nu exista procese orfan</a:t>
            </a:r>
          </a:p>
          <a:p>
            <a:pPr eaLnBrk="1" hangingPunct="1">
              <a:spcBef>
                <a:spcPct val="20000"/>
              </a:spcBef>
              <a:buClr>
                <a:schemeClr val="bg2"/>
              </a:buClr>
              <a:buSzPct val="75000"/>
              <a:buFont typeface="Wingdings" pitchFamily="2" charset="2"/>
              <a:buBlip>
                <a:blip r:embed="rId3"/>
              </a:buBlip>
            </a:pPr>
            <a:r>
              <a:rPr lang="en-US" altLang="ro-RO" sz="2000">
                <a:solidFill>
                  <a:srgbClr val="CC0000"/>
                </a:solidFill>
              </a:rPr>
              <a:t>Recupera Complexa</a:t>
            </a:r>
          </a:p>
        </p:txBody>
      </p:sp>
      <p:sp>
        <p:nvSpPr>
          <p:cNvPr id="45062" name="Line 10">
            <a:extLst>
              <a:ext uri="{FF2B5EF4-FFF2-40B4-BE49-F238E27FC236}">
                <a16:creationId xmlns:a16="http://schemas.microsoft.com/office/drawing/2014/main" id="{13917B69-2BF6-C14C-B5E9-464D42939BBB}"/>
              </a:ext>
            </a:extLst>
          </p:cNvPr>
          <p:cNvSpPr>
            <a:spLocks noChangeShapeType="1"/>
          </p:cNvSpPr>
          <p:nvPr/>
        </p:nvSpPr>
        <p:spPr bwMode="auto">
          <a:xfrm>
            <a:off x="3048000" y="4191000"/>
            <a:ext cx="0" cy="266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45063" name="Line 11">
            <a:extLst>
              <a:ext uri="{FF2B5EF4-FFF2-40B4-BE49-F238E27FC236}">
                <a16:creationId xmlns:a16="http://schemas.microsoft.com/office/drawing/2014/main" id="{AAA76068-1419-404A-8E87-B5396D42AB9F}"/>
              </a:ext>
            </a:extLst>
          </p:cNvPr>
          <p:cNvSpPr>
            <a:spLocks noChangeShapeType="1"/>
          </p:cNvSpPr>
          <p:nvPr/>
        </p:nvSpPr>
        <p:spPr bwMode="auto">
          <a:xfrm>
            <a:off x="6096000" y="4114800"/>
            <a:ext cx="0" cy="2743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ro-RO"/>
          </a:p>
        </p:txBody>
      </p:sp>
      <p:sp>
        <p:nvSpPr>
          <p:cNvPr id="45064" name="Line 12">
            <a:extLst>
              <a:ext uri="{FF2B5EF4-FFF2-40B4-BE49-F238E27FC236}">
                <a16:creationId xmlns:a16="http://schemas.microsoft.com/office/drawing/2014/main" id="{AA0C64A1-6890-AE44-9F98-E3135057DE35}"/>
              </a:ext>
            </a:extLst>
          </p:cNvPr>
          <p:cNvSpPr>
            <a:spLocks noChangeShapeType="1"/>
          </p:cNvSpPr>
          <p:nvPr/>
        </p:nvSpPr>
        <p:spPr bwMode="auto">
          <a:xfrm>
            <a:off x="1920875" y="1981200"/>
            <a:ext cx="5394325" cy="0"/>
          </a:xfrm>
          <a:prstGeom prst="line">
            <a:avLst/>
          </a:prstGeom>
          <a:noFill/>
          <a:ln w="38100">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ro-RO"/>
          </a:p>
        </p:txBody>
      </p:sp>
      <p:sp>
        <p:nvSpPr>
          <p:cNvPr id="45065" name="Line 13">
            <a:extLst>
              <a:ext uri="{FF2B5EF4-FFF2-40B4-BE49-F238E27FC236}">
                <a16:creationId xmlns:a16="http://schemas.microsoft.com/office/drawing/2014/main" id="{1D048244-3FC1-7448-B65D-DFA915AC9E9B}"/>
              </a:ext>
            </a:extLst>
          </p:cNvPr>
          <p:cNvSpPr>
            <a:spLocks noChangeShapeType="1"/>
          </p:cNvSpPr>
          <p:nvPr/>
        </p:nvSpPr>
        <p:spPr bwMode="auto">
          <a:xfrm>
            <a:off x="1920875" y="2667000"/>
            <a:ext cx="5394325" cy="0"/>
          </a:xfrm>
          <a:prstGeom prst="line">
            <a:avLst/>
          </a:prstGeom>
          <a:noFill/>
          <a:ln w="38100">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ro-RO"/>
          </a:p>
        </p:txBody>
      </p:sp>
      <p:sp>
        <p:nvSpPr>
          <p:cNvPr id="45066" name="Rectangle 14">
            <a:extLst>
              <a:ext uri="{FF2B5EF4-FFF2-40B4-BE49-F238E27FC236}">
                <a16:creationId xmlns:a16="http://schemas.microsoft.com/office/drawing/2014/main" id="{E595141A-746E-B842-8239-834C71D0274D}"/>
              </a:ext>
            </a:extLst>
          </p:cNvPr>
          <p:cNvSpPr>
            <a:spLocks noChangeArrowheads="1"/>
          </p:cNvSpPr>
          <p:nvPr/>
        </p:nvSpPr>
        <p:spPr bwMode="auto">
          <a:xfrm>
            <a:off x="2682875" y="2438400"/>
            <a:ext cx="228600" cy="533400"/>
          </a:xfrm>
          <a:prstGeom prst="rect">
            <a:avLst/>
          </a:prstGeom>
          <a:solidFill>
            <a:srgbClr val="00CC66"/>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o-RO" altLang="ro-RO"/>
          </a:p>
        </p:txBody>
      </p:sp>
      <p:sp>
        <p:nvSpPr>
          <p:cNvPr id="45067" name="Text Box 15">
            <a:extLst>
              <a:ext uri="{FF2B5EF4-FFF2-40B4-BE49-F238E27FC236}">
                <a16:creationId xmlns:a16="http://schemas.microsoft.com/office/drawing/2014/main" id="{D63A5961-AD60-6D43-ADCD-4E369E20EE7E}"/>
              </a:ext>
            </a:extLst>
          </p:cNvPr>
          <p:cNvSpPr txBox="1">
            <a:spLocks noChangeArrowheads="1"/>
          </p:cNvSpPr>
          <p:nvPr/>
        </p:nvSpPr>
        <p:spPr bwMode="auto">
          <a:xfrm>
            <a:off x="1447800" y="1766888"/>
            <a:ext cx="463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b="1"/>
              <a:t>P1</a:t>
            </a:r>
          </a:p>
        </p:txBody>
      </p:sp>
      <p:sp>
        <p:nvSpPr>
          <p:cNvPr id="45068" name="Text Box 16">
            <a:extLst>
              <a:ext uri="{FF2B5EF4-FFF2-40B4-BE49-F238E27FC236}">
                <a16:creationId xmlns:a16="http://schemas.microsoft.com/office/drawing/2014/main" id="{83DEB6B2-2C48-0542-8806-E6DB5FDD8603}"/>
              </a:ext>
            </a:extLst>
          </p:cNvPr>
          <p:cNvSpPr txBox="1">
            <a:spLocks noChangeArrowheads="1"/>
          </p:cNvSpPr>
          <p:nvPr/>
        </p:nvSpPr>
        <p:spPr bwMode="auto">
          <a:xfrm>
            <a:off x="1463675" y="2452688"/>
            <a:ext cx="463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b="1"/>
              <a:t>P2</a:t>
            </a:r>
          </a:p>
        </p:txBody>
      </p:sp>
      <p:sp>
        <p:nvSpPr>
          <p:cNvPr id="45069" name="Line 17">
            <a:extLst>
              <a:ext uri="{FF2B5EF4-FFF2-40B4-BE49-F238E27FC236}">
                <a16:creationId xmlns:a16="http://schemas.microsoft.com/office/drawing/2014/main" id="{79BBEE27-C15B-0B4B-925C-6342B5CFF1DB}"/>
              </a:ext>
            </a:extLst>
          </p:cNvPr>
          <p:cNvSpPr>
            <a:spLocks noChangeShapeType="1"/>
          </p:cNvSpPr>
          <p:nvPr/>
        </p:nvSpPr>
        <p:spPr bwMode="auto">
          <a:xfrm>
            <a:off x="3825875" y="1981200"/>
            <a:ext cx="533400" cy="6858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ro-RO"/>
          </a:p>
        </p:txBody>
      </p:sp>
      <p:sp>
        <p:nvSpPr>
          <p:cNvPr id="45070" name="Text Box 18">
            <a:extLst>
              <a:ext uri="{FF2B5EF4-FFF2-40B4-BE49-F238E27FC236}">
                <a16:creationId xmlns:a16="http://schemas.microsoft.com/office/drawing/2014/main" id="{B2E1F6B4-A19D-B94E-83F5-0BB84AE6D81E}"/>
              </a:ext>
            </a:extLst>
          </p:cNvPr>
          <p:cNvSpPr txBox="1">
            <a:spLocks noChangeArrowheads="1"/>
          </p:cNvSpPr>
          <p:nvPr/>
        </p:nvSpPr>
        <p:spPr bwMode="auto">
          <a:xfrm>
            <a:off x="4168775" y="2133600"/>
            <a:ext cx="4714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b="1" dirty="0"/>
              <a:t>m</a:t>
            </a:r>
            <a:r>
              <a:rPr lang="en-US" altLang="ro-RO" b="1" baseline="-25000" dirty="0"/>
              <a:t>2</a:t>
            </a:r>
          </a:p>
        </p:txBody>
      </p:sp>
      <p:sp>
        <p:nvSpPr>
          <p:cNvPr id="45071" name="AutoShape 19">
            <a:extLst>
              <a:ext uri="{FF2B5EF4-FFF2-40B4-BE49-F238E27FC236}">
                <a16:creationId xmlns:a16="http://schemas.microsoft.com/office/drawing/2014/main" id="{C3F592B5-8F9E-9B45-97CC-7BF212BFA62F}"/>
              </a:ext>
            </a:extLst>
          </p:cNvPr>
          <p:cNvSpPr>
            <a:spLocks noChangeArrowheads="1"/>
          </p:cNvSpPr>
          <p:nvPr/>
        </p:nvSpPr>
        <p:spPr bwMode="auto">
          <a:xfrm>
            <a:off x="6264275" y="2438400"/>
            <a:ext cx="669925" cy="490538"/>
          </a:xfrm>
          <a:prstGeom prst="irregularSeal1">
            <a:avLst/>
          </a:prstGeom>
          <a:solidFill>
            <a:srgbClr val="FE00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o-RO" altLang="ro-RO"/>
          </a:p>
        </p:txBody>
      </p:sp>
      <p:sp>
        <p:nvSpPr>
          <p:cNvPr id="45072" name="Line 20">
            <a:extLst>
              <a:ext uri="{FF2B5EF4-FFF2-40B4-BE49-F238E27FC236}">
                <a16:creationId xmlns:a16="http://schemas.microsoft.com/office/drawing/2014/main" id="{50FD1B89-3EC6-1042-B643-FD471A3D0DA7}"/>
              </a:ext>
            </a:extLst>
          </p:cNvPr>
          <p:cNvSpPr>
            <a:spLocks noChangeShapeType="1"/>
          </p:cNvSpPr>
          <p:nvPr/>
        </p:nvSpPr>
        <p:spPr bwMode="auto">
          <a:xfrm>
            <a:off x="1905000" y="3352800"/>
            <a:ext cx="5410200" cy="0"/>
          </a:xfrm>
          <a:prstGeom prst="line">
            <a:avLst/>
          </a:prstGeom>
          <a:noFill/>
          <a:ln w="38100">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ro-RO"/>
          </a:p>
        </p:txBody>
      </p:sp>
      <p:sp>
        <p:nvSpPr>
          <p:cNvPr id="45073" name="Rectangle 21">
            <a:extLst>
              <a:ext uri="{FF2B5EF4-FFF2-40B4-BE49-F238E27FC236}">
                <a16:creationId xmlns:a16="http://schemas.microsoft.com/office/drawing/2014/main" id="{892FAC04-87B2-3346-AC35-D7DFFF436812}"/>
              </a:ext>
            </a:extLst>
          </p:cNvPr>
          <p:cNvSpPr>
            <a:spLocks noChangeArrowheads="1"/>
          </p:cNvSpPr>
          <p:nvPr/>
        </p:nvSpPr>
        <p:spPr bwMode="auto">
          <a:xfrm>
            <a:off x="4953000" y="3124200"/>
            <a:ext cx="228600" cy="533400"/>
          </a:xfrm>
          <a:prstGeom prst="rect">
            <a:avLst/>
          </a:prstGeom>
          <a:solidFill>
            <a:srgbClr val="00CC66"/>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ro-RO" altLang="ro-RO"/>
          </a:p>
        </p:txBody>
      </p:sp>
      <p:sp>
        <p:nvSpPr>
          <p:cNvPr id="45074" name="Text Box 22">
            <a:extLst>
              <a:ext uri="{FF2B5EF4-FFF2-40B4-BE49-F238E27FC236}">
                <a16:creationId xmlns:a16="http://schemas.microsoft.com/office/drawing/2014/main" id="{C555144C-0F0C-3C4B-AC08-6F9E395FA48C}"/>
              </a:ext>
            </a:extLst>
          </p:cNvPr>
          <p:cNvSpPr txBox="1">
            <a:spLocks noChangeArrowheads="1"/>
          </p:cNvSpPr>
          <p:nvPr/>
        </p:nvSpPr>
        <p:spPr bwMode="auto">
          <a:xfrm>
            <a:off x="1447800" y="3214688"/>
            <a:ext cx="463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b="1"/>
              <a:t>P3</a:t>
            </a:r>
          </a:p>
        </p:txBody>
      </p:sp>
      <p:sp>
        <p:nvSpPr>
          <p:cNvPr id="45075" name="Line 23">
            <a:extLst>
              <a:ext uri="{FF2B5EF4-FFF2-40B4-BE49-F238E27FC236}">
                <a16:creationId xmlns:a16="http://schemas.microsoft.com/office/drawing/2014/main" id="{8049952E-E94D-F742-84FE-19E5834E72FD}"/>
              </a:ext>
            </a:extLst>
          </p:cNvPr>
          <p:cNvSpPr>
            <a:spLocks noChangeShapeType="1"/>
          </p:cNvSpPr>
          <p:nvPr/>
        </p:nvSpPr>
        <p:spPr bwMode="auto">
          <a:xfrm flipV="1">
            <a:off x="3048000" y="2667000"/>
            <a:ext cx="609600" cy="6858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ro-RO"/>
          </a:p>
        </p:txBody>
      </p:sp>
      <p:sp>
        <p:nvSpPr>
          <p:cNvPr id="45076" name="Line 27">
            <a:extLst>
              <a:ext uri="{FF2B5EF4-FFF2-40B4-BE49-F238E27FC236}">
                <a16:creationId xmlns:a16="http://schemas.microsoft.com/office/drawing/2014/main" id="{9358A66D-EEEC-5043-8668-00254DA323F4}"/>
              </a:ext>
            </a:extLst>
          </p:cNvPr>
          <p:cNvSpPr>
            <a:spLocks noChangeShapeType="1"/>
          </p:cNvSpPr>
          <p:nvPr/>
        </p:nvSpPr>
        <p:spPr bwMode="auto">
          <a:xfrm>
            <a:off x="5289550" y="2667000"/>
            <a:ext cx="533400" cy="6858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ro-RO"/>
          </a:p>
        </p:txBody>
      </p:sp>
      <p:sp>
        <p:nvSpPr>
          <p:cNvPr id="45077" name="Text Box 28">
            <a:extLst>
              <a:ext uri="{FF2B5EF4-FFF2-40B4-BE49-F238E27FC236}">
                <a16:creationId xmlns:a16="http://schemas.microsoft.com/office/drawing/2014/main" id="{0B2D2119-9C2B-2849-BE31-86646508C208}"/>
              </a:ext>
            </a:extLst>
          </p:cNvPr>
          <p:cNvSpPr txBox="1">
            <a:spLocks noChangeArrowheads="1"/>
          </p:cNvSpPr>
          <p:nvPr/>
        </p:nvSpPr>
        <p:spPr bwMode="auto">
          <a:xfrm>
            <a:off x="5632450" y="2819400"/>
            <a:ext cx="4714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b="1"/>
              <a:t>m</a:t>
            </a:r>
            <a:r>
              <a:rPr lang="en-US" altLang="ro-RO" b="1" baseline="-25000"/>
              <a:t>3</a:t>
            </a:r>
          </a:p>
        </p:txBody>
      </p:sp>
      <p:sp>
        <p:nvSpPr>
          <p:cNvPr id="45078" name="Text Box 29">
            <a:extLst>
              <a:ext uri="{FF2B5EF4-FFF2-40B4-BE49-F238E27FC236}">
                <a16:creationId xmlns:a16="http://schemas.microsoft.com/office/drawing/2014/main" id="{B016DBF4-6C62-2B4F-93A5-BF9E05D80FD2}"/>
              </a:ext>
            </a:extLst>
          </p:cNvPr>
          <p:cNvSpPr txBox="1">
            <a:spLocks noChangeArrowheads="1"/>
          </p:cNvSpPr>
          <p:nvPr/>
        </p:nvSpPr>
        <p:spPr bwMode="auto">
          <a:xfrm>
            <a:off x="3352800" y="2833688"/>
            <a:ext cx="4714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b="1"/>
              <a:t>m</a:t>
            </a:r>
            <a:r>
              <a:rPr lang="en-US" altLang="ro-RO" b="1" baseline="-25000"/>
              <a:t>1</a:t>
            </a:r>
          </a:p>
        </p:txBody>
      </p:sp>
    </p:spTree>
    <p:extLst>
      <p:ext uri="{BB962C8B-B14F-4D97-AF65-F5344CB8AC3E}">
        <p14:creationId xmlns:p14="http://schemas.microsoft.com/office/powerpoint/2010/main" val="36699177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59BF5-F01A-7B43-99A7-B5D729ABB340}"/>
              </a:ext>
            </a:extLst>
          </p:cNvPr>
          <p:cNvSpPr>
            <a:spLocks noGrp="1"/>
          </p:cNvSpPr>
          <p:nvPr>
            <p:ph type="title"/>
          </p:nvPr>
        </p:nvSpPr>
        <p:spPr>
          <a:xfrm>
            <a:off x="314325" y="474662"/>
            <a:ext cx="8515350" cy="458788"/>
          </a:xfrm>
        </p:spPr>
        <p:txBody>
          <a:bodyPr/>
          <a:lstStyle/>
          <a:p>
            <a:pPr>
              <a:defRPr/>
            </a:pPr>
            <a:r>
              <a:rPr lang="en-US" dirty="0" err="1"/>
              <a:t>Abordarea</a:t>
            </a:r>
            <a:r>
              <a:rPr lang="en-US" dirty="0"/>
              <a:t> </a:t>
            </a:r>
            <a:r>
              <a:rPr lang="en-US" dirty="0" err="1"/>
              <a:t>pesimista</a:t>
            </a:r>
            <a:endParaRPr lang="en-US" dirty="0"/>
          </a:p>
        </p:txBody>
      </p:sp>
      <p:sp>
        <p:nvSpPr>
          <p:cNvPr id="46083" name="Content Placeholder 2">
            <a:extLst>
              <a:ext uri="{FF2B5EF4-FFF2-40B4-BE49-F238E27FC236}">
                <a16:creationId xmlns:a16="http://schemas.microsoft.com/office/drawing/2014/main" id="{F99A37F3-259E-A64F-84A6-F3DCE1F7D9B7}"/>
              </a:ext>
            </a:extLst>
          </p:cNvPr>
          <p:cNvSpPr>
            <a:spLocks noGrp="1"/>
          </p:cNvSpPr>
          <p:nvPr>
            <p:ph idx="1"/>
          </p:nvPr>
        </p:nvSpPr>
        <p:spPr>
          <a:xfrm>
            <a:off x="381000" y="4876800"/>
            <a:ext cx="8382000" cy="1676400"/>
          </a:xfrm>
        </p:spPr>
        <p:txBody>
          <a:bodyPr/>
          <a:lstStyle/>
          <a:p>
            <a:r>
              <a:rPr lang="en-US" altLang="ro-RO" sz="2800" dirty="0" err="1"/>
              <a:t>Mesajele</a:t>
            </a:r>
            <a:r>
              <a:rPr lang="en-US" altLang="ro-RO" sz="2800" dirty="0"/>
              <a:t> sunt </a:t>
            </a:r>
            <a:r>
              <a:rPr lang="en-US" altLang="ro-RO" sz="2800" dirty="0" err="1"/>
              <a:t>logate</a:t>
            </a:r>
            <a:r>
              <a:rPr lang="en-US" altLang="ro-RO" sz="2800" dirty="0"/>
              <a:t> </a:t>
            </a:r>
            <a:r>
              <a:rPr lang="en-US" altLang="ro-RO" sz="2800" dirty="0" err="1">
                <a:solidFill>
                  <a:srgbClr val="FF0000"/>
                </a:solidFill>
              </a:rPr>
              <a:t>sincron</a:t>
            </a:r>
            <a:r>
              <a:rPr lang="en-US" altLang="ro-RO" sz="2800" dirty="0"/>
              <a:t> pe </a:t>
            </a:r>
            <a:r>
              <a:rPr lang="en-US" altLang="ro-RO" sz="2800" dirty="0" err="1"/>
              <a:t>mediul</a:t>
            </a:r>
            <a:r>
              <a:rPr lang="en-US" altLang="ro-RO" sz="2800" dirty="0"/>
              <a:t> de </a:t>
            </a:r>
            <a:r>
              <a:rPr lang="en-US" altLang="ro-RO" sz="2800" dirty="0" err="1"/>
              <a:t>stocare</a:t>
            </a:r>
            <a:endParaRPr lang="en-US" altLang="ro-RO" sz="2800" dirty="0"/>
          </a:p>
          <a:p>
            <a:r>
              <a:rPr lang="en-US" altLang="ro-RO" sz="2800" dirty="0"/>
              <a:t>Overhead </a:t>
            </a:r>
            <a:r>
              <a:rPr lang="en-US" altLang="ro-RO" sz="2800" dirty="0" err="1"/>
              <a:t>asupra</a:t>
            </a:r>
            <a:r>
              <a:rPr lang="en-US" altLang="ro-RO" sz="2800" dirty="0"/>
              <a:t> </a:t>
            </a:r>
            <a:r>
              <a:rPr lang="en-US" altLang="ro-RO" sz="2800" dirty="0" err="1"/>
              <a:t>comunicarii</a:t>
            </a:r>
            <a:endParaRPr lang="en-US" altLang="ro-RO" sz="2800" dirty="0"/>
          </a:p>
          <a:p>
            <a:endParaRPr lang="en-US" altLang="ro-RO" sz="2800" dirty="0"/>
          </a:p>
        </p:txBody>
      </p:sp>
      <p:sp>
        <p:nvSpPr>
          <p:cNvPr id="46084" name="Footer Placeholder 3">
            <a:extLst>
              <a:ext uri="{FF2B5EF4-FFF2-40B4-BE49-F238E27FC236}">
                <a16:creationId xmlns:a16="http://schemas.microsoft.com/office/drawing/2014/main" id="{5F703E20-B6B9-BC40-B2DA-90276632ED18}"/>
              </a:ext>
            </a:extLst>
          </p:cNvPr>
          <p:cNvSpPr>
            <a:spLocks noGrp="1"/>
          </p:cNvSpPr>
          <p:nvPr>
            <p:ph type="ftr" sz="quarter" idx="10"/>
          </p:nvPr>
        </p:nvSpPr>
        <p:spPr bwMode="auto">
          <a:xfrm>
            <a:off x="2362200" y="6610350"/>
            <a:ext cx="38862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ctr" rtl="0" fontAlgn="base">
              <a:spcBef>
                <a:spcPct val="0"/>
              </a:spcBef>
              <a:spcAft>
                <a:spcPct val="0"/>
              </a:spcAft>
              <a:defRPr sz="900" kern="1200">
                <a:solidFill>
                  <a:schemeClr val="bg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r>
              <a:rPr lang="en-US"/>
              <a:t>Toleranta la defecte in SD </a:t>
            </a:r>
            <a:endParaRPr lang="en-US" altLang="ro-RO">
              <a:solidFill>
                <a:schemeClr val="bg1"/>
              </a:solidFill>
            </a:endParaRPr>
          </a:p>
        </p:txBody>
      </p:sp>
      <p:sp>
        <p:nvSpPr>
          <p:cNvPr id="46085" name="Slide Number Placeholder 4">
            <a:extLst>
              <a:ext uri="{FF2B5EF4-FFF2-40B4-BE49-F238E27FC236}">
                <a16:creationId xmlns:a16="http://schemas.microsoft.com/office/drawing/2014/main" id="{D2E663F9-0AC9-D84C-A4D8-FB5F6970A922}"/>
              </a:ext>
            </a:extLst>
          </p:cNvPr>
          <p:cNvSpPr>
            <a:spLocks noGrp="1"/>
          </p:cNvSpPr>
          <p:nvPr>
            <p:ph type="sldNum" sz="quarter" idx="11"/>
          </p:nvPr>
        </p:nvSpPr>
        <p:spPr bwMode="auto">
          <a:xfrm>
            <a:off x="7010400" y="6602413"/>
            <a:ext cx="2133600" cy="549275"/>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900" kern="1200">
                <a:solidFill>
                  <a:schemeClr val="bg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fld id="{F70614BC-944D-F346-86BD-32DC0AD8C607}" type="slidenum">
              <a:rPr lang="en-US" altLang="ro-RO" smtClean="0"/>
              <a:pPr eaLnBrk="1" hangingPunct="1"/>
              <a:t>35</a:t>
            </a:fld>
            <a:endParaRPr lang="en-US" altLang="ro-RO">
              <a:solidFill>
                <a:schemeClr val="bg1"/>
              </a:solidFill>
            </a:endParaRPr>
          </a:p>
        </p:txBody>
      </p:sp>
      <p:cxnSp>
        <p:nvCxnSpPr>
          <p:cNvPr id="6" name="Straight Arrow Connector 5">
            <a:extLst>
              <a:ext uri="{FF2B5EF4-FFF2-40B4-BE49-F238E27FC236}">
                <a16:creationId xmlns:a16="http://schemas.microsoft.com/office/drawing/2014/main" id="{78AFEBEC-0F32-6242-8B74-F6ED54901A16}"/>
              </a:ext>
            </a:extLst>
          </p:cNvPr>
          <p:cNvCxnSpPr/>
          <p:nvPr/>
        </p:nvCxnSpPr>
        <p:spPr>
          <a:xfrm>
            <a:off x="914400" y="2133600"/>
            <a:ext cx="7239000" cy="158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7" name="Straight Arrow Connector 6">
            <a:extLst>
              <a:ext uri="{FF2B5EF4-FFF2-40B4-BE49-F238E27FC236}">
                <a16:creationId xmlns:a16="http://schemas.microsoft.com/office/drawing/2014/main" id="{1E93AF74-E83E-084F-BF1C-646951CE7F3F}"/>
              </a:ext>
            </a:extLst>
          </p:cNvPr>
          <p:cNvCxnSpPr/>
          <p:nvPr/>
        </p:nvCxnSpPr>
        <p:spPr>
          <a:xfrm>
            <a:off x="914400" y="3048000"/>
            <a:ext cx="7239000" cy="158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8" name="Straight Arrow Connector 7">
            <a:extLst>
              <a:ext uri="{FF2B5EF4-FFF2-40B4-BE49-F238E27FC236}">
                <a16:creationId xmlns:a16="http://schemas.microsoft.com/office/drawing/2014/main" id="{A11D392A-8006-374D-B232-86AC180D26BA}"/>
              </a:ext>
            </a:extLst>
          </p:cNvPr>
          <p:cNvCxnSpPr/>
          <p:nvPr/>
        </p:nvCxnSpPr>
        <p:spPr>
          <a:xfrm>
            <a:off x="914400" y="4038600"/>
            <a:ext cx="7239000" cy="158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9" name="Straight Arrow Connector 8">
            <a:extLst>
              <a:ext uri="{FF2B5EF4-FFF2-40B4-BE49-F238E27FC236}">
                <a16:creationId xmlns:a16="http://schemas.microsoft.com/office/drawing/2014/main" id="{90DD4A43-0762-8C4B-97FD-F3517578EAE9}"/>
              </a:ext>
            </a:extLst>
          </p:cNvPr>
          <p:cNvCxnSpPr/>
          <p:nvPr/>
        </p:nvCxnSpPr>
        <p:spPr>
          <a:xfrm rot="16200000" flipH="1">
            <a:off x="1866900" y="2324100"/>
            <a:ext cx="914400" cy="533400"/>
          </a:xfrm>
          <a:prstGeom prst="straightConnector1">
            <a:avLst/>
          </a:prstGeom>
          <a:ln>
            <a:solidFill>
              <a:srgbClr val="FF0000"/>
            </a:solidFill>
            <a:tailEnd type="arrow"/>
          </a:ln>
        </p:spPr>
        <p:style>
          <a:lnRef idx="3">
            <a:schemeClr val="accent2"/>
          </a:lnRef>
          <a:fillRef idx="0">
            <a:schemeClr val="accent2"/>
          </a:fillRef>
          <a:effectRef idx="2">
            <a:schemeClr val="accent2"/>
          </a:effectRef>
          <a:fontRef idx="minor">
            <a:schemeClr val="tx1"/>
          </a:fontRef>
        </p:style>
      </p:cxnSp>
      <p:sp>
        <p:nvSpPr>
          <p:cNvPr id="46090" name="TextBox 14">
            <a:extLst>
              <a:ext uri="{FF2B5EF4-FFF2-40B4-BE49-F238E27FC236}">
                <a16:creationId xmlns:a16="http://schemas.microsoft.com/office/drawing/2014/main" id="{EACB9749-040B-6C44-B35B-349D5E857CA4}"/>
              </a:ext>
            </a:extLst>
          </p:cNvPr>
          <p:cNvSpPr txBox="1">
            <a:spLocks noChangeArrowheads="1"/>
          </p:cNvSpPr>
          <p:nvPr/>
        </p:nvSpPr>
        <p:spPr bwMode="auto">
          <a:xfrm>
            <a:off x="457200" y="1981200"/>
            <a:ext cx="4841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sz="2000" b="1"/>
              <a:t>p1</a:t>
            </a:r>
          </a:p>
        </p:txBody>
      </p:sp>
      <p:sp>
        <p:nvSpPr>
          <p:cNvPr id="46091" name="TextBox 15">
            <a:extLst>
              <a:ext uri="{FF2B5EF4-FFF2-40B4-BE49-F238E27FC236}">
                <a16:creationId xmlns:a16="http://schemas.microsoft.com/office/drawing/2014/main" id="{050E3DA5-91EA-934C-9612-23FA95D8650A}"/>
              </a:ext>
            </a:extLst>
          </p:cNvPr>
          <p:cNvSpPr txBox="1">
            <a:spLocks noChangeArrowheads="1"/>
          </p:cNvSpPr>
          <p:nvPr/>
        </p:nvSpPr>
        <p:spPr bwMode="auto">
          <a:xfrm>
            <a:off x="457200" y="2819400"/>
            <a:ext cx="4841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sz="2000" b="1"/>
              <a:t>p2</a:t>
            </a:r>
          </a:p>
        </p:txBody>
      </p:sp>
      <p:sp>
        <p:nvSpPr>
          <p:cNvPr id="46092" name="TextBox 16">
            <a:extLst>
              <a:ext uri="{FF2B5EF4-FFF2-40B4-BE49-F238E27FC236}">
                <a16:creationId xmlns:a16="http://schemas.microsoft.com/office/drawing/2014/main" id="{5E8CBED0-2459-D543-A687-328FFB754742}"/>
              </a:ext>
            </a:extLst>
          </p:cNvPr>
          <p:cNvSpPr txBox="1">
            <a:spLocks noChangeArrowheads="1"/>
          </p:cNvSpPr>
          <p:nvPr/>
        </p:nvSpPr>
        <p:spPr bwMode="auto">
          <a:xfrm>
            <a:off x="457200" y="3810000"/>
            <a:ext cx="4841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sz="2000" b="1"/>
              <a:t>p3</a:t>
            </a:r>
          </a:p>
        </p:txBody>
      </p:sp>
      <p:sp>
        <p:nvSpPr>
          <p:cNvPr id="46093" name="TextBox 18">
            <a:extLst>
              <a:ext uri="{FF2B5EF4-FFF2-40B4-BE49-F238E27FC236}">
                <a16:creationId xmlns:a16="http://schemas.microsoft.com/office/drawing/2014/main" id="{E55803CA-87A8-C048-B7F2-40CF5A7F3E90}"/>
              </a:ext>
            </a:extLst>
          </p:cNvPr>
          <p:cNvSpPr txBox="1">
            <a:spLocks noChangeArrowheads="1"/>
          </p:cNvSpPr>
          <p:nvPr/>
        </p:nvSpPr>
        <p:spPr bwMode="auto">
          <a:xfrm>
            <a:off x="1219200" y="2438400"/>
            <a:ext cx="11239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sz="2000"/>
              <a:t>Mesaj 1</a:t>
            </a:r>
          </a:p>
        </p:txBody>
      </p:sp>
      <p:cxnSp>
        <p:nvCxnSpPr>
          <p:cNvPr id="20" name="Straight Arrow Connector 19">
            <a:extLst>
              <a:ext uri="{FF2B5EF4-FFF2-40B4-BE49-F238E27FC236}">
                <a16:creationId xmlns:a16="http://schemas.microsoft.com/office/drawing/2014/main" id="{2C63B7D8-63F6-BB49-B774-E2B093D75812}"/>
              </a:ext>
            </a:extLst>
          </p:cNvPr>
          <p:cNvCxnSpPr/>
          <p:nvPr/>
        </p:nvCxnSpPr>
        <p:spPr>
          <a:xfrm rot="16200000" flipH="1">
            <a:off x="4686300" y="3238500"/>
            <a:ext cx="914400" cy="533400"/>
          </a:xfrm>
          <a:prstGeom prst="straightConnector1">
            <a:avLst/>
          </a:prstGeom>
          <a:ln>
            <a:solidFill>
              <a:srgbClr val="FF0000"/>
            </a:solidFill>
            <a:tailEnd type="arrow"/>
          </a:ln>
        </p:spPr>
        <p:style>
          <a:lnRef idx="3">
            <a:schemeClr val="accent2"/>
          </a:lnRef>
          <a:fillRef idx="0">
            <a:schemeClr val="accent2"/>
          </a:fillRef>
          <a:effectRef idx="2">
            <a:schemeClr val="accent2"/>
          </a:effectRef>
          <a:fontRef idx="minor">
            <a:schemeClr val="tx1"/>
          </a:fontRef>
        </p:style>
      </p:cxnSp>
      <p:sp>
        <p:nvSpPr>
          <p:cNvPr id="21" name="Rectangle 20">
            <a:extLst>
              <a:ext uri="{FF2B5EF4-FFF2-40B4-BE49-F238E27FC236}">
                <a16:creationId xmlns:a16="http://schemas.microsoft.com/office/drawing/2014/main" id="{3A2D9037-57AD-474D-A070-64063FFADBF9}"/>
              </a:ext>
            </a:extLst>
          </p:cNvPr>
          <p:cNvSpPr/>
          <p:nvPr/>
        </p:nvSpPr>
        <p:spPr>
          <a:xfrm>
            <a:off x="2819400" y="1143000"/>
            <a:ext cx="2590800" cy="609600"/>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en-US" dirty="0" err="1"/>
              <a:t>Dispozitiv</a:t>
            </a:r>
            <a:r>
              <a:rPr lang="en-US" dirty="0"/>
              <a:t> de </a:t>
            </a:r>
            <a:r>
              <a:rPr lang="en-US" dirty="0" err="1"/>
              <a:t>stocare</a:t>
            </a:r>
            <a:endParaRPr lang="en-US" dirty="0"/>
          </a:p>
        </p:txBody>
      </p:sp>
      <p:cxnSp>
        <p:nvCxnSpPr>
          <p:cNvPr id="22" name="Straight Arrow Connector 21">
            <a:extLst>
              <a:ext uri="{FF2B5EF4-FFF2-40B4-BE49-F238E27FC236}">
                <a16:creationId xmlns:a16="http://schemas.microsoft.com/office/drawing/2014/main" id="{B97AC0FE-533F-494D-ADAD-8129D53C6C17}"/>
              </a:ext>
            </a:extLst>
          </p:cNvPr>
          <p:cNvCxnSpPr/>
          <p:nvPr/>
        </p:nvCxnSpPr>
        <p:spPr>
          <a:xfrm rot="5400000" flipH="1" flipV="1">
            <a:off x="3009900" y="2171700"/>
            <a:ext cx="1295400" cy="457200"/>
          </a:xfrm>
          <a:prstGeom prst="straightConnector1">
            <a:avLst/>
          </a:prstGeom>
          <a:ln>
            <a:solidFill>
              <a:srgbClr val="00B050"/>
            </a:solidFill>
            <a:tailEnd type="arrow"/>
          </a:ln>
        </p:spPr>
        <p:style>
          <a:lnRef idx="3">
            <a:schemeClr val="accent2"/>
          </a:lnRef>
          <a:fillRef idx="0">
            <a:schemeClr val="accent2"/>
          </a:fillRef>
          <a:effectRef idx="2">
            <a:schemeClr val="accent2"/>
          </a:effectRef>
          <a:fontRef idx="minor">
            <a:schemeClr val="tx1"/>
          </a:fontRef>
        </p:style>
      </p:cxnSp>
      <p:cxnSp>
        <p:nvCxnSpPr>
          <p:cNvPr id="25" name="Straight Arrow Connector 24">
            <a:extLst>
              <a:ext uri="{FF2B5EF4-FFF2-40B4-BE49-F238E27FC236}">
                <a16:creationId xmlns:a16="http://schemas.microsoft.com/office/drawing/2014/main" id="{E8BCE0CC-62D3-7248-8A34-05C379B24EB5}"/>
              </a:ext>
            </a:extLst>
          </p:cNvPr>
          <p:cNvCxnSpPr>
            <a:stCxn id="21" idx="2"/>
          </p:cNvCxnSpPr>
          <p:nvPr/>
        </p:nvCxnSpPr>
        <p:spPr>
          <a:xfrm rot="16200000" flipH="1">
            <a:off x="3695700" y="2171700"/>
            <a:ext cx="1295400" cy="457200"/>
          </a:xfrm>
          <a:prstGeom prst="straightConnector1">
            <a:avLst/>
          </a:prstGeom>
          <a:ln>
            <a:solidFill>
              <a:srgbClr val="00B050"/>
            </a:solidFill>
            <a:tailEnd type="arrow"/>
          </a:ln>
        </p:spPr>
        <p:style>
          <a:lnRef idx="3">
            <a:schemeClr val="accent2"/>
          </a:lnRef>
          <a:fillRef idx="0">
            <a:schemeClr val="accent2"/>
          </a:fillRef>
          <a:effectRef idx="2">
            <a:schemeClr val="accent2"/>
          </a:effectRef>
          <a:fontRef idx="minor">
            <a:schemeClr val="tx1"/>
          </a:fontRef>
        </p:style>
      </p:cxnSp>
      <p:sp>
        <p:nvSpPr>
          <p:cNvPr id="31" name="Freeform 30">
            <a:extLst>
              <a:ext uri="{FF2B5EF4-FFF2-40B4-BE49-F238E27FC236}">
                <a16:creationId xmlns:a16="http://schemas.microsoft.com/office/drawing/2014/main" id="{84525423-A94A-EB4B-9204-B9BFDCB7FBFC}"/>
              </a:ext>
            </a:extLst>
          </p:cNvPr>
          <p:cNvSpPr/>
          <p:nvPr/>
        </p:nvSpPr>
        <p:spPr>
          <a:xfrm>
            <a:off x="3854450" y="3108325"/>
            <a:ext cx="957263" cy="484188"/>
          </a:xfrm>
          <a:custGeom>
            <a:avLst/>
            <a:gdLst>
              <a:gd name="connsiteX0" fmla="*/ 0 w 956603"/>
              <a:gd name="connsiteY0" fmla="*/ 0 h 482991"/>
              <a:gd name="connsiteX1" fmla="*/ 478301 w 956603"/>
              <a:gd name="connsiteY1" fmla="*/ 478302 h 482991"/>
              <a:gd name="connsiteX2" fmla="*/ 956603 w 956603"/>
              <a:gd name="connsiteY2" fmla="*/ 28135 h 482991"/>
            </a:gdLst>
            <a:ahLst/>
            <a:cxnLst>
              <a:cxn ang="0">
                <a:pos x="connsiteX0" y="connsiteY0"/>
              </a:cxn>
              <a:cxn ang="0">
                <a:pos x="connsiteX1" y="connsiteY1"/>
              </a:cxn>
              <a:cxn ang="0">
                <a:pos x="connsiteX2" y="connsiteY2"/>
              </a:cxn>
            </a:cxnLst>
            <a:rect l="l" t="t" r="r" b="b"/>
            <a:pathLst>
              <a:path w="956603" h="482991">
                <a:moveTo>
                  <a:pt x="0" y="0"/>
                </a:moveTo>
                <a:cubicBezTo>
                  <a:pt x="159433" y="236806"/>
                  <a:pt x="318867" y="473613"/>
                  <a:pt x="478301" y="478302"/>
                </a:cubicBezTo>
                <a:cubicBezTo>
                  <a:pt x="637735" y="482991"/>
                  <a:pt x="862818" y="42203"/>
                  <a:pt x="956603" y="28135"/>
                </a:cubicBezTo>
              </a:path>
            </a:pathLst>
          </a:custGeom>
          <a:ln>
            <a:prstDash val="lgDash"/>
            <a:tailEnd type="triangle"/>
          </a:ln>
        </p:spPr>
        <p:style>
          <a:lnRef idx="3">
            <a:schemeClr val="accent2"/>
          </a:lnRef>
          <a:fillRef idx="0">
            <a:schemeClr val="accent2"/>
          </a:fillRef>
          <a:effectRef idx="2">
            <a:schemeClr val="accent2"/>
          </a:effectRef>
          <a:fontRef idx="minor">
            <a:schemeClr val="tx1"/>
          </a:fontRef>
        </p:style>
        <p:txBody>
          <a:bodyPr anchor="ctr"/>
          <a:lstStyle/>
          <a:p>
            <a:pPr algn="ctr">
              <a:defRPr/>
            </a:pPr>
            <a:endParaRPr lang="en-US"/>
          </a:p>
        </p:txBody>
      </p:sp>
      <p:sp>
        <p:nvSpPr>
          <p:cNvPr id="46099" name="TextBox 31">
            <a:extLst>
              <a:ext uri="{FF2B5EF4-FFF2-40B4-BE49-F238E27FC236}">
                <a16:creationId xmlns:a16="http://schemas.microsoft.com/office/drawing/2014/main" id="{DAF25301-883B-BF44-AED9-B8AF386C7521}"/>
              </a:ext>
            </a:extLst>
          </p:cNvPr>
          <p:cNvSpPr txBox="1">
            <a:spLocks noChangeArrowheads="1"/>
          </p:cNvSpPr>
          <p:nvPr/>
        </p:nvSpPr>
        <p:spPr bwMode="auto">
          <a:xfrm>
            <a:off x="5334000" y="3352800"/>
            <a:ext cx="1082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sz="2000"/>
              <a:t>Mesaj 2</a:t>
            </a:r>
          </a:p>
        </p:txBody>
      </p:sp>
      <p:sp>
        <p:nvSpPr>
          <p:cNvPr id="46100" name="TextBox 32">
            <a:extLst>
              <a:ext uri="{FF2B5EF4-FFF2-40B4-BE49-F238E27FC236}">
                <a16:creationId xmlns:a16="http://schemas.microsoft.com/office/drawing/2014/main" id="{F0F751F1-AB2E-9F4B-8513-05150424F959}"/>
              </a:ext>
            </a:extLst>
          </p:cNvPr>
          <p:cNvSpPr txBox="1">
            <a:spLocks noChangeArrowheads="1"/>
          </p:cNvSpPr>
          <p:nvPr/>
        </p:nvSpPr>
        <p:spPr bwMode="auto">
          <a:xfrm>
            <a:off x="2667000" y="2286000"/>
            <a:ext cx="9826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sz="2000"/>
              <a:t>Logare</a:t>
            </a:r>
          </a:p>
        </p:txBody>
      </p:sp>
      <p:sp>
        <p:nvSpPr>
          <p:cNvPr id="46101" name="TextBox 33">
            <a:extLst>
              <a:ext uri="{FF2B5EF4-FFF2-40B4-BE49-F238E27FC236}">
                <a16:creationId xmlns:a16="http://schemas.microsoft.com/office/drawing/2014/main" id="{568298CE-5E11-3D45-BDEF-2659DB0FF85A}"/>
              </a:ext>
            </a:extLst>
          </p:cNvPr>
          <p:cNvSpPr txBox="1">
            <a:spLocks noChangeArrowheads="1"/>
          </p:cNvSpPr>
          <p:nvPr/>
        </p:nvSpPr>
        <p:spPr bwMode="auto">
          <a:xfrm>
            <a:off x="4495800" y="2286000"/>
            <a:ext cx="714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sz="2000"/>
              <a:t>ACK</a:t>
            </a:r>
          </a:p>
        </p:txBody>
      </p:sp>
    </p:spTree>
    <p:extLst>
      <p:ext uri="{BB962C8B-B14F-4D97-AF65-F5344CB8AC3E}">
        <p14:creationId xmlns:p14="http://schemas.microsoft.com/office/powerpoint/2010/main" val="4045051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8C4A9-B286-FC4C-B934-C3BD8727D7C3}"/>
              </a:ext>
            </a:extLst>
          </p:cNvPr>
          <p:cNvSpPr>
            <a:spLocks noGrp="1"/>
          </p:cNvSpPr>
          <p:nvPr>
            <p:ph type="title"/>
          </p:nvPr>
        </p:nvSpPr>
        <p:spPr>
          <a:xfrm>
            <a:off x="314325" y="474662"/>
            <a:ext cx="8515350" cy="458788"/>
          </a:xfrm>
        </p:spPr>
        <p:txBody>
          <a:bodyPr/>
          <a:lstStyle/>
          <a:p>
            <a:pPr>
              <a:defRPr/>
            </a:pPr>
            <a:r>
              <a:rPr lang="en-US" dirty="0" err="1"/>
              <a:t>Abordare</a:t>
            </a:r>
            <a:r>
              <a:rPr lang="en-US" dirty="0"/>
              <a:t> </a:t>
            </a:r>
            <a:r>
              <a:rPr lang="en-US" dirty="0" err="1"/>
              <a:t>optimista</a:t>
            </a:r>
            <a:endParaRPr lang="en-US" dirty="0"/>
          </a:p>
        </p:txBody>
      </p:sp>
      <p:sp>
        <p:nvSpPr>
          <p:cNvPr id="47107" name="Footer Placeholder 3">
            <a:extLst>
              <a:ext uri="{FF2B5EF4-FFF2-40B4-BE49-F238E27FC236}">
                <a16:creationId xmlns:a16="http://schemas.microsoft.com/office/drawing/2014/main" id="{A263C0DB-E03F-6148-9A82-1B1B82DBD8FB}"/>
              </a:ext>
            </a:extLst>
          </p:cNvPr>
          <p:cNvSpPr>
            <a:spLocks noGrp="1"/>
          </p:cNvSpPr>
          <p:nvPr>
            <p:ph type="ftr" sz="quarter" idx="10"/>
          </p:nvPr>
        </p:nvSpPr>
        <p:spPr bwMode="auto">
          <a:xfrm>
            <a:off x="2362200" y="6610350"/>
            <a:ext cx="38862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ctr" rtl="0" fontAlgn="base">
              <a:spcBef>
                <a:spcPct val="0"/>
              </a:spcBef>
              <a:spcAft>
                <a:spcPct val="0"/>
              </a:spcAft>
              <a:defRPr sz="900" kern="1200">
                <a:solidFill>
                  <a:schemeClr val="bg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r>
              <a:rPr lang="en-US"/>
              <a:t>Toleranta la defecte in SD </a:t>
            </a:r>
            <a:endParaRPr lang="en-US" altLang="ro-RO">
              <a:solidFill>
                <a:schemeClr val="bg1"/>
              </a:solidFill>
            </a:endParaRPr>
          </a:p>
        </p:txBody>
      </p:sp>
      <p:sp>
        <p:nvSpPr>
          <p:cNvPr id="47108" name="Slide Number Placeholder 4">
            <a:extLst>
              <a:ext uri="{FF2B5EF4-FFF2-40B4-BE49-F238E27FC236}">
                <a16:creationId xmlns:a16="http://schemas.microsoft.com/office/drawing/2014/main" id="{612EC9E3-7CF0-7E4B-8EC5-C5CF04BE476F}"/>
              </a:ext>
            </a:extLst>
          </p:cNvPr>
          <p:cNvSpPr>
            <a:spLocks noGrp="1"/>
          </p:cNvSpPr>
          <p:nvPr>
            <p:ph type="sldNum" sz="quarter" idx="11"/>
          </p:nvPr>
        </p:nvSpPr>
        <p:spPr bwMode="auto">
          <a:xfrm>
            <a:off x="7010400" y="6602413"/>
            <a:ext cx="2133600" cy="549275"/>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900" kern="1200">
                <a:solidFill>
                  <a:schemeClr val="bg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fld id="{F70614BC-944D-F346-86BD-32DC0AD8C607}" type="slidenum">
              <a:rPr lang="en-US" altLang="ro-RO" smtClean="0"/>
              <a:pPr eaLnBrk="1" hangingPunct="1"/>
              <a:t>36</a:t>
            </a:fld>
            <a:endParaRPr lang="en-US" altLang="ro-RO">
              <a:solidFill>
                <a:schemeClr val="bg1"/>
              </a:solidFill>
            </a:endParaRPr>
          </a:p>
        </p:txBody>
      </p:sp>
      <p:sp>
        <p:nvSpPr>
          <p:cNvPr id="47109" name="Content Placeholder 2">
            <a:extLst>
              <a:ext uri="{FF2B5EF4-FFF2-40B4-BE49-F238E27FC236}">
                <a16:creationId xmlns:a16="http://schemas.microsoft.com/office/drawing/2014/main" id="{C9CA2D2D-BC18-364B-B38E-A3FAB36BADB1}"/>
              </a:ext>
            </a:extLst>
          </p:cNvPr>
          <p:cNvSpPr>
            <a:spLocks noGrp="1"/>
          </p:cNvSpPr>
          <p:nvPr>
            <p:ph idx="1"/>
          </p:nvPr>
        </p:nvSpPr>
        <p:spPr>
          <a:xfrm>
            <a:off x="381000" y="4876800"/>
            <a:ext cx="8382000" cy="1676400"/>
          </a:xfrm>
        </p:spPr>
        <p:txBody>
          <a:bodyPr/>
          <a:lstStyle/>
          <a:p>
            <a:r>
              <a:rPr lang="en-US" altLang="ro-RO" sz="2400" dirty="0" err="1"/>
              <a:t>Mesajele</a:t>
            </a:r>
            <a:r>
              <a:rPr lang="en-US" altLang="ro-RO" sz="2400" dirty="0"/>
              <a:t> sunt </a:t>
            </a:r>
            <a:r>
              <a:rPr lang="en-US" altLang="ro-RO" sz="2400" dirty="0" err="1"/>
              <a:t>logate</a:t>
            </a:r>
            <a:r>
              <a:rPr lang="en-US" altLang="ro-RO" sz="2400" dirty="0"/>
              <a:t> </a:t>
            </a:r>
            <a:r>
              <a:rPr lang="en-US" altLang="ro-RO" sz="2400" dirty="0" err="1">
                <a:solidFill>
                  <a:srgbClr val="FF0000"/>
                </a:solidFill>
              </a:rPr>
              <a:t>asincron</a:t>
            </a:r>
            <a:r>
              <a:rPr lang="en-US" altLang="ro-RO" sz="2400" dirty="0"/>
              <a:t> pe </a:t>
            </a:r>
            <a:r>
              <a:rPr lang="en-US" altLang="ro-RO" sz="2400" dirty="0" err="1"/>
              <a:t>mediul</a:t>
            </a:r>
            <a:r>
              <a:rPr lang="en-US" altLang="ro-RO" sz="2400" dirty="0"/>
              <a:t> de </a:t>
            </a:r>
            <a:r>
              <a:rPr lang="en-US" altLang="ro-RO" sz="2400" dirty="0" err="1"/>
              <a:t>stocare</a:t>
            </a:r>
            <a:endParaRPr lang="en-US" altLang="ro-RO" sz="2400" dirty="0"/>
          </a:p>
          <a:p>
            <a:r>
              <a:rPr lang="en-US" altLang="ro-RO" sz="2400" dirty="0" err="1"/>
              <a:t>Protocolul</a:t>
            </a:r>
            <a:r>
              <a:rPr lang="en-US" altLang="ro-RO" sz="2400" dirty="0"/>
              <a:t> de </a:t>
            </a:r>
            <a:r>
              <a:rPr lang="en-US" altLang="ro-RO" sz="2400" dirty="0" err="1"/>
              <a:t>recuperare</a:t>
            </a:r>
            <a:r>
              <a:rPr lang="en-US" altLang="ro-RO" sz="2400" dirty="0"/>
              <a:t> </a:t>
            </a:r>
            <a:r>
              <a:rPr lang="en-US" altLang="ro-RO" sz="2400" dirty="0" err="1"/>
              <a:t>poate</a:t>
            </a:r>
            <a:r>
              <a:rPr lang="en-US" altLang="ro-RO" sz="2400" dirty="0"/>
              <a:t> fi complex (</a:t>
            </a:r>
            <a:r>
              <a:rPr lang="en-US" altLang="ro-RO" sz="2400" dirty="0" err="1"/>
              <a:t>risc</a:t>
            </a:r>
            <a:r>
              <a:rPr lang="en-US" altLang="ro-RO" sz="2400" dirty="0"/>
              <a:t> de </a:t>
            </a:r>
            <a:r>
              <a:rPr lang="en-US" altLang="ro-RO" sz="2400" dirty="0" err="1"/>
              <a:t>aparitie</a:t>
            </a:r>
            <a:r>
              <a:rPr lang="en-US" altLang="ro-RO" sz="2400" dirty="0"/>
              <a:t> a </a:t>
            </a:r>
            <a:r>
              <a:rPr lang="en-US" altLang="ro-RO" sz="2400" dirty="0" err="1"/>
              <a:t>proceselor</a:t>
            </a:r>
            <a:r>
              <a:rPr lang="en-US" altLang="ro-RO" sz="2400" dirty="0"/>
              <a:t> </a:t>
            </a:r>
            <a:r>
              <a:rPr lang="en-US" altLang="ro-RO" sz="2400" dirty="0" err="1"/>
              <a:t>orfane</a:t>
            </a:r>
            <a:r>
              <a:rPr lang="en-US" altLang="ro-RO" sz="2400" dirty="0"/>
              <a:t>)</a:t>
            </a:r>
          </a:p>
          <a:p>
            <a:endParaRPr lang="en-US" altLang="ro-RO" sz="2400" dirty="0"/>
          </a:p>
        </p:txBody>
      </p:sp>
      <p:cxnSp>
        <p:nvCxnSpPr>
          <p:cNvPr id="7" name="Straight Arrow Connector 6">
            <a:extLst>
              <a:ext uri="{FF2B5EF4-FFF2-40B4-BE49-F238E27FC236}">
                <a16:creationId xmlns:a16="http://schemas.microsoft.com/office/drawing/2014/main" id="{C5E76820-3F37-7A46-8CEA-F01380F39793}"/>
              </a:ext>
            </a:extLst>
          </p:cNvPr>
          <p:cNvCxnSpPr/>
          <p:nvPr/>
        </p:nvCxnSpPr>
        <p:spPr>
          <a:xfrm>
            <a:off x="914400" y="2133600"/>
            <a:ext cx="7239000" cy="158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8" name="Straight Arrow Connector 7">
            <a:extLst>
              <a:ext uri="{FF2B5EF4-FFF2-40B4-BE49-F238E27FC236}">
                <a16:creationId xmlns:a16="http://schemas.microsoft.com/office/drawing/2014/main" id="{9302415C-6786-0148-A6B1-C48ED38DE3B7}"/>
              </a:ext>
            </a:extLst>
          </p:cNvPr>
          <p:cNvCxnSpPr/>
          <p:nvPr/>
        </p:nvCxnSpPr>
        <p:spPr>
          <a:xfrm>
            <a:off x="914400" y="3048000"/>
            <a:ext cx="7239000" cy="158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9" name="Straight Arrow Connector 8">
            <a:extLst>
              <a:ext uri="{FF2B5EF4-FFF2-40B4-BE49-F238E27FC236}">
                <a16:creationId xmlns:a16="http://schemas.microsoft.com/office/drawing/2014/main" id="{2A42ED17-71A2-1E49-AC92-6235007F0FA4}"/>
              </a:ext>
            </a:extLst>
          </p:cNvPr>
          <p:cNvCxnSpPr/>
          <p:nvPr/>
        </p:nvCxnSpPr>
        <p:spPr>
          <a:xfrm>
            <a:off x="914400" y="4038600"/>
            <a:ext cx="7239000" cy="158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10" name="Straight Arrow Connector 9">
            <a:extLst>
              <a:ext uri="{FF2B5EF4-FFF2-40B4-BE49-F238E27FC236}">
                <a16:creationId xmlns:a16="http://schemas.microsoft.com/office/drawing/2014/main" id="{A723307A-F457-1941-874C-5D2077A83050}"/>
              </a:ext>
            </a:extLst>
          </p:cNvPr>
          <p:cNvCxnSpPr/>
          <p:nvPr/>
        </p:nvCxnSpPr>
        <p:spPr>
          <a:xfrm rot="16200000" flipH="1">
            <a:off x="1866900" y="2324100"/>
            <a:ext cx="914400" cy="533400"/>
          </a:xfrm>
          <a:prstGeom prst="straightConnector1">
            <a:avLst/>
          </a:prstGeom>
          <a:ln>
            <a:solidFill>
              <a:srgbClr val="FF0000"/>
            </a:solidFill>
            <a:tailEnd type="arrow"/>
          </a:ln>
        </p:spPr>
        <p:style>
          <a:lnRef idx="3">
            <a:schemeClr val="accent2"/>
          </a:lnRef>
          <a:fillRef idx="0">
            <a:schemeClr val="accent2"/>
          </a:fillRef>
          <a:effectRef idx="2">
            <a:schemeClr val="accent2"/>
          </a:effectRef>
          <a:fontRef idx="minor">
            <a:schemeClr val="tx1"/>
          </a:fontRef>
        </p:style>
      </p:cxnSp>
      <p:sp>
        <p:nvSpPr>
          <p:cNvPr id="47114" name="TextBox 10">
            <a:extLst>
              <a:ext uri="{FF2B5EF4-FFF2-40B4-BE49-F238E27FC236}">
                <a16:creationId xmlns:a16="http://schemas.microsoft.com/office/drawing/2014/main" id="{DFDC6554-9DD7-1843-8409-3BAA9F892DA6}"/>
              </a:ext>
            </a:extLst>
          </p:cNvPr>
          <p:cNvSpPr txBox="1">
            <a:spLocks noChangeArrowheads="1"/>
          </p:cNvSpPr>
          <p:nvPr/>
        </p:nvSpPr>
        <p:spPr bwMode="auto">
          <a:xfrm>
            <a:off x="457200" y="1981200"/>
            <a:ext cx="4841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sz="2000" b="1"/>
              <a:t>p1</a:t>
            </a:r>
          </a:p>
        </p:txBody>
      </p:sp>
      <p:sp>
        <p:nvSpPr>
          <p:cNvPr id="47115" name="TextBox 11">
            <a:extLst>
              <a:ext uri="{FF2B5EF4-FFF2-40B4-BE49-F238E27FC236}">
                <a16:creationId xmlns:a16="http://schemas.microsoft.com/office/drawing/2014/main" id="{8AC2BA4E-3B4F-EE4F-91A1-9F4F02946772}"/>
              </a:ext>
            </a:extLst>
          </p:cNvPr>
          <p:cNvSpPr txBox="1">
            <a:spLocks noChangeArrowheads="1"/>
          </p:cNvSpPr>
          <p:nvPr/>
        </p:nvSpPr>
        <p:spPr bwMode="auto">
          <a:xfrm>
            <a:off x="457200" y="2819400"/>
            <a:ext cx="4841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sz="2000" b="1"/>
              <a:t>p2</a:t>
            </a:r>
          </a:p>
        </p:txBody>
      </p:sp>
      <p:sp>
        <p:nvSpPr>
          <p:cNvPr id="47116" name="TextBox 12">
            <a:extLst>
              <a:ext uri="{FF2B5EF4-FFF2-40B4-BE49-F238E27FC236}">
                <a16:creationId xmlns:a16="http://schemas.microsoft.com/office/drawing/2014/main" id="{33CB6EA5-4F6D-4F49-9221-608518D17B25}"/>
              </a:ext>
            </a:extLst>
          </p:cNvPr>
          <p:cNvSpPr txBox="1">
            <a:spLocks noChangeArrowheads="1"/>
          </p:cNvSpPr>
          <p:nvPr/>
        </p:nvSpPr>
        <p:spPr bwMode="auto">
          <a:xfrm>
            <a:off x="457200" y="3810000"/>
            <a:ext cx="4841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sz="2000" b="1"/>
              <a:t>p3</a:t>
            </a:r>
          </a:p>
        </p:txBody>
      </p:sp>
      <p:sp>
        <p:nvSpPr>
          <p:cNvPr id="47117" name="TextBox 13">
            <a:extLst>
              <a:ext uri="{FF2B5EF4-FFF2-40B4-BE49-F238E27FC236}">
                <a16:creationId xmlns:a16="http://schemas.microsoft.com/office/drawing/2014/main" id="{7FFD6FBA-B0B2-274D-BCBA-4FF69C3E54F8}"/>
              </a:ext>
            </a:extLst>
          </p:cNvPr>
          <p:cNvSpPr txBox="1">
            <a:spLocks noChangeArrowheads="1"/>
          </p:cNvSpPr>
          <p:nvPr/>
        </p:nvSpPr>
        <p:spPr bwMode="auto">
          <a:xfrm>
            <a:off x="1219200" y="2438400"/>
            <a:ext cx="11239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sz="2000"/>
              <a:t>Mesaj 1</a:t>
            </a:r>
          </a:p>
        </p:txBody>
      </p:sp>
      <p:cxnSp>
        <p:nvCxnSpPr>
          <p:cNvPr id="15" name="Straight Arrow Connector 14">
            <a:extLst>
              <a:ext uri="{FF2B5EF4-FFF2-40B4-BE49-F238E27FC236}">
                <a16:creationId xmlns:a16="http://schemas.microsoft.com/office/drawing/2014/main" id="{8CE80B76-6631-444B-BFC4-4C51A6BAF3FE}"/>
              </a:ext>
            </a:extLst>
          </p:cNvPr>
          <p:cNvCxnSpPr/>
          <p:nvPr/>
        </p:nvCxnSpPr>
        <p:spPr>
          <a:xfrm rot="16200000" flipH="1">
            <a:off x="3619500" y="3238500"/>
            <a:ext cx="914400" cy="533400"/>
          </a:xfrm>
          <a:prstGeom prst="straightConnector1">
            <a:avLst/>
          </a:prstGeom>
          <a:ln>
            <a:solidFill>
              <a:srgbClr val="FF0000"/>
            </a:solidFill>
            <a:tailEnd type="arrow"/>
          </a:ln>
        </p:spPr>
        <p:style>
          <a:lnRef idx="3">
            <a:schemeClr val="accent2"/>
          </a:lnRef>
          <a:fillRef idx="0">
            <a:schemeClr val="accent2"/>
          </a:fillRef>
          <a:effectRef idx="2">
            <a:schemeClr val="accent2"/>
          </a:effectRef>
          <a:fontRef idx="minor">
            <a:schemeClr val="tx1"/>
          </a:fontRef>
        </p:style>
      </p:cxnSp>
      <p:sp>
        <p:nvSpPr>
          <p:cNvPr id="16" name="Rectangle 15">
            <a:extLst>
              <a:ext uri="{FF2B5EF4-FFF2-40B4-BE49-F238E27FC236}">
                <a16:creationId xmlns:a16="http://schemas.microsoft.com/office/drawing/2014/main" id="{441674B8-5FEA-8346-B7C6-2F851F03FDF5}"/>
              </a:ext>
            </a:extLst>
          </p:cNvPr>
          <p:cNvSpPr/>
          <p:nvPr/>
        </p:nvSpPr>
        <p:spPr>
          <a:xfrm>
            <a:off x="4267200" y="1143000"/>
            <a:ext cx="2590800" cy="609600"/>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r>
              <a:rPr lang="en-US" dirty="0" err="1"/>
              <a:t>Dispozitiv</a:t>
            </a:r>
            <a:r>
              <a:rPr lang="en-US" dirty="0"/>
              <a:t> de </a:t>
            </a:r>
            <a:r>
              <a:rPr lang="en-US" dirty="0" err="1"/>
              <a:t>stocare</a:t>
            </a:r>
            <a:endParaRPr lang="en-US" dirty="0"/>
          </a:p>
        </p:txBody>
      </p:sp>
      <p:cxnSp>
        <p:nvCxnSpPr>
          <p:cNvPr id="17" name="Straight Arrow Connector 16">
            <a:extLst>
              <a:ext uri="{FF2B5EF4-FFF2-40B4-BE49-F238E27FC236}">
                <a16:creationId xmlns:a16="http://schemas.microsoft.com/office/drawing/2014/main" id="{956A9C4B-6772-F648-A34D-3651C0B2ECA4}"/>
              </a:ext>
            </a:extLst>
          </p:cNvPr>
          <p:cNvCxnSpPr/>
          <p:nvPr/>
        </p:nvCxnSpPr>
        <p:spPr>
          <a:xfrm rot="5400000" flipH="1" flipV="1">
            <a:off x="4457700" y="2171700"/>
            <a:ext cx="1295400" cy="457200"/>
          </a:xfrm>
          <a:prstGeom prst="straightConnector1">
            <a:avLst/>
          </a:prstGeom>
          <a:ln>
            <a:solidFill>
              <a:srgbClr val="00B050"/>
            </a:solidFill>
            <a:tailEnd type="arrow"/>
          </a:ln>
        </p:spPr>
        <p:style>
          <a:lnRef idx="3">
            <a:schemeClr val="accent2"/>
          </a:lnRef>
          <a:fillRef idx="0">
            <a:schemeClr val="accent2"/>
          </a:fillRef>
          <a:effectRef idx="2">
            <a:schemeClr val="accent2"/>
          </a:effectRef>
          <a:fontRef idx="minor">
            <a:schemeClr val="tx1"/>
          </a:fontRef>
        </p:style>
      </p:cxnSp>
      <p:cxnSp>
        <p:nvCxnSpPr>
          <p:cNvPr id="18" name="Straight Arrow Connector 17">
            <a:extLst>
              <a:ext uri="{FF2B5EF4-FFF2-40B4-BE49-F238E27FC236}">
                <a16:creationId xmlns:a16="http://schemas.microsoft.com/office/drawing/2014/main" id="{78572661-C475-2C48-B538-EEA78CD2068F}"/>
              </a:ext>
            </a:extLst>
          </p:cNvPr>
          <p:cNvCxnSpPr>
            <a:stCxn id="16" idx="2"/>
          </p:cNvCxnSpPr>
          <p:nvPr/>
        </p:nvCxnSpPr>
        <p:spPr>
          <a:xfrm rot="16200000" flipH="1">
            <a:off x="5143500" y="2171700"/>
            <a:ext cx="1295400" cy="457200"/>
          </a:xfrm>
          <a:prstGeom prst="straightConnector1">
            <a:avLst/>
          </a:prstGeom>
          <a:ln>
            <a:solidFill>
              <a:srgbClr val="00B050"/>
            </a:solidFill>
            <a:tailEnd type="arrow"/>
          </a:ln>
        </p:spPr>
        <p:style>
          <a:lnRef idx="3">
            <a:schemeClr val="accent2"/>
          </a:lnRef>
          <a:fillRef idx="0">
            <a:schemeClr val="accent2"/>
          </a:fillRef>
          <a:effectRef idx="2">
            <a:schemeClr val="accent2"/>
          </a:effectRef>
          <a:fontRef idx="minor">
            <a:schemeClr val="tx1"/>
          </a:fontRef>
        </p:style>
      </p:cxnSp>
      <p:sp>
        <p:nvSpPr>
          <p:cNvPr id="47122" name="TextBox 19">
            <a:extLst>
              <a:ext uri="{FF2B5EF4-FFF2-40B4-BE49-F238E27FC236}">
                <a16:creationId xmlns:a16="http://schemas.microsoft.com/office/drawing/2014/main" id="{CE75C5A2-AB21-DC46-B66E-CBB1583BEBC8}"/>
              </a:ext>
            </a:extLst>
          </p:cNvPr>
          <p:cNvSpPr txBox="1">
            <a:spLocks noChangeArrowheads="1"/>
          </p:cNvSpPr>
          <p:nvPr/>
        </p:nvSpPr>
        <p:spPr bwMode="auto">
          <a:xfrm>
            <a:off x="4191000" y="3276600"/>
            <a:ext cx="1082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sz="2000"/>
              <a:t>Mesaj 2</a:t>
            </a:r>
          </a:p>
        </p:txBody>
      </p:sp>
      <p:sp>
        <p:nvSpPr>
          <p:cNvPr id="47123" name="TextBox 20">
            <a:extLst>
              <a:ext uri="{FF2B5EF4-FFF2-40B4-BE49-F238E27FC236}">
                <a16:creationId xmlns:a16="http://schemas.microsoft.com/office/drawing/2014/main" id="{95213EB8-9829-574B-9798-C0E4B016EDE7}"/>
              </a:ext>
            </a:extLst>
          </p:cNvPr>
          <p:cNvSpPr txBox="1">
            <a:spLocks noChangeArrowheads="1"/>
          </p:cNvSpPr>
          <p:nvPr/>
        </p:nvSpPr>
        <p:spPr bwMode="auto">
          <a:xfrm>
            <a:off x="4114800" y="2286000"/>
            <a:ext cx="9826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sz="2000"/>
              <a:t>Logare</a:t>
            </a:r>
          </a:p>
        </p:txBody>
      </p:sp>
      <p:sp>
        <p:nvSpPr>
          <p:cNvPr id="47124" name="TextBox 21">
            <a:extLst>
              <a:ext uri="{FF2B5EF4-FFF2-40B4-BE49-F238E27FC236}">
                <a16:creationId xmlns:a16="http://schemas.microsoft.com/office/drawing/2014/main" id="{1771B405-489D-C24D-ADFC-7DD29E775779}"/>
              </a:ext>
            </a:extLst>
          </p:cNvPr>
          <p:cNvSpPr txBox="1">
            <a:spLocks noChangeArrowheads="1"/>
          </p:cNvSpPr>
          <p:nvPr/>
        </p:nvSpPr>
        <p:spPr bwMode="auto">
          <a:xfrm>
            <a:off x="5943600" y="2286000"/>
            <a:ext cx="714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sz="2000"/>
              <a:t>ACK</a:t>
            </a:r>
          </a:p>
        </p:txBody>
      </p:sp>
      <p:sp>
        <p:nvSpPr>
          <p:cNvPr id="47125" name="TextBox 22">
            <a:extLst>
              <a:ext uri="{FF2B5EF4-FFF2-40B4-BE49-F238E27FC236}">
                <a16:creationId xmlns:a16="http://schemas.microsoft.com/office/drawing/2014/main" id="{EBC3975A-F06C-D743-86CB-2096FBDA59B5}"/>
              </a:ext>
            </a:extLst>
          </p:cNvPr>
          <p:cNvSpPr txBox="1">
            <a:spLocks noChangeArrowheads="1"/>
          </p:cNvSpPr>
          <p:nvPr/>
        </p:nvSpPr>
        <p:spPr bwMode="auto">
          <a:xfrm>
            <a:off x="7162800" y="2438400"/>
            <a:ext cx="61277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sz="6000" b="1">
                <a:solidFill>
                  <a:srgbClr val="FF0000"/>
                </a:solidFill>
              </a:rPr>
              <a:t>x</a:t>
            </a:r>
          </a:p>
        </p:txBody>
      </p:sp>
    </p:spTree>
    <p:extLst>
      <p:ext uri="{BB962C8B-B14F-4D97-AF65-F5344CB8AC3E}">
        <p14:creationId xmlns:p14="http://schemas.microsoft.com/office/powerpoint/2010/main" val="35860848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29D36-1814-F94A-A5BD-59015DF8B6D4}"/>
              </a:ext>
            </a:extLst>
          </p:cNvPr>
          <p:cNvSpPr>
            <a:spLocks noGrp="1"/>
          </p:cNvSpPr>
          <p:nvPr>
            <p:ph type="title"/>
          </p:nvPr>
        </p:nvSpPr>
        <p:spPr>
          <a:xfrm>
            <a:off x="304800" y="424543"/>
            <a:ext cx="8534400" cy="487363"/>
          </a:xfrm>
        </p:spPr>
        <p:txBody>
          <a:bodyPr/>
          <a:lstStyle/>
          <a:p>
            <a:pPr>
              <a:defRPr/>
            </a:pPr>
            <a:r>
              <a:rPr lang="en-US" sz="2800" dirty="0"/>
              <a:t>Recovery Oriented Computing</a:t>
            </a:r>
            <a:br>
              <a:rPr lang="en-US" sz="2800" dirty="0"/>
            </a:br>
            <a:endParaRPr lang="en-US" sz="2800" dirty="0"/>
          </a:p>
        </p:txBody>
      </p:sp>
      <p:sp>
        <p:nvSpPr>
          <p:cNvPr id="3" name="Content Placeholder 2">
            <a:extLst>
              <a:ext uri="{FF2B5EF4-FFF2-40B4-BE49-F238E27FC236}">
                <a16:creationId xmlns:a16="http://schemas.microsoft.com/office/drawing/2014/main" id="{8A3637C2-26B0-9240-9227-9827D5447964}"/>
              </a:ext>
            </a:extLst>
          </p:cNvPr>
          <p:cNvSpPr>
            <a:spLocks noGrp="1"/>
          </p:cNvSpPr>
          <p:nvPr>
            <p:ph idx="1"/>
          </p:nvPr>
        </p:nvSpPr>
        <p:spPr>
          <a:xfrm>
            <a:off x="304800" y="1088572"/>
            <a:ext cx="8382000" cy="5029200"/>
          </a:xfrm>
        </p:spPr>
        <p:txBody>
          <a:bodyPr/>
          <a:lstStyle/>
          <a:p>
            <a:pPr>
              <a:lnSpc>
                <a:spcPct val="90000"/>
              </a:lnSpc>
              <a:defRPr/>
            </a:pPr>
            <a:r>
              <a:rPr lang="en-US" sz="2400" dirty="0" err="1"/>
              <a:t>Ideea</a:t>
            </a:r>
            <a:r>
              <a:rPr lang="en-US" sz="2400" dirty="0"/>
              <a:t>: </a:t>
            </a:r>
            <a:r>
              <a:rPr lang="en-US" sz="2400" dirty="0" err="1"/>
              <a:t>defectele</a:t>
            </a:r>
            <a:r>
              <a:rPr lang="en-US" sz="2400" dirty="0"/>
              <a:t> hardware, software </a:t>
            </a:r>
            <a:r>
              <a:rPr lang="en-US" sz="2400" dirty="0" err="1"/>
              <a:t>si</a:t>
            </a:r>
            <a:r>
              <a:rPr lang="en-US" sz="2400" dirty="0"/>
              <a:t> </a:t>
            </a:r>
            <a:r>
              <a:rPr lang="en-US" sz="2400" dirty="0" err="1"/>
              <a:t>erorile</a:t>
            </a:r>
            <a:r>
              <a:rPr lang="en-US" sz="2400" dirty="0"/>
              <a:t> de </a:t>
            </a:r>
            <a:r>
              <a:rPr lang="en-US" sz="2400" dirty="0" err="1"/>
              <a:t>operare</a:t>
            </a:r>
            <a:r>
              <a:rPr lang="en-US" sz="2400" dirty="0"/>
              <a:t> sunt </a:t>
            </a:r>
            <a:r>
              <a:rPr lang="en-US" sz="2400" dirty="0" err="1"/>
              <a:t>aspecte</a:t>
            </a:r>
            <a:r>
              <a:rPr lang="en-US" sz="2400" dirty="0"/>
              <a:t> </a:t>
            </a:r>
            <a:r>
              <a:rPr lang="en-US" sz="2400" dirty="0" err="1"/>
              <a:t>ce</a:t>
            </a:r>
            <a:r>
              <a:rPr lang="en-US" sz="2400" dirty="0"/>
              <a:t> </a:t>
            </a:r>
            <a:r>
              <a:rPr lang="en-US" sz="2400" dirty="0" err="1"/>
              <a:t>trebui</a:t>
            </a:r>
            <a:r>
              <a:rPr lang="en-US" sz="2400" dirty="0"/>
              <a:t> </a:t>
            </a:r>
            <a:r>
              <a:rPr lang="en-US" sz="2400" dirty="0" err="1"/>
              <a:t>tratate</a:t>
            </a:r>
            <a:r>
              <a:rPr lang="en-US" sz="2400" dirty="0"/>
              <a:t>, nu </a:t>
            </a:r>
            <a:r>
              <a:rPr lang="en-US" sz="2400" dirty="0" err="1"/>
              <a:t>prevenite</a:t>
            </a:r>
            <a:endParaRPr lang="en-US" sz="2400" dirty="0"/>
          </a:p>
          <a:p>
            <a:pPr>
              <a:lnSpc>
                <a:spcPct val="90000"/>
              </a:lnSpc>
              <a:defRPr/>
            </a:pPr>
            <a:r>
              <a:rPr lang="en-US" sz="2400" dirty="0" err="1"/>
              <a:t>Axate</a:t>
            </a:r>
            <a:r>
              <a:rPr lang="en-US" sz="2400" dirty="0"/>
              <a:t> </a:t>
            </a:r>
            <a:r>
              <a:rPr lang="en-US" sz="2400" dirty="0" err="1"/>
              <a:t>pe</a:t>
            </a:r>
            <a:r>
              <a:rPr lang="en-US" sz="2400" dirty="0"/>
              <a:t> MTTR:</a:t>
            </a:r>
          </a:p>
          <a:p>
            <a:pPr lvl="1">
              <a:lnSpc>
                <a:spcPct val="90000"/>
              </a:lnSpc>
              <a:defRPr/>
            </a:pPr>
            <a:r>
              <a:rPr lang="en-US" sz="2000" dirty="0" err="1"/>
              <a:t>Reducerea</a:t>
            </a:r>
            <a:r>
              <a:rPr lang="en-US" sz="2000" dirty="0"/>
              <a:t> </a:t>
            </a:r>
            <a:r>
              <a:rPr lang="en-US" sz="2000" dirty="0" err="1"/>
              <a:t>timpului</a:t>
            </a:r>
            <a:r>
              <a:rPr lang="en-US" sz="2000" dirty="0"/>
              <a:t> de </a:t>
            </a:r>
            <a:r>
              <a:rPr lang="en-US" sz="2000" dirty="0" err="1"/>
              <a:t>recuperare</a:t>
            </a:r>
            <a:endParaRPr lang="en-US" sz="2000" dirty="0"/>
          </a:p>
          <a:p>
            <a:pPr lvl="1">
              <a:lnSpc>
                <a:spcPct val="90000"/>
              </a:lnSpc>
              <a:defRPr/>
            </a:pPr>
            <a:r>
              <a:rPr lang="en-US" sz="2000" dirty="0" err="1"/>
              <a:t>Marirea</a:t>
            </a:r>
            <a:r>
              <a:rPr lang="en-US" sz="2000" dirty="0"/>
              <a:t> </a:t>
            </a:r>
            <a:r>
              <a:rPr lang="en-US" sz="2000" dirty="0" err="1"/>
              <a:t>disponibilitatii</a:t>
            </a:r>
            <a:r>
              <a:rPr lang="en-US" sz="2000" dirty="0"/>
              <a:t> </a:t>
            </a:r>
            <a:r>
              <a:rPr lang="en-US" sz="2000" dirty="0" err="1"/>
              <a:t>sistemului</a:t>
            </a:r>
            <a:endParaRPr lang="en-US" sz="2000" dirty="0"/>
          </a:p>
          <a:p>
            <a:pPr>
              <a:defRPr/>
            </a:pPr>
            <a:r>
              <a:rPr lang="en-US" sz="2400" dirty="0" err="1"/>
              <a:t>Repornirea</a:t>
            </a:r>
            <a:r>
              <a:rPr lang="en-US" sz="2400" dirty="0"/>
              <a:t> </a:t>
            </a:r>
            <a:r>
              <a:rPr lang="en-US" sz="2400" dirty="0" err="1"/>
              <a:t>sistemului</a:t>
            </a:r>
            <a:r>
              <a:rPr lang="en-US" sz="2400" dirty="0"/>
              <a:t> </a:t>
            </a:r>
            <a:r>
              <a:rPr lang="en-US" sz="2400" dirty="0" err="1"/>
              <a:t>dupa</a:t>
            </a:r>
            <a:r>
              <a:rPr lang="en-US" sz="2400" dirty="0"/>
              <a:t> defect</a:t>
            </a:r>
          </a:p>
          <a:p>
            <a:pPr lvl="1">
              <a:defRPr/>
            </a:pPr>
            <a:r>
              <a:rPr lang="en-US" sz="2000" dirty="0">
                <a:ea typeface="+mn-ea"/>
                <a:cs typeface="+mn-cs"/>
              </a:rPr>
              <a:t>Solutia </a:t>
            </a:r>
            <a:r>
              <a:rPr lang="en-US" sz="2000" dirty="0" err="1">
                <a:ea typeface="+mn-ea"/>
                <a:cs typeface="+mn-cs"/>
              </a:rPr>
              <a:t>naiva</a:t>
            </a:r>
            <a:r>
              <a:rPr lang="en-US" sz="2000" dirty="0">
                <a:ea typeface="+mn-ea"/>
                <a:cs typeface="+mn-cs"/>
              </a:rPr>
              <a:t>: reboot</a:t>
            </a:r>
          </a:p>
          <a:p>
            <a:pPr lvl="1">
              <a:defRPr/>
            </a:pPr>
            <a:r>
              <a:rPr lang="en-US" sz="2000" dirty="0" err="1">
                <a:ea typeface="+mn-ea"/>
                <a:cs typeface="+mn-cs"/>
              </a:rPr>
              <a:t>Repornirea</a:t>
            </a:r>
            <a:r>
              <a:rPr lang="en-US" sz="2000" dirty="0">
                <a:ea typeface="+mn-ea"/>
                <a:cs typeface="+mn-cs"/>
              </a:rPr>
              <a:t> </a:t>
            </a:r>
            <a:r>
              <a:rPr lang="en-US" sz="2000" dirty="0" err="1">
                <a:ea typeface="+mn-ea"/>
                <a:cs typeface="+mn-cs"/>
              </a:rPr>
              <a:t>doar</a:t>
            </a:r>
            <a:r>
              <a:rPr lang="en-US" sz="2000" dirty="0">
                <a:ea typeface="+mn-ea"/>
                <a:cs typeface="+mn-cs"/>
              </a:rPr>
              <a:t> a </a:t>
            </a:r>
            <a:r>
              <a:rPr lang="en-US" sz="2000" dirty="0" err="1">
                <a:ea typeface="+mn-ea"/>
                <a:cs typeface="+mn-cs"/>
              </a:rPr>
              <a:t>unor</a:t>
            </a:r>
            <a:r>
              <a:rPr lang="en-US" sz="2000" dirty="0">
                <a:ea typeface="+mn-ea"/>
                <a:cs typeface="+mn-cs"/>
              </a:rPr>
              <a:t> </a:t>
            </a:r>
            <a:r>
              <a:rPr lang="en-US" sz="2000" dirty="0" err="1">
                <a:ea typeface="+mn-ea"/>
                <a:cs typeface="+mn-cs"/>
              </a:rPr>
              <a:t>parti</a:t>
            </a:r>
            <a:r>
              <a:rPr lang="en-US" sz="2000" dirty="0">
                <a:ea typeface="+mn-ea"/>
                <a:cs typeface="+mn-cs"/>
              </a:rPr>
              <a:t> ale </a:t>
            </a:r>
            <a:r>
              <a:rPr lang="en-US" sz="2000" dirty="0" err="1">
                <a:ea typeface="+mn-ea"/>
                <a:cs typeface="+mn-cs"/>
              </a:rPr>
              <a:t>sistemului</a:t>
            </a:r>
            <a:r>
              <a:rPr lang="en-US" sz="2000" dirty="0">
                <a:ea typeface="+mn-ea"/>
                <a:cs typeface="+mn-cs"/>
              </a:rPr>
              <a:t>: </a:t>
            </a:r>
            <a:r>
              <a:rPr lang="en-US" sz="2000" dirty="0" err="1">
                <a:ea typeface="+mn-ea"/>
                <a:cs typeface="+mn-cs"/>
              </a:rPr>
              <a:t>sisteme</a:t>
            </a:r>
            <a:r>
              <a:rPr lang="en-US" sz="2000" dirty="0">
                <a:ea typeface="+mn-ea"/>
                <a:cs typeface="+mn-cs"/>
              </a:rPr>
              <a:t> </a:t>
            </a:r>
            <a:r>
              <a:rPr lang="en-US" sz="2000" dirty="0" err="1">
                <a:ea typeface="+mn-ea"/>
                <a:cs typeface="+mn-cs"/>
              </a:rPr>
              <a:t>modulare</a:t>
            </a:r>
            <a:r>
              <a:rPr lang="en-US" sz="2000" dirty="0">
                <a:ea typeface="+mn-ea"/>
                <a:cs typeface="+mn-cs"/>
              </a:rPr>
              <a:t>, in care </a:t>
            </a:r>
            <a:r>
              <a:rPr lang="en-US" sz="2000" dirty="0" err="1">
                <a:ea typeface="+mn-ea"/>
                <a:cs typeface="+mn-cs"/>
              </a:rPr>
              <a:t>componentele</a:t>
            </a:r>
            <a:r>
              <a:rPr lang="en-US" sz="2000" dirty="0">
                <a:ea typeface="+mn-ea"/>
                <a:cs typeface="+mn-cs"/>
              </a:rPr>
              <a:t> pot </a:t>
            </a:r>
            <a:r>
              <a:rPr lang="en-US" sz="2000" dirty="0" err="1">
                <a:ea typeface="+mn-ea"/>
                <a:cs typeface="+mn-cs"/>
              </a:rPr>
              <a:t>fi</a:t>
            </a:r>
            <a:r>
              <a:rPr lang="en-US" sz="2000" dirty="0">
                <a:ea typeface="+mn-ea"/>
                <a:cs typeface="+mn-cs"/>
              </a:rPr>
              <a:t> </a:t>
            </a:r>
            <a:r>
              <a:rPr lang="en-US" sz="2000" dirty="0" err="1">
                <a:ea typeface="+mn-ea"/>
                <a:cs typeface="+mn-cs"/>
              </a:rPr>
              <a:t>repornite</a:t>
            </a:r>
            <a:r>
              <a:rPr lang="en-US" sz="2000" dirty="0">
                <a:ea typeface="+mn-ea"/>
                <a:cs typeface="+mn-cs"/>
              </a:rPr>
              <a:t> independent: </a:t>
            </a:r>
            <a:r>
              <a:rPr lang="en-US" sz="2000" dirty="0" err="1">
                <a:ea typeface="+mn-ea"/>
                <a:cs typeface="+mn-cs"/>
              </a:rPr>
              <a:t>serviciul</a:t>
            </a:r>
            <a:r>
              <a:rPr lang="en-US" sz="2000" dirty="0">
                <a:ea typeface="+mn-ea"/>
                <a:cs typeface="+mn-cs"/>
              </a:rPr>
              <a:t> din Unix /etc/</a:t>
            </a:r>
            <a:r>
              <a:rPr lang="en-US" sz="2000" dirty="0" err="1">
                <a:ea typeface="+mn-ea"/>
                <a:cs typeface="+mn-cs"/>
              </a:rPr>
              <a:t>rc</a:t>
            </a:r>
            <a:endParaRPr lang="en-US" sz="2000" dirty="0">
              <a:ea typeface="+mn-ea"/>
              <a:cs typeface="+mn-cs"/>
            </a:endParaRPr>
          </a:p>
          <a:p>
            <a:pPr>
              <a:defRPr/>
            </a:pPr>
            <a:r>
              <a:rPr lang="en-US" sz="2400" dirty="0" err="1"/>
              <a:t>Stateful</a:t>
            </a:r>
            <a:r>
              <a:rPr lang="en-US" sz="2400" dirty="0"/>
              <a:t> recovery</a:t>
            </a:r>
          </a:p>
          <a:p>
            <a:pPr lvl="1">
              <a:defRPr/>
            </a:pPr>
            <a:r>
              <a:rPr lang="en-US" sz="2000" dirty="0" err="1">
                <a:ea typeface="+mn-ea"/>
                <a:cs typeface="+mn-cs"/>
              </a:rPr>
              <a:t>Recuperarea</a:t>
            </a:r>
            <a:r>
              <a:rPr lang="en-US" sz="2000" dirty="0">
                <a:ea typeface="+mn-ea"/>
                <a:cs typeface="+mn-cs"/>
              </a:rPr>
              <a:t> din defect in </a:t>
            </a:r>
            <a:r>
              <a:rPr lang="en-US" sz="2000" dirty="0" err="1">
                <a:ea typeface="+mn-ea"/>
                <a:cs typeface="+mn-cs"/>
              </a:rPr>
              <a:t>cazul</a:t>
            </a:r>
            <a:r>
              <a:rPr lang="en-US" sz="2000" dirty="0">
                <a:ea typeface="+mn-ea"/>
                <a:cs typeface="+mn-cs"/>
              </a:rPr>
              <a:t> </a:t>
            </a:r>
            <a:r>
              <a:rPr lang="en-US" sz="2000" dirty="0" err="1"/>
              <a:t>bazelor</a:t>
            </a:r>
            <a:r>
              <a:rPr lang="en-US" sz="2000" dirty="0"/>
              <a:t> de date</a:t>
            </a:r>
            <a:endParaRPr lang="en-US" sz="2000" dirty="0">
              <a:ea typeface="+mn-ea"/>
              <a:cs typeface="+mn-cs"/>
            </a:endParaRPr>
          </a:p>
          <a:p>
            <a:pPr lvl="1">
              <a:defRPr/>
            </a:pPr>
            <a:r>
              <a:rPr lang="en-US" sz="2000" dirty="0" err="1">
                <a:ea typeface="+mn-ea"/>
                <a:cs typeface="+mn-cs"/>
              </a:rPr>
              <a:t>Folosirea</a:t>
            </a:r>
            <a:r>
              <a:rPr lang="en-US" sz="2000" dirty="0">
                <a:ea typeface="+mn-ea"/>
                <a:cs typeface="+mn-cs"/>
              </a:rPr>
              <a:t> </a:t>
            </a:r>
            <a:r>
              <a:rPr lang="en-US" sz="2000" dirty="0" err="1">
                <a:ea typeface="+mn-ea"/>
                <a:cs typeface="+mn-cs"/>
              </a:rPr>
              <a:t>metodelor</a:t>
            </a:r>
            <a:r>
              <a:rPr lang="en-US" sz="2000" dirty="0">
                <a:ea typeface="+mn-ea"/>
                <a:cs typeface="+mn-cs"/>
              </a:rPr>
              <a:t> de </a:t>
            </a:r>
            <a:r>
              <a:rPr lang="en-US" sz="2000" dirty="0" err="1">
                <a:ea typeface="+mn-ea"/>
                <a:cs typeface="+mn-cs"/>
              </a:rPr>
              <a:t>checkpointing</a:t>
            </a:r>
            <a:endParaRPr lang="en-US" sz="2400" dirty="0"/>
          </a:p>
          <a:p>
            <a:pPr>
              <a:defRPr/>
            </a:pPr>
            <a:endParaRPr lang="en-US" sz="2800" dirty="0"/>
          </a:p>
        </p:txBody>
      </p:sp>
      <p:sp>
        <p:nvSpPr>
          <p:cNvPr id="48132" name="Footer Placeholder 3">
            <a:extLst>
              <a:ext uri="{FF2B5EF4-FFF2-40B4-BE49-F238E27FC236}">
                <a16:creationId xmlns:a16="http://schemas.microsoft.com/office/drawing/2014/main" id="{3CDDC163-B3D3-0E4F-97C4-4E31585BEDB3}"/>
              </a:ext>
            </a:extLst>
          </p:cNvPr>
          <p:cNvSpPr>
            <a:spLocks noGrp="1"/>
          </p:cNvSpPr>
          <p:nvPr>
            <p:ph type="ftr" sz="quarter" idx="10"/>
          </p:nvPr>
        </p:nvSpPr>
        <p:spPr bwMode="auto">
          <a:xfrm>
            <a:off x="2362200" y="6610350"/>
            <a:ext cx="38862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ctr" rtl="0" fontAlgn="base">
              <a:spcBef>
                <a:spcPct val="0"/>
              </a:spcBef>
              <a:spcAft>
                <a:spcPct val="0"/>
              </a:spcAft>
              <a:defRPr sz="900" kern="1200">
                <a:solidFill>
                  <a:schemeClr val="bg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r>
              <a:rPr lang="en-US"/>
              <a:t>Toleranta la defecte in SD </a:t>
            </a:r>
            <a:endParaRPr lang="en-US" altLang="ro-RO">
              <a:solidFill>
                <a:schemeClr val="bg1"/>
              </a:solidFill>
            </a:endParaRPr>
          </a:p>
        </p:txBody>
      </p:sp>
      <p:sp>
        <p:nvSpPr>
          <p:cNvPr id="48133" name="Slide Number Placeholder 4">
            <a:extLst>
              <a:ext uri="{FF2B5EF4-FFF2-40B4-BE49-F238E27FC236}">
                <a16:creationId xmlns:a16="http://schemas.microsoft.com/office/drawing/2014/main" id="{543E8C17-1C52-964E-BD9F-B9D22F715CC3}"/>
              </a:ext>
            </a:extLst>
          </p:cNvPr>
          <p:cNvSpPr>
            <a:spLocks noGrp="1"/>
          </p:cNvSpPr>
          <p:nvPr>
            <p:ph type="sldNum" sz="quarter" idx="11"/>
          </p:nvPr>
        </p:nvSpPr>
        <p:spPr bwMode="auto">
          <a:xfrm>
            <a:off x="7010400" y="6602413"/>
            <a:ext cx="2133600" cy="549275"/>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900" kern="1200">
                <a:solidFill>
                  <a:schemeClr val="bg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fld id="{F70614BC-944D-F346-86BD-32DC0AD8C607}" type="slidenum">
              <a:rPr lang="en-US" altLang="ro-RO" smtClean="0"/>
              <a:pPr eaLnBrk="1" hangingPunct="1"/>
              <a:t>37</a:t>
            </a:fld>
            <a:endParaRPr lang="en-US" altLang="ro-RO">
              <a:solidFill>
                <a:schemeClr val="bg1"/>
              </a:solidFill>
            </a:endParaRPr>
          </a:p>
        </p:txBody>
      </p:sp>
    </p:spTree>
    <p:extLst>
      <p:ext uri="{BB962C8B-B14F-4D97-AF65-F5344CB8AC3E}">
        <p14:creationId xmlns:p14="http://schemas.microsoft.com/office/powerpoint/2010/main" val="227931924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KE-OFF DISPLAYTYPE" val="0"/>
  <p:tag name="THINKCELLUNDODONOTDELETE" val="2"/>
</p:tagLst>
</file>

<file path=ppt/theme/theme1.xml><?xml version="1.0" encoding="utf-8"?>
<a:theme xmlns:a="http://schemas.openxmlformats.org/drawingml/2006/main" name="Standarddesign">
  <a:themeElements>
    <a:clrScheme name="Standarddesign 1">
      <a:dk1>
        <a:srgbClr val="000000"/>
      </a:dk1>
      <a:lt1>
        <a:srgbClr val="FFFFFF"/>
      </a:lt1>
      <a:dk2>
        <a:srgbClr val="0D3D65"/>
      </a:dk2>
      <a:lt2>
        <a:srgbClr val="BE0009"/>
      </a:lt2>
      <a:accent1>
        <a:srgbClr val="1C4C74"/>
      </a:accent1>
      <a:accent2>
        <a:srgbClr val="2C6D92"/>
      </a:accent2>
      <a:accent3>
        <a:srgbClr val="FFFFFF"/>
      </a:accent3>
      <a:accent4>
        <a:srgbClr val="000000"/>
      </a:accent4>
      <a:accent5>
        <a:srgbClr val="ABB2BC"/>
      </a:accent5>
      <a:accent6>
        <a:srgbClr val="276284"/>
      </a:accent6>
      <a:hlink>
        <a:srgbClr val="4797B9"/>
      </a:hlink>
      <a:folHlink>
        <a:srgbClr val="65C3E3"/>
      </a:folHlink>
    </a:clrScheme>
    <a:fontScheme name="Standard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sz="1800" b="0" i="0" u="none" strike="noStrike" cap="none" normalizeH="0" baseline="0" smtClean="0">
            <a:ln>
              <a:noFill/>
            </a:ln>
            <a:solidFill>
              <a:schemeClr val="tx1"/>
            </a:solidFill>
            <a:effectLst/>
            <a:latin typeface="Arial" charset="0"/>
          </a:defRPr>
        </a:defPPr>
      </a:lstStyle>
    </a:lnDef>
  </a:objectDefaults>
  <a:extraClrSchemeLst>
    <a:extraClrScheme>
      <a:clrScheme name="Standarddesign 1">
        <a:dk1>
          <a:srgbClr val="000000"/>
        </a:dk1>
        <a:lt1>
          <a:srgbClr val="FFFFFF"/>
        </a:lt1>
        <a:dk2>
          <a:srgbClr val="0D3D65"/>
        </a:dk2>
        <a:lt2>
          <a:srgbClr val="BE0009"/>
        </a:lt2>
        <a:accent1>
          <a:srgbClr val="1C4C74"/>
        </a:accent1>
        <a:accent2>
          <a:srgbClr val="2C6D92"/>
        </a:accent2>
        <a:accent3>
          <a:srgbClr val="FFFFFF"/>
        </a:accent3>
        <a:accent4>
          <a:srgbClr val="000000"/>
        </a:accent4>
        <a:accent5>
          <a:srgbClr val="ABB2BC"/>
        </a:accent5>
        <a:accent6>
          <a:srgbClr val="276284"/>
        </a:accent6>
        <a:hlink>
          <a:srgbClr val="4797B9"/>
        </a:hlink>
        <a:folHlink>
          <a:srgbClr val="65C3E3"/>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7252</TotalTime>
  <Words>2501</Words>
  <Application>Microsoft Macintosh PowerPoint</Application>
  <PresentationFormat>On-screen Show (4:3)</PresentationFormat>
  <Paragraphs>431</Paragraphs>
  <Slides>37</Slides>
  <Notes>15</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37</vt:i4>
      </vt:variant>
    </vt:vector>
  </HeadingPairs>
  <TitlesOfParts>
    <vt:vector size="45" baseType="lpstr">
      <vt:lpstr>Arial Unicode MS</vt:lpstr>
      <vt:lpstr>Arial</vt:lpstr>
      <vt:lpstr>Courier New</vt:lpstr>
      <vt:lpstr>Monotype Sorts</vt:lpstr>
      <vt:lpstr>Times New Roman</vt:lpstr>
      <vt:lpstr>Wingdings</vt:lpstr>
      <vt:lpstr>Standarddesign</vt:lpstr>
      <vt:lpstr>Visio</vt:lpstr>
      <vt:lpstr>Algoritmi Paraleli și Distribuiți  Toleranta la defecte</vt:lpstr>
      <vt:lpstr>Obiectiv</vt:lpstr>
      <vt:lpstr>Introducere</vt:lpstr>
      <vt:lpstr>Toleranta la defecte</vt:lpstr>
      <vt:lpstr>Toleranta la defecte</vt:lpstr>
      <vt:lpstr>Tipuri de defecte în sistemele distribuite</vt:lpstr>
      <vt:lpstr>Clasificarea defectelor si anomaliilor</vt:lpstr>
      <vt:lpstr>Toleranta la defecte in sistemele distribuite</vt:lpstr>
      <vt:lpstr>Toleranta la defecte in sistemele distribuite (2)</vt:lpstr>
      <vt:lpstr>Fazele tolerantei la defecte</vt:lpstr>
      <vt:lpstr>Arhitectura generica de FT</vt:lpstr>
      <vt:lpstr>Detectoare</vt:lpstr>
      <vt:lpstr>Problema celor două armate</vt:lpstr>
      <vt:lpstr>Scheme de detectie</vt:lpstr>
      <vt:lpstr>Protocoale de detectie adaptive</vt:lpstr>
      <vt:lpstr>Exemple FD adaptive (1)</vt:lpstr>
      <vt:lpstr>Exemple FD adaptive (2)</vt:lpstr>
      <vt:lpstr>Dezavantaje</vt:lpstr>
      <vt:lpstr>Detectoare de erori lenese</vt:lpstr>
      <vt:lpstr>Detectoare de erori progresive</vt:lpstr>
      <vt:lpstr>Clusterizare</vt:lpstr>
      <vt:lpstr>Interpretare date monitorizare (1)</vt:lpstr>
      <vt:lpstr>Interpretare date monitorizare (2)</vt:lpstr>
      <vt:lpstr>Gossiping (1)</vt:lpstr>
      <vt:lpstr>Gossiping (2)</vt:lpstr>
      <vt:lpstr>Recuperarea din eroare</vt:lpstr>
      <vt:lpstr>Solutii de recuperare din eroare</vt:lpstr>
      <vt:lpstr>FT pentru aplicatiile bazate pe schimburi de mesaje</vt:lpstr>
      <vt:lpstr>Checkpoint</vt:lpstr>
      <vt:lpstr>Checkpoint</vt:lpstr>
      <vt:lpstr>Checkpointing Distribuit</vt:lpstr>
      <vt:lpstr>Logarea Mesajelor</vt:lpstr>
      <vt:lpstr>Procese orfan?</vt:lpstr>
      <vt:lpstr>Abordari Message Logging</vt:lpstr>
      <vt:lpstr>Abordarea pesimista</vt:lpstr>
      <vt:lpstr>Abordare optimista</vt:lpstr>
      <vt:lpstr>Recovery Oriented Computing </vt:lpstr>
    </vt:vector>
  </TitlesOfParts>
  <Manager/>
  <Company>University Politehnica of Bucharest</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APD - Curs practic 05</dc:title>
  <dc:subject>Toleranta la defecte</dc:subject>
  <dc:creator>Ciprian Dobre</dc:creator>
  <cp:keywords/>
  <dc:description/>
  <cp:lastModifiedBy>Radu Ioan CIOBANU (1621)</cp:lastModifiedBy>
  <cp:revision>879</cp:revision>
  <cp:lastPrinted>2019-09-24T17:29:59Z</cp:lastPrinted>
  <dcterms:created xsi:type="dcterms:W3CDTF">2004-11-16T16:03:16Z</dcterms:created>
  <dcterms:modified xsi:type="dcterms:W3CDTF">2022-12-13T09:01:56Z</dcterms:modified>
  <cp:category/>
</cp:coreProperties>
</file>